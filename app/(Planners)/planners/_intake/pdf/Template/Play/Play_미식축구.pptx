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직사각형 6121">
            <a:extLst>
              <a:ext uri="{FF2B5EF4-FFF2-40B4-BE49-F238E27FC236}">
                <a16:creationId xmlns:a16="http://schemas.microsoft.com/office/drawing/2014/main" id="{3EF2F339-126B-50AA-EBCE-AC94C82A5152}"/>
              </a:ext>
            </a:extLst>
          </p:cNvPr>
          <p:cNvSpPr/>
          <p:nvPr/>
        </p:nvSpPr>
        <p:spPr>
          <a:xfrm>
            <a:off x="682306" y="617565"/>
            <a:ext cx="4729588" cy="67614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96" name="직사각형 5895">
            <a:extLst>
              <a:ext uri="{FF2B5EF4-FFF2-40B4-BE49-F238E27FC236}">
                <a16:creationId xmlns:a16="http://schemas.microsoft.com/office/drawing/2014/main" id="{2B98FBE1-A044-17ED-F92D-76A00CC3BB57}"/>
              </a:ext>
            </a:extLst>
          </p:cNvPr>
          <p:cNvSpPr/>
          <p:nvPr/>
        </p:nvSpPr>
        <p:spPr>
          <a:xfrm>
            <a:off x="1248168" y="639269"/>
            <a:ext cx="3659385" cy="33760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749FFC61-9D62-10FD-6743-DB7FBAE0DC56}"/>
              </a:ext>
            </a:extLst>
          </p:cNvPr>
          <p:cNvSpPr/>
          <p:nvPr/>
        </p:nvSpPr>
        <p:spPr>
          <a:xfrm>
            <a:off x="1152142" y="626754"/>
            <a:ext cx="3772667" cy="67522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cxnSp>
        <p:nvCxnSpPr>
          <p:cNvPr id="1055" name="직선 연결선 1054">
            <a:extLst>
              <a:ext uri="{FF2B5EF4-FFF2-40B4-BE49-F238E27FC236}">
                <a16:creationId xmlns:a16="http://schemas.microsoft.com/office/drawing/2014/main" id="{F89525CA-EFEE-EE30-E898-7CEE14872F87}"/>
              </a:ext>
            </a:extLst>
          </p:cNvPr>
          <p:cNvCxnSpPr>
            <a:cxnSpLocks/>
          </p:cNvCxnSpPr>
          <p:nvPr/>
        </p:nvCxnSpPr>
        <p:spPr>
          <a:xfrm>
            <a:off x="1248168" y="7379028"/>
            <a:ext cx="365938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직선 연결선 1055">
            <a:extLst>
              <a:ext uri="{FF2B5EF4-FFF2-40B4-BE49-F238E27FC236}">
                <a16:creationId xmlns:a16="http://schemas.microsoft.com/office/drawing/2014/main" id="{D25FCF77-0ECB-357C-39FB-FD53F8F86C67}"/>
              </a:ext>
            </a:extLst>
          </p:cNvPr>
          <p:cNvCxnSpPr>
            <a:cxnSpLocks/>
          </p:cNvCxnSpPr>
          <p:nvPr/>
        </p:nvCxnSpPr>
        <p:spPr>
          <a:xfrm>
            <a:off x="1248168" y="626754"/>
            <a:ext cx="365938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직사각형 1062">
            <a:extLst>
              <a:ext uri="{FF2B5EF4-FFF2-40B4-BE49-F238E27FC236}">
                <a16:creationId xmlns:a16="http://schemas.microsoft.com/office/drawing/2014/main" id="{721FD457-2EF3-C7C1-31DC-046A2472A1E7}"/>
              </a:ext>
            </a:extLst>
          </p:cNvPr>
          <p:cNvSpPr/>
          <p:nvPr/>
        </p:nvSpPr>
        <p:spPr>
          <a:xfrm>
            <a:off x="1160768" y="626754"/>
            <a:ext cx="3772665" cy="33760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4" name="직사각형 1063">
            <a:extLst>
              <a:ext uri="{FF2B5EF4-FFF2-40B4-BE49-F238E27FC236}">
                <a16:creationId xmlns:a16="http://schemas.microsoft.com/office/drawing/2014/main" id="{4B285E17-171A-A9B4-0B80-7D3CF35FC5D2}"/>
              </a:ext>
            </a:extLst>
          </p:cNvPr>
          <p:cNvSpPr/>
          <p:nvPr/>
        </p:nvSpPr>
        <p:spPr>
          <a:xfrm>
            <a:off x="1152142" y="7041425"/>
            <a:ext cx="3772666" cy="33760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E25F515B-6AC3-1F42-A2A6-7C7574B80223}"/>
              </a:ext>
            </a:extLst>
          </p:cNvPr>
          <p:cNvSpPr txBox="1"/>
          <p:nvPr/>
        </p:nvSpPr>
        <p:spPr>
          <a:xfrm>
            <a:off x="1656526" y="626754"/>
            <a:ext cx="276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  O  U  C  H  D  O  W  N</a:t>
            </a:r>
            <a:endParaRPr lang="ko-KR" altLang="en-US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4CD49BFB-26E1-655C-F3A2-E8007F52E26B}"/>
              </a:ext>
            </a:extLst>
          </p:cNvPr>
          <p:cNvSpPr txBox="1"/>
          <p:nvPr/>
        </p:nvSpPr>
        <p:spPr>
          <a:xfrm rot="10800000">
            <a:off x="1656526" y="7009695"/>
            <a:ext cx="276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  O  U  C  H  D  O  W  N</a:t>
            </a:r>
            <a:endParaRPr lang="ko-KR" altLang="en-US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035" name="직선 연결선 1034">
            <a:extLst>
              <a:ext uri="{FF2B5EF4-FFF2-40B4-BE49-F238E27FC236}">
                <a16:creationId xmlns:a16="http://schemas.microsoft.com/office/drawing/2014/main" id="{3D45AD65-0D01-7EB1-9A81-BD1DB779120E}"/>
              </a:ext>
            </a:extLst>
          </p:cNvPr>
          <p:cNvCxnSpPr>
            <a:cxnSpLocks/>
          </p:cNvCxnSpPr>
          <p:nvPr/>
        </p:nvCxnSpPr>
        <p:spPr>
          <a:xfrm>
            <a:off x="1152141" y="96436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직선 연결선 1037">
            <a:extLst>
              <a:ext uri="{FF2B5EF4-FFF2-40B4-BE49-F238E27FC236}">
                <a16:creationId xmlns:a16="http://schemas.microsoft.com/office/drawing/2014/main" id="{7C7BDA2B-5604-7D5E-22CE-DC4351E8FCD3}"/>
              </a:ext>
            </a:extLst>
          </p:cNvPr>
          <p:cNvCxnSpPr>
            <a:cxnSpLocks/>
          </p:cNvCxnSpPr>
          <p:nvPr/>
        </p:nvCxnSpPr>
        <p:spPr>
          <a:xfrm>
            <a:off x="1152141" y="163959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직선 연결선 1038">
            <a:extLst>
              <a:ext uri="{FF2B5EF4-FFF2-40B4-BE49-F238E27FC236}">
                <a16:creationId xmlns:a16="http://schemas.microsoft.com/office/drawing/2014/main" id="{45F580DD-02BE-4A7C-98EF-FE72BC68FB2E}"/>
              </a:ext>
            </a:extLst>
          </p:cNvPr>
          <p:cNvCxnSpPr>
            <a:cxnSpLocks/>
          </p:cNvCxnSpPr>
          <p:nvPr/>
        </p:nvCxnSpPr>
        <p:spPr>
          <a:xfrm>
            <a:off x="1152141" y="197721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연결선 1039">
            <a:extLst>
              <a:ext uri="{FF2B5EF4-FFF2-40B4-BE49-F238E27FC236}">
                <a16:creationId xmlns:a16="http://schemas.microsoft.com/office/drawing/2014/main" id="{BD42FCE7-9D3A-102F-B4D6-F753AAC2B75B}"/>
              </a:ext>
            </a:extLst>
          </p:cNvPr>
          <p:cNvCxnSpPr>
            <a:cxnSpLocks/>
          </p:cNvCxnSpPr>
          <p:nvPr/>
        </p:nvCxnSpPr>
        <p:spPr>
          <a:xfrm>
            <a:off x="1152141" y="231482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22170BDB-DE65-C051-E9FA-01D9C5022289}"/>
              </a:ext>
            </a:extLst>
          </p:cNvPr>
          <p:cNvCxnSpPr>
            <a:cxnSpLocks/>
          </p:cNvCxnSpPr>
          <p:nvPr/>
        </p:nvCxnSpPr>
        <p:spPr>
          <a:xfrm>
            <a:off x="1152141" y="265244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직선 연결선 1041">
            <a:extLst>
              <a:ext uri="{FF2B5EF4-FFF2-40B4-BE49-F238E27FC236}">
                <a16:creationId xmlns:a16="http://schemas.microsoft.com/office/drawing/2014/main" id="{D6889B5E-D641-E2C2-E47F-99D4F8AA68CF}"/>
              </a:ext>
            </a:extLst>
          </p:cNvPr>
          <p:cNvCxnSpPr>
            <a:cxnSpLocks/>
          </p:cNvCxnSpPr>
          <p:nvPr/>
        </p:nvCxnSpPr>
        <p:spPr>
          <a:xfrm>
            <a:off x="1152141" y="299005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FC4BCB05-CA26-9D1F-2D96-515032DB1AC2}"/>
              </a:ext>
            </a:extLst>
          </p:cNvPr>
          <p:cNvCxnSpPr>
            <a:cxnSpLocks/>
          </p:cNvCxnSpPr>
          <p:nvPr/>
        </p:nvCxnSpPr>
        <p:spPr>
          <a:xfrm>
            <a:off x="1152141" y="332767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연결선 1043">
            <a:extLst>
              <a:ext uri="{FF2B5EF4-FFF2-40B4-BE49-F238E27FC236}">
                <a16:creationId xmlns:a16="http://schemas.microsoft.com/office/drawing/2014/main" id="{E6FA37A6-F378-1112-76FA-FA422CD9BE83}"/>
              </a:ext>
            </a:extLst>
          </p:cNvPr>
          <p:cNvCxnSpPr>
            <a:cxnSpLocks/>
          </p:cNvCxnSpPr>
          <p:nvPr/>
        </p:nvCxnSpPr>
        <p:spPr>
          <a:xfrm>
            <a:off x="1152141" y="366528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직선 연결선 1044">
            <a:extLst>
              <a:ext uri="{FF2B5EF4-FFF2-40B4-BE49-F238E27FC236}">
                <a16:creationId xmlns:a16="http://schemas.microsoft.com/office/drawing/2014/main" id="{C062A63B-EB5A-4123-064E-89745941A364}"/>
              </a:ext>
            </a:extLst>
          </p:cNvPr>
          <p:cNvCxnSpPr>
            <a:cxnSpLocks/>
          </p:cNvCxnSpPr>
          <p:nvPr/>
        </p:nvCxnSpPr>
        <p:spPr>
          <a:xfrm>
            <a:off x="1152141" y="400290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직선 연결선 1045">
            <a:extLst>
              <a:ext uri="{FF2B5EF4-FFF2-40B4-BE49-F238E27FC236}">
                <a16:creationId xmlns:a16="http://schemas.microsoft.com/office/drawing/2014/main" id="{D16DE80B-8294-A38A-ED21-514C83032845}"/>
              </a:ext>
            </a:extLst>
          </p:cNvPr>
          <p:cNvCxnSpPr>
            <a:cxnSpLocks/>
          </p:cNvCxnSpPr>
          <p:nvPr/>
        </p:nvCxnSpPr>
        <p:spPr>
          <a:xfrm>
            <a:off x="1152141" y="434051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직선 연결선 1046">
            <a:extLst>
              <a:ext uri="{FF2B5EF4-FFF2-40B4-BE49-F238E27FC236}">
                <a16:creationId xmlns:a16="http://schemas.microsoft.com/office/drawing/2014/main" id="{EA289646-B83D-FED7-2663-EA1ED1ED3B73}"/>
              </a:ext>
            </a:extLst>
          </p:cNvPr>
          <p:cNvCxnSpPr>
            <a:cxnSpLocks/>
          </p:cNvCxnSpPr>
          <p:nvPr/>
        </p:nvCxnSpPr>
        <p:spPr>
          <a:xfrm>
            <a:off x="1152141" y="467813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직선 연결선 1047">
            <a:extLst>
              <a:ext uri="{FF2B5EF4-FFF2-40B4-BE49-F238E27FC236}">
                <a16:creationId xmlns:a16="http://schemas.microsoft.com/office/drawing/2014/main" id="{6F2C6AEA-2157-B511-C649-CCD656D195EE}"/>
              </a:ext>
            </a:extLst>
          </p:cNvPr>
          <p:cNvCxnSpPr>
            <a:cxnSpLocks/>
          </p:cNvCxnSpPr>
          <p:nvPr/>
        </p:nvCxnSpPr>
        <p:spPr>
          <a:xfrm>
            <a:off x="1152141" y="501574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직선 연결선 1048">
            <a:extLst>
              <a:ext uri="{FF2B5EF4-FFF2-40B4-BE49-F238E27FC236}">
                <a16:creationId xmlns:a16="http://schemas.microsoft.com/office/drawing/2014/main" id="{846ECC4E-0DD6-2ABA-702C-A3FC9661E21F}"/>
              </a:ext>
            </a:extLst>
          </p:cNvPr>
          <p:cNvCxnSpPr>
            <a:cxnSpLocks/>
          </p:cNvCxnSpPr>
          <p:nvPr/>
        </p:nvCxnSpPr>
        <p:spPr>
          <a:xfrm>
            <a:off x="1152141" y="535336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직선 연결선 1049">
            <a:extLst>
              <a:ext uri="{FF2B5EF4-FFF2-40B4-BE49-F238E27FC236}">
                <a16:creationId xmlns:a16="http://schemas.microsoft.com/office/drawing/2014/main" id="{4ED0CB84-3D5A-BFBF-6370-48B3644C913E}"/>
              </a:ext>
            </a:extLst>
          </p:cNvPr>
          <p:cNvCxnSpPr>
            <a:cxnSpLocks/>
          </p:cNvCxnSpPr>
          <p:nvPr/>
        </p:nvCxnSpPr>
        <p:spPr>
          <a:xfrm>
            <a:off x="1152141" y="569097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직선 연결선 1050">
            <a:extLst>
              <a:ext uri="{FF2B5EF4-FFF2-40B4-BE49-F238E27FC236}">
                <a16:creationId xmlns:a16="http://schemas.microsoft.com/office/drawing/2014/main" id="{F674B4C7-C0C2-5AAE-B1D0-106E14EDB8A3}"/>
              </a:ext>
            </a:extLst>
          </p:cNvPr>
          <p:cNvCxnSpPr>
            <a:cxnSpLocks/>
          </p:cNvCxnSpPr>
          <p:nvPr/>
        </p:nvCxnSpPr>
        <p:spPr>
          <a:xfrm>
            <a:off x="1152141" y="602859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직선 연결선 1051">
            <a:extLst>
              <a:ext uri="{FF2B5EF4-FFF2-40B4-BE49-F238E27FC236}">
                <a16:creationId xmlns:a16="http://schemas.microsoft.com/office/drawing/2014/main" id="{E9E0034A-DC57-E10D-8EF9-1166D5645A20}"/>
              </a:ext>
            </a:extLst>
          </p:cNvPr>
          <p:cNvCxnSpPr>
            <a:cxnSpLocks/>
          </p:cNvCxnSpPr>
          <p:nvPr/>
        </p:nvCxnSpPr>
        <p:spPr>
          <a:xfrm>
            <a:off x="1152141" y="6366208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직선 연결선 1053">
            <a:extLst>
              <a:ext uri="{FF2B5EF4-FFF2-40B4-BE49-F238E27FC236}">
                <a16:creationId xmlns:a16="http://schemas.microsoft.com/office/drawing/2014/main" id="{FF3D959A-5BB7-CCBF-2E48-25B2E2B398E5}"/>
              </a:ext>
            </a:extLst>
          </p:cNvPr>
          <p:cNvCxnSpPr>
            <a:cxnSpLocks/>
          </p:cNvCxnSpPr>
          <p:nvPr/>
        </p:nvCxnSpPr>
        <p:spPr>
          <a:xfrm>
            <a:off x="1152141" y="7041420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직선 연결선 1081">
            <a:extLst>
              <a:ext uri="{FF2B5EF4-FFF2-40B4-BE49-F238E27FC236}">
                <a16:creationId xmlns:a16="http://schemas.microsoft.com/office/drawing/2014/main" id="{5449A37F-640F-1955-3890-74681A3EE1B1}"/>
              </a:ext>
            </a:extLst>
          </p:cNvPr>
          <p:cNvCxnSpPr>
            <a:cxnSpLocks/>
          </p:cNvCxnSpPr>
          <p:nvPr/>
        </p:nvCxnSpPr>
        <p:spPr>
          <a:xfrm>
            <a:off x="1152141" y="670382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직선 연결선 1082">
            <a:extLst>
              <a:ext uri="{FF2B5EF4-FFF2-40B4-BE49-F238E27FC236}">
                <a16:creationId xmlns:a16="http://schemas.microsoft.com/office/drawing/2014/main" id="{BDCA4D3D-3541-AA47-8A92-7DDD82E98BBB}"/>
              </a:ext>
            </a:extLst>
          </p:cNvPr>
          <p:cNvCxnSpPr>
            <a:cxnSpLocks/>
          </p:cNvCxnSpPr>
          <p:nvPr/>
        </p:nvCxnSpPr>
        <p:spPr>
          <a:xfrm>
            <a:off x="1152141" y="1301983"/>
            <a:ext cx="37554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21" name="그룹 6120">
            <a:extLst>
              <a:ext uri="{FF2B5EF4-FFF2-40B4-BE49-F238E27FC236}">
                <a16:creationId xmlns:a16="http://schemas.microsoft.com/office/drawing/2014/main" id="{21B21B9B-B401-8CC7-B8EA-94DAC79894D1}"/>
              </a:ext>
            </a:extLst>
          </p:cNvPr>
          <p:cNvGrpSpPr/>
          <p:nvPr/>
        </p:nvGrpSpPr>
        <p:grpSpPr>
          <a:xfrm>
            <a:off x="3929624" y="874385"/>
            <a:ext cx="369338" cy="6241673"/>
            <a:chOff x="3914277" y="874385"/>
            <a:chExt cx="369338" cy="6241673"/>
          </a:xfrm>
        </p:grpSpPr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AA54C70C-D05E-FCB4-71B0-F5687325D9A8}"/>
                </a:ext>
              </a:extLst>
            </p:cNvPr>
            <p:cNvSpPr txBox="1"/>
            <p:nvPr/>
          </p:nvSpPr>
          <p:spPr>
            <a:xfrm rot="16200000">
              <a:off x="3867149" y="3823969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835136C2-E49E-2175-2BEA-AFA17873E370}"/>
                </a:ext>
              </a:extLst>
            </p:cNvPr>
            <p:cNvSpPr txBox="1"/>
            <p:nvPr/>
          </p:nvSpPr>
          <p:spPr>
            <a:xfrm rot="16200000">
              <a:off x="3770970" y="3046075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04F9BABF-82D6-826C-C774-21AB64DA217C}"/>
                </a:ext>
              </a:extLst>
            </p:cNvPr>
            <p:cNvSpPr txBox="1"/>
            <p:nvPr/>
          </p:nvSpPr>
          <p:spPr>
            <a:xfrm rot="16200000">
              <a:off x="3770970" y="2384465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940BDBEA-5DAA-4E6C-A392-AAA5EB3FF8E0}"/>
                </a:ext>
              </a:extLst>
            </p:cNvPr>
            <p:cNvSpPr txBox="1"/>
            <p:nvPr/>
          </p:nvSpPr>
          <p:spPr>
            <a:xfrm rot="16200000">
              <a:off x="3770969" y="1696210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A28639F6-06D0-43B4-BE45-5AD6671D3607}"/>
                </a:ext>
              </a:extLst>
            </p:cNvPr>
            <p:cNvSpPr txBox="1"/>
            <p:nvPr/>
          </p:nvSpPr>
          <p:spPr>
            <a:xfrm rot="16200000">
              <a:off x="3770970" y="1017694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95873A27-1581-455B-4783-11B68ACFEABF}"/>
                </a:ext>
              </a:extLst>
            </p:cNvPr>
            <p:cNvSpPr txBox="1"/>
            <p:nvPr/>
          </p:nvSpPr>
          <p:spPr>
            <a:xfrm rot="16200000">
              <a:off x="3770971" y="4595546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9A39CF04-65DA-A780-315B-5DECB9696090}"/>
                </a:ext>
              </a:extLst>
            </p:cNvPr>
            <p:cNvSpPr txBox="1"/>
            <p:nvPr/>
          </p:nvSpPr>
          <p:spPr>
            <a:xfrm rot="16200000">
              <a:off x="3770972" y="5271134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A7233C0B-14F1-BAE9-219C-48AEFF66D526}"/>
                </a:ext>
              </a:extLst>
            </p:cNvPr>
            <p:cNvSpPr txBox="1"/>
            <p:nvPr/>
          </p:nvSpPr>
          <p:spPr>
            <a:xfrm rot="16200000">
              <a:off x="3770973" y="5961201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B44FA204-021C-5343-EC34-F5DFB5FB2B6E}"/>
                </a:ext>
              </a:extLst>
            </p:cNvPr>
            <p:cNvSpPr txBox="1"/>
            <p:nvPr/>
          </p:nvSpPr>
          <p:spPr>
            <a:xfrm rot="16200000">
              <a:off x="3770974" y="6603418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6120" name="그룹 6119">
            <a:extLst>
              <a:ext uri="{FF2B5EF4-FFF2-40B4-BE49-F238E27FC236}">
                <a16:creationId xmlns:a16="http://schemas.microsoft.com/office/drawing/2014/main" id="{B653FDCD-0AAA-A25C-E5C5-D9F7240F0A12}"/>
              </a:ext>
            </a:extLst>
          </p:cNvPr>
          <p:cNvGrpSpPr/>
          <p:nvPr/>
        </p:nvGrpSpPr>
        <p:grpSpPr>
          <a:xfrm>
            <a:off x="1777990" y="896294"/>
            <a:ext cx="369337" cy="6241673"/>
            <a:chOff x="1978001" y="896294"/>
            <a:chExt cx="369337" cy="6241673"/>
          </a:xfrm>
        </p:grpSpPr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DC3446AD-6700-7EC6-9E6D-F1545837CDB1}"/>
                </a:ext>
              </a:extLst>
            </p:cNvPr>
            <p:cNvSpPr txBox="1"/>
            <p:nvPr/>
          </p:nvSpPr>
          <p:spPr>
            <a:xfrm rot="5400000">
              <a:off x="1930878" y="3819054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504" name="TextBox 5503">
              <a:extLst>
                <a:ext uri="{FF2B5EF4-FFF2-40B4-BE49-F238E27FC236}">
                  <a16:creationId xmlns:a16="http://schemas.microsoft.com/office/drawing/2014/main" id="{62952BE2-C9DD-5756-5DAD-9E0BEF9D9C1C}"/>
                </a:ext>
              </a:extLst>
            </p:cNvPr>
            <p:cNvSpPr txBox="1"/>
            <p:nvPr/>
          </p:nvSpPr>
          <p:spPr>
            <a:xfrm rot="5400000">
              <a:off x="1834696" y="4596948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5505" name="TextBox 5504">
              <a:extLst>
                <a:ext uri="{FF2B5EF4-FFF2-40B4-BE49-F238E27FC236}">
                  <a16:creationId xmlns:a16="http://schemas.microsoft.com/office/drawing/2014/main" id="{40609C4F-D8BE-0CB6-2409-893C300CBB67}"/>
                </a:ext>
              </a:extLst>
            </p:cNvPr>
            <p:cNvSpPr txBox="1"/>
            <p:nvPr/>
          </p:nvSpPr>
          <p:spPr>
            <a:xfrm rot="5400000">
              <a:off x="1834696" y="5268497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5506" name="TextBox 5505">
              <a:extLst>
                <a:ext uri="{FF2B5EF4-FFF2-40B4-BE49-F238E27FC236}">
                  <a16:creationId xmlns:a16="http://schemas.microsoft.com/office/drawing/2014/main" id="{6B5D0615-4FF7-A604-A571-9640FA609EB3}"/>
                </a:ext>
              </a:extLst>
            </p:cNvPr>
            <p:cNvSpPr txBox="1"/>
            <p:nvPr/>
          </p:nvSpPr>
          <p:spPr>
            <a:xfrm rot="5400000">
              <a:off x="1834697" y="5967105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5507" name="TextBox 5506">
              <a:extLst>
                <a:ext uri="{FF2B5EF4-FFF2-40B4-BE49-F238E27FC236}">
                  <a16:creationId xmlns:a16="http://schemas.microsoft.com/office/drawing/2014/main" id="{DBE06F4A-2188-37D0-FC96-31A31C9F6015}"/>
                </a:ext>
              </a:extLst>
            </p:cNvPr>
            <p:cNvSpPr txBox="1"/>
            <p:nvPr/>
          </p:nvSpPr>
          <p:spPr>
            <a:xfrm rot="5400000">
              <a:off x="1834696" y="6625327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▸</a:t>
              </a:r>
            </a:p>
          </p:txBody>
        </p:sp>
        <p:sp>
          <p:nvSpPr>
            <p:cNvPr id="5508" name="TextBox 5507">
              <a:extLst>
                <a:ext uri="{FF2B5EF4-FFF2-40B4-BE49-F238E27FC236}">
                  <a16:creationId xmlns:a16="http://schemas.microsoft.com/office/drawing/2014/main" id="{16861317-61B5-49C3-2908-5B963B429F08}"/>
                </a:ext>
              </a:extLst>
            </p:cNvPr>
            <p:cNvSpPr txBox="1"/>
            <p:nvPr/>
          </p:nvSpPr>
          <p:spPr>
            <a:xfrm rot="5400000">
              <a:off x="1834695" y="3047477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509" name="TextBox 5508">
              <a:extLst>
                <a:ext uri="{FF2B5EF4-FFF2-40B4-BE49-F238E27FC236}">
                  <a16:creationId xmlns:a16="http://schemas.microsoft.com/office/drawing/2014/main" id="{5BDE16F9-DDA5-02CD-2C86-241A01EA10DD}"/>
                </a:ext>
              </a:extLst>
            </p:cNvPr>
            <p:cNvSpPr txBox="1"/>
            <p:nvPr/>
          </p:nvSpPr>
          <p:spPr>
            <a:xfrm rot="5400000">
              <a:off x="1834694" y="2381828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510" name="TextBox 5509">
              <a:extLst>
                <a:ext uri="{FF2B5EF4-FFF2-40B4-BE49-F238E27FC236}">
                  <a16:creationId xmlns:a16="http://schemas.microsoft.com/office/drawing/2014/main" id="{008843AE-D9F0-1B22-578C-E6C04211E22B}"/>
                </a:ext>
              </a:extLst>
            </p:cNvPr>
            <p:cNvSpPr txBox="1"/>
            <p:nvPr/>
          </p:nvSpPr>
          <p:spPr>
            <a:xfrm rot="5400000">
              <a:off x="1834693" y="1711639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511" name="TextBox 5510">
              <a:extLst>
                <a:ext uri="{FF2B5EF4-FFF2-40B4-BE49-F238E27FC236}">
                  <a16:creationId xmlns:a16="http://schemas.microsoft.com/office/drawing/2014/main" id="{EEAA2CEB-49A6-0C7A-0486-019C59E856A2}"/>
                </a:ext>
              </a:extLst>
            </p:cNvPr>
            <p:cNvSpPr txBox="1"/>
            <p:nvPr/>
          </p:nvSpPr>
          <p:spPr>
            <a:xfrm rot="5400000">
              <a:off x="1834692" y="1039603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◂</a:t>
              </a:r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5898" name="그룹 5897">
            <a:extLst>
              <a:ext uri="{FF2B5EF4-FFF2-40B4-BE49-F238E27FC236}">
                <a16:creationId xmlns:a16="http://schemas.microsoft.com/office/drawing/2014/main" id="{3E996E76-AED9-FE06-A73A-A835BDB11239}"/>
              </a:ext>
            </a:extLst>
          </p:cNvPr>
          <p:cNvGrpSpPr/>
          <p:nvPr/>
        </p:nvGrpSpPr>
        <p:grpSpPr>
          <a:xfrm>
            <a:off x="1152141" y="1031891"/>
            <a:ext cx="95250" cy="5942024"/>
            <a:chOff x="1152141" y="1031891"/>
            <a:chExt cx="95250" cy="5942024"/>
          </a:xfrm>
        </p:grpSpPr>
        <p:cxnSp>
          <p:nvCxnSpPr>
            <p:cNvPr id="5824" name="직선 연결선 5823">
              <a:extLst>
                <a:ext uri="{FF2B5EF4-FFF2-40B4-BE49-F238E27FC236}">
                  <a16:creationId xmlns:a16="http://schemas.microsoft.com/office/drawing/2014/main" id="{097566A0-A7B0-74DC-CEE5-77899DB8C4E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3189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5" name="직선 연결선 5824">
              <a:extLst>
                <a:ext uri="{FF2B5EF4-FFF2-40B4-BE49-F238E27FC236}">
                  <a16:creationId xmlns:a16="http://schemas.microsoft.com/office/drawing/2014/main" id="{8371F80C-4C9F-C66E-4996-F6869CCB448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9941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6" name="직선 연결선 5825">
              <a:extLst>
                <a:ext uri="{FF2B5EF4-FFF2-40B4-BE49-F238E27FC236}">
                  <a16:creationId xmlns:a16="http://schemas.microsoft.com/office/drawing/2014/main" id="{FE78822A-5E2D-F37C-408B-050817CA5D5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16693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7" name="직선 연결선 5826">
              <a:extLst>
                <a:ext uri="{FF2B5EF4-FFF2-40B4-BE49-F238E27FC236}">
                  <a16:creationId xmlns:a16="http://schemas.microsoft.com/office/drawing/2014/main" id="{CBA8758C-879F-4459-18E2-B7D7D19CAF6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23446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8" name="직선 연결선 5827">
              <a:extLst>
                <a:ext uri="{FF2B5EF4-FFF2-40B4-BE49-F238E27FC236}">
                  <a16:creationId xmlns:a16="http://schemas.microsoft.com/office/drawing/2014/main" id="{3C57B270-82B6-8F3F-A923-4C318272C51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36950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9" name="직선 연결선 5828">
              <a:extLst>
                <a:ext uri="{FF2B5EF4-FFF2-40B4-BE49-F238E27FC236}">
                  <a16:creationId xmlns:a16="http://schemas.microsoft.com/office/drawing/2014/main" id="{B2C6EFB2-A1C9-5C96-E5BE-0D03D42F0E9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43702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0" name="직선 연결선 5829">
              <a:extLst>
                <a:ext uri="{FF2B5EF4-FFF2-40B4-BE49-F238E27FC236}">
                  <a16:creationId xmlns:a16="http://schemas.microsoft.com/office/drawing/2014/main" id="{F5E44C5C-9840-DB2C-A335-E5C0B8E96CF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0455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1" name="직선 연결선 5830">
              <a:extLst>
                <a:ext uri="{FF2B5EF4-FFF2-40B4-BE49-F238E27FC236}">
                  <a16:creationId xmlns:a16="http://schemas.microsoft.com/office/drawing/2014/main" id="{7465C939-6CC4-29C7-7A2A-24531FD71ED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7207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2" name="직선 연결선 5831">
              <a:extLst>
                <a:ext uri="{FF2B5EF4-FFF2-40B4-BE49-F238E27FC236}">
                  <a16:creationId xmlns:a16="http://schemas.microsoft.com/office/drawing/2014/main" id="{E33735EB-E1F3-32BF-F3AB-8245EB85A93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0712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3" name="직선 연결선 5832">
              <a:extLst>
                <a:ext uri="{FF2B5EF4-FFF2-40B4-BE49-F238E27FC236}">
                  <a16:creationId xmlns:a16="http://schemas.microsoft.com/office/drawing/2014/main" id="{17A7A6AF-BFC5-1A24-FE4F-84DE3D5F9E5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7464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4" name="직선 연결선 5833">
              <a:extLst>
                <a:ext uri="{FF2B5EF4-FFF2-40B4-BE49-F238E27FC236}">
                  <a16:creationId xmlns:a16="http://schemas.microsoft.com/office/drawing/2014/main" id="{3F9F7B5E-A909-FC8A-DBB5-1CED834C8B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84216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5" name="직선 연결선 5834">
              <a:extLst>
                <a:ext uri="{FF2B5EF4-FFF2-40B4-BE49-F238E27FC236}">
                  <a16:creationId xmlns:a16="http://schemas.microsoft.com/office/drawing/2014/main" id="{5ED5C92A-BDB3-FEFF-1B79-2990810F48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90969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6" name="직선 연결선 5835">
              <a:extLst>
                <a:ext uri="{FF2B5EF4-FFF2-40B4-BE49-F238E27FC236}">
                  <a16:creationId xmlns:a16="http://schemas.microsoft.com/office/drawing/2014/main" id="{C39445C9-FBE9-4AEB-662D-9D417A6CF20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04473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7" name="직선 연결선 5836">
              <a:extLst>
                <a:ext uri="{FF2B5EF4-FFF2-40B4-BE49-F238E27FC236}">
                  <a16:creationId xmlns:a16="http://schemas.microsoft.com/office/drawing/2014/main" id="{6E654CB2-6272-E1ED-A416-8B5200EE005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1225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8" name="직선 연결선 5837">
              <a:extLst>
                <a:ext uri="{FF2B5EF4-FFF2-40B4-BE49-F238E27FC236}">
                  <a16:creationId xmlns:a16="http://schemas.microsoft.com/office/drawing/2014/main" id="{CA62EA71-6331-C624-2343-7E26885DAD6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7978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9" name="직선 연결선 5838">
              <a:extLst>
                <a:ext uri="{FF2B5EF4-FFF2-40B4-BE49-F238E27FC236}">
                  <a16:creationId xmlns:a16="http://schemas.microsoft.com/office/drawing/2014/main" id="{444AAE48-4A88-2755-F8AE-015EA397A2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24730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0" name="직선 연결선 5839">
              <a:extLst>
                <a:ext uri="{FF2B5EF4-FFF2-40B4-BE49-F238E27FC236}">
                  <a16:creationId xmlns:a16="http://schemas.microsoft.com/office/drawing/2014/main" id="{33692CBD-2AAD-0822-C1A2-268211E1B58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38235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1" name="직선 연결선 5840">
              <a:extLst>
                <a:ext uri="{FF2B5EF4-FFF2-40B4-BE49-F238E27FC236}">
                  <a16:creationId xmlns:a16="http://schemas.microsoft.com/office/drawing/2014/main" id="{AEB372BA-C7F9-450A-A62F-3439FDBC3B3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44987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2" name="직선 연결선 5841">
              <a:extLst>
                <a:ext uri="{FF2B5EF4-FFF2-40B4-BE49-F238E27FC236}">
                  <a16:creationId xmlns:a16="http://schemas.microsoft.com/office/drawing/2014/main" id="{93EEA41A-2E98-C763-1183-89B1FB7183F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1739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3" name="직선 연결선 5842">
              <a:extLst>
                <a:ext uri="{FF2B5EF4-FFF2-40B4-BE49-F238E27FC236}">
                  <a16:creationId xmlns:a16="http://schemas.microsoft.com/office/drawing/2014/main" id="{3E24F112-A556-BD44-8C3B-6782E76D0BD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8492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4" name="직선 연결선 5843">
              <a:extLst>
                <a:ext uri="{FF2B5EF4-FFF2-40B4-BE49-F238E27FC236}">
                  <a16:creationId xmlns:a16="http://schemas.microsoft.com/office/drawing/2014/main" id="{3A67094D-5652-B7E8-6265-CD95E2C61A7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1996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5" name="직선 연결선 5844">
              <a:extLst>
                <a:ext uri="{FF2B5EF4-FFF2-40B4-BE49-F238E27FC236}">
                  <a16:creationId xmlns:a16="http://schemas.microsoft.com/office/drawing/2014/main" id="{F68CEA9B-1254-1D2D-6605-070FBCED63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8748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6" name="직선 연결선 5845">
              <a:extLst>
                <a:ext uri="{FF2B5EF4-FFF2-40B4-BE49-F238E27FC236}">
                  <a16:creationId xmlns:a16="http://schemas.microsoft.com/office/drawing/2014/main" id="{9F5CF623-68B4-5B9F-D42C-7C643471E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85501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7" name="직선 연결선 5846">
              <a:extLst>
                <a:ext uri="{FF2B5EF4-FFF2-40B4-BE49-F238E27FC236}">
                  <a16:creationId xmlns:a16="http://schemas.microsoft.com/office/drawing/2014/main" id="{7B1A997B-AED6-2E7E-6B0C-7FAA4754F73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92253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8" name="직선 연결선 5847">
              <a:extLst>
                <a:ext uri="{FF2B5EF4-FFF2-40B4-BE49-F238E27FC236}">
                  <a16:creationId xmlns:a16="http://schemas.microsoft.com/office/drawing/2014/main" id="{2697C2C3-FDAF-C350-CB31-B8298F40642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05758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9" name="직선 연결선 5848">
              <a:extLst>
                <a:ext uri="{FF2B5EF4-FFF2-40B4-BE49-F238E27FC236}">
                  <a16:creationId xmlns:a16="http://schemas.microsoft.com/office/drawing/2014/main" id="{C59D4463-2EDC-4BA9-4F54-7B6975566C2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2510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0" name="직선 연결선 5849">
              <a:extLst>
                <a:ext uri="{FF2B5EF4-FFF2-40B4-BE49-F238E27FC236}">
                  <a16:creationId xmlns:a16="http://schemas.microsoft.com/office/drawing/2014/main" id="{D17EEE83-789C-7568-2C52-299460199A4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9262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1" name="직선 연결선 5850">
              <a:extLst>
                <a:ext uri="{FF2B5EF4-FFF2-40B4-BE49-F238E27FC236}">
                  <a16:creationId xmlns:a16="http://schemas.microsoft.com/office/drawing/2014/main" id="{38134417-24D2-5C45-D12C-9CFEA6561CD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26015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2" name="직선 연결선 5851">
              <a:extLst>
                <a:ext uri="{FF2B5EF4-FFF2-40B4-BE49-F238E27FC236}">
                  <a16:creationId xmlns:a16="http://schemas.microsoft.com/office/drawing/2014/main" id="{65C60FD1-5EC2-306D-D8A6-685211D81A2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39519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3" name="직선 연결선 5852">
              <a:extLst>
                <a:ext uri="{FF2B5EF4-FFF2-40B4-BE49-F238E27FC236}">
                  <a16:creationId xmlns:a16="http://schemas.microsoft.com/office/drawing/2014/main" id="{518A1BE3-0C1E-5824-85E8-C6ACF3A8A34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46271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4" name="직선 연결선 5853">
              <a:extLst>
                <a:ext uri="{FF2B5EF4-FFF2-40B4-BE49-F238E27FC236}">
                  <a16:creationId xmlns:a16="http://schemas.microsoft.com/office/drawing/2014/main" id="{A8881089-B4A3-A43D-F53C-AB122DFB5EE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3024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5" name="직선 연결선 5854">
              <a:extLst>
                <a:ext uri="{FF2B5EF4-FFF2-40B4-BE49-F238E27FC236}">
                  <a16:creationId xmlns:a16="http://schemas.microsoft.com/office/drawing/2014/main" id="{567680B6-8FC4-7E6A-77B6-53645FAC58F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9776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6" name="직선 연결선 5855">
              <a:extLst>
                <a:ext uri="{FF2B5EF4-FFF2-40B4-BE49-F238E27FC236}">
                  <a16:creationId xmlns:a16="http://schemas.microsoft.com/office/drawing/2014/main" id="{34CE1D8E-9298-640E-25E6-AED52B45CA3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73281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7" name="직선 연결선 5856">
              <a:extLst>
                <a:ext uri="{FF2B5EF4-FFF2-40B4-BE49-F238E27FC236}">
                  <a16:creationId xmlns:a16="http://schemas.microsoft.com/office/drawing/2014/main" id="{BAAF86EC-05C6-FC32-2941-BC4DD6ECB77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0033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8" name="직선 연결선 5857">
              <a:extLst>
                <a:ext uri="{FF2B5EF4-FFF2-40B4-BE49-F238E27FC236}">
                  <a16:creationId xmlns:a16="http://schemas.microsoft.com/office/drawing/2014/main" id="{7E1E0A7D-E916-3F4A-F360-336A46A68B4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6785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9" name="직선 연결선 5858">
              <a:extLst>
                <a:ext uri="{FF2B5EF4-FFF2-40B4-BE49-F238E27FC236}">
                  <a16:creationId xmlns:a16="http://schemas.microsoft.com/office/drawing/2014/main" id="{81111E1B-BE5C-59E2-EFFB-73635E21F68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93538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0" name="직선 연결선 5859">
              <a:extLst>
                <a:ext uri="{FF2B5EF4-FFF2-40B4-BE49-F238E27FC236}">
                  <a16:creationId xmlns:a16="http://schemas.microsoft.com/office/drawing/2014/main" id="{42C0CFD9-5B04-A5B6-1B91-B1E28E7E50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07042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1" name="직선 연결선 5860">
              <a:extLst>
                <a:ext uri="{FF2B5EF4-FFF2-40B4-BE49-F238E27FC236}">
                  <a16:creationId xmlns:a16="http://schemas.microsoft.com/office/drawing/2014/main" id="{F52424D8-BEE6-7910-8830-40B3AF981E9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13794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2" name="직선 연결선 5861">
              <a:extLst>
                <a:ext uri="{FF2B5EF4-FFF2-40B4-BE49-F238E27FC236}">
                  <a16:creationId xmlns:a16="http://schemas.microsoft.com/office/drawing/2014/main" id="{ECD478E1-5718-21EE-BFF6-834A0AB34B6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0547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3" name="직선 연결선 5862">
              <a:extLst>
                <a:ext uri="{FF2B5EF4-FFF2-40B4-BE49-F238E27FC236}">
                  <a16:creationId xmlns:a16="http://schemas.microsoft.com/office/drawing/2014/main" id="{04D623CA-737D-80B1-DE1A-1DA63EFD47C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7299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4" name="직선 연결선 5863">
              <a:extLst>
                <a:ext uri="{FF2B5EF4-FFF2-40B4-BE49-F238E27FC236}">
                  <a16:creationId xmlns:a16="http://schemas.microsoft.com/office/drawing/2014/main" id="{AC5D3EA3-4193-8629-C910-D9FDFA35B2C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0804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5" name="직선 연결선 5864">
              <a:extLst>
                <a:ext uri="{FF2B5EF4-FFF2-40B4-BE49-F238E27FC236}">
                  <a16:creationId xmlns:a16="http://schemas.microsoft.com/office/drawing/2014/main" id="{57783891-4A24-B80C-FB49-0AEC2136403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7556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6" name="직선 연결선 5865">
              <a:extLst>
                <a:ext uri="{FF2B5EF4-FFF2-40B4-BE49-F238E27FC236}">
                  <a16:creationId xmlns:a16="http://schemas.microsoft.com/office/drawing/2014/main" id="{0335E9CE-4C8C-3D0D-C00E-484A29B83B3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54308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7" name="직선 연결선 5866">
              <a:extLst>
                <a:ext uri="{FF2B5EF4-FFF2-40B4-BE49-F238E27FC236}">
                  <a16:creationId xmlns:a16="http://schemas.microsoft.com/office/drawing/2014/main" id="{9A054454-5E3B-B647-8D81-C6CF50009F6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61061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8" name="직선 연결선 5867">
              <a:extLst>
                <a:ext uri="{FF2B5EF4-FFF2-40B4-BE49-F238E27FC236}">
                  <a16:creationId xmlns:a16="http://schemas.microsoft.com/office/drawing/2014/main" id="{434BB768-94A9-F6BD-10E2-DBCCF5586D6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74565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9" name="직선 연결선 5868">
              <a:extLst>
                <a:ext uri="{FF2B5EF4-FFF2-40B4-BE49-F238E27FC236}">
                  <a16:creationId xmlns:a16="http://schemas.microsoft.com/office/drawing/2014/main" id="{86B75CAD-9054-D752-34A5-F84AC8B336A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1317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0" name="직선 연결선 5869">
              <a:extLst>
                <a:ext uri="{FF2B5EF4-FFF2-40B4-BE49-F238E27FC236}">
                  <a16:creationId xmlns:a16="http://schemas.microsoft.com/office/drawing/2014/main" id="{FE589D8C-AF71-E79A-B910-AA8A50091FF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8070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1" name="직선 연결선 5870">
              <a:extLst>
                <a:ext uri="{FF2B5EF4-FFF2-40B4-BE49-F238E27FC236}">
                  <a16:creationId xmlns:a16="http://schemas.microsoft.com/office/drawing/2014/main" id="{5AED7D24-69A5-9E15-E26C-C1028C34AA3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94822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2" name="직선 연결선 5871">
              <a:extLst>
                <a:ext uri="{FF2B5EF4-FFF2-40B4-BE49-F238E27FC236}">
                  <a16:creationId xmlns:a16="http://schemas.microsoft.com/office/drawing/2014/main" id="{F67C9BCD-2A2A-ED19-5BFB-58836609559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08327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3" name="직선 연결선 5872">
              <a:extLst>
                <a:ext uri="{FF2B5EF4-FFF2-40B4-BE49-F238E27FC236}">
                  <a16:creationId xmlns:a16="http://schemas.microsoft.com/office/drawing/2014/main" id="{E096595F-62F1-01BC-4317-EC880B00019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15079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4" name="직선 연결선 5873">
              <a:extLst>
                <a:ext uri="{FF2B5EF4-FFF2-40B4-BE49-F238E27FC236}">
                  <a16:creationId xmlns:a16="http://schemas.microsoft.com/office/drawing/2014/main" id="{B71C52CA-17E4-1BCF-EE70-47BF978550D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1831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5" name="직선 연결선 5874">
              <a:extLst>
                <a:ext uri="{FF2B5EF4-FFF2-40B4-BE49-F238E27FC236}">
                  <a16:creationId xmlns:a16="http://schemas.microsoft.com/office/drawing/2014/main" id="{781F2E8B-1BB4-9C69-A214-C6C6A5F2D5F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8584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6" name="직선 연결선 5875">
              <a:extLst>
                <a:ext uri="{FF2B5EF4-FFF2-40B4-BE49-F238E27FC236}">
                  <a16:creationId xmlns:a16="http://schemas.microsoft.com/office/drawing/2014/main" id="{A8D77F6C-816E-C52E-23EE-65AFFCFCB7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2088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7" name="직선 연결선 5876">
              <a:extLst>
                <a:ext uri="{FF2B5EF4-FFF2-40B4-BE49-F238E27FC236}">
                  <a16:creationId xmlns:a16="http://schemas.microsoft.com/office/drawing/2014/main" id="{C5E87C90-0B21-1731-2BB6-B390210B14C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8840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8" name="직선 연결선 5877">
              <a:extLst>
                <a:ext uri="{FF2B5EF4-FFF2-40B4-BE49-F238E27FC236}">
                  <a16:creationId xmlns:a16="http://schemas.microsoft.com/office/drawing/2014/main" id="{53E7C219-B891-49E0-E264-00EB2B4F474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55593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9" name="직선 연결선 5878">
              <a:extLst>
                <a:ext uri="{FF2B5EF4-FFF2-40B4-BE49-F238E27FC236}">
                  <a16:creationId xmlns:a16="http://schemas.microsoft.com/office/drawing/2014/main" id="{0236343D-2452-0DFE-CCAA-F45A62CA9CA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62345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0" name="직선 연결선 5879">
              <a:extLst>
                <a:ext uri="{FF2B5EF4-FFF2-40B4-BE49-F238E27FC236}">
                  <a16:creationId xmlns:a16="http://schemas.microsoft.com/office/drawing/2014/main" id="{121994FD-F59B-9DC5-9269-2451CDDDC59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75850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1" name="직선 연결선 5880">
              <a:extLst>
                <a:ext uri="{FF2B5EF4-FFF2-40B4-BE49-F238E27FC236}">
                  <a16:creationId xmlns:a16="http://schemas.microsoft.com/office/drawing/2014/main" id="{04B29165-1E8D-8B2B-E30A-36FEB9C2BD5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2602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2" name="직선 연결선 5881">
              <a:extLst>
                <a:ext uri="{FF2B5EF4-FFF2-40B4-BE49-F238E27FC236}">
                  <a16:creationId xmlns:a16="http://schemas.microsoft.com/office/drawing/2014/main" id="{E84F0F34-7644-5E2A-03DD-5092767D0C3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9354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3" name="직선 연결선 5882">
              <a:extLst>
                <a:ext uri="{FF2B5EF4-FFF2-40B4-BE49-F238E27FC236}">
                  <a16:creationId xmlns:a16="http://schemas.microsoft.com/office/drawing/2014/main" id="{62EF8C51-FABF-3C64-AA23-AA9FA1F7C07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96107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4" name="직선 연결선 5883">
              <a:extLst>
                <a:ext uri="{FF2B5EF4-FFF2-40B4-BE49-F238E27FC236}">
                  <a16:creationId xmlns:a16="http://schemas.microsoft.com/office/drawing/2014/main" id="{38CD785E-1FD6-388B-28D3-36D517DFA91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09611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5" name="직선 연결선 5884">
              <a:extLst>
                <a:ext uri="{FF2B5EF4-FFF2-40B4-BE49-F238E27FC236}">
                  <a16:creationId xmlns:a16="http://schemas.microsoft.com/office/drawing/2014/main" id="{5BEE7941-A153-1D06-00B8-A521D5BD22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16363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6" name="직선 연결선 5885">
              <a:extLst>
                <a:ext uri="{FF2B5EF4-FFF2-40B4-BE49-F238E27FC236}">
                  <a16:creationId xmlns:a16="http://schemas.microsoft.com/office/drawing/2014/main" id="{1A825143-D303-C184-8476-DB980005B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3116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7" name="직선 연결선 5886">
              <a:extLst>
                <a:ext uri="{FF2B5EF4-FFF2-40B4-BE49-F238E27FC236}">
                  <a16:creationId xmlns:a16="http://schemas.microsoft.com/office/drawing/2014/main" id="{C7461378-024C-7155-954F-6A1649C314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9868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8" name="직선 연결선 5887">
              <a:extLst>
                <a:ext uri="{FF2B5EF4-FFF2-40B4-BE49-F238E27FC236}">
                  <a16:creationId xmlns:a16="http://schemas.microsoft.com/office/drawing/2014/main" id="{4286673F-064C-35FF-69AD-24235691EF1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43373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9" name="직선 연결선 5888">
              <a:extLst>
                <a:ext uri="{FF2B5EF4-FFF2-40B4-BE49-F238E27FC236}">
                  <a16:creationId xmlns:a16="http://schemas.microsoft.com/office/drawing/2014/main" id="{15425848-9FC2-A702-1617-0024408AC5B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0125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0" name="직선 연결선 5889">
              <a:extLst>
                <a:ext uri="{FF2B5EF4-FFF2-40B4-BE49-F238E27FC236}">
                  <a16:creationId xmlns:a16="http://schemas.microsoft.com/office/drawing/2014/main" id="{EAC8173F-D39C-D9B7-30F3-CD1F744A02F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6877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1" name="직선 연결선 5890">
              <a:extLst>
                <a:ext uri="{FF2B5EF4-FFF2-40B4-BE49-F238E27FC236}">
                  <a16:creationId xmlns:a16="http://schemas.microsoft.com/office/drawing/2014/main" id="{DFC6217A-95E3-003B-51AF-62D9654B37D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63630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2" name="직선 연결선 5891">
              <a:extLst>
                <a:ext uri="{FF2B5EF4-FFF2-40B4-BE49-F238E27FC236}">
                  <a16:creationId xmlns:a16="http://schemas.microsoft.com/office/drawing/2014/main" id="{D81657B1-4D1D-8091-BB2B-196FB871DAE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77134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3" name="직선 연결선 5892">
              <a:extLst>
                <a:ext uri="{FF2B5EF4-FFF2-40B4-BE49-F238E27FC236}">
                  <a16:creationId xmlns:a16="http://schemas.microsoft.com/office/drawing/2014/main" id="{FEEF7AE1-9456-2F91-09FD-D20771307A8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83886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4" name="직선 연결선 5893">
              <a:extLst>
                <a:ext uri="{FF2B5EF4-FFF2-40B4-BE49-F238E27FC236}">
                  <a16:creationId xmlns:a16="http://schemas.microsoft.com/office/drawing/2014/main" id="{A09CB73E-43E1-F7AD-0D74-386752555FE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0639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5" name="직선 연결선 5894">
              <a:extLst>
                <a:ext uri="{FF2B5EF4-FFF2-40B4-BE49-F238E27FC236}">
                  <a16:creationId xmlns:a16="http://schemas.microsoft.com/office/drawing/2014/main" id="{F9C3BBDC-FE57-F9D6-7B56-D64FD6F92B4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7391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00" name="그룹 5899">
            <a:extLst>
              <a:ext uri="{FF2B5EF4-FFF2-40B4-BE49-F238E27FC236}">
                <a16:creationId xmlns:a16="http://schemas.microsoft.com/office/drawing/2014/main" id="{0FAAB78E-E188-06BE-FFA0-8F3B78591D4B}"/>
              </a:ext>
            </a:extLst>
          </p:cNvPr>
          <p:cNvGrpSpPr/>
          <p:nvPr/>
        </p:nvGrpSpPr>
        <p:grpSpPr>
          <a:xfrm>
            <a:off x="4829559" y="1031891"/>
            <a:ext cx="95250" cy="5942024"/>
            <a:chOff x="1152141" y="1031891"/>
            <a:chExt cx="95250" cy="5942024"/>
          </a:xfrm>
        </p:grpSpPr>
        <p:cxnSp>
          <p:nvCxnSpPr>
            <p:cNvPr id="5901" name="직선 연결선 5900">
              <a:extLst>
                <a:ext uri="{FF2B5EF4-FFF2-40B4-BE49-F238E27FC236}">
                  <a16:creationId xmlns:a16="http://schemas.microsoft.com/office/drawing/2014/main" id="{900F45DF-BB91-857F-5B0F-7864F37DDAB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3189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2" name="직선 연결선 5901">
              <a:extLst>
                <a:ext uri="{FF2B5EF4-FFF2-40B4-BE49-F238E27FC236}">
                  <a16:creationId xmlns:a16="http://schemas.microsoft.com/office/drawing/2014/main" id="{90ADA56C-A3F8-F554-5104-6474F35AB54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9941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3" name="직선 연결선 5902">
              <a:extLst>
                <a:ext uri="{FF2B5EF4-FFF2-40B4-BE49-F238E27FC236}">
                  <a16:creationId xmlns:a16="http://schemas.microsoft.com/office/drawing/2014/main" id="{1E390C77-20AB-7098-3014-B1FF07B1A5F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16693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4" name="직선 연결선 5903">
              <a:extLst>
                <a:ext uri="{FF2B5EF4-FFF2-40B4-BE49-F238E27FC236}">
                  <a16:creationId xmlns:a16="http://schemas.microsoft.com/office/drawing/2014/main" id="{CB2E9165-09B8-F646-E3AC-C4287D35E6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23446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5" name="직선 연결선 5904">
              <a:extLst>
                <a:ext uri="{FF2B5EF4-FFF2-40B4-BE49-F238E27FC236}">
                  <a16:creationId xmlns:a16="http://schemas.microsoft.com/office/drawing/2014/main" id="{4B954575-5AD2-ABF1-FDDC-77F4A1D2FDE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36950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6" name="직선 연결선 5905">
              <a:extLst>
                <a:ext uri="{FF2B5EF4-FFF2-40B4-BE49-F238E27FC236}">
                  <a16:creationId xmlns:a16="http://schemas.microsoft.com/office/drawing/2014/main" id="{48D0E73F-ED22-0622-BD3A-8D30733B91A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43702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7" name="직선 연결선 5906">
              <a:extLst>
                <a:ext uri="{FF2B5EF4-FFF2-40B4-BE49-F238E27FC236}">
                  <a16:creationId xmlns:a16="http://schemas.microsoft.com/office/drawing/2014/main" id="{49991C57-12C4-B8B3-CC00-07C62097F16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0455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8" name="직선 연결선 5907">
              <a:extLst>
                <a:ext uri="{FF2B5EF4-FFF2-40B4-BE49-F238E27FC236}">
                  <a16:creationId xmlns:a16="http://schemas.microsoft.com/office/drawing/2014/main" id="{E7EE299D-568B-EAB6-5335-6C0405524D2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7207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9" name="직선 연결선 5908">
              <a:extLst>
                <a:ext uri="{FF2B5EF4-FFF2-40B4-BE49-F238E27FC236}">
                  <a16:creationId xmlns:a16="http://schemas.microsoft.com/office/drawing/2014/main" id="{F8F5F5EE-274B-AF97-238F-3173F7A8AEB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0712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0" name="직선 연결선 5909">
              <a:extLst>
                <a:ext uri="{FF2B5EF4-FFF2-40B4-BE49-F238E27FC236}">
                  <a16:creationId xmlns:a16="http://schemas.microsoft.com/office/drawing/2014/main" id="{C9C52FF7-81F8-5E97-00C3-EDF7F9C2CF7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7464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1" name="직선 연결선 5910">
              <a:extLst>
                <a:ext uri="{FF2B5EF4-FFF2-40B4-BE49-F238E27FC236}">
                  <a16:creationId xmlns:a16="http://schemas.microsoft.com/office/drawing/2014/main" id="{611E884E-EE63-D739-0CF1-F8D0E969B2B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84216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2" name="직선 연결선 5911">
              <a:extLst>
                <a:ext uri="{FF2B5EF4-FFF2-40B4-BE49-F238E27FC236}">
                  <a16:creationId xmlns:a16="http://schemas.microsoft.com/office/drawing/2014/main" id="{269897E9-FC6A-66F4-9B4C-66BEEE87FB8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90969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3" name="직선 연결선 5912">
              <a:extLst>
                <a:ext uri="{FF2B5EF4-FFF2-40B4-BE49-F238E27FC236}">
                  <a16:creationId xmlns:a16="http://schemas.microsoft.com/office/drawing/2014/main" id="{EDEA9060-36C3-36B6-C544-9F1E9517A73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04473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4" name="직선 연결선 5913">
              <a:extLst>
                <a:ext uri="{FF2B5EF4-FFF2-40B4-BE49-F238E27FC236}">
                  <a16:creationId xmlns:a16="http://schemas.microsoft.com/office/drawing/2014/main" id="{6302C95E-2D00-986C-DB25-AE8D7B113A2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1225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5" name="직선 연결선 5914">
              <a:extLst>
                <a:ext uri="{FF2B5EF4-FFF2-40B4-BE49-F238E27FC236}">
                  <a16:creationId xmlns:a16="http://schemas.microsoft.com/office/drawing/2014/main" id="{C702AB29-DB5A-103D-D299-25E1464E9EC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7978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6" name="직선 연결선 5915">
              <a:extLst>
                <a:ext uri="{FF2B5EF4-FFF2-40B4-BE49-F238E27FC236}">
                  <a16:creationId xmlns:a16="http://schemas.microsoft.com/office/drawing/2014/main" id="{F29A0FEF-77C8-F566-4621-ED8E584BEEA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24730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7" name="직선 연결선 5916">
              <a:extLst>
                <a:ext uri="{FF2B5EF4-FFF2-40B4-BE49-F238E27FC236}">
                  <a16:creationId xmlns:a16="http://schemas.microsoft.com/office/drawing/2014/main" id="{3DF5EBC8-A0E2-3337-0236-0188A77C90B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38235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8" name="직선 연결선 5917">
              <a:extLst>
                <a:ext uri="{FF2B5EF4-FFF2-40B4-BE49-F238E27FC236}">
                  <a16:creationId xmlns:a16="http://schemas.microsoft.com/office/drawing/2014/main" id="{5B2C0761-C76C-3B5F-4884-903F9DF65F4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44987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9" name="직선 연결선 5918">
              <a:extLst>
                <a:ext uri="{FF2B5EF4-FFF2-40B4-BE49-F238E27FC236}">
                  <a16:creationId xmlns:a16="http://schemas.microsoft.com/office/drawing/2014/main" id="{9982A9C5-A04D-3861-F0EF-06082D6FF2F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1739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0" name="직선 연결선 5919">
              <a:extLst>
                <a:ext uri="{FF2B5EF4-FFF2-40B4-BE49-F238E27FC236}">
                  <a16:creationId xmlns:a16="http://schemas.microsoft.com/office/drawing/2014/main" id="{05AFA4D5-3FC3-050E-D823-F09D8B6DDE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8492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1" name="직선 연결선 5920">
              <a:extLst>
                <a:ext uri="{FF2B5EF4-FFF2-40B4-BE49-F238E27FC236}">
                  <a16:creationId xmlns:a16="http://schemas.microsoft.com/office/drawing/2014/main" id="{E7814D9D-1B02-603C-9B83-21F991D74BB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1996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2" name="직선 연결선 5921">
              <a:extLst>
                <a:ext uri="{FF2B5EF4-FFF2-40B4-BE49-F238E27FC236}">
                  <a16:creationId xmlns:a16="http://schemas.microsoft.com/office/drawing/2014/main" id="{B1A2435F-E674-1291-ED3C-26642C768B3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8748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3" name="직선 연결선 5922">
              <a:extLst>
                <a:ext uri="{FF2B5EF4-FFF2-40B4-BE49-F238E27FC236}">
                  <a16:creationId xmlns:a16="http://schemas.microsoft.com/office/drawing/2014/main" id="{78021F20-075A-D336-612E-9F74E7EECCD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85501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4" name="직선 연결선 5923">
              <a:extLst>
                <a:ext uri="{FF2B5EF4-FFF2-40B4-BE49-F238E27FC236}">
                  <a16:creationId xmlns:a16="http://schemas.microsoft.com/office/drawing/2014/main" id="{441290F0-93BC-8892-A18F-3C454C7BBD7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92253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5" name="직선 연결선 5924">
              <a:extLst>
                <a:ext uri="{FF2B5EF4-FFF2-40B4-BE49-F238E27FC236}">
                  <a16:creationId xmlns:a16="http://schemas.microsoft.com/office/drawing/2014/main" id="{5FF5C3D7-F766-CEC5-7F7E-BEFAAF6AF1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05758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6" name="직선 연결선 5925">
              <a:extLst>
                <a:ext uri="{FF2B5EF4-FFF2-40B4-BE49-F238E27FC236}">
                  <a16:creationId xmlns:a16="http://schemas.microsoft.com/office/drawing/2014/main" id="{C2288ABA-010F-C272-6C44-F5AC26F81C1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2510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7" name="직선 연결선 5926">
              <a:extLst>
                <a:ext uri="{FF2B5EF4-FFF2-40B4-BE49-F238E27FC236}">
                  <a16:creationId xmlns:a16="http://schemas.microsoft.com/office/drawing/2014/main" id="{EE9EED5A-3215-A358-3F34-D2B12BDA9A4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9262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8" name="직선 연결선 5927">
              <a:extLst>
                <a:ext uri="{FF2B5EF4-FFF2-40B4-BE49-F238E27FC236}">
                  <a16:creationId xmlns:a16="http://schemas.microsoft.com/office/drawing/2014/main" id="{4E301D6A-5A80-AD48-69D4-716B584DF07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26015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9" name="직선 연결선 5928">
              <a:extLst>
                <a:ext uri="{FF2B5EF4-FFF2-40B4-BE49-F238E27FC236}">
                  <a16:creationId xmlns:a16="http://schemas.microsoft.com/office/drawing/2014/main" id="{6F40095C-AA50-02EF-03C4-6B56FC4E209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39519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0" name="직선 연결선 5929">
              <a:extLst>
                <a:ext uri="{FF2B5EF4-FFF2-40B4-BE49-F238E27FC236}">
                  <a16:creationId xmlns:a16="http://schemas.microsoft.com/office/drawing/2014/main" id="{93651EF1-79BE-222C-9308-7F9D6CA0083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46271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1" name="직선 연결선 5930">
              <a:extLst>
                <a:ext uri="{FF2B5EF4-FFF2-40B4-BE49-F238E27FC236}">
                  <a16:creationId xmlns:a16="http://schemas.microsoft.com/office/drawing/2014/main" id="{CF6A52B7-B90C-8282-48DD-5A4C6D457DA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3024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2" name="직선 연결선 5931">
              <a:extLst>
                <a:ext uri="{FF2B5EF4-FFF2-40B4-BE49-F238E27FC236}">
                  <a16:creationId xmlns:a16="http://schemas.microsoft.com/office/drawing/2014/main" id="{6631ABBD-601A-9902-A961-42AAC0567C2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9776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3" name="직선 연결선 5932">
              <a:extLst>
                <a:ext uri="{FF2B5EF4-FFF2-40B4-BE49-F238E27FC236}">
                  <a16:creationId xmlns:a16="http://schemas.microsoft.com/office/drawing/2014/main" id="{374337E1-CBAD-B4A5-2AE1-03CCE691D7E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73281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4" name="직선 연결선 5933">
              <a:extLst>
                <a:ext uri="{FF2B5EF4-FFF2-40B4-BE49-F238E27FC236}">
                  <a16:creationId xmlns:a16="http://schemas.microsoft.com/office/drawing/2014/main" id="{884F0893-FC7F-C1E6-005C-4BF820B49D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0033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5" name="직선 연결선 5934">
              <a:extLst>
                <a:ext uri="{FF2B5EF4-FFF2-40B4-BE49-F238E27FC236}">
                  <a16:creationId xmlns:a16="http://schemas.microsoft.com/office/drawing/2014/main" id="{59F3A97F-3BAE-2005-AEE7-3439CC025D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6785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6" name="직선 연결선 5935">
              <a:extLst>
                <a:ext uri="{FF2B5EF4-FFF2-40B4-BE49-F238E27FC236}">
                  <a16:creationId xmlns:a16="http://schemas.microsoft.com/office/drawing/2014/main" id="{12F431B7-D225-3DC2-DA0D-0071BDE6DF5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93538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7" name="직선 연결선 5936">
              <a:extLst>
                <a:ext uri="{FF2B5EF4-FFF2-40B4-BE49-F238E27FC236}">
                  <a16:creationId xmlns:a16="http://schemas.microsoft.com/office/drawing/2014/main" id="{0E9CBCDB-AEF3-9723-021A-98856DA39C1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07042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8" name="직선 연결선 5937">
              <a:extLst>
                <a:ext uri="{FF2B5EF4-FFF2-40B4-BE49-F238E27FC236}">
                  <a16:creationId xmlns:a16="http://schemas.microsoft.com/office/drawing/2014/main" id="{5CB0F89E-575B-A198-DA4F-012FDD9202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13794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9" name="직선 연결선 5938">
              <a:extLst>
                <a:ext uri="{FF2B5EF4-FFF2-40B4-BE49-F238E27FC236}">
                  <a16:creationId xmlns:a16="http://schemas.microsoft.com/office/drawing/2014/main" id="{2AFE071E-BDF5-D196-A5B4-51D143E6A1A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0547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0" name="직선 연결선 5939">
              <a:extLst>
                <a:ext uri="{FF2B5EF4-FFF2-40B4-BE49-F238E27FC236}">
                  <a16:creationId xmlns:a16="http://schemas.microsoft.com/office/drawing/2014/main" id="{24FFB9DA-74A6-5B7B-B539-9ADE32BFD66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7299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1" name="직선 연결선 5940">
              <a:extLst>
                <a:ext uri="{FF2B5EF4-FFF2-40B4-BE49-F238E27FC236}">
                  <a16:creationId xmlns:a16="http://schemas.microsoft.com/office/drawing/2014/main" id="{5B1342A5-C109-FADF-5902-021F6265B6A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0804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2" name="직선 연결선 5941">
              <a:extLst>
                <a:ext uri="{FF2B5EF4-FFF2-40B4-BE49-F238E27FC236}">
                  <a16:creationId xmlns:a16="http://schemas.microsoft.com/office/drawing/2014/main" id="{E1089BDD-FE60-F48E-3201-B53D937909A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7556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3" name="직선 연결선 5942">
              <a:extLst>
                <a:ext uri="{FF2B5EF4-FFF2-40B4-BE49-F238E27FC236}">
                  <a16:creationId xmlns:a16="http://schemas.microsoft.com/office/drawing/2014/main" id="{12BF18DB-C6C5-4842-6AF4-DBA80FF6B92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54308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4" name="직선 연결선 5943">
              <a:extLst>
                <a:ext uri="{FF2B5EF4-FFF2-40B4-BE49-F238E27FC236}">
                  <a16:creationId xmlns:a16="http://schemas.microsoft.com/office/drawing/2014/main" id="{80CF7BE2-86ED-BADD-1496-337FA83BCAF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61061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5" name="직선 연결선 5944">
              <a:extLst>
                <a:ext uri="{FF2B5EF4-FFF2-40B4-BE49-F238E27FC236}">
                  <a16:creationId xmlns:a16="http://schemas.microsoft.com/office/drawing/2014/main" id="{8B981640-8966-8B4A-964F-63C4719CB52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74565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6" name="직선 연결선 5945">
              <a:extLst>
                <a:ext uri="{FF2B5EF4-FFF2-40B4-BE49-F238E27FC236}">
                  <a16:creationId xmlns:a16="http://schemas.microsoft.com/office/drawing/2014/main" id="{F6FCB264-FF6E-5A35-98A1-F7DE282276F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1317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7" name="직선 연결선 5946">
              <a:extLst>
                <a:ext uri="{FF2B5EF4-FFF2-40B4-BE49-F238E27FC236}">
                  <a16:creationId xmlns:a16="http://schemas.microsoft.com/office/drawing/2014/main" id="{01C18E61-5FC1-C72D-F303-760AFC5AD5E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8070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8" name="직선 연결선 5947">
              <a:extLst>
                <a:ext uri="{FF2B5EF4-FFF2-40B4-BE49-F238E27FC236}">
                  <a16:creationId xmlns:a16="http://schemas.microsoft.com/office/drawing/2014/main" id="{3D1404A0-6B41-829A-08B9-1B83E53836F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94822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9" name="직선 연결선 5948">
              <a:extLst>
                <a:ext uri="{FF2B5EF4-FFF2-40B4-BE49-F238E27FC236}">
                  <a16:creationId xmlns:a16="http://schemas.microsoft.com/office/drawing/2014/main" id="{EEAA70F1-C165-370F-B668-E445D82BE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08327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0" name="직선 연결선 5949">
              <a:extLst>
                <a:ext uri="{FF2B5EF4-FFF2-40B4-BE49-F238E27FC236}">
                  <a16:creationId xmlns:a16="http://schemas.microsoft.com/office/drawing/2014/main" id="{0EA3E245-102D-8A2E-D721-5C7A0BAAE1E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15079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1" name="직선 연결선 5950">
              <a:extLst>
                <a:ext uri="{FF2B5EF4-FFF2-40B4-BE49-F238E27FC236}">
                  <a16:creationId xmlns:a16="http://schemas.microsoft.com/office/drawing/2014/main" id="{217D7EF5-AEC3-374C-1392-4953C458DFB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1831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2" name="직선 연결선 5951">
              <a:extLst>
                <a:ext uri="{FF2B5EF4-FFF2-40B4-BE49-F238E27FC236}">
                  <a16:creationId xmlns:a16="http://schemas.microsoft.com/office/drawing/2014/main" id="{FBFFEF07-4C7E-3D36-25DC-8232BC3E4B6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8584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3" name="직선 연결선 5952">
              <a:extLst>
                <a:ext uri="{FF2B5EF4-FFF2-40B4-BE49-F238E27FC236}">
                  <a16:creationId xmlns:a16="http://schemas.microsoft.com/office/drawing/2014/main" id="{B9A1FE64-8ECC-EFC6-2BAB-61E7D614EF1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2088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4" name="직선 연결선 5953">
              <a:extLst>
                <a:ext uri="{FF2B5EF4-FFF2-40B4-BE49-F238E27FC236}">
                  <a16:creationId xmlns:a16="http://schemas.microsoft.com/office/drawing/2014/main" id="{A9979EE2-68BF-8759-BC90-459191DDDA7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8840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5" name="직선 연결선 5954">
              <a:extLst>
                <a:ext uri="{FF2B5EF4-FFF2-40B4-BE49-F238E27FC236}">
                  <a16:creationId xmlns:a16="http://schemas.microsoft.com/office/drawing/2014/main" id="{08794A08-6C39-E9AC-A694-10C4CA0901D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55593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6" name="직선 연결선 5955">
              <a:extLst>
                <a:ext uri="{FF2B5EF4-FFF2-40B4-BE49-F238E27FC236}">
                  <a16:creationId xmlns:a16="http://schemas.microsoft.com/office/drawing/2014/main" id="{362011C6-7DD4-C4B6-27B5-3293A8F9678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62345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7" name="직선 연결선 5956">
              <a:extLst>
                <a:ext uri="{FF2B5EF4-FFF2-40B4-BE49-F238E27FC236}">
                  <a16:creationId xmlns:a16="http://schemas.microsoft.com/office/drawing/2014/main" id="{1207C8DA-34DA-70D1-E67E-B5EFD312E31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75850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8" name="직선 연결선 5957">
              <a:extLst>
                <a:ext uri="{FF2B5EF4-FFF2-40B4-BE49-F238E27FC236}">
                  <a16:creationId xmlns:a16="http://schemas.microsoft.com/office/drawing/2014/main" id="{FA24A10B-40D4-EA89-F24A-AF2186FD7D9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2602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9" name="직선 연결선 5958">
              <a:extLst>
                <a:ext uri="{FF2B5EF4-FFF2-40B4-BE49-F238E27FC236}">
                  <a16:creationId xmlns:a16="http://schemas.microsoft.com/office/drawing/2014/main" id="{C20874DD-FCED-50E8-2B11-2E2EFA600C6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9354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0" name="직선 연결선 5959">
              <a:extLst>
                <a:ext uri="{FF2B5EF4-FFF2-40B4-BE49-F238E27FC236}">
                  <a16:creationId xmlns:a16="http://schemas.microsoft.com/office/drawing/2014/main" id="{DB437B59-F8D4-3269-92FD-8EF0DB9B3A2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96107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1" name="직선 연결선 5960">
              <a:extLst>
                <a:ext uri="{FF2B5EF4-FFF2-40B4-BE49-F238E27FC236}">
                  <a16:creationId xmlns:a16="http://schemas.microsoft.com/office/drawing/2014/main" id="{AAB1AEC9-5376-FF1C-9EBE-FB80D79E8A5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09611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2" name="직선 연결선 5961">
              <a:extLst>
                <a:ext uri="{FF2B5EF4-FFF2-40B4-BE49-F238E27FC236}">
                  <a16:creationId xmlns:a16="http://schemas.microsoft.com/office/drawing/2014/main" id="{431CBF23-E3C6-F67C-7EC5-F677CEFC0FC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16363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3" name="직선 연결선 5962">
              <a:extLst>
                <a:ext uri="{FF2B5EF4-FFF2-40B4-BE49-F238E27FC236}">
                  <a16:creationId xmlns:a16="http://schemas.microsoft.com/office/drawing/2014/main" id="{EFAC7AB2-09B0-2FCD-2364-F94E680F3BF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3116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4" name="직선 연결선 5963">
              <a:extLst>
                <a:ext uri="{FF2B5EF4-FFF2-40B4-BE49-F238E27FC236}">
                  <a16:creationId xmlns:a16="http://schemas.microsoft.com/office/drawing/2014/main" id="{B9572B87-C36D-68AC-72F3-30E1B0EB79C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9868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5" name="직선 연결선 5964">
              <a:extLst>
                <a:ext uri="{FF2B5EF4-FFF2-40B4-BE49-F238E27FC236}">
                  <a16:creationId xmlns:a16="http://schemas.microsoft.com/office/drawing/2014/main" id="{94E7AD30-DA56-183E-FAD4-294BAA19CF0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43373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6" name="직선 연결선 5965">
              <a:extLst>
                <a:ext uri="{FF2B5EF4-FFF2-40B4-BE49-F238E27FC236}">
                  <a16:creationId xmlns:a16="http://schemas.microsoft.com/office/drawing/2014/main" id="{BF3603FB-66F2-F41F-BA3D-D86145F72E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0125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7" name="직선 연결선 5966">
              <a:extLst>
                <a:ext uri="{FF2B5EF4-FFF2-40B4-BE49-F238E27FC236}">
                  <a16:creationId xmlns:a16="http://schemas.microsoft.com/office/drawing/2014/main" id="{A0B67D1C-8836-929A-4D8E-2CDE4C139A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6877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8" name="직선 연결선 5967">
              <a:extLst>
                <a:ext uri="{FF2B5EF4-FFF2-40B4-BE49-F238E27FC236}">
                  <a16:creationId xmlns:a16="http://schemas.microsoft.com/office/drawing/2014/main" id="{F277EEBC-6D1F-E06C-44A1-483ADE19B91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63630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9" name="직선 연결선 5968">
              <a:extLst>
                <a:ext uri="{FF2B5EF4-FFF2-40B4-BE49-F238E27FC236}">
                  <a16:creationId xmlns:a16="http://schemas.microsoft.com/office/drawing/2014/main" id="{496E0762-AB95-DB70-521E-11AA4A5D8B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77134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0" name="직선 연결선 5969">
              <a:extLst>
                <a:ext uri="{FF2B5EF4-FFF2-40B4-BE49-F238E27FC236}">
                  <a16:creationId xmlns:a16="http://schemas.microsoft.com/office/drawing/2014/main" id="{4A5B6D62-C46D-D941-E752-7F34F3CDA8A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83886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1" name="직선 연결선 5970">
              <a:extLst>
                <a:ext uri="{FF2B5EF4-FFF2-40B4-BE49-F238E27FC236}">
                  <a16:creationId xmlns:a16="http://schemas.microsoft.com/office/drawing/2014/main" id="{F9032183-A8C0-D9D8-6398-36FEA6B5F05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0639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2" name="직선 연결선 5971">
              <a:extLst>
                <a:ext uri="{FF2B5EF4-FFF2-40B4-BE49-F238E27FC236}">
                  <a16:creationId xmlns:a16="http://schemas.microsoft.com/office/drawing/2014/main" id="{39AB70E3-9418-F6D5-785B-80B7C0CB701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7391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73" name="그룹 5972">
            <a:extLst>
              <a:ext uri="{FF2B5EF4-FFF2-40B4-BE49-F238E27FC236}">
                <a16:creationId xmlns:a16="http://schemas.microsoft.com/office/drawing/2014/main" id="{83DEEFA6-E7F5-ECE7-DC49-49694570A1F1}"/>
              </a:ext>
            </a:extLst>
          </p:cNvPr>
          <p:cNvGrpSpPr/>
          <p:nvPr/>
        </p:nvGrpSpPr>
        <p:grpSpPr>
          <a:xfrm>
            <a:off x="3303775" y="1031891"/>
            <a:ext cx="95250" cy="5942024"/>
            <a:chOff x="1152141" y="1031891"/>
            <a:chExt cx="95250" cy="5942024"/>
          </a:xfrm>
        </p:grpSpPr>
        <p:cxnSp>
          <p:nvCxnSpPr>
            <p:cNvPr id="5974" name="직선 연결선 5973">
              <a:extLst>
                <a:ext uri="{FF2B5EF4-FFF2-40B4-BE49-F238E27FC236}">
                  <a16:creationId xmlns:a16="http://schemas.microsoft.com/office/drawing/2014/main" id="{4F36316A-AD05-F6D9-17F4-9D6578EF5FE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3189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5" name="직선 연결선 5974">
              <a:extLst>
                <a:ext uri="{FF2B5EF4-FFF2-40B4-BE49-F238E27FC236}">
                  <a16:creationId xmlns:a16="http://schemas.microsoft.com/office/drawing/2014/main" id="{3449039B-A885-F1CD-012B-BBDD1EABFD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9941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6" name="직선 연결선 5975">
              <a:extLst>
                <a:ext uri="{FF2B5EF4-FFF2-40B4-BE49-F238E27FC236}">
                  <a16:creationId xmlns:a16="http://schemas.microsoft.com/office/drawing/2014/main" id="{4E250A50-91D0-E2BF-2574-1BCEEA588E4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16693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7" name="직선 연결선 5976">
              <a:extLst>
                <a:ext uri="{FF2B5EF4-FFF2-40B4-BE49-F238E27FC236}">
                  <a16:creationId xmlns:a16="http://schemas.microsoft.com/office/drawing/2014/main" id="{F503F334-172A-6FE1-804C-AD8A1BE3B7B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23446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8" name="직선 연결선 5977">
              <a:extLst>
                <a:ext uri="{FF2B5EF4-FFF2-40B4-BE49-F238E27FC236}">
                  <a16:creationId xmlns:a16="http://schemas.microsoft.com/office/drawing/2014/main" id="{5C88D50B-1909-B539-1B61-61CB784226F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36950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9" name="직선 연결선 5978">
              <a:extLst>
                <a:ext uri="{FF2B5EF4-FFF2-40B4-BE49-F238E27FC236}">
                  <a16:creationId xmlns:a16="http://schemas.microsoft.com/office/drawing/2014/main" id="{6E49A4E4-40AB-8D4E-06C3-4D198F26759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43702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0" name="직선 연결선 5979">
              <a:extLst>
                <a:ext uri="{FF2B5EF4-FFF2-40B4-BE49-F238E27FC236}">
                  <a16:creationId xmlns:a16="http://schemas.microsoft.com/office/drawing/2014/main" id="{6F77CA41-C462-C566-BE40-E8AF4B50C59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0455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1" name="직선 연결선 5980">
              <a:extLst>
                <a:ext uri="{FF2B5EF4-FFF2-40B4-BE49-F238E27FC236}">
                  <a16:creationId xmlns:a16="http://schemas.microsoft.com/office/drawing/2014/main" id="{E32840E8-9C7E-6DB3-BDA2-48FE16C1FF5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7207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2" name="직선 연결선 5981">
              <a:extLst>
                <a:ext uri="{FF2B5EF4-FFF2-40B4-BE49-F238E27FC236}">
                  <a16:creationId xmlns:a16="http://schemas.microsoft.com/office/drawing/2014/main" id="{53547821-EE09-B8EA-4DED-9121108A1D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0712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3" name="직선 연결선 5982">
              <a:extLst>
                <a:ext uri="{FF2B5EF4-FFF2-40B4-BE49-F238E27FC236}">
                  <a16:creationId xmlns:a16="http://schemas.microsoft.com/office/drawing/2014/main" id="{60F45A4D-4756-9BCD-A0C7-0ED834C315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7464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4" name="직선 연결선 5983">
              <a:extLst>
                <a:ext uri="{FF2B5EF4-FFF2-40B4-BE49-F238E27FC236}">
                  <a16:creationId xmlns:a16="http://schemas.microsoft.com/office/drawing/2014/main" id="{9804CA8F-485C-8EB8-E19E-5924768A704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84216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5" name="직선 연결선 5984">
              <a:extLst>
                <a:ext uri="{FF2B5EF4-FFF2-40B4-BE49-F238E27FC236}">
                  <a16:creationId xmlns:a16="http://schemas.microsoft.com/office/drawing/2014/main" id="{AF040D3A-ADC6-A3B5-8A51-3DB9C71641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90969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6" name="직선 연결선 5985">
              <a:extLst>
                <a:ext uri="{FF2B5EF4-FFF2-40B4-BE49-F238E27FC236}">
                  <a16:creationId xmlns:a16="http://schemas.microsoft.com/office/drawing/2014/main" id="{6AC13080-A919-8D5C-A5F1-9998AEA3D46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04473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7" name="직선 연결선 5986">
              <a:extLst>
                <a:ext uri="{FF2B5EF4-FFF2-40B4-BE49-F238E27FC236}">
                  <a16:creationId xmlns:a16="http://schemas.microsoft.com/office/drawing/2014/main" id="{4304B911-6B6C-623E-8E52-194F6B5B0B4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1225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8" name="직선 연결선 5987">
              <a:extLst>
                <a:ext uri="{FF2B5EF4-FFF2-40B4-BE49-F238E27FC236}">
                  <a16:creationId xmlns:a16="http://schemas.microsoft.com/office/drawing/2014/main" id="{026776D2-9436-0867-77AF-0CA4B1D9BCA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7978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9" name="직선 연결선 5988">
              <a:extLst>
                <a:ext uri="{FF2B5EF4-FFF2-40B4-BE49-F238E27FC236}">
                  <a16:creationId xmlns:a16="http://schemas.microsoft.com/office/drawing/2014/main" id="{46687C2F-9F9D-6B2F-09F9-02ED297B630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24730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0" name="직선 연결선 5989">
              <a:extLst>
                <a:ext uri="{FF2B5EF4-FFF2-40B4-BE49-F238E27FC236}">
                  <a16:creationId xmlns:a16="http://schemas.microsoft.com/office/drawing/2014/main" id="{029FD362-A042-3063-848C-79A5ABD6874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38235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1" name="직선 연결선 5990">
              <a:extLst>
                <a:ext uri="{FF2B5EF4-FFF2-40B4-BE49-F238E27FC236}">
                  <a16:creationId xmlns:a16="http://schemas.microsoft.com/office/drawing/2014/main" id="{4B3E3E8F-842F-9CA7-7604-77B62C45A30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44987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2" name="직선 연결선 5991">
              <a:extLst>
                <a:ext uri="{FF2B5EF4-FFF2-40B4-BE49-F238E27FC236}">
                  <a16:creationId xmlns:a16="http://schemas.microsoft.com/office/drawing/2014/main" id="{666DF376-7293-3B59-CD7C-3EBF1CB006D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1739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3" name="직선 연결선 5992">
              <a:extLst>
                <a:ext uri="{FF2B5EF4-FFF2-40B4-BE49-F238E27FC236}">
                  <a16:creationId xmlns:a16="http://schemas.microsoft.com/office/drawing/2014/main" id="{DD38D0AC-9171-274A-EA08-AB9401D20D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8492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4" name="직선 연결선 5993">
              <a:extLst>
                <a:ext uri="{FF2B5EF4-FFF2-40B4-BE49-F238E27FC236}">
                  <a16:creationId xmlns:a16="http://schemas.microsoft.com/office/drawing/2014/main" id="{63811A7F-8078-BEBA-A2B0-AEF9E32CAF3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1996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5" name="직선 연결선 5994">
              <a:extLst>
                <a:ext uri="{FF2B5EF4-FFF2-40B4-BE49-F238E27FC236}">
                  <a16:creationId xmlns:a16="http://schemas.microsoft.com/office/drawing/2014/main" id="{72B943C7-AE59-1B73-E7FF-0A5B908897E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8748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6" name="직선 연결선 5995">
              <a:extLst>
                <a:ext uri="{FF2B5EF4-FFF2-40B4-BE49-F238E27FC236}">
                  <a16:creationId xmlns:a16="http://schemas.microsoft.com/office/drawing/2014/main" id="{7F9EB44E-493B-2AF0-8D5F-44ED11FC1D2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85501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7" name="직선 연결선 5996">
              <a:extLst>
                <a:ext uri="{FF2B5EF4-FFF2-40B4-BE49-F238E27FC236}">
                  <a16:creationId xmlns:a16="http://schemas.microsoft.com/office/drawing/2014/main" id="{549CCA47-51B7-D64E-6C30-0B0FA5208A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92253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8" name="직선 연결선 5997">
              <a:extLst>
                <a:ext uri="{FF2B5EF4-FFF2-40B4-BE49-F238E27FC236}">
                  <a16:creationId xmlns:a16="http://schemas.microsoft.com/office/drawing/2014/main" id="{20543BF4-AB9D-4A7F-4777-0FC4F226729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05758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9" name="직선 연결선 5998">
              <a:extLst>
                <a:ext uri="{FF2B5EF4-FFF2-40B4-BE49-F238E27FC236}">
                  <a16:creationId xmlns:a16="http://schemas.microsoft.com/office/drawing/2014/main" id="{29DBD53A-9D65-46B7-77D9-EBCEC1F7F0D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2510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0" name="직선 연결선 5999">
              <a:extLst>
                <a:ext uri="{FF2B5EF4-FFF2-40B4-BE49-F238E27FC236}">
                  <a16:creationId xmlns:a16="http://schemas.microsoft.com/office/drawing/2014/main" id="{5B7B8A52-834F-A1AC-2B1F-1B761FA06E2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9262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1" name="직선 연결선 6000">
              <a:extLst>
                <a:ext uri="{FF2B5EF4-FFF2-40B4-BE49-F238E27FC236}">
                  <a16:creationId xmlns:a16="http://schemas.microsoft.com/office/drawing/2014/main" id="{391C83DC-450A-ACCC-C0D4-7C5EAC96AA9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26015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2" name="직선 연결선 6001">
              <a:extLst>
                <a:ext uri="{FF2B5EF4-FFF2-40B4-BE49-F238E27FC236}">
                  <a16:creationId xmlns:a16="http://schemas.microsoft.com/office/drawing/2014/main" id="{E4AFFEF4-D91C-E918-0770-10C75A1D976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39519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3" name="직선 연결선 6002">
              <a:extLst>
                <a:ext uri="{FF2B5EF4-FFF2-40B4-BE49-F238E27FC236}">
                  <a16:creationId xmlns:a16="http://schemas.microsoft.com/office/drawing/2014/main" id="{B6AA959D-2A8D-BC75-FCD5-7A8736DE5C5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46271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4" name="직선 연결선 6003">
              <a:extLst>
                <a:ext uri="{FF2B5EF4-FFF2-40B4-BE49-F238E27FC236}">
                  <a16:creationId xmlns:a16="http://schemas.microsoft.com/office/drawing/2014/main" id="{0BCDFEDF-3CE7-44F4-B275-BE339F6FB0A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3024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5" name="직선 연결선 6004">
              <a:extLst>
                <a:ext uri="{FF2B5EF4-FFF2-40B4-BE49-F238E27FC236}">
                  <a16:creationId xmlns:a16="http://schemas.microsoft.com/office/drawing/2014/main" id="{89FEA4AB-1CA0-959B-7536-EA00F3134C6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9776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6" name="직선 연결선 6005">
              <a:extLst>
                <a:ext uri="{FF2B5EF4-FFF2-40B4-BE49-F238E27FC236}">
                  <a16:creationId xmlns:a16="http://schemas.microsoft.com/office/drawing/2014/main" id="{C82F76C3-E23A-3FE2-C8C1-8B27BFD8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73281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7" name="직선 연결선 6006">
              <a:extLst>
                <a:ext uri="{FF2B5EF4-FFF2-40B4-BE49-F238E27FC236}">
                  <a16:creationId xmlns:a16="http://schemas.microsoft.com/office/drawing/2014/main" id="{7214CFC2-80AF-667B-72DB-1F692AE09C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0033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8" name="직선 연결선 6007">
              <a:extLst>
                <a:ext uri="{FF2B5EF4-FFF2-40B4-BE49-F238E27FC236}">
                  <a16:creationId xmlns:a16="http://schemas.microsoft.com/office/drawing/2014/main" id="{06B4535B-1B11-1D9C-3563-6D324773E8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6785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9" name="직선 연결선 6008">
              <a:extLst>
                <a:ext uri="{FF2B5EF4-FFF2-40B4-BE49-F238E27FC236}">
                  <a16:creationId xmlns:a16="http://schemas.microsoft.com/office/drawing/2014/main" id="{05553622-AA67-EF98-F75F-F8B90E63319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93538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0" name="직선 연결선 6009">
              <a:extLst>
                <a:ext uri="{FF2B5EF4-FFF2-40B4-BE49-F238E27FC236}">
                  <a16:creationId xmlns:a16="http://schemas.microsoft.com/office/drawing/2014/main" id="{9EE682EA-6A5C-9E86-3E59-9C8687BC71D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07042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1" name="직선 연결선 6010">
              <a:extLst>
                <a:ext uri="{FF2B5EF4-FFF2-40B4-BE49-F238E27FC236}">
                  <a16:creationId xmlns:a16="http://schemas.microsoft.com/office/drawing/2014/main" id="{D7093CCF-FF8E-1A67-114E-F57B08FC0B2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13794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2" name="직선 연결선 6011">
              <a:extLst>
                <a:ext uri="{FF2B5EF4-FFF2-40B4-BE49-F238E27FC236}">
                  <a16:creationId xmlns:a16="http://schemas.microsoft.com/office/drawing/2014/main" id="{9257EA4E-2E97-3860-ACAF-061661DC950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0547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3" name="직선 연결선 6012">
              <a:extLst>
                <a:ext uri="{FF2B5EF4-FFF2-40B4-BE49-F238E27FC236}">
                  <a16:creationId xmlns:a16="http://schemas.microsoft.com/office/drawing/2014/main" id="{26C69636-AFDD-314E-7A5A-03FC247CC36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7299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4" name="직선 연결선 6013">
              <a:extLst>
                <a:ext uri="{FF2B5EF4-FFF2-40B4-BE49-F238E27FC236}">
                  <a16:creationId xmlns:a16="http://schemas.microsoft.com/office/drawing/2014/main" id="{C9383D85-2B7C-C8FB-50E1-A539F57EA64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0804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5" name="직선 연결선 6014">
              <a:extLst>
                <a:ext uri="{FF2B5EF4-FFF2-40B4-BE49-F238E27FC236}">
                  <a16:creationId xmlns:a16="http://schemas.microsoft.com/office/drawing/2014/main" id="{57978A7E-8B42-5D98-D221-EDCA60DF5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7556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6" name="직선 연결선 6015">
              <a:extLst>
                <a:ext uri="{FF2B5EF4-FFF2-40B4-BE49-F238E27FC236}">
                  <a16:creationId xmlns:a16="http://schemas.microsoft.com/office/drawing/2014/main" id="{089C6C12-AF2E-701B-E73B-3323367B132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54308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7" name="직선 연결선 6016">
              <a:extLst>
                <a:ext uri="{FF2B5EF4-FFF2-40B4-BE49-F238E27FC236}">
                  <a16:creationId xmlns:a16="http://schemas.microsoft.com/office/drawing/2014/main" id="{4DA81221-BD93-B87A-775D-EBDFDE22559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61061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8" name="직선 연결선 6017">
              <a:extLst>
                <a:ext uri="{FF2B5EF4-FFF2-40B4-BE49-F238E27FC236}">
                  <a16:creationId xmlns:a16="http://schemas.microsoft.com/office/drawing/2014/main" id="{1FEF58D0-1382-DC61-47CA-E4D5CEC113D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74565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9" name="직선 연결선 6018">
              <a:extLst>
                <a:ext uri="{FF2B5EF4-FFF2-40B4-BE49-F238E27FC236}">
                  <a16:creationId xmlns:a16="http://schemas.microsoft.com/office/drawing/2014/main" id="{6A4B573F-BB0E-CCCF-8F4A-20812973369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1317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0" name="직선 연결선 6019">
              <a:extLst>
                <a:ext uri="{FF2B5EF4-FFF2-40B4-BE49-F238E27FC236}">
                  <a16:creationId xmlns:a16="http://schemas.microsoft.com/office/drawing/2014/main" id="{C721505B-5695-B93F-28B5-BAC2FD60997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8070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1" name="직선 연결선 6020">
              <a:extLst>
                <a:ext uri="{FF2B5EF4-FFF2-40B4-BE49-F238E27FC236}">
                  <a16:creationId xmlns:a16="http://schemas.microsoft.com/office/drawing/2014/main" id="{5A1B2E7D-F54D-1B73-E80E-1609EDC001C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94822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2" name="직선 연결선 6021">
              <a:extLst>
                <a:ext uri="{FF2B5EF4-FFF2-40B4-BE49-F238E27FC236}">
                  <a16:creationId xmlns:a16="http://schemas.microsoft.com/office/drawing/2014/main" id="{9469F265-73B2-5AF2-2048-E2CD1EB5F14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08327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3" name="직선 연결선 6022">
              <a:extLst>
                <a:ext uri="{FF2B5EF4-FFF2-40B4-BE49-F238E27FC236}">
                  <a16:creationId xmlns:a16="http://schemas.microsoft.com/office/drawing/2014/main" id="{D41B9A2B-40F6-6DF5-A8AF-60603BF2DC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15079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4" name="직선 연결선 6023">
              <a:extLst>
                <a:ext uri="{FF2B5EF4-FFF2-40B4-BE49-F238E27FC236}">
                  <a16:creationId xmlns:a16="http://schemas.microsoft.com/office/drawing/2014/main" id="{6CC615B6-C974-C9D6-2DFA-29105B7C984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1831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5" name="직선 연결선 6024">
              <a:extLst>
                <a:ext uri="{FF2B5EF4-FFF2-40B4-BE49-F238E27FC236}">
                  <a16:creationId xmlns:a16="http://schemas.microsoft.com/office/drawing/2014/main" id="{98628920-B0C8-8628-C802-A814793AAC4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8584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6" name="직선 연결선 6025">
              <a:extLst>
                <a:ext uri="{FF2B5EF4-FFF2-40B4-BE49-F238E27FC236}">
                  <a16:creationId xmlns:a16="http://schemas.microsoft.com/office/drawing/2014/main" id="{6482B958-5CDC-B5F0-69EB-5AA069B420F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2088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7" name="직선 연결선 6026">
              <a:extLst>
                <a:ext uri="{FF2B5EF4-FFF2-40B4-BE49-F238E27FC236}">
                  <a16:creationId xmlns:a16="http://schemas.microsoft.com/office/drawing/2014/main" id="{79158DBF-5CB2-BE65-CBA7-D5B153F23F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8840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8" name="직선 연결선 6027">
              <a:extLst>
                <a:ext uri="{FF2B5EF4-FFF2-40B4-BE49-F238E27FC236}">
                  <a16:creationId xmlns:a16="http://schemas.microsoft.com/office/drawing/2014/main" id="{5FB54157-67F0-003E-0FC2-7D9885DB0BB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55593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9" name="직선 연결선 6028">
              <a:extLst>
                <a:ext uri="{FF2B5EF4-FFF2-40B4-BE49-F238E27FC236}">
                  <a16:creationId xmlns:a16="http://schemas.microsoft.com/office/drawing/2014/main" id="{2A29C6E6-4D90-78A6-077F-A7E36C92575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62345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0" name="직선 연결선 6029">
              <a:extLst>
                <a:ext uri="{FF2B5EF4-FFF2-40B4-BE49-F238E27FC236}">
                  <a16:creationId xmlns:a16="http://schemas.microsoft.com/office/drawing/2014/main" id="{4B723E6D-C5A6-185C-CC6B-B42126EFCC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75850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1" name="직선 연결선 6030">
              <a:extLst>
                <a:ext uri="{FF2B5EF4-FFF2-40B4-BE49-F238E27FC236}">
                  <a16:creationId xmlns:a16="http://schemas.microsoft.com/office/drawing/2014/main" id="{1698C3AC-0A69-347F-0A80-DF321C7A0EF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2602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2" name="직선 연결선 6031">
              <a:extLst>
                <a:ext uri="{FF2B5EF4-FFF2-40B4-BE49-F238E27FC236}">
                  <a16:creationId xmlns:a16="http://schemas.microsoft.com/office/drawing/2014/main" id="{A6D41A15-C388-28ED-4D95-F52A7C9DF54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9354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3" name="직선 연결선 6032">
              <a:extLst>
                <a:ext uri="{FF2B5EF4-FFF2-40B4-BE49-F238E27FC236}">
                  <a16:creationId xmlns:a16="http://schemas.microsoft.com/office/drawing/2014/main" id="{47FA4CD6-6D40-ECA5-D372-227030EB94B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96107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4" name="직선 연결선 6033">
              <a:extLst>
                <a:ext uri="{FF2B5EF4-FFF2-40B4-BE49-F238E27FC236}">
                  <a16:creationId xmlns:a16="http://schemas.microsoft.com/office/drawing/2014/main" id="{D360299C-EDAF-AFCD-014D-0B38E2CCD3F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09611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5" name="직선 연결선 6034">
              <a:extLst>
                <a:ext uri="{FF2B5EF4-FFF2-40B4-BE49-F238E27FC236}">
                  <a16:creationId xmlns:a16="http://schemas.microsoft.com/office/drawing/2014/main" id="{9A71F803-1276-D635-13BD-DDE1C11EA73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16363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6" name="직선 연결선 6035">
              <a:extLst>
                <a:ext uri="{FF2B5EF4-FFF2-40B4-BE49-F238E27FC236}">
                  <a16:creationId xmlns:a16="http://schemas.microsoft.com/office/drawing/2014/main" id="{3A34FDC9-37FB-7375-4D55-5BEA0C26F56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3116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7" name="직선 연결선 6036">
              <a:extLst>
                <a:ext uri="{FF2B5EF4-FFF2-40B4-BE49-F238E27FC236}">
                  <a16:creationId xmlns:a16="http://schemas.microsoft.com/office/drawing/2014/main" id="{E4E63638-3ACB-4AEE-A737-C22C190BD3E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9868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8" name="직선 연결선 6037">
              <a:extLst>
                <a:ext uri="{FF2B5EF4-FFF2-40B4-BE49-F238E27FC236}">
                  <a16:creationId xmlns:a16="http://schemas.microsoft.com/office/drawing/2014/main" id="{E476F20C-2B79-3AB7-4C49-F1DE694527D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43373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9" name="직선 연결선 6038">
              <a:extLst>
                <a:ext uri="{FF2B5EF4-FFF2-40B4-BE49-F238E27FC236}">
                  <a16:creationId xmlns:a16="http://schemas.microsoft.com/office/drawing/2014/main" id="{44FBC3DB-684F-BC85-1C45-20B65E66B24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0125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0" name="직선 연결선 6039">
              <a:extLst>
                <a:ext uri="{FF2B5EF4-FFF2-40B4-BE49-F238E27FC236}">
                  <a16:creationId xmlns:a16="http://schemas.microsoft.com/office/drawing/2014/main" id="{1885807C-4014-FC68-CF9D-46E70A00FF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6877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1" name="직선 연결선 6040">
              <a:extLst>
                <a:ext uri="{FF2B5EF4-FFF2-40B4-BE49-F238E27FC236}">
                  <a16:creationId xmlns:a16="http://schemas.microsoft.com/office/drawing/2014/main" id="{05AE0A74-3E16-EB1F-B690-43248D7FECA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63630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2" name="직선 연결선 6041">
              <a:extLst>
                <a:ext uri="{FF2B5EF4-FFF2-40B4-BE49-F238E27FC236}">
                  <a16:creationId xmlns:a16="http://schemas.microsoft.com/office/drawing/2014/main" id="{3D5B0542-FE2B-B9AC-7076-01521D9574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77134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3" name="직선 연결선 6042">
              <a:extLst>
                <a:ext uri="{FF2B5EF4-FFF2-40B4-BE49-F238E27FC236}">
                  <a16:creationId xmlns:a16="http://schemas.microsoft.com/office/drawing/2014/main" id="{0B8A97E1-869F-1FB8-35AB-AD6E9A0E903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83886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4" name="직선 연결선 6043">
              <a:extLst>
                <a:ext uri="{FF2B5EF4-FFF2-40B4-BE49-F238E27FC236}">
                  <a16:creationId xmlns:a16="http://schemas.microsoft.com/office/drawing/2014/main" id="{8CCA3257-2143-CB33-DF23-4D327E8E1AF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0639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5" name="직선 연결선 6044">
              <a:extLst>
                <a:ext uri="{FF2B5EF4-FFF2-40B4-BE49-F238E27FC236}">
                  <a16:creationId xmlns:a16="http://schemas.microsoft.com/office/drawing/2014/main" id="{398EEEE2-5C51-28A5-1BD0-3313CD1E201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7391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46" name="그룹 6045">
            <a:extLst>
              <a:ext uri="{FF2B5EF4-FFF2-40B4-BE49-F238E27FC236}">
                <a16:creationId xmlns:a16="http://schemas.microsoft.com/office/drawing/2014/main" id="{B8823502-B0B7-0080-17F7-77D36684F17D}"/>
              </a:ext>
            </a:extLst>
          </p:cNvPr>
          <p:cNvGrpSpPr/>
          <p:nvPr/>
        </p:nvGrpSpPr>
        <p:grpSpPr>
          <a:xfrm>
            <a:off x="2677926" y="1031891"/>
            <a:ext cx="95250" cy="5942024"/>
            <a:chOff x="1152141" y="1031891"/>
            <a:chExt cx="95250" cy="5942024"/>
          </a:xfrm>
        </p:grpSpPr>
        <p:cxnSp>
          <p:nvCxnSpPr>
            <p:cNvPr id="6047" name="직선 연결선 6046">
              <a:extLst>
                <a:ext uri="{FF2B5EF4-FFF2-40B4-BE49-F238E27FC236}">
                  <a16:creationId xmlns:a16="http://schemas.microsoft.com/office/drawing/2014/main" id="{C411C07C-A0B2-EFDF-4AB3-7762791708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3189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8" name="직선 연결선 6047">
              <a:extLst>
                <a:ext uri="{FF2B5EF4-FFF2-40B4-BE49-F238E27FC236}">
                  <a16:creationId xmlns:a16="http://schemas.microsoft.com/office/drawing/2014/main" id="{29FC791D-6EE9-7016-1D16-DEFAA620EF6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09941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9" name="직선 연결선 6048">
              <a:extLst>
                <a:ext uri="{FF2B5EF4-FFF2-40B4-BE49-F238E27FC236}">
                  <a16:creationId xmlns:a16="http://schemas.microsoft.com/office/drawing/2014/main" id="{46270578-EDF3-7248-2DCD-83B21257B6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16693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0" name="직선 연결선 6049">
              <a:extLst>
                <a:ext uri="{FF2B5EF4-FFF2-40B4-BE49-F238E27FC236}">
                  <a16:creationId xmlns:a16="http://schemas.microsoft.com/office/drawing/2014/main" id="{BDB6E472-24B7-9C8D-C743-05F025D83EC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23446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1" name="직선 연결선 6050">
              <a:extLst>
                <a:ext uri="{FF2B5EF4-FFF2-40B4-BE49-F238E27FC236}">
                  <a16:creationId xmlns:a16="http://schemas.microsoft.com/office/drawing/2014/main" id="{ECAC800F-40D6-90FF-B03F-DB5B0C88D81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36950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2" name="직선 연결선 6051">
              <a:extLst>
                <a:ext uri="{FF2B5EF4-FFF2-40B4-BE49-F238E27FC236}">
                  <a16:creationId xmlns:a16="http://schemas.microsoft.com/office/drawing/2014/main" id="{6C9E02F1-18B3-290C-5605-CA57F6BF0E8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43702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3" name="직선 연결선 6052">
              <a:extLst>
                <a:ext uri="{FF2B5EF4-FFF2-40B4-BE49-F238E27FC236}">
                  <a16:creationId xmlns:a16="http://schemas.microsoft.com/office/drawing/2014/main" id="{AC513486-9A7C-D601-9CD0-9C339CA3ADA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0455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4" name="직선 연결선 6053">
              <a:extLst>
                <a:ext uri="{FF2B5EF4-FFF2-40B4-BE49-F238E27FC236}">
                  <a16:creationId xmlns:a16="http://schemas.microsoft.com/office/drawing/2014/main" id="{77020B97-45AD-857B-CA8F-81B27E0D281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57207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5" name="직선 연결선 6054">
              <a:extLst>
                <a:ext uri="{FF2B5EF4-FFF2-40B4-BE49-F238E27FC236}">
                  <a16:creationId xmlns:a16="http://schemas.microsoft.com/office/drawing/2014/main" id="{0C46B753-0ABF-8298-5A2E-7A2E1B4C838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0712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6" name="직선 연결선 6055">
              <a:extLst>
                <a:ext uri="{FF2B5EF4-FFF2-40B4-BE49-F238E27FC236}">
                  <a16:creationId xmlns:a16="http://schemas.microsoft.com/office/drawing/2014/main" id="{98E58590-A777-8389-6535-A2238370191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77464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7" name="직선 연결선 6056">
              <a:extLst>
                <a:ext uri="{FF2B5EF4-FFF2-40B4-BE49-F238E27FC236}">
                  <a16:creationId xmlns:a16="http://schemas.microsoft.com/office/drawing/2014/main" id="{5CA0D65B-1E57-4B88-5076-062E4DC6C7D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84216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8" name="직선 연결선 6057">
              <a:extLst>
                <a:ext uri="{FF2B5EF4-FFF2-40B4-BE49-F238E27FC236}">
                  <a16:creationId xmlns:a16="http://schemas.microsoft.com/office/drawing/2014/main" id="{E9765761-327B-F45D-B314-16BBE9DB597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190969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9" name="직선 연결선 6058">
              <a:extLst>
                <a:ext uri="{FF2B5EF4-FFF2-40B4-BE49-F238E27FC236}">
                  <a16:creationId xmlns:a16="http://schemas.microsoft.com/office/drawing/2014/main" id="{1F0E4576-0EBD-36A0-9F7A-20F95CE2A5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04473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0" name="직선 연결선 6059">
              <a:extLst>
                <a:ext uri="{FF2B5EF4-FFF2-40B4-BE49-F238E27FC236}">
                  <a16:creationId xmlns:a16="http://schemas.microsoft.com/office/drawing/2014/main" id="{9009C660-4D83-300C-60AB-ABFF3E0F618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1225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1" name="직선 연결선 6060">
              <a:extLst>
                <a:ext uri="{FF2B5EF4-FFF2-40B4-BE49-F238E27FC236}">
                  <a16:creationId xmlns:a16="http://schemas.microsoft.com/office/drawing/2014/main" id="{0A81A33B-9D74-3294-C77E-073061A1609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17978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2" name="직선 연결선 6061">
              <a:extLst>
                <a:ext uri="{FF2B5EF4-FFF2-40B4-BE49-F238E27FC236}">
                  <a16:creationId xmlns:a16="http://schemas.microsoft.com/office/drawing/2014/main" id="{9EE4F8CC-6CBD-DA9E-93F6-3D81D4B865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24730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3" name="직선 연결선 6062">
              <a:extLst>
                <a:ext uri="{FF2B5EF4-FFF2-40B4-BE49-F238E27FC236}">
                  <a16:creationId xmlns:a16="http://schemas.microsoft.com/office/drawing/2014/main" id="{190EA0D4-D9BF-1F9F-BACB-784BAAD6905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38235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4" name="직선 연결선 6063">
              <a:extLst>
                <a:ext uri="{FF2B5EF4-FFF2-40B4-BE49-F238E27FC236}">
                  <a16:creationId xmlns:a16="http://schemas.microsoft.com/office/drawing/2014/main" id="{ACC187EB-6283-60EE-A0DD-43331DD571C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44987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5" name="직선 연결선 6064">
              <a:extLst>
                <a:ext uri="{FF2B5EF4-FFF2-40B4-BE49-F238E27FC236}">
                  <a16:creationId xmlns:a16="http://schemas.microsoft.com/office/drawing/2014/main" id="{0D023A1C-85CD-6063-98EC-72FC08201CB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1739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6" name="직선 연결선 6065">
              <a:extLst>
                <a:ext uri="{FF2B5EF4-FFF2-40B4-BE49-F238E27FC236}">
                  <a16:creationId xmlns:a16="http://schemas.microsoft.com/office/drawing/2014/main" id="{883695B1-65E0-F634-C26D-2BDD8D6519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58492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7" name="직선 연결선 6066">
              <a:extLst>
                <a:ext uri="{FF2B5EF4-FFF2-40B4-BE49-F238E27FC236}">
                  <a16:creationId xmlns:a16="http://schemas.microsoft.com/office/drawing/2014/main" id="{74E57532-8FB1-189C-1413-20BEA580F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1996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8" name="직선 연결선 6067">
              <a:extLst>
                <a:ext uri="{FF2B5EF4-FFF2-40B4-BE49-F238E27FC236}">
                  <a16:creationId xmlns:a16="http://schemas.microsoft.com/office/drawing/2014/main" id="{F4530334-FF2A-FB2D-109A-4ED460E8E01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78748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9" name="직선 연결선 6068">
              <a:extLst>
                <a:ext uri="{FF2B5EF4-FFF2-40B4-BE49-F238E27FC236}">
                  <a16:creationId xmlns:a16="http://schemas.microsoft.com/office/drawing/2014/main" id="{0DA40119-209A-0EE5-E91F-DBA703B0677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85501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0" name="직선 연결선 6069">
              <a:extLst>
                <a:ext uri="{FF2B5EF4-FFF2-40B4-BE49-F238E27FC236}">
                  <a16:creationId xmlns:a16="http://schemas.microsoft.com/office/drawing/2014/main" id="{7D081971-3691-8B66-6DE2-C69E22919B4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292253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1" name="직선 연결선 6070">
              <a:extLst>
                <a:ext uri="{FF2B5EF4-FFF2-40B4-BE49-F238E27FC236}">
                  <a16:creationId xmlns:a16="http://schemas.microsoft.com/office/drawing/2014/main" id="{6B7665EE-A3F9-EF33-0F7F-4AB06BE856E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05758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2" name="직선 연결선 6071">
              <a:extLst>
                <a:ext uri="{FF2B5EF4-FFF2-40B4-BE49-F238E27FC236}">
                  <a16:creationId xmlns:a16="http://schemas.microsoft.com/office/drawing/2014/main" id="{E9B83208-8FAA-A572-68E8-661F1C27738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2510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3" name="직선 연결선 6072">
              <a:extLst>
                <a:ext uri="{FF2B5EF4-FFF2-40B4-BE49-F238E27FC236}">
                  <a16:creationId xmlns:a16="http://schemas.microsoft.com/office/drawing/2014/main" id="{706FAFF5-6215-8668-758C-08EABA1A467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19262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4" name="직선 연결선 6073">
              <a:extLst>
                <a:ext uri="{FF2B5EF4-FFF2-40B4-BE49-F238E27FC236}">
                  <a16:creationId xmlns:a16="http://schemas.microsoft.com/office/drawing/2014/main" id="{745D7EB3-6D90-BAF3-D388-7EBB5FA239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26015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5" name="직선 연결선 6074">
              <a:extLst>
                <a:ext uri="{FF2B5EF4-FFF2-40B4-BE49-F238E27FC236}">
                  <a16:creationId xmlns:a16="http://schemas.microsoft.com/office/drawing/2014/main" id="{CB7334F6-1C2D-3D91-9EE4-18C9F50889F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39519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6" name="직선 연결선 6075">
              <a:extLst>
                <a:ext uri="{FF2B5EF4-FFF2-40B4-BE49-F238E27FC236}">
                  <a16:creationId xmlns:a16="http://schemas.microsoft.com/office/drawing/2014/main" id="{54467142-E302-1585-BF18-F94F0ADA6B1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46271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7" name="직선 연결선 6076">
              <a:extLst>
                <a:ext uri="{FF2B5EF4-FFF2-40B4-BE49-F238E27FC236}">
                  <a16:creationId xmlns:a16="http://schemas.microsoft.com/office/drawing/2014/main" id="{E2969D0F-2EFD-8643-4F31-5D0A5DAC7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3024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8" name="직선 연결선 6077">
              <a:extLst>
                <a:ext uri="{FF2B5EF4-FFF2-40B4-BE49-F238E27FC236}">
                  <a16:creationId xmlns:a16="http://schemas.microsoft.com/office/drawing/2014/main" id="{9702FDE3-F98A-1151-A8DA-834F7BAF9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59776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9" name="직선 연결선 6078">
              <a:extLst>
                <a:ext uri="{FF2B5EF4-FFF2-40B4-BE49-F238E27FC236}">
                  <a16:creationId xmlns:a16="http://schemas.microsoft.com/office/drawing/2014/main" id="{4E51B793-B083-166D-8BC1-746AD46BC5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73281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0" name="직선 연결선 6079">
              <a:extLst>
                <a:ext uri="{FF2B5EF4-FFF2-40B4-BE49-F238E27FC236}">
                  <a16:creationId xmlns:a16="http://schemas.microsoft.com/office/drawing/2014/main" id="{37A1B9EC-374D-3436-890D-F1D827C6F6D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0033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1" name="직선 연결선 6080">
              <a:extLst>
                <a:ext uri="{FF2B5EF4-FFF2-40B4-BE49-F238E27FC236}">
                  <a16:creationId xmlns:a16="http://schemas.microsoft.com/office/drawing/2014/main" id="{597E1080-0672-4A12-A37C-DF266A0185C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86785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2" name="직선 연결선 6081">
              <a:extLst>
                <a:ext uri="{FF2B5EF4-FFF2-40B4-BE49-F238E27FC236}">
                  <a16:creationId xmlns:a16="http://schemas.microsoft.com/office/drawing/2014/main" id="{EC58A525-AB59-F395-0E1D-A2F46896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393538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3" name="직선 연결선 6082">
              <a:extLst>
                <a:ext uri="{FF2B5EF4-FFF2-40B4-BE49-F238E27FC236}">
                  <a16:creationId xmlns:a16="http://schemas.microsoft.com/office/drawing/2014/main" id="{D80C37CA-31D5-79D1-E6FD-CA3F1B26B8D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07042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4" name="직선 연결선 6083">
              <a:extLst>
                <a:ext uri="{FF2B5EF4-FFF2-40B4-BE49-F238E27FC236}">
                  <a16:creationId xmlns:a16="http://schemas.microsoft.com/office/drawing/2014/main" id="{9D9D018F-424B-E316-F99C-573CA3BC42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13794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5" name="직선 연결선 6084">
              <a:extLst>
                <a:ext uri="{FF2B5EF4-FFF2-40B4-BE49-F238E27FC236}">
                  <a16:creationId xmlns:a16="http://schemas.microsoft.com/office/drawing/2014/main" id="{BEB1BB61-C5B0-5807-C005-25A853B225C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0547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6" name="직선 연결선 6085">
              <a:extLst>
                <a:ext uri="{FF2B5EF4-FFF2-40B4-BE49-F238E27FC236}">
                  <a16:creationId xmlns:a16="http://schemas.microsoft.com/office/drawing/2014/main" id="{F917F67E-D6BD-CC25-3C98-1CA1EEFADF7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27299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7" name="직선 연결선 6086">
              <a:extLst>
                <a:ext uri="{FF2B5EF4-FFF2-40B4-BE49-F238E27FC236}">
                  <a16:creationId xmlns:a16="http://schemas.microsoft.com/office/drawing/2014/main" id="{8EA81AF0-27F3-7F44-4ED0-7CDD2BC44F9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0804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8" name="직선 연결선 6087">
              <a:extLst>
                <a:ext uri="{FF2B5EF4-FFF2-40B4-BE49-F238E27FC236}">
                  <a16:creationId xmlns:a16="http://schemas.microsoft.com/office/drawing/2014/main" id="{5BF069AC-11A2-4C2C-5585-D1A087308E4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47556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9" name="직선 연결선 6088">
              <a:extLst>
                <a:ext uri="{FF2B5EF4-FFF2-40B4-BE49-F238E27FC236}">
                  <a16:creationId xmlns:a16="http://schemas.microsoft.com/office/drawing/2014/main" id="{9341CCE3-5D19-7C79-11B5-BD826C1F49C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54308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0" name="직선 연결선 6089">
              <a:extLst>
                <a:ext uri="{FF2B5EF4-FFF2-40B4-BE49-F238E27FC236}">
                  <a16:creationId xmlns:a16="http://schemas.microsoft.com/office/drawing/2014/main" id="{7B662524-8C34-C1A8-5AC5-42E8E0C1B828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61061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1" name="직선 연결선 6090">
              <a:extLst>
                <a:ext uri="{FF2B5EF4-FFF2-40B4-BE49-F238E27FC236}">
                  <a16:creationId xmlns:a16="http://schemas.microsoft.com/office/drawing/2014/main" id="{7032495A-8B23-AE3A-F6F0-FB58D37EF48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74565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2" name="직선 연결선 6091">
              <a:extLst>
                <a:ext uri="{FF2B5EF4-FFF2-40B4-BE49-F238E27FC236}">
                  <a16:creationId xmlns:a16="http://schemas.microsoft.com/office/drawing/2014/main" id="{9278466A-CB61-4120-1987-F5AA12040D12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1317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3" name="직선 연결선 6092">
              <a:extLst>
                <a:ext uri="{FF2B5EF4-FFF2-40B4-BE49-F238E27FC236}">
                  <a16:creationId xmlns:a16="http://schemas.microsoft.com/office/drawing/2014/main" id="{910BF1F6-0495-1592-6CF5-69690F0E95D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88070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4" name="직선 연결선 6093">
              <a:extLst>
                <a:ext uri="{FF2B5EF4-FFF2-40B4-BE49-F238E27FC236}">
                  <a16:creationId xmlns:a16="http://schemas.microsoft.com/office/drawing/2014/main" id="{7BB6EFC7-0229-6C66-B413-82EAB1A5965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494822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5" name="직선 연결선 6094">
              <a:extLst>
                <a:ext uri="{FF2B5EF4-FFF2-40B4-BE49-F238E27FC236}">
                  <a16:creationId xmlns:a16="http://schemas.microsoft.com/office/drawing/2014/main" id="{BCB653DE-DA2B-AA37-D4AB-D425E054012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08327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6" name="직선 연결선 6095">
              <a:extLst>
                <a:ext uri="{FF2B5EF4-FFF2-40B4-BE49-F238E27FC236}">
                  <a16:creationId xmlns:a16="http://schemas.microsoft.com/office/drawing/2014/main" id="{A186EB93-4573-92BC-83ED-1ED3A26A475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15079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7" name="직선 연결선 6096">
              <a:extLst>
                <a:ext uri="{FF2B5EF4-FFF2-40B4-BE49-F238E27FC236}">
                  <a16:creationId xmlns:a16="http://schemas.microsoft.com/office/drawing/2014/main" id="{698192D1-1ED8-83E4-55B9-FF8960E6BB7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1831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8" name="직선 연결선 6097">
              <a:extLst>
                <a:ext uri="{FF2B5EF4-FFF2-40B4-BE49-F238E27FC236}">
                  <a16:creationId xmlns:a16="http://schemas.microsoft.com/office/drawing/2014/main" id="{FF55FC68-EB4D-83CC-F4E3-49A786766946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28584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9" name="직선 연결선 6098">
              <a:extLst>
                <a:ext uri="{FF2B5EF4-FFF2-40B4-BE49-F238E27FC236}">
                  <a16:creationId xmlns:a16="http://schemas.microsoft.com/office/drawing/2014/main" id="{4E11CC4D-5FA1-D3BC-F365-446EAAA7A973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2088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0" name="직선 연결선 6099">
              <a:extLst>
                <a:ext uri="{FF2B5EF4-FFF2-40B4-BE49-F238E27FC236}">
                  <a16:creationId xmlns:a16="http://schemas.microsoft.com/office/drawing/2014/main" id="{403BF153-A8C9-B724-A329-E685CF08113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48840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1" name="직선 연결선 6100">
              <a:extLst>
                <a:ext uri="{FF2B5EF4-FFF2-40B4-BE49-F238E27FC236}">
                  <a16:creationId xmlns:a16="http://schemas.microsoft.com/office/drawing/2014/main" id="{47FBBFF0-C730-8136-CBD3-7326D8286A6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55593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2" name="직선 연결선 6101">
              <a:extLst>
                <a:ext uri="{FF2B5EF4-FFF2-40B4-BE49-F238E27FC236}">
                  <a16:creationId xmlns:a16="http://schemas.microsoft.com/office/drawing/2014/main" id="{A8112399-2E6D-3DFD-4687-0DD243B6416E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62345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3" name="직선 연결선 6102">
              <a:extLst>
                <a:ext uri="{FF2B5EF4-FFF2-40B4-BE49-F238E27FC236}">
                  <a16:creationId xmlns:a16="http://schemas.microsoft.com/office/drawing/2014/main" id="{EEF3FD62-9B9B-78D0-5676-2F2287A3669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75850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4" name="직선 연결선 6103">
              <a:extLst>
                <a:ext uri="{FF2B5EF4-FFF2-40B4-BE49-F238E27FC236}">
                  <a16:creationId xmlns:a16="http://schemas.microsoft.com/office/drawing/2014/main" id="{A6808F86-6998-B3CE-EFEB-BC1E166AB3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2602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5" name="직선 연결선 6104">
              <a:extLst>
                <a:ext uri="{FF2B5EF4-FFF2-40B4-BE49-F238E27FC236}">
                  <a16:creationId xmlns:a16="http://schemas.microsoft.com/office/drawing/2014/main" id="{6B1DB1F5-D277-A4F4-4E7F-B916760B718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89354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6" name="직선 연결선 6105">
              <a:extLst>
                <a:ext uri="{FF2B5EF4-FFF2-40B4-BE49-F238E27FC236}">
                  <a16:creationId xmlns:a16="http://schemas.microsoft.com/office/drawing/2014/main" id="{995D4D17-7E7C-DC9E-159E-26FE827EA164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596107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7" name="직선 연결선 6106">
              <a:extLst>
                <a:ext uri="{FF2B5EF4-FFF2-40B4-BE49-F238E27FC236}">
                  <a16:creationId xmlns:a16="http://schemas.microsoft.com/office/drawing/2014/main" id="{B622C239-960B-6F91-8BBE-1AC52C974C5B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09611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8" name="직선 연결선 6107">
              <a:extLst>
                <a:ext uri="{FF2B5EF4-FFF2-40B4-BE49-F238E27FC236}">
                  <a16:creationId xmlns:a16="http://schemas.microsoft.com/office/drawing/2014/main" id="{D14BA30E-5285-3F4A-5419-74FEC97B22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16363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9" name="직선 연결선 6108">
              <a:extLst>
                <a:ext uri="{FF2B5EF4-FFF2-40B4-BE49-F238E27FC236}">
                  <a16:creationId xmlns:a16="http://schemas.microsoft.com/office/drawing/2014/main" id="{6154CB71-4F9C-ECEB-6D8B-10204FD84E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3116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0" name="직선 연결선 6109">
              <a:extLst>
                <a:ext uri="{FF2B5EF4-FFF2-40B4-BE49-F238E27FC236}">
                  <a16:creationId xmlns:a16="http://schemas.microsoft.com/office/drawing/2014/main" id="{FA68348A-2767-692B-F667-10080A8A376D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29868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1" name="직선 연결선 6110">
              <a:extLst>
                <a:ext uri="{FF2B5EF4-FFF2-40B4-BE49-F238E27FC236}">
                  <a16:creationId xmlns:a16="http://schemas.microsoft.com/office/drawing/2014/main" id="{FF37E461-9F29-0966-6DAC-00B69354D9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433731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2" name="직선 연결선 6111">
              <a:extLst>
                <a:ext uri="{FF2B5EF4-FFF2-40B4-BE49-F238E27FC236}">
                  <a16:creationId xmlns:a16="http://schemas.microsoft.com/office/drawing/2014/main" id="{3A659FAC-6C75-9FD5-92A1-BDFC16CA981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01254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3" name="직선 연결선 6112">
              <a:extLst>
                <a:ext uri="{FF2B5EF4-FFF2-40B4-BE49-F238E27FC236}">
                  <a16:creationId xmlns:a16="http://schemas.microsoft.com/office/drawing/2014/main" id="{DCCD9627-B2F2-158D-6FB9-051E9B4DC53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568777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4" name="직선 연결선 6113">
              <a:extLst>
                <a:ext uri="{FF2B5EF4-FFF2-40B4-BE49-F238E27FC236}">
                  <a16:creationId xmlns:a16="http://schemas.microsoft.com/office/drawing/2014/main" id="{F3CEA974-E260-5BF4-205B-FC26AFC9A1F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636300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5" name="직선 연결선 6114">
              <a:extLst>
                <a:ext uri="{FF2B5EF4-FFF2-40B4-BE49-F238E27FC236}">
                  <a16:creationId xmlns:a16="http://schemas.microsoft.com/office/drawing/2014/main" id="{B832135D-DCDB-8E45-308A-192ED0811771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771346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6" name="직선 연결선 6115">
              <a:extLst>
                <a:ext uri="{FF2B5EF4-FFF2-40B4-BE49-F238E27FC236}">
                  <a16:creationId xmlns:a16="http://schemas.microsoft.com/office/drawing/2014/main" id="{D049DD9D-1467-4CA2-79E0-79915A28D535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838869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7" name="직선 연결선 6116">
              <a:extLst>
                <a:ext uri="{FF2B5EF4-FFF2-40B4-BE49-F238E27FC236}">
                  <a16:creationId xmlns:a16="http://schemas.microsoft.com/office/drawing/2014/main" id="{90A7DA14-3DA7-B6B7-592B-9BEA1C44686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06392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8" name="직선 연결선 6117">
              <a:extLst>
                <a:ext uri="{FF2B5EF4-FFF2-40B4-BE49-F238E27FC236}">
                  <a16:creationId xmlns:a16="http://schemas.microsoft.com/office/drawing/2014/main" id="{6D69ECD1-18D6-116D-DD48-AAE0170E770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141" y="6973915"/>
              <a:ext cx="9525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38" name="직선 연결선 6137">
            <a:extLst>
              <a:ext uri="{FF2B5EF4-FFF2-40B4-BE49-F238E27FC236}">
                <a16:creationId xmlns:a16="http://schemas.microsoft.com/office/drawing/2014/main" id="{B29AE70A-BC14-6DD9-23FB-FD91EC0A712C}"/>
              </a:ext>
            </a:extLst>
          </p:cNvPr>
          <p:cNvCxnSpPr>
            <a:cxnSpLocks/>
          </p:cNvCxnSpPr>
          <p:nvPr/>
        </p:nvCxnSpPr>
        <p:spPr>
          <a:xfrm>
            <a:off x="2718488" y="617565"/>
            <a:ext cx="6572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9" name="직선 연결선 6138">
            <a:extLst>
              <a:ext uri="{FF2B5EF4-FFF2-40B4-BE49-F238E27FC236}">
                <a16:creationId xmlns:a16="http://schemas.microsoft.com/office/drawing/2014/main" id="{97C3516E-2F10-FB2B-A87A-CE3E66BBC3CF}"/>
              </a:ext>
            </a:extLst>
          </p:cNvPr>
          <p:cNvCxnSpPr>
            <a:cxnSpLocks/>
          </p:cNvCxnSpPr>
          <p:nvPr/>
        </p:nvCxnSpPr>
        <p:spPr>
          <a:xfrm>
            <a:off x="2718488" y="7379027"/>
            <a:ext cx="6572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BE1A8D3C-4C6C-8358-0A82-F16821FFB7A3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</TotalTime>
  <Words>60</Words>
  <Application>Microsoft Office PowerPoint</Application>
  <PresentationFormat>사용자 지정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106</cp:revision>
  <dcterms:created xsi:type="dcterms:W3CDTF">2021-10-29T04:43:38Z</dcterms:created>
  <dcterms:modified xsi:type="dcterms:W3CDTF">2022-10-08T08:34:00Z</dcterms:modified>
</cp:coreProperties>
</file>
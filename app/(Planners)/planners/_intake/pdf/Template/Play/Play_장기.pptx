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6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C3B85C1-D56D-2679-8B98-436082D7F9C6}"/>
              </a:ext>
            </a:extLst>
          </p:cNvPr>
          <p:cNvCxnSpPr>
            <a:cxnSpLocks/>
          </p:cNvCxnSpPr>
          <p:nvPr/>
        </p:nvCxnSpPr>
        <p:spPr>
          <a:xfrm rot="5400000">
            <a:off x="3036345" y="3820195"/>
            <a:ext cx="5472111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030174C-074D-FF4E-79A4-2FEC52D3C3F8}"/>
              </a:ext>
            </a:extLst>
          </p:cNvPr>
          <p:cNvCxnSpPr>
            <a:cxnSpLocks/>
          </p:cNvCxnSpPr>
          <p:nvPr/>
        </p:nvCxnSpPr>
        <p:spPr>
          <a:xfrm rot="5400000">
            <a:off x="-1741334" y="3820195"/>
            <a:ext cx="547211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69F53AC-040C-F4C3-D396-801ED4276CCC}"/>
              </a:ext>
            </a:extLst>
          </p:cNvPr>
          <p:cNvCxnSpPr>
            <a:cxnSpLocks/>
          </p:cNvCxnSpPr>
          <p:nvPr/>
        </p:nvCxnSpPr>
        <p:spPr>
          <a:xfrm rot="5400000">
            <a:off x="-2423860" y="3820195"/>
            <a:ext cx="5472111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477DFC-DBF0-393E-2C1A-88530246584D}"/>
              </a:ext>
            </a:extLst>
          </p:cNvPr>
          <p:cNvCxnSpPr>
            <a:cxnSpLocks/>
          </p:cNvCxnSpPr>
          <p:nvPr/>
        </p:nvCxnSpPr>
        <p:spPr>
          <a:xfrm rot="5400000">
            <a:off x="2353822" y="3820195"/>
            <a:ext cx="547211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BD8FD56-CAB9-C31A-832E-AC4D0A625BDC}"/>
              </a:ext>
            </a:extLst>
          </p:cNvPr>
          <p:cNvCxnSpPr>
            <a:cxnSpLocks/>
          </p:cNvCxnSpPr>
          <p:nvPr/>
        </p:nvCxnSpPr>
        <p:spPr>
          <a:xfrm rot="5400000">
            <a:off x="1671296" y="3820195"/>
            <a:ext cx="547211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3AD9243-2BFD-25A1-F7B4-E303F73EB12C}"/>
              </a:ext>
            </a:extLst>
          </p:cNvPr>
          <p:cNvCxnSpPr>
            <a:cxnSpLocks/>
          </p:cNvCxnSpPr>
          <p:nvPr/>
        </p:nvCxnSpPr>
        <p:spPr>
          <a:xfrm rot="5400000">
            <a:off x="988770" y="3820195"/>
            <a:ext cx="547211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B02439F-CF6D-24E9-A0C3-D4494B738E65}"/>
              </a:ext>
            </a:extLst>
          </p:cNvPr>
          <p:cNvCxnSpPr>
            <a:cxnSpLocks/>
          </p:cNvCxnSpPr>
          <p:nvPr/>
        </p:nvCxnSpPr>
        <p:spPr>
          <a:xfrm rot="5400000">
            <a:off x="306244" y="3820195"/>
            <a:ext cx="547211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B7F031F-D492-9581-A5FB-71BC8B691712}"/>
              </a:ext>
            </a:extLst>
          </p:cNvPr>
          <p:cNvCxnSpPr>
            <a:cxnSpLocks/>
          </p:cNvCxnSpPr>
          <p:nvPr/>
        </p:nvCxnSpPr>
        <p:spPr>
          <a:xfrm rot="5400000">
            <a:off x="-376282" y="3820195"/>
            <a:ext cx="547211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ACA057F-8448-025E-9B05-F207689B2025}"/>
              </a:ext>
            </a:extLst>
          </p:cNvPr>
          <p:cNvCxnSpPr>
            <a:cxnSpLocks/>
          </p:cNvCxnSpPr>
          <p:nvPr/>
        </p:nvCxnSpPr>
        <p:spPr>
          <a:xfrm rot="5400000">
            <a:off x="-1058808" y="3820195"/>
            <a:ext cx="547211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4" name="직선 연결선 5063">
            <a:extLst>
              <a:ext uri="{FF2B5EF4-FFF2-40B4-BE49-F238E27FC236}">
                <a16:creationId xmlns:a16="http://schemas.microsoft.com/office/drawing/2014/main" id="{64E12A36-290E-44BA-91BA-52DD0A189C08}"/>
              </a:ext>
            </a:extLst>
          </p:cNvPr>
          <p:cNvCxnSpPr>
            <a:cxnSpLocks/>
          </p:cNvCxnSpPr>
          <p:nvPr/>
        </p:nvCxnSpPr>
        <p:spPr>
          <a:xfrm>
            <a:off x="316800" y="1084139"/>
            <a:ext cx="545773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5" name="직선 연결선 5064">
            <a:extLst>
              <a:ext uri="{FF2B5EF4-FFF2-40B4-BE49-F238E27FC236}">
                <a16:creationId xmlns:a16="http://schemas.microsoft.com/office/drawing/2014/main" id="{71E247D8-2E4C-4CDE-877C-EA33F6CAC602}"/>
              </a:ext>
            </a:extLst>
          </p:cNvPr>
          <p:cNvCxnSpPr>
            <a:cxnSpLocks/>
          </p:cNvCxnSpPr>
          <p:nvPr/>
        </p:nvCxnSpPr>
        <p:spPr>
          <a:xfrm>
            <a:off x="316800" y="5343191"/>
            <a:ext cx="54577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6434BDF1-F0A5-440B-A50A-AD7AD7C7158C}"/>
              </a:ext>
            </a:extLst>
          </p:cNvPr>
          <p:cNvCxnSpPr>
            <a:cxnSpLocks/>
          </p:cNvCxnSpPr>
          <p:nvPr/>
        </p:nvCxnSpPr>
        <p:spPr>
          <a:xfrm>
            <a:off x="316800" y="6560061"/>
            <a:ext cx="5457732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72E1DEE-3BCE-1D2F-302C-DEC9651C0CEC}"/>
              </a:ext>
            </a:extLst>
          </p:cNvPr>
          <p:cNvCxnSpPr>
            <a:cxnSpLocks/>
          </p:cNvCxnSpPr>
          <p:nvPr/>
        </p:nvCxnSpPr>
        <p:spPr>
          <a:xfrm>
            <a:off x="316800" y="1692575"/>
            <a:ext cx="54577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7A9076F-C2BB-9420-ECF8-88AF7D452CDE}"/>
              </a:ext>
            </a:extLst>
          </p:cNvPr>
          <p:cNvCxnSpPr>
            <a:cxnSpLocks/>
          </p:cNvCxnSpPr>
          <p:nvPr/>
        </p:nvCxnSpPr>
        <p:spPr>
          <a:xfrm>
            <a:off x="316800" y="2301011"/>
            <a:ext cx="54577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58965E1-49B0-9B04-A2D6-91026612F43B}"/>
              </a:ext>
            </a:extLst>
          </p:cNvPr>
          <p:cNvCxnSpPr>
            <a:cxnSpLocks/>
          </p:cNvCxnSpPr>
          <p:nvPr/>
        </p:nvCxnSpPr>
        <p:spPr>
          <a:xfrm>
            <a:off x="316800" y="2909447"/>
            <a:ext cx="54577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5BE1CEC-003A-0DF1-D0A9-A9E8A66C88BB}"/>
              </a:ext>
            </a:extLst>
          </p:cNvPr>
          <p:cNvCxnSpPr>
            <a:cxnSpLocks/>
          </p:cNvCxnSpPr>
          <p:nvPr/>
        </p:nvCxnSpPr>
        <p:spPr>
          <a:xfrm>
            <a:off x="316800" y="3517883"/>
            <a:ext cx="54577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AB9C000-2151-00BA-439D-AE4A25E07696}"/>
              </a:ext>
            </a:extLst>
          </p:cNvPr>
          <p:cNvCxnSpPr>
            <a:cxnSpLocks/>
          </p:cNvCxnSpPr>
          <p:nvPr/>
        </p:nvCxnSpPr>
        <p:spPr>
          <a:xfrm>
            <a:off x="316800" y="4126319"/>
            <a:ext cx="54577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22B1DF5-C7A1-AB21-47DC-B1CA26516C0A}"/>
              </a:ext>
            </a:extLst>
          </p:cNvPr>
          <p:cNvCxnSpPr>
            <a:cxnSpLocks/>
          </p:cNvCxnSpPr>
          <p:nvPr/>
        </p:nvCxnSpPr>
        <p:spPr>
          <a:xfrm>
            <a:off x="316800" y="4734755"/>
            <a:ext cx="54577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FB3668B-C0F8-79C4-2DF5-2050E34A3D4B}"/>
              </a:ext>
            </a:extLst>
          </p:cNvPr>
          <p:cNvCxnSpPr>
            <a:cxnSpLocks/>
          </p:cNvCxnSpPr>
          <p:nvPr/>
        </p:nvCxnSpPr>
        <p:spPr>
          <a:xfrm>
            <a:off x="316800" y="5951627"/>
            <a:ext cx="545773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9F0B54F-2B59-FD23-716C-D3950A704C5C}"/>
              </a:ext>
            </a:extLst>
          </p:cNvPr>
          <p:cNvCxnSpPr>
            <a:cxnSpLocks/>
          </p:cNvCxnSpPr>
          <p:nvPr/>
        </p:nvCxnSpPr>
        <p:spPr>
          <a:xfrm flipV="1">
            <a:off x="2359451" y="1081916"/>
            <a:ext cx="1363726" cy="1217861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736324F-DFAF-48A6-6116-C1998DB0D71B}"/>
              </a:ext>
            </a:extLst>
          </p:cNvPr>
          <p:cNvCxnSpPr>
            <a:cxnSpLocks/>
          </p:cNvCxnSpPr>
          <p:nvPr/>
        </p:nvCxnSpPr>
        <p:spPr>
          <a:xfrm flipH="1" flipV="1">
            <a:off x="2359028" y="1080329"/>
            <a:ext cx="1365374" cy="122290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FC7C902-FF5F-923A-8DC1-1622BA106B7E}"/>
              </a:ext>
            </a:extLst>
          </p:cNvPr>
          <p:cNvCxnSpPr>
            <a:cxnSpLocks/>
          </p:cNvCxnSpPr>
          <p:nvPr/>
        </p:nvCxnSpPr>
        <p:spPr>
          <a:xfrm flipV="1">
            <a:off x="2364235" y="5347002"/>
            <a:ext cx="1368026" cy="1209249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C1B2A60-D27F-6C32-81EE-FD471903414B}"/>
              </a:ext>
            </a:extLst>
          </p:cNvPr>
          <p:cNvCxnSpPr>
            <a:cxnSpLocks/>
          </p:cNvCxnSpPr>
          <p:nvPr/>
        </p:nvCxnSpPr>
        <p:spPr>
          <a:xfrm flipH="1" flipV="1">
            <a:off x="2364233" y="5343191"/>
            <a:ext cx="1367186" cy="122191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151964A-9D6F-1DD5-477C-7A29602ACA1E}"/>
              </a:ext>
            </a:extLst>
          </p:cNvPr>
          <p:cNvGrpSpPr/>
          <p:nvPr/>
        </p:nvGrpSpPr>
        <p:grpSpPr>
          <a:xfrm>
            <a:off x="968354" y="2275536"/>
            <a:ext cx="55118" cy="49052"/>
            <a:chOff x="2516631" y="1231495"/>
            <a:chExt cx="1368032" cy="1217472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3E3CB4C6-4532-2125-48CE-0858B9776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8FE65DA6-93AD-D400-CD3D-184E013966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4AFCC3A-15EB-D1B6-D325-501B3C31E383}"/>
              </a:ext>
            </a:extLst>
          </p:cNvPr>
          <p:cNvGrpSpPr/>
          <p:nvPr/>
        </p:nvGrpSpPr>
        <p:grpSpPr>
          <a:xfrm>
            <a:off x="1650281" y="2888734"/>
            <a:ext cx="55118" cy="49052"/>
            <a:chOff x="2516631" y="1231495"/>
            <a:chExt cx="1368032" cy="1217472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F795B87B-D141-D16C-3A13-49FA86D16D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1C383517-8351-4890-3D20-0F9192ADEB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1A095E2-2D3B-3CB8-E927-BF2013FE61A2}"/>
              </a:ext>
            </a:extLst>
          </p:cNvPr>
          <p:cNvGrpSpPr/>
          <p:nvPr/>
        </p:nvGrpSpPr>
        <p:grpSpPr>
          <a:xfrm>
            <a:off x="3015932" y="2888734"/>
            <a:ext cx="55118" cy="49052"/>
            <a:chOff x="2516631" y="1231495"/>
            <a:chExt cx="1368032" cy="1217472"/>
          </a:xfrm>
        </p:grpSpPr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62BE4584-2A64-58C0-91B8-ED7A0CD7DA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AA7A923-99FF-B5A9-63FD-F6FAED9C33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EB9F1A-CB21-1592-1604-53D32646151C}"/>
              </a:ext>
            </a:extLst>
          </p:cNvPr>
          <p:cNvGrpSpPr/>
          <p:nvPr/>
        </p:nvGrpSpPr>
        <p:grpSpPr>
          <a:xfrm>
            <a:off x="4380612" y="2888734"/>
            <a:ext cx="55118" cy="49052"/>
            <a:chOff x="2516631" y="1231495"/>
            <a:chExt cx="1368032" cy="1217472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380BF3F-5176-E933-C5CB-52EF561689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FFC6AC1D-454D-E399-F0D4-8FB1DC4E4C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FF8A567B-C6EF-94F5-CE86-E431510EA3E5}"/>
              </a:ext>
            </a:extLst>
          </p:cNvPr>
          <p:cNvGrpSpPr/>
          <p:nvPr/>
        </p:nvGrpSpPr>
        <p:grpSpPr>
          <a:xfrm>
            <a:off x="5061149" y="2275536"/>
            <a:ext cx="55118" cy="49052"/>
            <a:chOff x="2516631" y="1231495"/>
            <a:chExt cx="1368032" cy="1217472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C5347D03-3CF3-6FE5-D09D-3434E9B0F6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0BA0B6D-188C-ABCC-DA60-80866DDF3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594AB0C-04EF-5F4D-B4B4-513E3BD321FE}"/>
              </a:ext>
            </a:extLst>
          </p:cNvPr>
          <p:cNvGrpSpPr/>
          <p:nvPr/>
        </p:nvGrpSpPr>
        <p:grpSpPr>
          <a:xfrm>
            <a:off x="968354" y="5317560"/>
            <a:ext cx="55118" cy="49052"/>
            <a:chOff x="2516631" y="1231495"/>
            <a:chExt cx="1368032" cy="1217472"/>
          </a:xfrm>
        </p:grpSpPr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6ADEE38F-418C-6347-6D0F-980C5394D3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4B0C12D3-1BF8-CF44-4343-A50458C66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D804C51-A5A9-2C6B-2609-110405B8FD26}"/>
              </a:ext>
            </a:extLst>
          </p:cNvPr>
          <p:cNvGrpSpPr/>
          <p:nvPr/>
        </p:nvGrpSpPr>
        <p:grpSpPr>
          <a:xfrm>
            <a:off x="5061149" y="5317560"/>
            <a:ext cx="55118" cy="49052"/>
            <a:chOff x="2516631" y="1231495"/>
            <a:chExt cx="1368032" cy="1217472"/>
          </a:xfrm>
        </p:grpSpPr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F36DAC3-146F-5073-3EDF-1F1A0646A3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8A668F7A-40C5-3742-3A6D-F8EED72C57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44358BA3-D655-F525-951F-5178E42AAF52}"/>
              </a:ext>
            </a:extLst>
          </p:cNvPr>
          <p:cNvGrpSpPr/>
          <p:nvPr/>
        </p:nvGrpSpPr>
        <p:grpSpPr>
          <a:xfrm>
            <a:off x="1650281" y="4709280"/>
            <a:ext cx="55118" cy="49052"/>
            <a:chOff x="2516631" y="1231495"/>
            <a:chExt cx="1368032" cy="1217472"/>
          </a:xfrm>
        </p:grpSpPr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B95C215F-B3D5-A639-7C2D-5E679FBFAC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AA5200A4-C526-A686-81E3-7E6D1108CB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EAECA647-7187-E896-530C-DC67F4805206}"/>
              </a:ext>
            </a:extLst>
          </p:cNvPr>
          <p:cNvGrpSpPr/>
          <p:nvPr/>
        </p:nvGrpSpPr>
        <p:grpSpPr>
          <a:xfrm>
            <a:off x="3015932" y="4709280"/>
            <a:ext cx="55118" cy="49052"/>
            <a:chOff x="2516631" y="1231495"/>
            <a:chExt cx="1368032" cy="1217472"/>
          </a:xfrm>
        </p:grpSpPr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BCCCDC59-8A99-5C24-EFEA-50A053CEA1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63DB4B87-1C8C-E4B6-4BA3-9F88A86AD1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5F1BBD0-6BC6-DE2A-3FEA-E95CF4BD48F0}"/>
              </a:ext>
            </a:extLst>
          </p:cNvPr>
          <p:cNvGrpSpPr/>
          <p:nvPr/>
        </p:nvGrpSpPr>
        <p:grpSpPr>
          <a:xfrm>
            <a:off x="4380612" y="4709280"/>
            <a:ext cx="55118" cy="49052"/>
            <a:chOff x="2516631" y="1231495"/>
            <a:chExt cx="1368032" cy="1217472"/>
          </a:xfrm>
        </p:grpSpPr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07BAB044-6716-B5B6-294E-28E297E1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6631" y="1236538"/>
              <a:ext cx="1363146" cy="1211829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D234A16B-0E61-B265-AE74-F54720B5D7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16633" y="1231495"/>
              <a:ext cx="1368030" cy="1217472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66EEF75E-B45D-9937-8B8D-694FC1E79189}"/>
              </a:ext>
            </a:extLst>
          </p:cNvPr>
          <p:cNvGrpSpPr/>
          <p:nvPr/>
        </p:nvGrpSpPr>
        <p:grpSpPr>
          <a:xfrm rot="10800000">
            <a:off x="314189" y="4709280"/>
            <a:ext cx="29700" cy="49028"/>
            <a:chOff x="4533012" y="4861680"/>
            <a:chExt cx="29700" cy="49028"/>
          </a:xfrm>
        </p:grpSpPr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6568F85F-3079-01A1-E3EE-9C4C216ECF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3012" y="4888111"/>
              <a:ext cx="25418" cy="22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7493B623-20ED-AA16-DA41-12A4FCB92F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3012" y="4861680"/>
              <a:ext cx="29700" cy="2643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4D75488-1236-6862-71CE-34A5F86A2B73}"/>
              </a:ext>
            </a:extLst>
          </p:cNvPr>
          <p:cNvGrpSpPr/>
          <p:nvPr/>
        </p:nvGrpSpPr>
        <p:grpSpPr>
          <a:xfrm>
            <a:off x="5742951" y="4709292"/>
            <a:ext cx="29700" cy="49028"/>
            <a:chOff x="4533012" y="4861680"/>
            <a:chExt cx="29700" cy="49028"/>
          </a:xfrm>
        </p:grpSpPr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081141A5-0CE2-98CE-A122-2262B09000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3012" y="4888111"/>
              <a:ext cx="25418" cy="22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F8C0F47E-64AB-459B-6108-5ED0EB7B8C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3012" y="4861680"/>
              <a:ext cx="29700" cy="2643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73C877BE-FC61-DBF3-D2E7-BED920CCC160}"/>
              </a:ext>
            </a:extLst>
          </p:cNvPr>
          <p:cNvGrpSpPr/>
          <p:nvPr/>
        </p:nvGrpSpPr>
        <p:grpSpPr>
          <a:xfrm>
            <a:off x="5742951" y="2888758"/>
            <a:ext cx="29700" cy="49028"/>
            <a:chOff x="4533012" y="4861680"/>
            <a:chExt cx="29700" cy="49028"/>
          </a:xfrm>
        </p:grpSpPr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74C79726-B362-BBE5-D01D-B3012E91DB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3012" y="4888111"/>
              <a:ext cx="25418" cy="22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55A568C-D9D8-9374-64D9-BA28AC9DC0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3012" y="4861680"/>
              <a:ext cx="29700" cy="2643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64E5945-AA4F-59A4-FC57-2F16C1A52537}"/>
              </a:ext>
            </a:extLst>
          </p:cNvPr>
          <p:cNvGrpSpPr/>
          <p:nvPr/>
        </p:nvGrpSpPr>
        <p:grpSpPr>
          <a:xfrm rot="10800000">
            <a:off x="312518" y="2888758"/>
            <a:ext cx="29700" cy="49028"/>
            <a:chOff x="4533012" y="4861680"/>
            <a:chExt cx="29700" cy="49028"/>
          </a:xfrm>
        </p:grpSpPr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77E1E014-ACC9-F2B5-CA00-918B061B55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3012" y="4888111"/>
              <a:ext cx="25418" cy="22597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75EC3F82-E50E-AF65-6F41-440CAE5F72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3012" y="4861680"/>
              <a:ext cx="29700" cy="26431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185">
            <a:hlinkClick r:id="rId4"/>
            <a:extLst>
              <a:ext uri="{FF2B5EF4-FFF2-40B4-BE49-F238E27FC236}">
                <a16:creationId xmlns:a16="http://schemas.microsoft.com/office/drawing/2014/main" id="{FE658A41-AE0B-1180-5E53-E7E731C4FAE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86</cp:revision>
  <dcterms:created xsi:type="dcterms:W3CDTF">2021-10-29T04:43:38Z</dcterms:created>
  <dcterms:modified xsi:type="dcterms:W3CDTF">2022-10-08T08:35:41Z</dcterms:modified>
</cp:coreProperties>
</file>
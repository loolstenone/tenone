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0" name="그룹 6199">
            <a:extLst>
              <a:ext uri="{FF2B5EF4-FFF2-40B4-BE49-F238E27FC236}">
                <a16:creationId xmlns:a16="http://schemas.microsoft.com/office/drawing/2014/main" id="{75D6A2C1-007B-3149-C71A-23AEF013BBD2}"/>
              </a:ext>
            </a:extLst>
          </p:cNvPr>
          <p:cNvGrpSpPr/>
          <p:nvPr/>
        </p:nvGrpSpPr>
        <p:grpSpPr>
          <a:xfrm>
            <a:off x="1262456" y="2827959"/>
            <a:ext cx="3552039" cy="2097432"/>
            <a:chOff x="1262456" y="3021330"/>
            <a:chExt cx="3552039" cy="2097432"/>
          </a:xfrm>
        </p:grpSpPr>
        <p:cxnSp>
          <p:nvCxnSpPr>
            <p:cNvPr id="6146" name="직선 연결선 6145">
              <a:extLst>
                <a:ext uri="{FF2B5EF4-FFF2-40B4-BE49-F238E27FC236}">
                  <a16:creationId xmlns:a16="http://schemas.microsoft.com/office/drawing/2014/main" id="{FD1D57D5-16C6-B7AD-6051-068E1C14A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62456" y="4070046"/>
              <a:ext cx="355203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5" name="직선 연결선 6144">
              <a:extLst>
                <a:ext uri="{FF2B5EF4-FFF2-40B4-BE49-F238E27FC236}">
                  <a16:creationId xmlns:a16="http://schemas.microsoft.com/office/drawing/2014/main" id="{0C54D0F5-ACAD-4E14-1187-D3C459DB9131}"/>
                </a:ext>
              </a:extLst>
            </p:cNvPr>
            <p:cNvCxnSpPr>
              <a:cxnSpLocks/>
            </p:cNvCxnSpPr>
            <p:nvPr/>
          </p:nvCxnSpPr>
          <p:spPr>
            <a:xfrm>
              <a:off x="1262456" y="3021330"/>
              <a:ext cx="35520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7" name="직선 연결선 6146">
              <a:extLst>
                <a:ext uri="{FF2B5EF4-FFF2-40B4-BE49-F238E27FC236}">
                  <a16:creationId xmlns:a16="http://schemas.microsoft.com/office/drawing/2014/main" id="{51E16C83-3392-0FB2-A676-C0977F652835}"/>
                </a:ext>
              </a:extLst>
            </p:cNvPr>
            <p:cNvCxnSpPr>
              <a:cxnSpLocks/>
            </p:cNvCxnSpPr>
            <p:nvPr/>
          </p:nvCxnSpPr>
          <p:spPr>
            <a:xfrm>
              <a:off x="1262456" y="5118762"/>
              <a:ext cx="35520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67" name="부분 원형 6166">
            <a:extLst>
              <a:ext uri="{FF2B5EF4-FFF2-40B4-BE49-F238E27FC236}">
                <a16:creationId xmlns:a16="http://schemas.microsoft.com/office/drawing/2014/main" id="{6CCBFD43-7245-B62E-1A78-B60F14DA45AF}"/>
              </a:ext>
            </a:extLst>
          </p:cNvPr>
          <p:cNvSpPr/>
          <p:nvPr/>
        </p:nvSpPr>
        <p:spPr>
          <a:xfrm rot="5400000">
            <a:off x="4435133" y="3513245"/>
            <a:ext cx="735098" cy="726860"/>
          </a:xfrm>
          <a:prstGeom prst="pie">
            <a:avLst>
              <a:gd name="adj1" fmla="val 0"/>
              <a:gd name="adj2" fmla="val 1083545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6141" name="사각형: 둥근 모서리 6140">
            <a:extLst>
              <a:ext uri="{FF2B5EF4-FFF2-40B4-BE49-F238E27FC236}">
                <a16:creationId xmlns:a16="http://schemas.microsoft.com/office/drawing/2014/main" id="{59BAE227-CE2C-9411-8A9E-AC70C98B4E97}"/>
              </a:ext>
            </a:extLst>
          </p:cNvPr>
          <p:cNvSpPr/>
          <p:nvPr/>
        </p:nvSpPr>
        <p:spPr>
          <a:xfrm>
            <a:off x="1262456" y="295275"/>
            <a:ext cx="3552039" cy="7162800"/>
          </a:xfrm>
          <a:prstGeom prst="roundRect">
            <a:avLst>
              <a:gd name="adj" fmla="val 24444"/>
            </a:avLst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44" name="직선 연결선 6143">
            <a:extLst>
              <a:ext uri="{FF2B5EF4-FFF2-40B4-BE49-F238E27FC236}">
                <a16:creationId xmlns:a16="http://schemas.microsoft.com/office/drawing/2014/main" id="{9C147777-BF6E-7F5F-1054-790E0D363D43}"/>
              </a:ext>
            </a:extLst>
          </p:cNvPr>
          <p:cNvCxnSpPr>
            <a:cxnSpLocks/>
          </p:cNvCxnSpPr>
          <p:nvPr/>
        </p:nvCxnSpPr>
        <p:spPr>
          <a:xfrm>
            <a:off x="1336199" y="794482"/>
            <a:ext cx="34045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8" name="직선 연결선 6147">
            <a:extLst>
              <a:ext uri="{FF2B5EF4-FFF2-40B4-BE49-F238E27FC236}">
                <a16:creationId xmlns:a16="http://schemas.microsoft.com/office/drawing/2014/main" id="{DC0A2410-890B-A89E-AA2B-1E941C5DB29D}"/>
              </a:ext>
            </a:extLst>
          </p:cNvPr>
          <p:cNvCxnSpPr>
            <a:cxnSpLocks/>
          </p:cNvCxnSpPr>
          <p:nvPr/>
        </p:nvCxnSpPr>
        <p:spPr>
          <a:xfrm>
            <a:off x="1336199" y="6968421"/>
            <a:ext cx="34045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타원 6148">
            <a:extLst>
              <a:ext uri="{FF2B5EF4-FFF2-40B4-BE49-F238E27FC236}">
                <a16:creationId xmlns:a16="http://schemas.microsoft.com/office/drawing/2014/main" id="{6FD2AA63-760C-5D37-02F2-038E0BE5318A}"/>
              </a:ext>
            </a:extLst>
          </p:cNvPr>
          <p:cNvSpPr/>
          <p:nvPr/>
        </p:nvSpPr>
        <p:spPr>
          <a:xfrm>
            <a:off x="1637699" y="1013257"/>
            <a:ext cx="1061962" cy="1061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50" name="타원 6149">
            <a:extLst>
              <a:ext uri="{FF2B5EF4-FFF2-40B4-BE49-F238E27FC236}">
                <a16:creationId xmlns:a16="http://schemas.microsoft.com/office/drawing/2014/main" id="{604F9899-9687-F869-0CB3-B4AD2388147B}"/>
              </a:ext>
            </a:extLst>
          </p:cNvPr>
          <p:cNvSpPr/>
          <p:nvPr/>
        </p:nvSpPr>
        <p:spPr>
          <a:xfrm>
            <a:off x="3377290" y="1013257"/>
            <a:ext cx="1061962" cy="1061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51" name="타원 6150">
            <a:extLst>
              <a:ext uri="{FF2B5EF4-FFF2-40B4-BE49-F238E27FC236}">
                <a16:creationId xmlns:a16="http://schemas.microsoft.com/office/drawing/2014/main" id="{A5FE893F-173C-99D7-1894-FB11DB74D013}"/>
              </a:ext>
            </a:extLst>
          </p:cNvPr>
          <p:cNvSpPr/>
          <p:nvPr/>
        </p:nvSpPr>
        <p:spPr>
          <a:xfrm>
            <a:off x="2507494" y="3345694"/>
            <a:ext cx="1061962" cy="10619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61" name="타원 6160">
            <a:extLst>
              <a:ext uri="{FF2B5EF4-FFF2-40B4-BE49-F238E27FC236}">
                <a16:creationId xmlns:a16="http://schemas.microsoft.com/office/drawing/2014/main" id="{A1CF401D-4A1F-B2DA-DFE8-28517265087F}"/>
              </a:ext>
            </a:extLst>
          </p:cNvPr>
          <p:cNvSpPr/>
          <p:nvPr/>
        </p:nvSpPr>
        <p:spPr>
          <a:xfrm>
            <a:off x="2145821" y="298555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62" name="타원 6161">
            <a:extLst>
              <a:ext uri="{FF2B5EF4-FFF2-40B4-BE49-F238E27FC236}">
                <a16:creationId xmlns:a16="http://schemas.microsoft.com/office/drawing/2014/main" id="{5B0900CD-E729-1B0F-A526-0DCABCA4D562}"/>
              </a:ext>
            </a:extLst>
          </p:cNvPr>
          <p:cNvSpPr/>
          <p:nvPr/>
        </p:nvSpPr>
        <p:spPr>
          <a:xfrm>
            <a:off x="3885412" y="298555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65" name="부분 원형 6164">
            <a:extLst>
              <a:ext uri="{FF2B5EF4-FFF2-40B4-BE49-F238E27FC236}">
                <a16:creationId xmlns:a16="http://schemas.microsoft.com/office/drawing/2014/main" id="{AFBF182D-A3A3-A92B-A0B1-851AF635E549}"/>
              </a:ext>
            </a:extLst>
          </p:cNvPr>
          <p:cNvSpPr/>
          <p:nvPr/>
        </p:nvSpPr>
        <p:spPr>
          <a:xfrm>
            <a:off x="2825697" y="569957"/>
            <a:ext cx="461283" cy="463335"/>
          </a:xfrm>
          <a:prstGeom prst="pie">
            <a:avLst>
              <a:gd name="adj1" fmla="val 0"/>
              <a:gd name="adj2" fmla="val 10802109"/>
            </a:avLst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66" name="부분 원형 6165">
            <a:extLst>
              <a:ext uri="{FF2B5EF4-FFF2-40B4-BE49-F238E27FC236}">
                <a16:creationId xmlns:a16="http://schemas.microsoft.com/office/drawing/2014/main" id="{68EA0F3F-8721-4DDB-7794-F86E9D91EB27}"/>
              </a:ext>
            </a:extLst>
          </p:cNvPr>
          <p:cNvSpPr/>
          <p:nvPr/>
        </p:nvSpPr>
        <p:spPr>
          <a:xfrm rot="10800000">
            <a:off x="2844262" y="6736753"/>
            <a:ext cx="461283" cy="463335"/>
          </a:xfrm>
          <a:prstGeom prst="pie">
            <a:avLst>
              <a:gd name="adj1" fmla="val 0"/>
              <a:gd name="adj2" fmla="val 10773103"/>
            </a:avLst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68" name="타원 6167">
            <a:extLst>
              <a:ext uri="{FF2B5EF4-FFF2-40B4-BE49-F238E27FC236}">
                <a16:creationId xmlns:a16="http://schemas.microsoft.com/office/drawing/2014/main" id="{99BC0A45-DE12-8173-3671-7C3E09808A16}"/>
              </a:ext>
            </a:extLst>
          </p:cNvPr>
          <p:cNvSpPr/>
          <p:nvPr/>
        </p:nvSpPr>
        <p:spPr>
          <a:xfrm>
            <a:off x="2145821" y="152137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69" name="타원 6168">
            <a:extLst>
              <a:ext uri="{FF2B5EF4-FFF2-40B4-BE49-F238E27FC236}">
                <a16:creationId xmlns:a16="http://schemas.microsoft.com/office/drawing/2014/main" id="{0C5FDCDC-08E5-C0D2-895F-5A99345EFE67}"/>
              </a:ext>
            </a:extLst>
          </p:cNvPr>
          <p:cNvSpPr/>
          <p:nvPr/>
        </p:nvSpPr>
        <p:spPr>
          <a:xfrm>
            <a:off x="3885412" y="152137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70" name="타원 6169">
            <a:extLst>
              <a:ext uri="{FF2B5EF4-FFF2-40B4-BE49-F238E27FC236}">
                <a16:creationId xmlns:a16="http://schemas.microsoft.com/office/drawing/2014/main" id="{3156C62F-EFC0-3A8F-7F23-CDC3552470A1}"/>
              </a:ext>
            </a:extLst>
          </p:cNvPr>
          <p:cNvSpPr/>
          <p:nvPr/>
        </p:nvSpPr>
        <p:spPr>
          <a:xfrm>
            <a:off x="2145821" y="4756976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76" name="그룹 6175">
            <a:extLst>
              <a:ext uri="{FF2B5EF4-FFF2-40B4-BE49-F238E27FC236}">
                <a16:creationId xmlns:a16="http://schemas.microsoft.com/office/drawing/2014/main" id="{0BC7594C-36C7-42D2-626A-245DDAEA6B26}"/>
              </a:ext>
            </a:extLst>
          </p:cNvPr>
          <p:cNvGrpSpPr/>
          <p:nvPr/>
        </p:nvGrpSpPr>
        <p:grpSpPr>
          <a:xfrm>
            <a:off x="4439252" y="1445568"/>
            <a:ext cx="130801" cy="197342"/>
            <a:chOff x="5492124" y="1657350"/>
            <a:chExt cx="130801" cy="85725"/>
          </a:xfrm>
        </p:grpSpPr>
        <p:cxnSp>
          <p:nvCxnSpPr>
            <p:cNvPr id="6173" name="직선 연결선 6172">
              <a:extLst>
                <a:ext uri="{FF2B5EF4-FFF2-40B4-BE49-F238E27FC236}">
                  <a16:creationId xmlns:a16="http://schemas.microsoft.com/office/drawing/2014/main" id="{0C1CF434-0660-719F-EB3E-90E8AAC385E8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75" name="직선 연결선 6174">
              <a:extLst>
                <a:ext uri="{FF2B5EF4-FFF2-40B4-BE49-F238E27FC236}">
                  <a16:creationId xmlns:a16="http://schemas.microsoft.com/office/drawing/2014/main" id="{F37A7472-BBE9-A2A0-D660-A367A030D912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177" name="그룹 6176">
            <a:extLst>
              <a:ext uri="{FF2B5EF4-FFF2-40B4-BE49-F238E27FC236}">
                <a16:creationId xmlns:a16="http://schemas.microsoft.com/office/drawing/2014/main" id="{5C0AB137-2D35-C8FD-6113-9C8ACB317790}"/>
              </a:ext>
            </a:extLst>
          </p:cNvPr>
          <p:cNvGrpSpPr/>
          <p:nvPr/>
        </p:nvGrpSpPr>
        <p:grpSpPr>
          <a:xfrm>
            <a:off x="3249669" y="1445568"/>
            <a:ext cx="130801" cy="197342"/>
            <a:chOff x="5492124" y="1657350"/>
            <a:chExt cx="130801" cy="85725"/>
          </a:xfrm>
        </p:grpSpPr>
        <p:cxnSp>
          <p:nvCxnSpPr>
            <p:cNvPr id="6178" name="직선 연결선 6177">
              <a:extLst>
                <a:ext uri="{FF2B5EF4-FFF2-40B4-BE49-F238E27FC236}">
                  <a16:creationId xmlns:a16="http://schemas.microsoft.com/office/drawing/2014/main" id="{70E43CC9-A6C1-C5A3-0EC5-D995640F5C1A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79" name="직선 연결선 6178">
              <a:extLst>
                <a:ext uri="{FF2B5EF4-FFF2-40B4-BE49-F238E27FC236}">
                  <a16:creationId xmlns:a16="http://schemas.microsoft.com/office/drawing/2014/main" id="{9F1734CD-52E9-B6A3-A22C-A1BC788E599E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180" name="그룹 6179">
            <a:extLst>
              <a:ext uri="{FF2B5EF4-FFF2-40B4-BE49-F238E27FC236}">
                <a16:creationId xmlns:a16="http://schemas.microsoft.com/office/drawing/2014/main" id="{0C70D7BD-70C3-E648-45F0-C74A568CAEFA}"/>
              </a:ext>
            </a:extLst>
          </p:cNvPr>
          <p:cNvGrpSpPr/>
          <p:nvPr/>
        </p:nvGrpSpPr>
        <p:grpSpPr>
          <a:xfrm>
            <a:off x="2694896" y="1445568"/>
            <a:ext cx="130801" cy="197342"/>
            <a:chOff x="5492124" y="1657350"/>
            <a:chExt cx="130801" cy="85725"/>
          </a:xfrm>
        </p:grpSpPr>
        <p:cxnSp>
          <p:nvCxnSpPr>
            <p:cNvPr id="6181" name="직선 연결선 6180">
              <a:extLst>
                <a:ext uri="{FF2B5EF4-FFF2-40B4-BE49-F238E27FC236}">
                  <a16:creationId xmlns:a16="http://schemas.microsoft.com/office/drawing/2014/main" id="{69AEE960-2E24-78A6-6731-9E67CF6B0F9C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82" name="직선 연결선 6181">
              <a:extLst>
                <a:ext uri="{FF2B5EF4-FFF2-40B4-BE49-F238E27FC236}">
                  <a16:creationId xmlns:a16="http://schemas.microsoft.com/office/drawing/2014/main" id="{5928811A-8391-C094-02AC-4200BA4831C4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183" name="그룹 6182">
            <a:extLst>
              <a:ext uri="{FF2B5EF4-FFF2-40B4-BE49-F238E27FC236}">
                <a16:creationId xmlns:a16="http://schemas.microsoft.com/office/drawing/2014/main" id="{135396CA-187E-7E9C-5DA0-DF2B0EC919F6}"/>
              </a:ext>
            </a:extLst>
          </p:cNvPr>
          <p:cNvGrpSpPr/>
          <p:nvPr/>
        </p:nvGrpSpPr>
        <p:grpSpPr>
          <a:xfrm>
            <a:off x="1511663" y="1445568"/>
            <a:ext cx="130801" cy="197342"/>
            <a:chOff x="5492124" y="1657350"/>
            <a:chExt cx="130801" cy="85725"/>
          </a:xfrm>
        </p:grpSpPr>
        <p:cxnSp>
          <p:nvCxnSpPr>
            <p:cNvPr id="6184" name="직선 연결선 6183">
              <a:extLst>
                <a:ext uri="{FF2B5EF4-FFF2-40B4-BE49-F238E27FC236}">
                  <a16:creationId xmlns:a16="http://schemas.microsoft.com/office/drawing/2014/main" id="{0EDCC9EC-EC9B-8158-B34B-3D8BF6659574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85" name="직선 연결선 6184">
              <a:extLst>
                <a:ext uri="{FF2B5EF4-FFF2-40B4-BE49-F238E27FC236}">
                  <a16:creationId xmlns:a16="http://schemas.microsoft.com/office/drawing/2014/main" id="{51EB0681-05CE-2B0C-086A-51513FAD723B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152" name="타원 6151">
            <a:extLst>
              <a:ext uri="{FF2B5EF4-FFF2-40B4-BE49-F238E27FC236}">
                <a16:creationId xmlns:a16="http://schemas.microsoft.com/office/drawing/2014/main" id="{1B73B89B-D1E7-8869-2B8F-F44D25A2C3EE}"/>
              </a:ext>
            </a:extLst>
          </p:cNvPr>
          <p:cNvSpPr/>
          <p:nvPr/>
        </p:nvSpPr>
        <p:spPr>
          <a:xfrm>
            <a:off x="1637699" y="5713938"/>
            <a:ext cx="1061962" cy="1061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53" name="타원 6152">
            <a:extLst>
              <a:ext uri="{FF2B5EF4-FFF2-40B4-BE49-F238E27FC236}">
                <a16:creationId xmlns:a16="http://schemas.microsoft.com/office/drawing/2014/main" id="{FA34EEDC-B9F0-93F5-4793-6E86355E0837}"/>
              </a:ext>
            </a:extLst>
          </p:cNvPr>
          <p:cNvSpPr/>
          <p:nvPr/>
        </p:nvSpPr>
        <p:spPr>
          <a:xfrm>
            <a:off x="3377290" y="5713938"/>
            <a:ext cx="1061962" cy="1061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71" name="타원 6170">
            <a:extLst>
              <a:ext uri="{FF2B5EF4-FFF2-40B4-BE49-F238E27FC236}">
                <a16:creationId xmlns:a16="http://schemas.microsoft.com/office/drawing/2014/main" id="{190EDD7F-7E65-EC1B-9333-71CF81539678}"/>
              </a:ext>
            </a:extLst>
          </p:cNvPr>
          <p:cNvSpPr/>
          <p:nvPr/>
        </p:nvSpPr>
        <p:spPr>
          <a:xfrm>
            <a:off x="3885412" y="6222060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86" name="타원 6185">
            <a:extLst>
              <a:ext uri="{FF2B5EF4-FFF2-40B4-BE49-F238E27FC236}">
                <a16:creationId xmlns:a16="http://schemas.microsoft.com/office/drawing/2014/main" id="{5C983E9E-2CCE-76FF-B703-74DB6E9C9B09}"/>
              </a:ext>
            </a:extLst>
          </p:cNvPr>
          <p:cNvSpPr/>
          <p:nvPr/>
        </p:nvSpPr>
        <p:spPr>
          <a:xfrm>
            <a:off x="2145821" y="6222060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87" name="그룹 6186">
            <a:extLst>
              <a:ext uri="{FF2B5EF4-FFF2-40B4-BE49-F238E27FC236}">
                <a16:creationId xmlns:a16="http://schemas.microsoft.com/office/drawing/2014/main" id="{5179237C-1109-B3E8-CA97-5B5EFEEE64D9}"/>
              </a:ext>
            </a:extLst>
          </p:cNvPr>
          <p:cNvGrpSpPr/>
          <p:nvPr/>
        </p:nvGrpSpPr>
        <p:grpSpPr>
          <a:xfrm>
            <a:off x="4439252" y="6146248"/>
            <a:ext cx="130801" cy="197342"/>
            <a:chOff x="5492124" y="1657350"/>
            <a:chExt cx="130801" cy="85725"/>
          </a:xfrm>
        </p:grpSpPr>
        <p:cxnSp>
          <p:nvCxnSpPr>
            <p:cNvPr id="6188" name="직선 연결선 6187">
              <a:extLst>
                <a:ext uri="{FF2B5EF4-FFF2-40B4-BE49-F238E27FC236}">
                  <a16:creationId xmlns:a16="http://schemas.microsoft.com/office/drawing/2014/main" id="{8E2400C4-A22C-7DB1-DC85-C54F1C37C0FD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89" name="직선 연결선 6188">
              <a:extLst>
                <a:ext uri="{FF2B5EF4-FFF2-40B4-BE49-F238E27FC236}">
                  <a16:creationId xmlns:a16="http://schemas.microsoft.com/office/drawing/2014/main" id="{FDEBF595-1F1B-4BF3-E687-C11806E4D3F1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190" name="그룹 6189">
            <a:extLst>
              <a:ext uri="{FF2B5EF4-FFF2-40B4-BE49-F238E27FC236}">
                <a16:creationId xmlns:a16="http://schemas.microsoft.com/office/drawing/2014/main" id="{124FC68E-BFFF-1431-D57B-2B866B9F0B0B}"/>
              </a:ext>
            </a:extLst>
          </p:cNvPr>
          <p:cNvGrpSpPr/>
          <p:nvPr/>
        </p:nvGrpSpPr>
        <p:grpSpPr>
          <a:xfrm>
            <a:off x="3249669" y="6146248"/>
            <a:ext cx="130801" cy="197342"/>
            <a:chOff x="5492124" y="1657350"/>
            <a:chExt cx="130801" cy="85725"/>
          </a:xfrm>
        </p:grpSpPr>
        <p:cxnSp>
          <p:nvCxnSpPr>
            <p:cNvPr id="6191" name="직선 연결선 6190">
              <a:extLst>
                <a:ext uri="{FF2B5EF4-FFF2-40B4-BE49-F238E27FC236}">
                  <a16:creationId xmlns:a16="http://schemas.microsoft.com/office/drawing/2014/main" id="{2D255B17-F7F2-2E29-BA69-04993FFCEDB9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92" name="직선 연결선 6191">
              <a:extLst>
                <a:ext uri="{FF2B5EF4-FFF2-40B4-BE49-F238E27FC236}">
                  <a16:creationId xmlns:a16="http://schemas.microsoft.com/office/drawing/2014/main" id="{72B0EB2F-2A8B-BEE5-DB23-6605DB693BF2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193" name="그룹 6192">
            <a:extLst>
              <a:ext uri="{FF2B5EF4-FFF2-40B4-BE49-F238E27FC236}">
                <a16:creationId xmlns:a16="http://schemas.microsoft.com/office/drawing/2014/main" id="{73C1A12A-F5C3-AC6E-ECD4-ACB71D2D89CE}"/>
              </a:ext>
            </a:extLst>
          </p:cNvPr>
          <p:cNvGrpSpPr/>
          <p:nvPr/>
        </p:nvGrpSpPr>
        <p:grpSpPr>
          <a:xfrm>
            <a:off x="2694896" y="6146248"/>
            <a:ext cx="130801" cy="197342"/>
            <a:chOff x="5492124" y="1657350"/>
            <a:chExt cx="130801" cy="85725"/>
          </a:xfrm>
        </p:grpSpPr>
        <p:cxnSp>
          <p:nvCxnSpPr>
            <p:cNvPr id="6194" name="직선 연결선 6193">
              <a:extLst>
                <a:ext uri="{FF2B5EF4-FFF2-40B4-BE49-F238E27FC236}">
                  <a16:creationId xmlns:a16="http://schemas.microsoft.com/office/drawing/2014/main" id="{49A95912-8D4F-B91A-B526-D6E0EB79FCDE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95" name="직선 연결선 6194">
              <a:extLst>
                <a:ext uri="{FF2B5EF4-FFF2-40B4-BE49-F238E27FC236}">
                  <a16:creationId xmlns:a16="http://schemas.microsoft.com/office/drawing/2014/main" id="{57A40D33-9105-4D97-8FD8-B795E37D4201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196" name="그룹 6195">
            <a:extLst>
              <a:ext uri="{FF2B5EF4-FFF2-40B4-BE49-F238E27FC236}">
                <a16:creationId xmlns:a16="http://schemas.microsoft.com/office/drawing/2014/main" id="{518D194E-4A87-DD7A-7E81-BAC7C780DCAE}"/>
              </a:ext>
            </a:extLst>
          </p:cNvPr>
          <p:cNvGrpSpPr/>
          <p:nvPr/>
        </p:nvGrpSpPr>
        <p:grpSpPr>
          <a:xfrm>
            <a:off x="1511663" y="6146248"/>
            <a:ext cx="130801" cy="197342"/>
            <a:chOff x="5492124" y="1657350"/>
            <a:chExt cx="130801" cy="85725"/>
          </a:xfrm>
        </p:grpSpPr>
        <p:cxnSp>
          <p:nvCxnSpPr>
            <p:cNvPr id="6197" name="직선 연결선 6196">
              <a:extLst>
                <a:ext uri="{FF2B5EF4-FFF2-40B4-BE49-F238E27FC236}">
                  <a16:creationId xmlns:a16="http://schemas.microsoft.com/office/drawing/2014/main" id="{75D0DA0D-88F5-59D7-D844-32494D9B9EB3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657350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98" name="직선 연결선 6197">
              <a:extLst>
                <a:ext uri="{FF2B5EF4-FFF2-40B4-BE49-F238E27FC236}">
                  <a16:creationId xmlns:a16="http://schemas.microsoft.com/office/drawing/2014/main" id="{EDC53F46-DA48-9FD0-B0E0-8BE7DCE14604}"/>
                </a:ext>
              </a:extLst>
            </p:cNvPr>
            <p:cNvCxnSpPr>
              <a:cxnSpLocks/>
            </p:cNvCxnSpPr>
            <p:nvPr/>
          </p:nvCxnSpPr>
          <p:spPr>
            <a:xfrm>
              <a:off x="5492124" y="1743075"/>
              <a:ext cx="130801" cy="0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199" name="타원 6198">
            <a:extLst>
              <a:ext uri="{FF2B5EF4-FFF2-40B4-BE49-F238E27FC236}">
                <a16:creationId xmlns:a16="http://schemas.microsoft.com/office/drawing/2014/main" id="{27A84E01-07CE-FFC2-8300-54850F7CFD94}"/>
              </a:ext>
            </a:extLst>
          </p:cNvPr>
          <p:cNvSpPr/>
          <p:nvPr/>
        </p:nvSpPr>
        <p:spPr>
          <a:xfrm>
            <a:off x="3885412" y="4756976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B965BE67-19DF-657C-7754-EB4324949A25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109</cp:revision>
  <dcterms:created xsi:type="dcterms:W3CDTF">2021-10-29T04:43:38Z</dcterms:created>
  <dcterms:modified xsi:type="dcterms:W3CDTF">2022-10-08T08:35:27Z</dcterms:modified>
</cp:coreProperties>
</file>
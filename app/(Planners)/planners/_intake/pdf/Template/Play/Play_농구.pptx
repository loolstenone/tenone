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7" name="직사각형 6206">
            <a:extLst>
              <a:ext uri="{FF2B5EF4-FFF2-40B4-BE49-F238E27FC236}">
                <a16:creationId xmlns:a16="http://schemas.microsoft.com/office/drawing/2014/main" id="{51B3D10F-4F37-AB43-7F89-99FE91BA064F}"/>
              </a:ext>
            </a:extLst>
          </p:cNvPr>
          <p:cNvSpPr/>
          <p:nvPr/>
        </p:nvSpPr>
        <p:spPr>
          <a:xfrm>
            <a:off x="1232452" y="656666"/>
            <a:ext cx="3588026" cy="6843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10" name="자유형: 도형 6209">
            <a:extLst>
              <a:ext uri="{FF2B5EF4-FFF2-40B4-BE49-F238E27FC236}">
                <a16:creationId xmlns:a16="http://schemas.microsoft.com/office/drawing/2014/main" id="{746FB524-4298-FF2E-C9C6-3097B79F2FED}"/>
              </a:ext>
            </a:extLst>
          </p:cNvPr>
          <p:cNvSpPr/>
          <p:nvPr/>
        </p:nvSpPr>
        <p:spPr>
          <a:xfrm>
            <a:off x="1466021" y="656663"/>
            <a:ext cx="3170584" cy="2225683"/>
          </a:xfrm>
          <a:custGeom>
            <a:avLst/>
            <a:gdLst>
              <a:gd name="connsiteX0" fmla="*/ 0 w 3170584"/>
              <a:gd name="connsiteY0" fmla="*/ 0 h 2371862"/>
              <a:gd name="connsiteX1" fmla="*/ 3170583 w 3170584"/>
              <a:gd name="connsiteY1" fmla="*/ 0 h 2371862"/>
              <a:gd name="connsiteX2" fmla="*/ 3170583 w 3170584"/>
              <a:gd name="connsiteY2" fmla="*/ 1273914 h 2371862"/>
              <a:gd name="connsiteX3" fmla="*/ 3170584 w 3170584"/>
              <a:gd name="connsiteY3" fmla="*/ 1273928 h 2371862"/>
              <a:gd name="connsiteX4" fmla="*/ 3170583 w 3170584"/>
              <a:gd name="connsiteY4" fmla="*/ 1273942 h 2371862"/>
              <a:gd name="connsiteX5" fmla="*/ 3170583 w 3170584"/>
              <a:gd name="connsiteY5" fmla="*/ 1360974 h 2371862"/>
              <a:gd name="connsiteX6" fmla="*/ 3164237 w 3170584"/>
              <a:gd name="connsiteY6" fmla="*/ 1360974 h 2371862"/>
              <a:gd name="connsiteX7" fmla="*/ 3162399 w 3170584"/>
              <a:gd name="connsiteY7" fmla="*/ 1386185 h 2371862"/>
              <a:gd name="connsiteX8" fmla="*/ 1585292 w 3170584"/>
              <a:gd name="connsiteY8" fmla="*/ 2371862 h 2371862"/>
              <a:gd name="connsiteX9" fmla="*/ 8185 w 3170584"/>
              <a:gd name="connsiteY9" fmla="*/ 1386185 h 2371862"/>
              <a:gd name="connsiteX10" fmla="*/ 6347 w 3170584"/>
              <a:gd name="connsiteY10" fmla="*/ 1360974 h 2371862"/>
              <a:gd name="connsiteX11" fmla="*/ 0 w 3170584"/>
              <a:gd name="connsiteY11" fmla="*/ 1360974 h 2371862"/>
              <a:gd name="connsiteX12" fmla="*/ 0 w 3170584"/>
              <a:gd name="connsiteY12" fmla="*/ 1273928 h 237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70584" h="2371862">
                <a:moveTo>
                  <a:pt x="0" y="0"/>
                </a:moveTo>
                <a:lnTo>
                  <a:pt x="3170583" y="0"/>
                </a:lnTo>
                <a:lnTo>
                  <a:pt x="3170583" y="1273914"/>
                </a:lnTo>
                <a:lnTo>
                  <a:pt x="3170584" y="1273928"/>
                </a:lnTo>
                <a:lnTo>
                  <a:pt x="3170583" y="1273942"/>
                </a:lnTo>
                <a:lnTo>
                  <a:pt x="3170583" y="1360974"/>
                </a:lnTo>
                <a:lnTo>
                  <a:pt x="3164237" y="1360974"/>
                </a:lnTo>
                <a:lnTo>
                  <a:pt x="3162399" y="1386185"/>
                </a:lnTo>
                <a:cubicBezTo>
                  <a:pt x="3081217" y="1939825"/>
                  <a:pt x="2406104" y="2371862"/>
                  <a:pt x="1585292" y="2371862"/>
                </a:cubicBezTo>
                <a:cubicBezTo>
                  <a:pt x="764480" y="2371862"/>
                  <a:pt x="89368" y="1939825"/>
                  <a:pt x="8185" y="1386185"/>
                </a:cubicBezTo>
                <a:lnTo>
                  <a:pt x="6347" y="1360974"/>
                </a:lnTo>
                <a:lnTo>
                  <a:pt x="0" y="1360974"/>
                </a:lnTo>
                <a:lnTo>
                  <a:pt x="0" y="1273928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5">
            <a:hlinkClick r:id="rId2"/>
            <a:extLst>
              <a:ext uri="{FF2B5EF4-FFF2-40B4-BE49-F238E27FC236}">
                <a16:creationId xmlns:a16="http://schemas.microsoft.com/office/drawing/2014/main" id="{B06CDA70-35F2-42E8-B061-46FF0137735D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86">
            <a:hlinkClick r:id="rId3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4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6214" name="타원 6213">
            <a:extLst>
              <a:ext uri="{FF2B5EF4-FFF2-40B4-BE49-F238E27FC236}">
                <a16:creationId xmlns:a16="http://schemas.microsoft.com/office/drawing/2014/main" id="{5A148A4E-9B98-7AF3-27B2-2D7455FC9213}"/>
              </a:ext>
            </a:extLst>
          </p:cNvPr>
          <p:cNvSpPr/>
          <p:nvPr/>
        </p:nvSpPr>
        <p:spPr>
          <a:xfrm>
            <a:off x="2602531" y="3668147"/>
            <a:ext cx="871200" cy="871200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6220" name="직선 연결선 6219">
            <a:extLst>
              <a:ext uri="{FF2B5EF4-FFF2-40B4-BE49-F238E27FC236}">
                <a16:creationId xmlns:a16="http://schemas.microsoft.com/office/drawing/2014/main" id="{2C952027-F893-1E8E-2836-71D7CE8A3B68}"/>
              </a:ext>
            </a:extLst>
          </p:cNvPr>
          <p:cNvCxnSpPr>
            <a:cxnSpLocks/>
            <a:stCxn id="6207" idx="1"/>
            <a:endCxn id="6207" idx="3"/>
          </p:cNvCxnSpPr>
          <p:nvPr/>
        </p:nvCxnSpPr>
        <p:spPr>
          <a:xfrm>
            <a:off x="1232452" y="4078347"/>
            <a:ext cx="3588026" cy="0"/>
          </a:xfrm>
          <a:prstGeom prst="lin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237" name="자유형: 도형 6236">
            <a:extLst>
              <a:ext uri="{FF2B5EF4-FFF2-40B4-BE49-F238E27FC236}">
                <a16:creationId xmlns:a16="http://schemas.microsoft.com/office/drawing/2014/main" id="{5FEE82DD-5B75-A152-2468-08C430352A6C}"/>
              </a:ext>
            </a:extLst>
          </p:cNvPr>
          <p:cNvSpPr/>
          <p:nvPr/>
        </p:nvSpPr>
        <p:spPr>
          <a:xfrm rot="10800000">
            <a:off x="1441173" y="5274345"/>
            <a:ext cx="3170584" cy="2225683"/>
          </a:xfrm>
          <a:custGeom>
            <a:avLst/>
            <a:gdLst>
              <a:gd name="connsiteX0" fmla="*/ 0 w 3170584"/>
              <a:gd name="connsiteY0" fmla="*/ 0 h 2371862"/>
              <a:gd name="connsiteX1" fmla="*/ 3170583 w 3170584"/>
              <a:gd name="connsiteY1" fmla="*/ 0 h 2371862"/>
              <a:gd name="connsiteX2" fmla="*/ 3170583 w 3170584"/>
              <a:gd name="connsiteY2" fmla="*/ 1273914 h 2371862"/>
              <a:gd name="connsiteX3" fmla="*/ 3170584 w 3170584"/>
              <a:gd name="connsiteY3" fmla="*/ 1273928 h 2371862"/>
              <a:gd name="connsiteX4" fmla="*/ 3170583 w 3170584"/>
              <a:gd name="connsiteY4" fmla="*/ 1273942 h 2371862"/>
              <a:gd name="connsiteX5" fmla="*/ 3170583 w 3170584"/>
              <a:gd name="connsiteY5" fmla="*/ 1360974 h 2371862"/>
              <a:gd name="connsiteX6" fmla="*/ 3164237 w 3170584"/>
              <a:gd name="connsiteY6" fmla="*/ 1360974 h 2371862"/>
              <a:gd name="connsiteX7" fmla="*/ 3162399 w 3170584"/>
              <a:gd name="connsiteY7" fmla="*/ 1386185 h 2371862"/>
              <a:gd name="connsiteX8" fmla="*/ 1585292 w 3170584"/>
              <a:gd name="connsiteY8" fmla="*/ 2371862 h 2371862"/>
              <a:gd name="connsiteX9" fmla="*/ 8185 w 3170584"/>
              <a:gd name="connsiteY9" fmla="*/ 1386185 h 2371862"/>
              <a:gd name="connsiteX10" fmla="*/ 6347 w 3170584"/>
              <a:gd name="connsiteY10" fmla="*/ 1360974 h 2371862"/>
              <a:gd name="connsiteX11" fmla="*/ 0 w 3170584"/>
              <a:gd name="connsiteY11" fmla="*/ 1360974 h 2371862"/>
              <a:gd name="connsiteX12" fmla="*/ 0 w 3170584"/>
              <a:gd name="connsiteY12" fmla="*/ 1273928 h 237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70584" h="2371862">
                <a:moveTo>
                  <a:pt x="0" y="0"/>
                </a:moveTo>
                <a:lnTo>
                  <a:pt x="3170583" y="0"/>
                </a:lnTo>
                <a:lnTo>
                  <a:pt x="3170583" y="1273914"/>
                </a:lnTo>
                <a:lnTo>
                  <a:pt x="3170584" y="1273928"/>
                </a:lnTo>
                <a:lnTo>
                  <a:pt x="3170583" y="1273942"/>
                </a:lnTo>
                <a:lnTo>
                  <a:pt x="3170583" y="1360974"/>
                </a:lnTo>
                <a:lnTo>
                  <a:pt x="3164237" y="1360974"/>
                </a:lnTo>
                <a:lnTo>
                  <a:pt x="3162399" y="1386185"/>
                </a:lnTo>
                <a:cubicBezTo>
                  <a:pt x="3081217" y="1939825"/>
                  <a:pt x="2406104" y="2371862"/>
                  <a:pt x="1585292" y="2371862"/>
                </a:cubicBezTo>
                <a:cubicBezTo>
                  <a:pt x="764480" y="2371862"/>
                  <a:pt x="89368" y="1939825"/>
                  <a:pt x="8185" y="1386185"/>
                </a:cubicBezTo>
                <a:lnTo>
                  <a:pt x="6347" y="1360974"/>
                </a:lnTo>
                <a:lnTo>
                  <a:pt x="0" y="1360974"/>
                </a:lnTo>
                <a:lnTo>
                  <a:pt x="0" y="1273928"/>
                </a:ln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6227" name="그룹 6226">
            <a:extLst>
              <a:ext uri="{FF2B5EF4-FFF2-40B4-BE49-F238E27FC236}">
                <a16:creationId xmlns:a16="http://schemas.microsoft.com/office/drawing/2014/main" id="{DEEFBA5A-5165-2921-B9F7-294574AE006D}"/>
              </a:ext>
            </a:extLst>
          </p:cNvPr>
          <p:cNvGrpSpPr/>
          <p:nvPr/>
        </p:nvGrpSpPr>
        <p:grpSpPr>
          <a:xfrm>
            <a:off x="2445025" y="656663"/>
            <a:ext cx="1172817" cy="1860829"/>
            <a:chOff x="2445025" y="656663"/>
            <a:chExt cx="1172817" cy="1860829"/>
          </a:xfrm>
        </p:grpSpPr>
        <p:sp>
          <p:nvSpPr>
            <p:cNvPr id="6211" name="직사각형 6210">
              <a:extLst>
                <a:ext uri="{FF2B5EF4-FFF2-40B4-BE49-F238E27FC236}">
                  <a16:creationId xmlns:a16="http://schemas.microsoft.com/office/drawing/2014/main" id="{F6AF5F14-6884-EFBE-ECAB-936DFF293C97}"/>
                </a:ext>
              </a:extLst>
            </p:cNvPr>
            <p:cNvSpPr/>
            <p:nvPr/>
          </p:nvSpPr>
          <p:spPr>
            <a:xfrm>
              <a:off x="2445025" y="656663"/>
              <a:ext cx="1172817" cy="14206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6212" name="직사각형 6211">
              <a:extLst>
                <a:ext uri="{FF2B5EF4-FFF2-40B4-BE49-F238E27FC236}">
                  <a16:creationId xmlns:a16="http://schemas.microsoft.com/office/drawing/2014/main" id="{1C607CD1-70DF-9AEA-B351-3FDC89B7ABE3}"/>
                </a:ext>
              </a:extLst>
            </p:cNvPr>
            <p:cNvSpPr/>
            <p:nvPr/>
          </p:nvSpPr>
          <p:spPr>
            <a:xfrm>
              <a:off x="2596181" y="656663"/>
              <a:ext cx="870504" cy="1420614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6225" name="그룹 6224">
              <a:extLst>
                <a:ext uri="{FF2B5EF4-FFF2-40B4-BE49-F238E27FC236}">
                  <a16:creationId xmlns:a16="http://schemas.microsoft.com/office/drawing/2014/main" id="{5BB2E1EA-BF32-E4C0-255E-AD923B46F8BF}"/>
                </a:ext>
              </a:extLst>
            </p:cNvPr>
            <p:cNvGrpSpPr/>
            <p:nvPr/>
          </p:nvGrpSpPr>
          <p:grpSpPr>
            <a:xfrm>
              <a:off x="2595833" y="1646292"/>
              <a:ext cx="871201" cy="871200"/>
              <a:chOff x="706179" y="517944"/>
              <a:chExt cx="871201" cy="871200"/>
            </a:xfrm>
          </p:grpSpPr>
          <p:sp>
            <p:nvSpPr>
              <p:cNvPr id="6217" name="원호 6216">
                <a:extLst>
                  <a:ext uri="{FF2B5EF4-FFF2-40B4-BE49-F238E27FC236}">
                    <a16:creationId xmlns:a16="http://schemas.microsoft.com/office/drawing/2014/main" id="{95AC2118-7476-654E-0198-2B147096D5E6}"/>
                  </a:ext>
                </a:extLst>
              </p:cNvPr>
              <p:cNvSpPr/>
              <p:nvPr/>
            </p:nvSpPr>
            <p:spPr>
              <a:xfrm>
                <a:off x="706179" y="517944"/>
                <a:ext cx="871200" cy="871200"/>
              </a:xfrm>
              <a:prstGeom prst="arc">
                <a:avLst>
                  <a:gd name="adj1" fmla="val 10826020"/>
                  <a:gd name="adj2" fmla="val 0"/>
                </a:avLst>
              </a:prstGeom>
              <a:ln>
                <a:solidFill>
                  <a:schemeClr val="bg1">
                    <a:lumMod val="5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18" name="원호 6217">
                <a:extLst>
                  <a:ext uri="{FF2B5EF4-FFF2-40B4-BE49-F238E27FC236}">
                    <a16:creationId xmlns:a16="http://schemas.microsoft.com/office/drawing/2014/main" id="{8034B2EE-9403-42D8-7BC6-070FCDD1E359}"/>
                  </a:ext>
                </a:extLst>
              </p:cNvPr>
              <p:cNvSpPr/>
              <p:nvPr/>
            </p:nvSpPr>
            <p:spPr>
              <a:xfrm rot="10800000">
                <a:off x="706180" y="517944"/>
                <a:ext cx="871200" cy="871200"/>
              </a:xfrm>
              <a:prstGeom prst="arc">
                <a:avLst>
                  <a:gd name="adj1" fmla="val 10826020"/>
                  <a:gd name="adj2" fmla="val 0"/>
                </a:avLst>
              </a:prstGeom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6222" name="직선 연결선 6221">
              <a:extLst>
                <a:ext uri="{FF2B5EF4-FFF2-40B4-BE49-F238E27FC236}">
                  <a16:creationId xmlns:a16="http://schemas.microsoft.com/office/drawing/2014/main" id="{4869D53F-DC79-D317-5615-7D6B6484D7AC}"/>
                </a:ext>
              </a:extLst>
            </p:cNvPr>
            <p:cNvCxnSpPr>
              <a:cxnSpLocks/>
            </p:cNvCxnSpPr>
            <p:nvPr/>
          </p:nvCxnSpPr>
          <p:spPr>
            <a:xfrm>
              <a:off x="2790133" y="991644"/>
              <a:ext cx="4826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24" name="원호 6223">
              <a:extLst>
                <a:ext uri="{FF2B5EF4-FFF2-40B4-BE49-F238E27FC236}">
                  <a16:creationId xmlns:a16="http://schemas.microsoft.com/office/drawing/2014/main" id="{5F656982-8F0D-2D4F-9C6D-06547BB3AD10}"/>
                </a:ext>
              </a:extLst>
            </p:cNvPr>
            <p:cNvSpPr/>
            <p:nvPr/>
          </p:nvSpPr>
          <p:spPr>
            <a:xfrm rot="10800000">
              <a:off x="2708891" y="796366"/>
              <a:ext cx="645084" cy="645084"/>
            </a:xfrm>
            <a:prstGeom prst="arc">
              <a:avLst>
                <a:gd name="adj1" fmla="val 10826020"/>
                <a:gd name="adj2" fmla="val 0"/>
              </a:avLst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6" name="타원 6225">
              <a:extLst>
                <a:ext uri="{FF2B5EF4-FFF2-40B4-BE49-F238E27FC236}">
                  <a16:creationId xmlns:a16="http://schemas.microsoft.com/office/drawing/2014/main" id="{075D2FCA-050B-DB64-E978-4190BE7D6411}"/>
                </a:ext>
              </a:extLst>
            </p:cNvPr>
            <p:cNvSpPr/>
            <p:nvPr/>
          </p:nvSpPr>
          <p:spPr>
            <a:xfrm>
              <a:off x="2895124" y="1008820"/>
              <a:ext cx="272618" cy="272618"/>
            </a:xfrm>
            <a:prstGeom prst="ellipse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245" name="그룹 6244">
            <a:extLst>
              <a:ext uri="{FF2B5EF4-FFF2-40B4-BE49-F238E27FC236}">
                <a16:creationId xmlns:a16="http://schemas.microsoft.com/office/drawing/2014/main" id="{8ADEE3AF-52BD-3CD9-EEE9-3ABDA19D6D69}"/>
              </a:ext>
            </a:extLst>
          </p:cNvPr>
          <p:cNvGrpSpPr/>
          <p:nvPr/>
        </p:nvGrpSpPr>
        <p:grpSpPr>
          <a:xfrm>
            <a:off x="2364658" y="1093843"/>
            <a:ext cx="79513" cy="511968"/>
            <a:chOff x="6725168" y="1093843"/>
            <a:chExt cx="79513" cy="511968"/>
          </a:xfrm>
        </p:grpSpPr>
        <p:cxnSp>
          <p:nvCxnSpPr>
            <p:cNvPr id="6241" name="직선 연결선 6240">
              <a:extLst>
                <a:ext uri="{FF2B5EF4-FFF2-40B4-BE49-F238E27FC236}">
                  <a16:creationId xmlns:a16="http://schemas.microsoft.com/office/drawing/2014/main" id="{1CB544F3-6B96-579E-1F54-8EB0F131134B}"/>
                </a:ext>
              </a:extLst>
            </p:cNvPr>
            <p:cNvCxnSpPr>
              <a:cxnSpLocks/>
            </p:cNvCxnSpPr>
            <p:nvPr/>
          </p:nvCxnSpPr>
          <p:spPr>
            <a:xfrm>
              <a:off x="6725168" y="1605811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42" name="직선 연결선 6241">
              <a:extLst>
                <a:ext uri="{FF2B5EF4-FFF2-40B4-BE49-F238E27FC236}">
                  <a16:creationId xmlns:a16="http://schemas.microsoft.com/office/drawing/2014/main" id="{6A2B612E-1FF4-2795-3913-1A82CB2C4C82}"/>
                </a:ext>
              </a:extLst>
            </p:cNvPr>
            <p:cNvCxnSpPr>
              <a:cxnSpLocks/>
            </p:cNvCxnSpPr>
            <p:nvPr/>
          </p:nvCxnSpPr>
          <p:spPr>
            <a:xfrm>
              <a:off x="6725168" y="1391499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43" name="직선 연결선 6242">
              <a:extLst>
                <a:ext uri="{FF2B5EF4-FFF2-40B4-BE49-F238E27FC236}">
                  <a16:creationId xmlns:a16="http://schemas.microsoft.com/office/drawing/2014/main" id="{E4CD00CA-7641-25AB-0B06-3498FF4EBBBF}"/>
                </a:ext>
              </a:extLst>
            </p:cNvPr>
            <p:cNvCxnSpPr>
              <a:cxnSpLocks/>
            </p:cNvCxnSpPr>
            <p:nvPr/>
          </p:nvCxnSpPr>
          <p:spPr>
            <a:xfrm>
              <a:off x="6725168" y="1172424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44" name="직선 연결선 6243">
              <a:extLst>
                <a:ext uri="{FF2B5EF4-FFF2-40B4-BE49-F238E27FC236}">
                  <a16:creationId xmlns:a16="http://schemas.microsoft.com/office/drawing/2014/main" id="{DF98EEF9-BC0D-715F-C8C1-006A1E1A8A97}"/>
                </a:ext>
              </a:extLst>
            </p:cNvPr>
            <p:cNvCxnSpPr>
              <a:cxnSpLocks/>
            </p:cNvCxnSpPr>
            <p:nvPr/>
          </p:nvCxnSpPr>
          <p:spPr>
            <a:xfrm>
              <a:off x="6725168" y="1093843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246" name="그룹 6245">
            <a:extLst>
              <a:ext uri="{FF2B5EF4-FFF2-40B4-BE49-F238E27FC236}">
                <a16:creationId xmlns:a16="http://schemas.microsoft.com/office/drawing/2014/main" id="{439DABC6-10E2-0340-8D11-8B44AE8A55AB}"/>
              </a:ext>
            </a:extLst>
          </p:cNvPr>
          <p:cNvGrpSpPr/>
          <p:nvPr/>
        </p:nvGrpSpPr>
        <p:grpSpPr>
          <a:xfrm>
            <a:off x="3621958" y="1093843"/>
            <a:ext cx="79513" cy="511968"/>
            <a:chOff x="6725168" y="1093843"/>
            <a:chExt cx="79513" cy="511968"/>
          </a:xfrm>
        </p:grpSpPr>
        <p:cxnSp>
          <p:nvCxnSpPr>
            <p:cNvPr id="6247" name="직선 연결선 6246">
              <a:extLst>
                <a:ext uri="{FF2B5EF4-FFF2-40B4-BE49-F238E27FC236}">
                  <a16:creationId xmlns:a16="http://schemas.microsoft.com/office/drawing/2014/main" id="{4BF68152-EE16-C437-2263-24A618CD3BEE}"/>
                </a:ext>
              </a:extLst>
            </p:cNvPr>
            <p:cNvCxnSpPr>
              <a:cxnSpLocks/>
            </p:cNvCxnSpPr>
            <p:nvPr/>
          </p:nvCxnSpPr>
          <p:spPr>
            <a:xfrm>
              <a:off x="6725168" y="1605811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48" name="직선 연결선 6247">
              <a:extLst>
                <a:ext uri="{FF2B5EF4-FFF2-40B4-BE49-F238E27FC236}">
                  <a16:creationId xmlns:a16="http://schemas.microsoft.com/office/drawing/2014/main" id="{07368138-9D5A-2D69-FFFB-4C6584B13B74}"/>
                </a:ext>
              </a:extLst>
            </p:cNvPr>
            <p:cNvCxnSpPr>
              <a:cxnSpLocks/>
            </p:cNvCxnSpPr>
            <p:nvPr/>
          </p:nvCxnSpPr>
          <p:spPr>
            <a:xfrm>
              <a:off x="6725168" y="1391499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49" name="직선 연결선 6248">
              <a:extLst>
                <a:ext uri="{FF2B5EF4-FFF2-40B4-BE49-F238E27FC236}">
                  <a16:creationId xmlns:a16="http://schemas.microsoft.com/office/drawing/2014/main" id="{9499DA82-55CA-FE5A-8DD2-5C189F4F6E23}"/>
                </a:ext>
              </a:extLst>
            </p:cNvPr>
            <p:cNvCxnSpPr>
              <a:cxnSpLocks/>
            </p:cNvCxnSpPr>
            <p:nvPr/>
          </p:nvCxnSpPr>
          <p:spPr>
            <a:xfrm>
              <a:off x="6725168" y="1172424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50" name="직선 연결선 6249">
              <a:extLst>
                <a:ext uri="{FF2B5EF4-FFF2-40B4-BE49-F238E27FC236}">
                  <a16:creationId xmlns:a16="http://schemas.microsoft.com/office/drawing/2014/main" id="{DC2EC1D2-B06B-05EF-B4F6-ABD39939EBA5}"/>
                </a:ext>
              </a:extLst>
            </p:cNvPr>
            <p:cNvCxnSpPr>
              <a:cxnSpLocks/>
            </p:cNvCxnSpPr>
            <p:nvPr/>
          </p:nvCxnSpPr>
          <p:spPr>
            <a:xfrm>
              <a:off x="6725168" y="1093843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252" name="그룹 6251">
            <a:extLst>
              <a:ext uri="{FF2B5EF4-FFF2-40B4-BE49-F238E27FC236}">
                <a16:creationId xmlns:a16="http://schemas.microsoft.com/office/drawing/2014/main" id="{CDA2293E-8D35-0D3E-D377-40C471DA36A3}"/>
              </a:ext>
            </a:extLst>
          </p:cNvPr>
          <p:cNvGrpSpPr/>
          <p:nvPr/>
        </p:nvGrpSpPr>
        <p:grpSpPr>
          <a:xfrm rot="10800000">
            <a:off x="2358058" y="5639199"/>
            <a:ext cx="1336813" cy="1860829"/>
            <a:chOff x="2364658" y="656663"/>
            <a:chExt cx="1336813" cy="1860829"/>
          </a:xfrm>
        </p:grpSpPr>
        <p:grpSp>
          <p:nvGrpSpPr>
            <p:cNvPr id="6253" name="그룹 6252">
              <a:extLst>
                <a:ext uri="{FF2B5EF4-FFF2-40B4-BE49-F238E27FC236}">
                  <a16:creationId xmlns:a16="http://schemas.microsoft.com/office/drawing/2014/main" id="{B792ACF5-3F5F-DB07-3655-680D5BC9C34A}"/>
                </a:ext>
              </a:extLst>
            </p:cNvPr>
            <p:cNvGrpSpPr/>
            <p:nvPr/>
          </p:nvGrpSpPr>
          <p:grpSpPr>
            <a:xfrm>
              <a:off x="2445025" y="656663"/>
              <a:ext cx="1172817" cy="1860829"/>
              <a:chOff x="2445025" y="656663"/>
              <a:chExt cx="1172817" cy="1860829"/>
            </a:xfrm>
          </p:grpSpPr>
          <p:sp>
            <p:nvSpPr>
              <p:cNvPr id="6264" name="직사각형 6263">
                <a:extLst>
                  <a:ext uri="{FF2B5EF4-FFF2-40B4-BE49-F238E27FC236}">
                    <a16:creationId xmlns:a16="http://schemas.microsoft.com/office/drawing/2014/main" id="{1746B337-E6F0-00E3-4399-CAC94C264A5A}"/>
                  </a:ext>
                </a:extLst>
              </p:cNvPr>
              <p:cNvSpPr/>
              <p:nvPr/>
            </p:nvSpPr>
            <p:spPr>
              <a:xfrm>
                <a:off x="2445025" y="656663"/>
                <a:ext cx="1172817" cy="14206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265" name="직사각형 6264">
                <a:extLst>
                  <a:ext uri="{FF2B5EF4-FFF2-40B4-BE49-F238E27FC236}">
                    <a16:creationId xmlns:a16="http://schemas.microsoft.com/office/drawing/2014/main" id="{A058AC4C-C209-BAB8-9428-498B53675266}"/>
                  </a:ext>
                </a:extLst>
              </p:cNvPr>
              <p:cNvSpPr/>
              <p:nvPr/>
            </p:nvSpPr>
            <p:spPr>
              <a:xfrm>
                <a:off x="2596181" y="656663"/>
                <a:ext cx="870504" cy="1420614"/>
              </a:xfrm>
              <a:prstGeom prst="rect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266" name="그룹 6265">
                <a:extLst>
                  <a:ext uri="{FF2B5EF4-FFF2-40B4-BE49-F238E27FC236}">
                    <a16:creationId xmlns:a16="http://schemas.microsoft.com/office/drawing/2014/main" id="{AA29510F-B03E-1BC2-C393-285ADA2FF121}"/>
                  </a:ext>
                </a:extLst>
              </p:cNvPr>
              <p:cNvGrpSpPr/>
              <p:nvPr/>
            </p:nvGrpSpPr>
            <p:grpSpPr>
              <a:xfrm>
                <a:off x="2595833" y="1646292"/>
                <a:ext cx="871201" cy="871200"/>
                <a:chOff x="706179" y="517944"/>
                <a:chExt cx="871201" cy="871200"/>
              </a:xfrm>
            </p:grpSpPr>
            <p:sp>
              <p:nvSpPr>
                <p:cNvPr id="6270" name="원호 6269">
                  <a:extLst>
                    <a:ext uri="{FF2B5EF4-FFF2-40B4-BE49-F238E27FC236}">
                      <a16:creationId xmlns:a16="http://schemas.microsoft.com/office/drawing/2014/main" id="{A651107D-6B2C-7D04-E496-94B9828AE126}"/>
                    </a:ext>
                  </a:extLst>
                </p:cNvPr>
                <p:cNvSpPr/>
                <p:nvPr/>
              </p:nvSpPr>
              <p:spPr>
                <a:xfrm>
                  <a:off x="706179" y="517944"/>
                  <a:ext cx="871200" cy="871200"/>
                </a:xfrm>
                <a:prstGeom prst="arc">
                  <a:avLst>
                    <a:gd name="adj1" fmla="val 10826020"/>
                    <a:gd name="adj2" fmla="val 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271" name="원호 6270">
                  <a:extLst>
                    <a:ext uri="{FF2B5EF4-FFF2-40B4-BE49-F238E27FC236}">
                      <a16:creationId xmlns:a16="http://schemas.microsoft.com/office/drawing/2014/main" id="{3E5D4E27-AB51-3453-F1D9-D029D6762B32}"/>
                    </a:ext>
                  </a:extLst>
                </p:cNvPr>
                <p:cNvSpPr/>
                <p:nvPr/>
              </p:nvSpPr>
              <p:spPr>
                <a:xfrm rot="10800000">
                  <a:off x="706180" y="517944"/>
                  <a:ext cx="871200" cy="871200"/>
                </a:xfrm>
                <a:prstGeom prst="arc">
                  <a:avLst>
                    <a:gd name="adj1" fmla="val 10826020"/>
                    <a:gd name="adj2" fmla="val 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6267" name="직선 연결선 6266">
                <a:extLst>
                  <a:ext uri="{FF2B5EF4-FFF2-40B4-BE49-F238E27FC236}">
                    <a16:creationId xmlns:a16="http://schemas.microsoft.com/office/drawing/2014/main" id="{BA89D948-1690-F411-EE4D-669DE9F1F0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0133" y="991644"/>
                <a:ext cx="482600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68" name="원호 6267">
                <a:extLst>
                  <a:ext uri="{FF2B5EF4-FFF2-40B4-BE49-F238E27FC236}">
                    <a16:creationId xmlns:a16="http://schemas.microsoft.com/office/drawing/2014/main" id="{F84349FB-174A-DC82-357F-2B29436D8C0E}"/>
                  </a:ext>
                </a:extLst>
              </p:cNvPr>
              <p:cNvSpPr/>
              <p:nvPr/>
            </p:nvSpPr>
            <p:spPr>
              <a:xfrm rot="10800000">
                <a:off x="2708891" y="796366"/>
                <a:ext cx="645084" cy="645084"/>
              </a:xfrm>
              <a:prstGeom prst="arc">
                <a:avLst>
                  <a:gd name="adj1" fmla="val 10826020"/>
                  <a:gd name="adj2" fmla="val 0"/>
                </a:avLst>
              </a:prstGeom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69" name="타원 6268">
                <a:extLst>
                  <a:ext uri="{FF2B5EF4-FFF2-40B4-BE49-F238E27FC236}">
                    <a16:creationId xmlns:a16="http://schemas.microsoft.com/office/drawing/2014/main" id="{4E8F6A16-C4F0-A5F5-7BBC-28944CD67950}"/>
                  </a:ext>
                </a:extLst>
              </p:cNvPr>
              <p:cNvSpPr/>
              <p:nvPr/>
            </p:nvSpPr>
            <p:spPr>
              <a:xfrm>
                <a:off x="2895124" y="1008820"/>
                <a:ext cx="272618" cy="272618"/>
              </a:xfrm>
              <a:prstGeom prst="ellips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254" name="그룹 6253">
              <a:extLst>
                <a:ext uri="{FF2B5EF4-FFF2-40B4-BE49-F238E27FC236}">
                  <a16:creationId xmlns:a16="http://schemas.microsoft.com/office/drawing/2014/main" id="{773E91FB-E664-3CD3-CF99-6DC40687DA97}"/>
                </a:ext>
              </a:extLst>
            </p:cNvPr>
            <p:cNvGrpSpPr/>
            <p:nvPr/>
          </p:nvGrpSpPr>
          <p:grpSpPr>
            <a:xfrm>
              <a:off x="2364658" y="1093843"/>
              <a:ext cx="79513" cy="511968"/>
              <a:chOff x="6725168" y="1093843"/>
              <a:chExt cx="79513" cy="511968"/>
            </a:xfrm>
          </p:grpSpPr>
          <p:cxnSp>
            <p:nvCxnSpPr>
              <p:cNvPr id="6260" name="직선 연결선 6259">
                <a:extLst>
                  <a:ext uri="{FF2B5EF4-FFF2-40B4-BE49-F238E27FC236}">
                    <a16:creationId xmlns:a16="http://schemas.microsoft.com/office/drawing/2014/main" id="{5AAFAD4B-E58F-0C78-455A-371F786EAC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168" y="1605811"/>
                <a:ext cx="79513" cy="0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61" name="직선 연결선 6260">
                <a:extLst>
                  <a:ext uri="{FF2B5EF4-FFF2-40B4-BE49-F238E27FC236}">
                    <a16:creationId xmlns:a16="http://schemas.microsoft.com/office/drawing/2014/main" id="{865708E1-1941-732B-0022-86D39F1321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168" y="1391499"/>
                <a:ext cx="79513" cy="0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62" name="직선 연결선 6261">
                <a:extLst>
                  <a:ext uri="{FF2B5EF4-FFF2-40B4-BE49-F238E27FC236}">
                    <a16:creationId xmlns:a16="http://schemas.microsoft.com/office/drawing/2014/main" id="{95907A9F-3163-CD40-E7EC-D6499B144D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168" y="1172424"/>
                <a:ext cx="79513" cy="0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63" name="직선 연결선 6262">
                <a:extLst>
                  <a:ext uri="{FF2B5EF4-FFF2-40B4-BE49-F238E27FC236}">
                    <a16:creationId xmlns:a16="http://schemas.microsoft.com/office/drawing/2014/main" id="{D04DBFC4-CE78-AC3F-CA4B-C1D06CAA2B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168" y="1093843"/>
                <a:ext cx="79513" cy="0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255" name="그룹 6254">
              <a:extLst>
                <a:ext uri="{FF2B5EF4-FFF2-40B4-BE49-F238E27FC236}">
                  <a16:creationId xmlns:a16="http://schemas.microsoft.com/office/drawing/2014/main" id="{5B324262-822E-498E-6CB2-12ADB54F5BAE}"/>
                </a:ext>
              </a:extLst>
            </p:cNvPr>
            <p:cNvGrpSpPr/>
            <p:nvPr/>
          </p:nvGrpSpPr>
          <p:grpSpPr>
            <a:xfrm>
              <a:off x="3621958" y="1093843"/>
              <a:ext cx="79513" cy="511968"/>
              <a:chOff x="6725168" y="1093843"/>
              <a:chExt cx="79513" cy="511968"/>
            </a:xfrm>
          </p:grpSpPr>
          <p:cxnSp>
            <p:nvCxnSpPr>
              <p:cNvPr id="6256" name="직선 연결선 6255">
                <a:extLst>
                  <a:ext uri="{FF2B5EF4-FFF2-40B4-BE49-F238E27FC236}">
                    <a16:creationId xmlns:a16="http://schemas.microsoft.com/office/drawing/2014/main" id="{7ED1D8CE-F3E0-7EC4-9FBB-6A1C0B222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168" y="1605811"/>
                <a:ext cx="79513" cy="0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57" name="직선 연결선 6256">
                <a:extLst>
                  <a:ext uri="{FF2B5EF4-FFF2-40B4-BE49-F238E27FC236}">
                    <a16:creationId xmlns:a16="http://schemas.microsoft.com/office/drawing/2014/main" id="{0A2B937E-BADB-D917-0AEC-43CD5915D6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168" y="1391499"/>
                <a:ext cx="79513" cy="0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58" name="직선 연결선 6257">
                <a:extLst>
                  <a:ext uri="{FF2B5EF4-FFF2-40B4-BE49-F238E27FC236}">
                    <a16:creationId xmlns:a16="http://schemas.microsoft.com/office/drawing/2014/main" id="{15D02882-06D5-35D6-6D63-49B98D7A49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168" y="1172424"/>
                <a:ext cx="79513" cy="0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59" name="직선 연결선 6258">
                <a:extLst>
                  <a:ext uri="{FF2B5EF4-FFF2-40B4-BE49-F238E27FC236}">
                    <a16:creationId xmlns:a16="http://schemas.microsoft.com/office/drawing/2014/main" id="{3688B5A9-6E6F-664B-BDD4-4DEA78407E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5168" y="1093843"/>
                <a:ext cx="79513" cy="0"/>
              </a:xfrm>
              <a:prstGeom prst="lin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6278" name="그룹 6277">
            <a:extLst>
              <a:ext uri="{FF2B5EF4-FFF2-40B4-BE49-F238E27FC236}">
                <a16:creationId xmlns:a16="http://schemas.microsoft.com/office/drawing/2014/main" id="{5CB4A6CE-EA87-1F27-F355-C445A1576329}"/>
              </a:ext>
            </a:extLst>
          </p:cNvPr>
          <p:cNvGrpSpPr/>
          <p:nvPr/>
        </p:nvGrpSpPr>
        <p:grpSpPr>
          <a:xfrm>
            <a:off x="1232452" y="2585259"/>
            <a:ext cx="79513" cy="2757488"/>
            <a:chOff x="5499296" y="2585259"/>
            <a:chExt cx="79513" cy="2757488"/>
          </a:xfrm>
        </p:grpSpPr>
        <p:cxnSp>
          <p:nvCxnSpPr>
            <p:cNvPr id="6273" name="직선 연결선 6272">
              <a:extLst>
                <a:ext uri="{FF2B5EF4-FFF2-40B4-BE49-F238E27FC236}">
                  <a16:creationId xmlns:a16="http://schemas.microsoft.com/office/drawing/2014/main" id="{5606CF2E-6B2C-A436-7BF2-8DAD573D06D9}"/>
                </a:ext>
              </a:extLst>
            </p:cNvPr>
            <p:cNvCxnSpPr>
              <a:cxnSpLocks/>
            </p:cNvCxnSpPr>
            <p:nvPr/>
          </p:nvCxnSpPr>
          <p:spPr>
            <a:xfrm>
              <a:off x="5499296" y="2585259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77" name="직선 연결선 6276">
              <a:extLst>
                <a:ext uri="{FF2B5EF4-FFF2-40B4-BE49-F238E27FC236}">
                  <a16:creationId xmlns:a16="http://schemas.microsoft.com/office/drawing/2014/main" id="{22C5950A-51E5-4AF1-6C77-43897DD1F733}"/>
                </a:ext>
              </a:extLst>
            </p:cNvPr>
            <p:cNvCxnSpPr>
              <a:cxnSpLocks/>
            </p:cNvCxnSpPr>
            <p:nvPr/>
          </p:nvCxnSpPr>
          <p:spPr>
            <a:xfrm>
              <a:off x="5499296" y="5342747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279" name="그룹 6278">
            <a:extLst>
              <a:ext uri="{FF2B5EF4-FFF2-40B4-BE49-F238E27FC236}">
                <a16:creationId xmlns:a16="http://schemas.microsoft.com/office/drawing/2014/main" id="{BBD8F70A-406D-7210-CA22-461BBDF96D18}"/>
              </a:ext>
            </a:extLst>
          </p:cNvPr>
          <p:cNvGrpSpPr/>
          <p:nvPr/>
        </p:nvGrpSpPr>
        <p:grpSpPr>
          <a:xfrm>
            <a:off x="4740965" y="2585259"/>
            <a:ext cx="79513" cy="2757488"/>
            <a:chOff x="5499296" y="2585259"/>
            <a:chExt cx="79513" cy="2757488"/>
          </a:xfrm>
        </p:grpSpPr>
        <p:cxnSp>
          <p:nvCxnSpPr>
            <p:cNvPr id="6280" name="직선 연결선 6279">
              <a:extLst>
                <a:ext uri="{FF2B5EF4-FFF2-40B4-BE49-F238E27FC236}">
                  <a16:creationId xmlns:a16="http://schemas.microsoft.com/office/drawing/2014/main" id="{AA69E25F-AC4C-9B06-7DE7-45A9BEBAE74B}"/>
                </a:ext>
              </a:extLst>
            </p:cNvPr>
            <p:cNvCxnSpPr>
              <a:cxnSpLocks/>
            </p:cNvCxnSpPr>
            <p:nvPr/>
          </p:nvCxnSpPr>
          <p:spPr>
            <a:xfrm>
              <a:off x="5499296" y="2585259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281" name="직선 연결선 6280">
              <a:extLst>
                <a:ext uri="{FF2B5EF4-FFF2-40B4-BE49-F238E27FC236}">
                  <a16:creationId xmlns:a16="http://schemas.microsoft.com/office/drawing/2014/main" id="{61D931F8-027A-4942-9698-F83E9A657092}"/>
                </a:ext>
              </a:extLst>
            </p:cNvPr>
            <p:cNvCxnSpPr>
              <a:cxnSpLocks/>
            </p:cNvCxnSpPr>
            <p:nvPr/>
          </p:nvCxnSpPr>
          <p:spPr>
            <a:xfrm>
              <a:off x="5499296" y="5342747"/>
              <a:ext cx="79513" cy="0"/>
            </a:xfrm>
            <a:prstGeom prst="lin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111</cp:revision>
  <dcterms:created xsi:type="dcterms:W3CDTF">2021-10-29T04:43:38Z</dcterms:created>
  <dcterms:modified xsi:type="dcterms:W3CDTF">2022-10-08T08:30:58Z</dcterms:modified>
</cp:coreProperties>
</file>
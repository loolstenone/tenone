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076950" cy="77644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6" userDrawn="1">
          <p15:clr>
            <a:srgbClr val="A4A3A4"/>
          </p15:clr>
        </p15:guide>
        <p15:guide id="2" pos="19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EA531"/>
    <a:srgbClr val="FF5050"/>
    <a:srgbClr val="597422"/>
    <a:srgbClr val="B8D779"/>
    <a:srgbClr val="EBF6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9" autoAdjust="0"/>
    <p:restoredTop sz="94660"/>
  </p:normalViewPr>
  <p:slideViewPr>
    <p:cSldViewPr snapToGrid="0" showGuides="1">
      <p:cViewPr varScale="1">
        <p:scale>
          <a:sx n="96" d="100"/>
          <a:sy n="96" d="100"/>
        </p:scale>
        <p:origin x="2700" y="78"/>
      </p:cViewPr>
      <p:guideLst>
        <p:guide orient="horz" pos="2446"/>
        <p:guide pos="19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5771" y="1270713"/>
            <a:ext cx="5165408" cy="2703183"/>
          </a:xfrm>
        </p:spPr>
        <p:txBody>
          <a:bodyPr anchor="b"/>
          <a:lstStyle>
            <a:lvl1pPr algn="ctr"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9619" y="4078141"/>
            <a:ext cx="4557713" cy="1874614"/>
          </a:xfrm>
        </p:spPr>
        <p:txBody>
          <a:bodyPr/>
          <a:lstStyle>
            <a:lvl1pPr marL="0" indent="0" algn="ctr">
              <a:buNone/>
              <a:defRPr sz="1595"/>
            </a:lvl1pPr>
            <a:lvl2pPr marL="303855" indent="0" algn="ctr">
              <a:buNone/>
              <a:defRPr sz="1329"/>
            </a:lvl2pPr>
            <a:lvl3pPr marL="607710" indent="0" algn="ctr">
              <a:buNone/>
              <a:defRPr sz="1196"/>
            </a:lvl3pPr>
            <a:lvl4pPr marL="911565" indent="0" algn="ctr">
              <a:buNone/>
              <a:defRPr sz="1063"/>
            </a:lvl4pPr>
            <a:lvl5pPr marL="1215420" indent="0" algn="ctr">
              <a:buNone/>
              <a:defRPr sz="1063"/>
            </a:lvl5pPr>
            <a:lvl6pPr marL="1519276" indent="0" algn="ctr">
              <a:buNone/>
              <a:defRPr sz="1063"/>
            </a:lvl6pPr>
            <a:lvl7pPr marL="1823131" indent="0" algn="ctr">
              <a:buNone/>
              <a:defRPr sz="1063"/>
            </a:lvl7pPr>
            <a:lvl8pPr marL="2126986" indent="0" algn="ctr">
              <a:buNone/>
              <a:defRPr sz="1063"/>
            </a:lvl8pPr>
            <a:lvl9pPr marL="2430841" indent="0" algn="ctr">
              <a:buNone/>
              <a:defRPr sz="1063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7252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2697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626" y="1935726"/>
            <a:ext cx="5241369" cy="3229800"/>
          </a:xfrm>
        </p:spPr>
        <p:txBody>
          <a:bodyPr anchor="b"/>
          <a:lstStyle>
            <a:lvl1pPr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4626" y="5196081"/>
            <a:ext cx="5241369" cy="1698476"/>
          </a:xfrm>
        </p:spPr>
        <p:txBody>
          <a:bodyPr/>
          <a:lstStyle>
            <a:lvl1pPr marL="0" indent="0">
              <a:buNone/>
              <a:defRPr sz="1595">
                <a:solidFill>
                  <a:schemeClr val="tx1"/>
                </a:solidFill>
              </a:defRPr>
            </a:lvl1pPr>
            <a:lvl2pPr marL="303855" indent="0">
              <a:buNone/>
              <a:defRPr sz="1329">
                <a:solidFill>
                  <a:schemeClr val="tx1">
                    <a:tint val="75000"/>
                  </a:schemeClr>
                </a:solidFill>
              </a:defRPr>
            </a:lvl2pPr>
            <a:lvl3pPr marL="607710" indent="0">
              <a:buNone/>
              <a:defRPr sz="1196">
                <a:solidFill>
                  <a:schemeClr val="tx1">
                    <a:tint val="75000"/>
                  </a:schemeClr>
                </a:solidFill>
              </a:defRPr>
            </a:lvl3pPr>
            <a:lvl4pPr marL="911565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4pPr>
            <a:lvl5pPr marL="1215420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5pPr>
            <a:lvl6pPr marL="151927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6pPr>
            <a:lvl7pPr marL="182313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7pPr>
            <a:lvl8pPr marL="212698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8pPr>
            <a:lvl9pPr marL="243084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6462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7790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76456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604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413387"/>
            <a:ext cx="5241369" cy="150077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8583" y="1903373"/>
            <a:ext cx="2570834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8583" y="2836186"/>
            <a:ext cx="2570834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76456" y="1903373"/>
            <a:ext cx="2583495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76456" y="2836186"/>
            <a:ext cx="2583495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7282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011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7384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3495" y="1117941"/>
            <a:ext cx="3076456" cy="5517801"/>
          </a:xfrm>
        </p:spPr>
        <p:txBody>
          <a:bodyPr/>
          <a:lstStyle>
            <a:lvl1pPr>
              <a:defRPr sz="2127"/>
            </a:lvl1pPr>
            <a:lvl2pPr>
              <a:defRPr sz="1861"/>
            </a:lvl2pPr>
            <a:lvl3pPr>
              <a:defRPr sz="1595"/>
            </a:lvl3pPr>
            <a:lvl4pPr>
              <a:defRPr sz="1329"/>
            </a:lvl4pPr>
            <a:lvl5pPr>
              <a:defRPr sz="1329"/>
            </a:lvl5pPr>
            <a:lvl6pPr>
              <a:defRPr sz="1329"/>
            </a:lvl6pPr>
            <a:lvl7pPr>
              <a:defRPr sz="1329"/>
            </a:lvl7pPr>
            <a:lvl8pPr>
              <a:defRPr sz="1329"/>
            </a:lvl8pPr>
            <a:lvl9pPr>
              <a:defRPr sz="132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5214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3495" y="1117941"/>
            <a:ext cx="3076456" cy="5517801"/>
          </a:xfrm>
        </p:spPr>
        <p:txBody>
          <a:bodyPr anchor="t"/>
          <a:lstStyle>
            <a:lvl1pPr marL="0" indent="0">
              <a:buNone/>
              <a:defRPr sz="2127"/>
            </a:lvl1pPr>
            <a:lvl2pPr marL="303855" indent="0">
              <a:buNone/>
              <a:defRPr sz="1861"/>
            </a:lvl2pPr>
            <a:lvl3pPr marL="607710" indent="0">
              <a:buNone/>
              <a:defRPr sz="1595"/>
            </a:lvl3pPr>
            <a:lvl4pPr marL="911565" indent="0">
              <a:buNone/>
              <a:defRPr sz="1329"/>
            </a:lvl4pPr>
            <a:lvl5pPr marL="1215420" indent="0">
              <a:buNone/>
              <a:defRPr sz="1329"/>
            </a:lvl5pPr>
            <a:lvl6pPr marL="1519276" indent="0">
              <a:buNone/>
              <a:defRPr sz="1329"/>
            </a:lvl6pPr>
            <a:lvl7pPr marL="1823131" indent="0">
              <a:buNone/>
              <a:defRPr sz="1329"/>
            </a:lvl7pPr>
            <a:lvl8pPr marL="2126986" indent="0">
              <a:buNone/>
              <a:defRPr sz="1329"/>
            </a:lvl8pPr>
            <a:lvl9pPr marL="2430841" indent="0">
              <a:buNone/>
              <a:defRPr sz="1329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826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323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348818" y="413386"/>
            <a:ext cx="1310342" cy="658002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7791" y="413386"/>
            <a:ext cx="3855065" cy="658002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793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7791" y="413387"/>
            <a:ext cx="5241369" cy="1500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7791" y="2066929"/>
            <a:ext cx="5241369" cy="4926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17790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2990" y="7196508"/>
            <a:ext cx="2050971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91846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5350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07710" rtl="0" eaLnBrk="1" latinLnBrk="1" hangingPunct="1">
        <a:lnSpc>
          <a:spcPct val="90000"/>
        </a:lnSpc>
        <a:spcBef>
          <a:spcPct val="0"/>
        </a:spcBef>
        <a:buNone/>
        <a:defRPr sz="292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1928" indent="-151928" algn="l" defTabSz="607710" rtl="0" eaLnBrk="1" latinLnBrk="1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1861" kern="1200">
          <a:solidFill>
            <a:schemeClr val="tx1"/>
          </a:solidFill>
          <a:latin typeface="+mn-lt"/>
          <a:ea typeface="+mn-ea"/>
          <a:cs typeface="+mn-cs"/>
        </a:defRPr>
      </a:lvl1pPr>
      <a:lvl2pPr marL="45578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595" kern="1200">
          <a:solidFill>
            <a:schemeClr val="tx1"/>
          </a:solidFill>
          <a:latin typeface="+mn-lt"/>
          <a:ea typeface="+mn-ea"/>
          <a:cs typeface="+mn-cs"/>
        </a:defRPr>
      </a:lvl2pPr>
      <a:lvl3pPr marL="75963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3pPr>
      <a:lvl4pPr marL="106349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36734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67120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97505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27891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582769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1pPr>
      <a:lvl2pPr marL="30385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2pPr>
      <a:lvl3pPr marL="60771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3pPr>
      <a:lvl4pPr marL="91156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21542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51927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82313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12698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43084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none.biz/" TargetMode="External"/><Relationship Id="rId2" Type="http://schemas.openxmlformats.org/officeDocument/2006/relationships/hyperlink" Target="https://planners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badak.biz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132" name="직선 연결선 5131">
            <a:extLst>
              <a:ext uri="{FF2B5EF4-FFF2-40B4-BE49-F238E27FC236}">
                <a16:creationId xmlns:a16="http://schemas.microsoft.com/office/drawing/2014/main" id="{C785573C-D273-4A27-8A99-F3FE763C25D4}"/>
              </a:ext>
            </a:extLst>
          </p:cNvPr>
          <p:cNvCxnSpPr/>
          <p:nvPr/>
        </p:nvCxnSpPr>
        <p:spPr>
          <a:xfrm>
            <a:off x="3706971" y="462531"/>
            <a:ext cx="206756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33" name="직선 연결선 5132">
            <a:extLst>
              <a:ext uri="{FF2B5EF4-FFF2-40B4-BE49-F238E27FC236}">
                <a16:creationId xmlns:a16="http://schemas.microsoft.com/office/drawing/2014/main" id="{9C1DDB3A-36C0-4D6A-8DBA-CE3B07C03BEA}"/>
              </a:ext>
            </a:extLst>
          </p:cNvPr>
          <p:cNvCxnSpPr/>
          <p:nvPr/>
        </p:nvCxnSpPr>
        <p:spPr>
          <a:xfrm>
            <a:off x="302419" y="462531"/>
            <a:ext cx="206756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TextBox 186">
            <a:hlinkClick r:id="rId2"/>
            <a:extLst>
              <a:ext uri="{FF2B5EF4-FFF2-40B4-BE49-F238E27FC236}">
                <a16:creationId xmlns:a16="http://schemas.microsoft.com/office/drawing/2014/main" id="{71578C04-6F93-45A6-BDC6-DCA07AE38125}"/>
              </a:ext>
            </a:extLst>
          </p:cNvPr>
          <p:cNvSpPr txBox="1"/>
          <p:nvPr/>
        </p:nvSpPr>
        <p:spPr>
          <a:xfrm>
            <a:off x="2525732" y="7555443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 Planner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0" name="TextBox 184">
            <a:hlinkClick r:id="rId3"/>
            <a:extLst>
              <a:ext uri="{FF2B5EF4-FFF2-40B4-BE49-F238E27FC236}">
                <a16:creationId xmlns:a16="http://schemas.microsoft.com/office/drawing/2014/main" id="{05649DDC-262D-4E37-B0DD-57601198EFDB}"/>
              </a:ext>
            </a:extLst>
          </p:cNvPr>
          <p:cNvSpPr txBox="1"/>
          <p:nvPr/>
        </p:nvSpPr>
        <p:spPr>
          <a:xfrm>
            <a:off x="312196" y="7553348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  <p:grpSp>
        <p:nvGrpSpPr>
          <p:cNvPr id="5261" name="그룹 5260">
            <a:extLst>
              <a:ext uri="{FF2B5EF4-FFF2-40B4-BE49-F238E27FC236}">
                <a16:creationId xmlns:a16="http://schemas.microsoft.com/office/drawing/2014/main" id="{874D0CC6-3B85-D092-C062-BC13D5570122}"/>
              </a:ext>
            </a:extLst>
          </p:cNvPr>
          <p:cNvGrpSpPr/>
          <p:nvPr/>
        </p:nvGrpSpPr>
        <p:grpSpPr>
          <a:xfrm>
            <a:off x="152558" y="1211642"/>
            <a:ext cx="275962" cy="5592595"/>
            <a:chOff x="196478" y="1444618"/>
            <a:chExt cx="275962" cy="5592595"/>
          </a:xfrm>
        </p:grpSpPr>
        <p:cxnSp>
          <p:nvCxnSpPr>
            <p:cNvPr id="5172" name="직선 연결선 5171">
              <a:extLst>
                <a:ext uri="{FF2B5EF4-FFF2-40B4-BE49-F238E27FC236}">
                  <a16:creationId xmlns:a16="http://schemas.microsoft.com/office/drawing/2014/main" id="{8111167B-A50E-FA4E-E3D4-0573C0E03E21}"/>
                </a:ext>
              </a:extLst>
            </p:cNvPr>
            <p:cNvCxnSpPr>
              <a:cxnSpLocks/>
            </p:cNvCxnSpPr>
            <p:nvPr/>
          </p:nvCxnSpPr>
          <p:spPr>
            <a:xfrm>
              <a:off x="334458" y="1724025"/>
              <a:ext cx="0" cy="503872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3" name="타원 252">
              <a:extLst>
                <a:ext uri="{FF2B5EF4-FFF2-40B4-BE49-F238E27FC236}">
                  <a16:creationId xmlns:a16="http://schemas.microsoft.com/office/drawing/2014/main" id="{FA67C9EC-A9FE-655A-59B7-0F56BECAD5F4}"/>
                </a:ext>
              </a:extLst>
            </p:cNvPr>
            <p:cNvSpPr/>
            <p:nvPr/>
          </p:nvSpPr>
          <p:spPr>
            <a:xfrm>
              <a:off x="196478" y="1444618"/>
              <a:ext cx="275962" cy="275960"/>
            </a:xfrm>
            <a:prstGeom prst="ellips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260" name="타원 5259">
              <a:extLst>
                <a:ext uri="{FF2B5EF4-FFF2-40B4-BE49-F238E27FC236}">
                  <a16:creationId xmlns:a16="http://schemas.microsoft.com/office/drawing/2014/main" id="{6163A7FE-69FB-C1EF-3B63-EE7BE97074DA}"/>
                </a:ext>
              </a:extLst>
            </p:cNvPr>
            <p:cNvSpPr/>
            <p:nvPr/>
          </p:nvSpPr>
          <p:spPr>
            <a:xfrm>
              <a:off x="196478" y="6761253"/>
              <a:ext cx="275962" cy="275960"/>
            </a:xfrm>
            <a:prstGeom prst="ellips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5262" name="그룹 5261">
            <a:extLst>
              <a:ext uri="{FF2B5EF4-FFF2-40B4-BE49-F238E27FC236}">
                <a16:creationId xmlns:a16="http://schemas.microsoft.com/office/drawing/2014/main" id="{F53F3A6C-5E9B-D43E-D553-33D7FB7FAE89}"/>
              </a:ext>
            </a:extLst>
          </p:cNvPr>
          <p:cNvGrpSpPr/>
          <p:nvPr/>
        </p:nvGrpSpPr>
        <p:grpSpPr>
          <a:xfrm>
            <a:off x="764498" y="1211642"/>
            <a:ext cx="275962" cy="5592595"/>
            <a:chOff x="196478" y="1444618"/>
            <a:chExt cx="275962" cy="5592595"/>
          </a:xfrm>
        </p:grpSpPr>
        <p:cxnSp>
          <p:nvCxnSpPr>
            <p:cNvPr id="5263" name="직선 연결선 5262">
              <a:extLst>
                <a:ext uri="{FF2B5EF4-FFF2-40B4-BE49-F238E27FC236}">
                  <a16:creationId xmlns:a16="http://schemas.microsoft.com/office/drawing/2014/main" id="{646B47F1-ADB6-B1FB-7562-D0733B5EB6E8}"/>
                </a:ext>
              </a:extLst>
            </p:cNvPr>
            <p:cNvCxnSpPr>
              <a:cxnSpLocks/>
            </p:cNvCxnSpPr>
            <p:nvPr/>
          </p:nvCxnSpPr>
          <p:spPr>
            <a:xfrm>
              <a:off x="334458" y="1724025"/>
              <a:ext cx="0" cy="503872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64" name="타원 5263">
              <a:extLst>
                <a:ext uri="{FF2B5EF4-FFF2-40B4-BE49-F238E27FC236}">
                  <a16:creationId xmlns:a16="http://schemas.microsoft.com/office/drawing/2014/main" id="{DB4575CF-A108-A9B2-213B-7DB5A0C0E2B5}"/>
                </a:ext>
              </a:extLst>
            </p:cNvPr>
            <p:cNvSpPr/>
            <p:nvPr/>
          </p:nvSpPr>
          <p:spPr>
            <a:xfrm>
              <a:off x="196478" y="1444618"/>
              <a:ext cx="275962" cy="275960"/>
            </a:xfrm>
            <a:prstGeom prst="ellips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265" name="타원 5264">
              <a:extLst>
                <a:ext uri="{FF2B5EF4-FFF2-40B4-BE49-F238E27FC236}">
                  <a16:creationId xmlns:a16="http://schemas.microsoft.com/office/drawing/2014/main" id="{96AAC28F-8712-C219-96FB-D671C006052B}"/>
                </a:ext>
              </a:extLst>
            </p:cNvPr>
            <p:cNvSpPr/>
            <p:nvPr/>
          </p:nvSpPr>
          <p:spPr>
            <a:xfrm>
              <a:off x="196478" y="6761253"/>
              <a:ext cx="275962" cy="275960"/>
            </a:xfrm>
            <a:prstGeom prst="ellips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5266" name="그룹 5265">
            <a:extLst>
              <a:ext uri="{FF2B5EF4-FFF2-40B4-BE49-F238E27FC236}">
                <a16:creationId xmlns:a16="http://schemas.microsoft.com/office/drawing/2014/main" id="{733148E2-0387-1F29-D225-9A7D8171D9D4}"/>
              </a:ext>
            </a:extLst>
          </p:cNvPr>
          <p:cNvGrpSpPr/>
          <p:nvPr/>
        </p:nvGrpSpPr>
        <p:grpSpPr>
          <a:xfrm>
            <a:off x="1376438" y="1211642"/>
            <a:ext cx="275962" cy="5592595"/>
            <a:chOff x="196478" y="1444618"/>
            <a:chExt cx="275962" cy="5592595"/>
          </a:xfrm>
        </p:grpSpPr>
        <p:cxnSp>
          <p:nvCxnSpPr>
            <p:cNvPr id="5267" name="직선 연결선 5266">
              <a:extLst>
                <a:ext uri="{FF2B5EF4-FFF2-40B4-BE49-F238E27FC236}">
                  <a16:creationId xmlns:a16="http://schemas.microsoft.com/office/drawing/2014/main" id="{A02B9555-E016-B65E-F1CE-7477064A62AA}"/>
                </a:ext>
              </a:extLst>
            </p:cNvPr>
            <p:cNvCxnSpPr>
              <a:cxnSpLocks/>
            </p:cNvCxnSpPr>
            <p:nvPr/>
          </p:nvCxnSpPr>
          <p:spPr>
            <a:xfrm>
              <a:off x="334458" y="1724025"/>
              <a:ext cx="0" cy="503872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68" name="타원 5267">
              <a:extLst>
                <a:ext uri="{FF2B5EF4-FFF2-40B4-BE49-F238E27FC236}">
                  <a16:creationId xmlns:a16="http://schemas.microsoft.com/office/drawing/2014/main" id="{26A49A14-B810-B34E-DC76-062204B427A3}"/>
                </a:ext>
              </a:extLst>
            </p:cNvPr>
            <p:cNvSpPr/>
            <p:nvPr/>
          </p:nvSpPr>
          <p:spPr>
            <a:xfrm>
              <a:off x="196478" y="1444618"/>
              <a:ext cx="275962" cy="275960"/>
            </a:xfrm>
            <a:prstGeom prst="ellips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269" name="타원 5268">
              <a:extLst>
                <a:ext uri="{FF2B5EF4-FFF2-40B4-BE49-F238E27FC236}">
                  <a16:creationId xmlns:a16="http://schemas.microsoft.com/office/drawing/2014/main" id="{34216DA4-1077-6353-19E6-FA526D3F409B}"/>
                </a:ext>
              </a:extLst>
            </p:cNvPr>
            <p:cNvSpPr/>
            <p:nvPr/>
          </p:nvSpPr>
          <p:spPr>
            <a:xfrm>
              <a:off x="196478" y="6761253"/>
              <a:ext cx="275962" cy="275960"/>
            </a:xfrm>
            <a:prstGeom prst="ellips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5270" name="그룹 5269">
            <a:extLst>
              <a:ext uri="{FF2B5EF4-FFF2-40B4-BE49-F238E27FC236}">
                <a16:creationId xmlns:a16="http://schemas.microsoft.com/office/drawing/2014/main" id="{2761DC76-A500-5281-A355-2EB3024F2656}"/>
              </a:ext>
            </a:extLst>
          </p:cNvPr>
          <p:cNvGrpSpPr/>
          <p:nvPr/>
        </p:nvGrpSpPr>
        <p:grpSpPr>
          <a:xfrm>
            <a:off x="1988378" y="1211642"/>
            <a:ext cx="275962" cy="5592595"/>
            <a:chOff x="196478" y="1444618"/>
            <a:chExt cx="275962" cy="5592595"/>
          </a:xfrm>
        </p:grpSpPr>
        <p:cxnSp>
          <p:nvCxnSpPr>
            <p:cNvPr id="5271" name="직선 연결선 5270">
              <a:extLst>
                <a:ext uri="{FF2B5EF4-FFF2-40B4-BE49-F238E27FC236}">
                  <a16:creationId xmlns:a16="http://schemas.microsoft.com/office/drawing/2014/main" id="{CEF6B782-10BD-3A54-6CC5-C12D949F4D16}"/>
                </a:ext>
              </a:extLst>
            </p:cNvPr>
            <p:cNvCxnSpPr>
              <a:cxnSpLocks/>
            </p:cNvCxnSpPr>
            <p:nvPr/>
          </p:nvCxnSpPr>
          <p:spPr>
            <a:xfrm>
              <a:off x="334458" y="1724025"/>
              <a:ext cx="0" cy="503872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72" name="타원 5271">
              <a:extLst>
                <a:ext uri="{FF2B5EF4-FFF2-40B4-BE49-F238E27FC236}">
                  <a16:creationId xmlns:a16="http://schemas.microsoft.com/office/drawing/2014/main" id="{D32EA188-45BA-61E5-7828-48A385FF16D3}"/>
                </a:ext>
              </a:extLst>
            </p:cNvPr>
            <p:cNvSpPr/>
            <p:nvPr/>
          </p:nvSpPr>
          <p:spPr>
            <a:xfrm>
              <a:off x="196478" y="1444618"/>
              <a:ext cx="275962" cy="275960"/>
            </a:xfrm>
            <a:prstGeom prst="ellips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273" name="타원 5272">
              <a:extLst>
                <a:ext uri="{FF2B5EF4-FFF2-40B4-BE49-F238E27FC236}">
                  <a16:creationId xmlns:a16="http://schemas.microsoft.com/office/drawing/2014/main" id="{7109BF23-9807-7954-F9A6-177E2DAE439D}"/>
                </a:ext>
              </a:extLst>
            </p:cNvPr>
            <p:cNvSpPr/>
            <p:nvPr/>
          </p:nvSpPr>
          <p:spPr>
            <a:xfrm>
              <a:off x="196478" y="6761253"/>
              <a:ext cx="275962" cy="275960"/>
            </a:xfrm>
            <a:prstGeom prst="ellips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5274" name="그룹 5273">
            <a:extLst>
              <a:ext uri="{FF2B5EF4-FFF2-40B4-BE49-F238E27FC236}">
                <a16:creationId xmlns:a16="http://schemas.microsoft.com/office/drawing/2014/main" id="{C6C0863E-21B7-44E1-AADC-AFD554747B3D}"/>
              </a:ext>
            </a:extLst>
          </p:cNvPr>
          <p:cNvGrpSpPr/>
          <p:nvPr/>
        </p:nvGrpSpPr>
        <p:grpSpPr>
          <a:xfrm>
            <a:off x="2600318" y="1211642"/>
            <a:ext cx="275962" cy="5592595"/>
            <a:chOff x="196478" y="1444618"/>
            <a:chExt cx="275962" cy="5592595"/>
          </a:xfrm>
        </p:grpSpPr>
        <p:cxnSp>
          <p:nvCxnSpPr>
            <p:cNvPr id="5275" name="직선 연결선 5274">
              <a:extLst>
                <a:ext uri="{FF2B5EF4-FFF2-40B4-BE49-F238E27FC236}">
                  <a16:creationId xmlns:a16="http://schemas.microsoft.com/office/drawing/2014/main" id="{9E14C4C1-1FA9-DA8C-403A-1AD7CF3AECDC}"/>
                </a:ext>
              </a:extLst>
            </p:cNvPr>
            <p:cNvCxnSpPr>
              <a:cxnSpLocks/>
            </p:cNvCxnSpPr>
            <p:nvPr/>
          </p:nvCxnSpPr>
          <p:spPr>
            <a:xfrm>
              <a:off x="334458" y="1724025"/>
              <a:ext cx="0" cy="503872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76" name="타원 5275">
              <a:extLst>
                <a:ext uri="{FF2B5EF4-FFF2-40B4-BE49-F238E27FC236}">
                  <a16:creationId xmlns:a16="http://schemas.microsoft.com/office/drawing/2014/main" id="{464B3A6D-4CFD-26F7-5CA3-86CEFB6A4035}"/>
                </a:ext>
              </a:extLst>
            </p:cNvPr>
            <p:cNvSpPr/>
            <p:nvPr/>
          </p:nvSpPr>
          <p:spPr>
            <a:xfrm>
              <a:off x="196478" y="1444618"/>
              <a:ext cx="275962" cy="275960"/>
            </a:xfrm>
            <a:prstGeom prst="ellips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277" name="타원 5276">
              <a:extLst>
                <a:ext uri="{FF2B5EF4-FFF2-40B4-BE49-F238E27FC236}">
                  <a16:creationId xmlns:a16="http://schemas.microsoft.com/office/drawing/2014/main" id="{9AD30FC8-B141-4883-DD48-CA8566E75A51}"/>
                </a:ext>
              </a:extLst>
            </p:cNvPr>
            <p:cNvSpPr/>
            <p:nvPr/>
          </p:nvSpPr>
          <p:spPr>
            <a:xfrm>
              <a:off x="196478" y="6761253"/>
              <a:ext cx="275962" cy="275960"/>
            </a:xfrm>
            <a:prstGeom prst="ellips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5278" name="그룹 5277">
            <a:extLst>
              <a:ext uri="{FF2B5EF4-FFF2-40B4-BE49-F238E27FC236}">
                <a16:creationId xmlns:a16="http://schemas.microsoft.com/office/drawing/2014/main" id="{A3F4C533-7EB7-B63D-88CE-37A8A2A50603}"/>
              </a:ext>
            </a:extLst>
          </p:cNvPr>
          <p:cNvGrpSpPr/>
          <p:nvPr/>
        </p:nvGrpSpPr>
        <p:grpSpPr>
          <a:xfrm>
            <a:off x="3212258" y="1211642"/>
            <a:ext cx="275962" cy="5592595"/>
            <a:chOff x="196478" y="1444618"/>
            <a:chExt cx="275962" cy="5592595"/>
          </a:xfrm>
        </p:grpSpPr>
        <p:cxnSp>
          <p:nvCxnSpPr>
            <p:cNvPr id="5279" name="직선 연결선 5278">
              <a:extLst>
                <a:ext uri="{FF2B5EF4-FFF2-40B4-BE49-F238E27FC236}">
                  <a16:creationId xmlns:a16="http://schemas.microsoft.com/office/drawing/2014/main" id="{B8682D4B-EF44-222F-BB65-CE51F01E2F00}"/>
                </a:ext>
              </a:extLst>
            </p:cNvPr>
            <p:cNvCxnSpPr>
              <a:cxnSpLocks/>
            </p:cNvCxnSpPr>
            <p:nvPr/>
          </p:nvCxnSpPr>
          <p:spPr>
            <a:xfrm>
              <a:off x="334458" y="1724025"/>
              <a:ext cx="0" cy="503872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80" name="타원 5279">
              <a:extLst>
                <a:ext uri="{FF2B5EF4-FFF2-40B4-BE49-F238E27FC236}">
                  <a16:creationId xmlns:a16="http://schemas.microsoft.com/office/drawing/2014/main" id="{46FBD49E-2455-8F46-97D8-D5B99BA065EF}"/>
                </a:ext>
              </a:extLst>
            </p:cNvPr>
            <p:cNvSpPr/>
            <p:nvPr/>
          </p:nvSpPr>
          <p:spPr>
            <a:xfrm>
              <a:off x="196478" y="1444618"/>
              <a:ext cx="275962" cy="275960"/>
            </a:xfrm>
            <a:prstGeom prst="ellips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281" name="타원 5280">
              <a:extLst>
                <a:ext uri="{FF2B5EF4-FFF2-40B4-BE49-F238E27FC236}">
                  <a16:creationId xmlns:a16="http://schemas.microsoft.com/office/drawing/2014/main" id="{A8EC5030-6AE9-7BEA-2D01-EA045AD06D82}"/>
                </a:ext>
              </a:extLst>
            </p:cNvPr>
            <p:cNvSpPr/>
            <p:nvPr/>
          </p:nvSpPr>
          <p:spPr>
            <a:xfrm>
              <a:off x="196478" y="6761253"/>
              <a:ext cx="275962" cy="275960"/>
            </a:xfrm>
            <a:prstGeom prst="ellips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5282" name="그룹 5281">
            <a:extLst>
              <a:ext uri="{FF2B5EF4-FFF2-40B4-BE49-F238E27FC236}">
                <a16:creationId xmlns:a16="http://schemas.microsoft.com/office/drawing/2014/main" id="{D91E1148-FE6F-0012-0764-7AF062C8775A}"/>
              </a:ext>
            </a:extLst>
          </p:cNvPr>
          <p:cNvGrpSpPr/>
          <p:nvPr/>
        </p:nvGrpSpPr>
        <p:grpSpPr>
          <a:xfrm>
            <a:off x="3824198" y="1211642"/>
            <a:ext cx="275962" cy="5592595"/>
            <a:chOff x="196478" y="1444618"/>
            <a:chExt cx="275962" cy="5592595"/>
          </a:xfrm>
        </p:grpSpPr>
        <p:cxnSp>
          <p:nvCxnSpPr>
            <p:cNvPr id="5283" name="직선 연결선 5282">
              <a:extLst>
                <a:ext uri="{FF2B5EF4-FFF2-40B4-BE49-F238E27FC236}">
                  <a16:creationId xmlns:a16="http://schemas.microsoft.com/office/drawing/2014/main" id="{3C63F816-590F-9533-44ED-69887D84F7E3}"/>
                </a:ext>
              </a:extLst>
            </p:cNvPr>
            <p:cNvCxnSpPr>
              <a:cxnSpLocks/>
            </p:cNvCxnSpPr>
            <p:nvPr/>
          </p:nvCxnSpPr>
          <p:spPr>
            <a:xfrm>
              <a:off x="334458" y="1724025"/>
              <a:ext cx="0" cy="503872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84" name="타원 5283">
              <a:extLst>
                <a:ext uri="{FF2B5EF4-FFF2-40B4-BE49-F238E27FC236}">
                  <a16:creationId xmlns:a16="http://schemas.microsoft.com/office/drawing/2014/main" id="{40EF36A1-71A9-E99A-A120-EBA666F77812}"/>
                </a:ext>
              </a:extLst>
            </p:cNvPr>
            <p:cNvSpPr/>
            <p:nvPr/>
          </p:nvSpPr>
          <p:spPr>
            <a:xfrm>
              <a:off x="196478" y="1444618"/>
              <a:ext cx="275962" cy="275960"/>
            </a:xfrm>
            <a:prstGeom prst="ellips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285" name="타원 5284">
              <a:extLst>
                <a:ext uri="{FF2B5EF4-FFF2-40B4-BE49-F238E27FC236}">
                  <a16:creationId xmlns:a16="http://schemas.microsoft.com/office/drawing/2014/main" id="{8635D8B7-F20C-F60A-CFC6-7E8A789BB54C}"/>
                </a:ext>
              </a:extLst>
            </p:cNvPr>
            <p:cNvSpPr/>
            <p:nvPr/>
          </p:nvSpPr>
          <p:spPr>
            <a:xfrm>
              <a:off x="196478" y="6761253"/>
              <a:ext cx="275962" cy="275960"/>
            </a:xfrm>
            <a:prstGeom prst="ellips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5286" name="그룹 5285">
            <a:extLst>
              <a:ext uri="{FF2B5EF4-FFF2-40B4-BE49-F238E27FC236}">
                <a16:creationId xmlns:a16="http://schemas.microsoft.com/office/drawing/2014/main" id="{7D1C65E2-4B41-FF9B-4C52-A5E4E9DAED91}"/>
              </a:ext>
            </a:extLst>
          </p:cNvPr>
          <p:cNvGrpSpPr/>
          <p:nvPr/>
        </p:nvGrpSpPr>
        <p:grpSpPr>
          <a:xfrm>
            <a:off x="4436138" y="1211642"/>
            <a:ext cx="275962" cy="5592595"/>
            <a:chOff x="196478" y="1444618"/>
            <a:chExt cx="275962" cy="5592595"/>
          </a:xfrm>
        </p:grpSpPr>
        <p:cxnSp>
          <p:nvCxnSpPr>
            <p:cNvPr id="5287" name="직선 연결선 5286">
              <a:extLst>
                <a:ext uri="{FF2B5EF4-FFF2-40B4-BE49-F238E27FC236}">
                  <a16:creationId xmlns:a16="http://schemas.microsoft.com/office/drawing/2014/main" id="{CE39ABB4-7228-AF45-2774-30E6922F992C}"/>
                </a:ext>
              </a:extLst>
            </p:cNvPr>
            <p:cNvCxnSpPr>
              <a:cxnSpLocks/>
            </p:cNvCxnSpPr>
            <p:nvPr/>
          </p:nvCxnSpPr>
          <p:spPr>
            <a:xfrm>
              <a:off x="334458" y="1724025"/>
              <a:ext cx="0" cy="503872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88" name="타원 5287">
              <a:extLst>
                <a:ext uri="{FF2B5EF4-FFF2-40B4-BE49-F238E27FC236}">
                  <a16:creationId xmlns:a16="http://schemas.microsoft.com/office/drawing/2014/main" id="{088F2C66-8B73-9E6E-1345-43FA81AB7F8E}"/>
                </a:ext>
              </a:extLst>
            </p:cNvPr>
            <p:cNvSpPr/>
            <p:nvPr/>
          </p:nvSpPr>
          <p:spPr>
            <a:xfrm>
              <a:off x="196478" y="1444618"/>
              <a:ext cx="275962" cy="275960"/>
            </a:xfrm>
            <a:prstGeom prst="ellips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289" name="타원 5288">
              <a:extLst>
                <a:ext uri="{FF2B5EF4-FFF2-40B4-BE49-F238E27FC236}">
                  <a16:creationId xmlns:a16="http://schemas.microsoft.com/office/drawing/2014/main" id="{EFA4F334-BD06-552C-F95D-92FAE867E037}"/>
                </a:ext>
              </a:extLst>
            </p:cNvPr>
            <p:cNvSpPr/>
            <p:nvPr/>
          </p:nvSpPr>
          <p:spPr>
            <a:xfrm>
              <a:off x="196478" y="6761253"/>
              <a:ext cx="275962" cy="275960"/>
            </a:xfrm>
            <a:prstGeom prst="ellips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5290" name="그룹 5289">
            <a:extLst>
              <a:ext uri="{FF2B5EF4-FFF2-40B4-BE49-F238E27FC236}">
                <a16:creationId xmlns:a16="http://schemas.microsoft.com/office/drawing/2014/main" id="{E3734B9C-E3D6-9AB0-1823-CDD819F6E1DC}"/>
              </a:ext>
            </a:extLst>
          </p:cNvPr>
          <p:cNvGrpSpPr/>
          <p:nvPr/>
        </p:nvGrpSpPr>
        <p:grpSpPr>
          <a:xfrm>
            <a:off x="5048078" y="1211642"/>
            <a:ext cx="275962" cy="5592595"/>
            <a:chOff x="196478" y="1444618"/>
            <a:chExt cx="275962" cy="5592595"/>
          </a:xfrm>
        </p:grpSpPr>
        <p:cxnSp>
          <p:nvCxnSpPr>
            <p:cNvPr id="5291" name="직선 연결선 5290">
              <a:extLst>
                <a:ext uri="{FF2B5EF4-FFF2-40B4-BE49-F238E27FC236}">
                  <a16:creationId xmlns:a16="http://schemas.microsoft.com/office/drawing/2014/main" id="{8F4E38BB-8ABD-E423-5DFD-6714C89B59A5}"/>
                </a:ext>
              </a:extLst>
            </p:cNvPr>
            <p:cNvCxnSpPr>
              <a:cxnSpLocks/>
            </p:cNvCxnSpPr>
            <p:nvPr/>
          </p:nvCxnSpPr>
          <p:spPr>
            <a:xfrm>
              <a:off x="334458" y="1724025"/>
              <a:ext cx="0" cy="503872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92" name="타원 5291">
              <a:extLst>
                <a:ext uri="{FF2B5EF4-FFF2-40B4-BE49-F238E27FC236}">
                  <a16:creationId xmlns:a16="http://schemas.microsoft.com/office/drawing/2014/main" id="{0A6AE098-A50A-FCCF-BAF6-BBA607BD6708}"/>
                </a:ext>
              </a:extLst>
            </p:cNvPr>
            <p:cNvSpPr/>
            <p:nvPr/>
          </p:nvSpPr>
          <p:spPr>
            <a:xfrm>
              <a:off x="196478" y="1444618"/>
              <a:ext cx="275962" cy="275960"/>
            </a:xfrm>
            <a:prstGeom prst="ellips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293" name="타원 5292">
              <a:extLst>
                <a:ext uri="{FF2B5EF4-FFF2-40B4-BE49-F238E27FC236}">
                  <a16:creationId xmlns:a16="http://schemas.microsoft.com/office/drawing/2014/main" id="{44742C04-6298-15FA-0B0C-FE3B508124B5}"/>
                </a:ext>
              </a:extLst>
            </p:cNvPr>
            <p:cNvSpPr/>
            <p:nvPr/>
          </p:nvSpPr>
          <p:spPr>
            <a:xfrm>
              <a:off x="196478" y="6761253"/>
              <a:ext cx="275962" cy="275960"/>
            </a:xfrm>
            <a:prstGeom prst="ellips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5334" name="그룹 5333">
            <a:extLst>
              <a:ext uri="{FF2B5EF4-FFF2-40B4-BE49-F238E27FC236}">
                <a16:creationId xmlns:a16="http://schemas.microsoft.com/office/drawing/2014/main" id="{28F3E5FE-A001-9BA4-67D1-BCAC670CB9A7}"/>
              </a:ext>
            </a:extLst>
          </p:cNvPr>
          <p:cNvGrpSpPr/>
          <p:nvPr/>
        </p:nvGrpSpPr>
        <p:grpSpPr>
          <a:xfrm>
            <a:off x="5660016" y="1211642"/>
            <a:ext cx="275962" cy="5592595"/>
            <a:chOff x="196478" y="1444618"/>
            <a:chExt cx="275962" cy="5592595"/>
          </a:xfrm>
        </p:grpSpPr>
        <p:cxnSp>
          <p:nvCxnSpPr>
            <p:cNvPr id="5335" name="직선 연결선 5334">
              <a:extLst>
                <a:ext uri="{FF2B5EF4-FFF2-40B4-BE49-F238E27FC236}">
                  <a16:creationId xmlns:a16="http://schemas.microsoft.com/office/drawing/2014/main" id="{58190262-A111-699C-325B-2FB1B0DFA9DC}"/>
                </a:ext>
              </a:extLst>
            </p:cNvPr>
            <p:cNvCxnSpPr>
              <a:cxnSpLocks/>
            </p:cNvCxnSpPr>
            <p:nvPr/>
          </p:nvCxnSpPr>
          <p:spPr>
            <a:xfrm>
              <a:off x="334458" y="1724025"/>
              <a:ext cx="0" cy="503872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36" name="타원 5335">
              <a:extLst>
                <a:ext uri="{FF2B5EF4-FFF2-40B4-BE49-F238E27FC236}">
                  <a16:creationId xmlns:a16="http://schemas.microsoft.com/office/drawing/2014/main" id="{FA00D120-6E33-4064-23BC-323FAD75BA2A}"/>
                </a:ext>
              </a:extLst>
            </p:cNvPr>
            <p:cNvSpPr/>
            <p:nvPr/>
          </p:nvSpPr>
          <p:spPr>
            <a:xfrm>
              <a:off x="196478" y="1444618"/>
              <a:ext cx="275962" cy="275960"/>
            </a:xfrm>
            <a:prstGeom prst="ellips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337" name="타원 5336">
              <a:extLst>
                <a:ext uri="{FF2B5EF4-FFF2-40B4-BE49-F238E27FC236}">
                  <a16:creationId xmlns:a16="http://schemas.microsoft.com/office/drawing/2014/main" id="{1A1F20BF-CC1B-1AE8-1D39-6BF57A87221D}"/>
                </a:ext>
              </a:extLst>
            </p:cNvPr>
            <p:cNvSpPr/>
            <p:nvPr/>
          </p:nvSpPr>
          <p:spPr>
            <a:xfrm>
              <a:off x="196478" y="6761253"/>
              <a:ext cx="275962" cy="275960"/>
            </a:xfrm>
            <a:prstGeom prst="ellips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" name="TextBox 185">
            <a:hlinkClick r:id="rId4"/>
            <a:extLst>
              <a:ext uri="{FF2B5EF4-FFF2-40B4-BE49-F238E27FC236}">
                <a16:creationId xmlns:a16="http://schemas.microsoft.com/office/drawing/2014/main" id="{68098614-403E-864D-F6CA-9719FD1296BF}"/>
              </a:ext>
            </a:extLst>
          </p:cNvPr>
          <p:cNvSpPr txBox="1"/>
          <p:nvPr/>
        </p:nvSpPr>
        <p:spPr>
          <a:xfrm>
            <a:off x="5233839" y="7555443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59270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295</TotalTime>
  <Words>8</Words>
  <Application>Microsoft Office PowerPoint</Application>
  <PresentationFormat>사용자 지정</PresentationFormat>
  <Paragraphs>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NanumGothic</vt:lpstr>
      <vt:lpstr>Arial</vt:lpstr>
      <vt:lpstr>Calibri</vt:lpstr>
      <vt:lpstr>Calibri Light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JeonCheonil</dc:creator>
  <cp:lastModifiedBy>JeonCheonil</cp:lastModifiedBy>
  <cp:revision>96</cp:revision>
  <dcterms:created xsi:type="dcterms:W3CDTF">2021-10-29T04:43:38Z</dcterms:created>
  <dcterms:modified xsi:type="dcterms:W3CDTF">2022-10-08T11:18:02Z</dcterms:modified>
</cp:coreProperties>
</file>
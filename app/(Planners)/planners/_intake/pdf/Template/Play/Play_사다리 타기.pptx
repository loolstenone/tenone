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7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grpSp>
        <p:nvGrpSpPr>
          <p:cNvPr id="5176" name="그룹 5175">
            <a:extLst>
              <a:ext uri="{FF2B5EF4-FFF2-40B4-BE49-F238E27FC236}">
                <a16:creationId xmlns:a16="http://schemas.microsoft.com/office/drawing/2014/main" id="{B98A935D-AC0A-EC8C-FC53-802D1C07BDFC}"/>
              </a:ext>
            </a:extLst>
          </p:cNvPr>
          <p:cNvGrpSpPr/>
          <p:nvPr/>
        </p:nvGrpSpPr>
        <p:grpSpPr>
          <a:xfrm>
            <a:off x="191637" y="1409700"/>
            <a:ext cx="828675" cy="5667375"/>
            <a:chOff x="191637" y="1409700"/>
            <a:chExt cx="828675" cy="5667375"/>
          </a:xfrm>
        </p:grpSpPr>
        <p:cxnSp>
          <p:nvCxnSpPr>
            <p:cNvPr id="5172" name="직선 연결선 5171">
              <a:extLst>
                <a:ext uri="{FF2B5EF4-FFF2-40B4-BE49-F238E27FC236}">
                  <a16:creationId xmlns:a16="http://schemas.microsoft.com/office/drawing/2014/main" id="{8111167B-A50E-FA4E-E3D4-0573C0E03E21}"/>
                </a:ext>
              </a:extLst>
            </p:cNvPr>
            <p:cNvCxnSpPr>
              <a:cxnSpLocks/>
            </p:cNvCxnSpPr>
            <p:nvPr/>
          </p:nvCxnSpPr>
          <p:spPr>
            <a:xfrm>
              <a:off x="605974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74" name="사각형: 둥근 모서리 5173">
              <a:extLst>
                <a:ext uri="{FF2B5EF4-FFF2-40B4-BE49-F238E27FC236}">
                  <a16:creationId xmlns:a16="http://schemas.microsoft.com/office/drawing/2014/main" id="{AC7B9B73-0C68-68E6-B22D-57D180F4A707}"/>
                </a:ext>
              </a:extLst>
            </p:cNvPr>
            <p:cNvSpPr/>
            <p:nvPr/>
          </p:nvSpPr>
          <p:spPr>
            <a:xfrm>
              <a:off x="191637" y="1409700"/>
              <a:ext cx="828675" cy="314325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75" name="사각형: 둥근 모서리 5174">
              <a:extLst>
                <a:ext uri="{FF2B5EF4-FFF2-40B4-BE49-F238E27FC236}">
                  <a16:creationId xmlns:a16="http://schemas.microsoft.com/office/drawing/2014/main" id="{BC43267B-4C67-ECA0-FA27-677FC2E2E565}"/>
                </a:ext>
              </a:extLst>
            </p:cNvPr>
            <p:cNvSpPr/>
            <p:nvPr/>
          </p:nvSpPr>
          <p:spPr>
            <a:xfrm>
              <a:off x="191637" y="6762750"/>
              <a:ext cx="828675" cy="314325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77" name="그룹 5176">
            <a:extLst>
              <a:ext uri="{FF2B5EF4-FFF2-40B4-BE49-F238E27FC236}">
                <a16:creationId xmlns:a16="http://schemas.microsoft.com/office/drawing/2014/main" id="{C8CC787D-05A6-ABC1-F67C-1BE96F5768C1}"/>
              </a:ext>
            </a:extLst>
          </p:cNvPr>
          <p:cNvGrpSpPr/>
          <p:nvPr/>
        </p:nvGrpSpPr>
        <p:grpSpPr>
          <a:xfrm>
            <a:off x="1171853" y="1409700"/>
            <a:ext cx="828675" cy="5667375"/>
            <a:chOff x="191637" y="1409700"/>
            <a:chExt cx="828675" cy="5667375"/>
          </a:xfrm>
        </p:grpSpPr>
        <p:cxnSp>
          <p:nvCxnSpPr>
            <p:cNvPr id="5178" name="직선 연결선 5177">
              <a:extLst>
                <a:ext uri="{FF2B5EF4-FFF2-40B4-BE49-F238E27FC236}">
                  <a16:creationId xmlns:a16="http://schemas.microsoft.com/office/drawing/2014/main" id="{59C2C1DF-A731-BCF8-A715-C9913A0A8800}"/>
                </a:ext>
              </a:extLst>
            </p:cNvPr>
            <p:cNvCxnSpPr>
              <a:cxnSpLocks/>
            </p:cNvCxnSpPr>
            <p:nvPr/>
          </p:nvCxnSpPr>
          <p:spPr>
            <a:xfrm>
              <a:off x="605974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79" name="사각형: 둥근 모서리 5178">
              <a:extLst>
                <a:ext uri="{FF2B5EF4-FFF2-40B4-BE49-F238E27FC236}">
                  <a16:creationId xmlns:a16="http://schemas.microsoft.com/office/drawing/2014/main" id="{390C8A12-8B75-93E5-0696-94580F39F376}"/>
                </a:ext>
              </a:extLst>
            </p:cNvPr>
            <p:cNvSpPr/>
            <p:nvPr/>
          </p:nvSpPr>
          <p:spPr>
            <a:xfrm>
              <a:off x="191637" y="1409700"/>
              <a:ext cx="828675" cy="314325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80" name="사각형: 둥근 모서리 5179">
              <a:extLst>
                <a:ext uri="{FF2B5EF4-FFF2-40B4-BE49-F238E27FC236}">
                  <a16:creationId xmlns:a16="http://schemas.microsoft.com/office/drawing/2014/main" id="{528C9BC9-B6F5-FA75-3BCD-8A94233B3DF7}"/>
                </a:ext>
              </a:extLst>
            </p:cNvPr>
            <p:cNvSpPr/>
            <p:nvPr/>
          </p:nvSpPr>
          <p:spPr>
            <a:xfrm>
              <a:off x="191637" y="6762750"/>
              <a:ext cx="828675" cy="314325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81" name="그룹 5180">
            <a:extLst>
              <a:ext uri="{FF2B5EF4-FFF2-40B4-BE49-F238E27FC236}">
                <a16:creationId xmlns:a16="http://schemas.microsoft.com/office/drawing/2014/main" id="{B345B006-6A77-DBA7-7826-AA0BBD6858D1}"/>
              </a:ext>
            </a:extLst>
          </p:cNvPr>
          <p:cNvGrpSpPr/>
          <p:nvPr/>
        </p:nvGrpSpPr>
        <p:grpSpPr>
          <a:xfrm>
            <a:off x="2152069" y="1409700"/>
            <a:ext cx="828675" cy="5667375"/>
            <a:chOff x="191637" y="1409700"/>
            <a:chExt cx="828675" cy="5667375"/>
          </a:xfrm>
        </p:grpSpPr>
        <p:cxnSp>
          <p:nvCxnSpPr>
            <p:cNvPr id="5182" name="직선 연결선 5181">
              <a:extLst>
                <a:ext uri="{FF2B5EF4-FFF2-40B4-BE49-F238E27FC236}">
                  <a16:creationId xmlns:a16="http://schemas.microsoft.com/office/drawing/2014/main" id="{4CE6E276-56A0-C157-ED79-E6E8DB0D05DA}"/>
                </a:ext>
              </a:extLst>
            </p:cNvPr>
            <p:cNvCxnSpPr>
              <a:cxnSpLocks/>
            </p:cNvCxnSpPr>
            <p:nvPr/>
          </p:nvCxnSpPr>
          <p:spPr>
            <a:xfrm>
              <a:off x="605974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83" name="사각형: 둥근 모서리 5182">
              <a:extLst>
                <a:ext uri="{FF2B5EF4-FFF2-40B4-BE49-F238E27FC236}">
                  <a16:creationId xmlns:a16="http://schemas.microsoft.com/office/drawing/2014/main" id="{2C5FD2A5-4551-4B02-D5E0-406B4F74E985}"/>
                </a:ext>
              </a:extLst>
            </p:cNvPr>
            <p:cNvSpPr/>
            <p:nvPr/>
          </p:nvSpPr>
          <p:spPr>
            <a:xfrm>
              <a:off x="191637" y="1409700"/>
              <a:ext cx="828675" cy="314325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사각형: 둥근 모서리 226">
              <a:extLst>
                <a:ext uri="{FF2B5EF4-FFF2-40B4-BE49-F238E27FC236}">
                  <a16:creationId xmlns:a16="http://schemas.microsoft.com/office/drawing/2014/main" id="{E14A9FDF-1298-CC59-5338-D5BB478488E5}"/>
                </a:ext>
              </a:extLst>
            </p:cNvPr>
            <p:cNvSpPr/>
            <p:nvPr/>
          </p:nvSpPr>
          <p:spPr>
            <a:xfrm>
              <a:off x="191637" y="6762750"/>
              <a:ext cx="828675" cy="314325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FFDE351A-E211-17C5-8EC7-A49BC5A48D0E}"/>
              </a:ext>
            </a:extLst>
          </p:cNvPr>
          <p:cNvGrpSpPr/>
          <p:nvPr/>
        </p:nvGrpSpPr>
        <p:grpSpPr>
          <a:xfrm>
            <a:off x="3132285" y="1409700"/>
            <a:ext cx="828675" cy="5667375"/>
            <a:chOff x="191637" y="1409700"/>
            <a:chExt cx="828675" cy="5667375"/>
          </a:xfrm>
        </p:grpSpPr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C3444F27-ED2D-C778-90BF-DA070F2DE5B0}"/>
                </a:ext>
              </a:extLst>
            </p:cNvPr>
            <p:cNvCxnSpPr>
              <a:cxnSpLocks/>
            </p:cNvCxnSpPr>
            <p:nvPr/>
          </p:nvCxnSpPr>
          <p:spPr>
            <a:xfrm>
              <a:off x="605974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사각형: 둥근 모서리 229">
              <a:extLst>
                <a:ext uri="{FF2B5EF4-FFF2-40B4-BE49-F238E27FC236}">
                  <a16:creationId xmlns:a16="http://schemas.microsoft.com/office/drawing/2014/main" id="{F58F33B5-5A1A-B4EE-837C-E2556F53417B}"/>
                </a:ext>
              </a:extLst>
            </p:cNvPr>
            <p:cNvSpPr/>
            <p:nvPr/>
          </p:nvSpPr>
          <p:spPr>
            <a:xfrm>
              <a:off x="191637" y="1409700"/>
              <a:ext cx="828675" cy="314325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사각형: 둥근 모서리 230">
              <a:extLst>
                <a:ext uri="{FF2B5EF4-FFF2-40B4-BE49-F238E27FC236}">
                  <a16:creationId xmlns:a16="http://schemas.microsoft.com/office/drawing/2014/main" id="{D01F87ED-53E5-A426-54A7-C6C96F3B146B}"/>
                </a:ext>
              </a:extLst>
            </p:cNvPr>
            <p:cNvSpPr/>
            <p:nvPr/>
          </p:nvSpPr>
          <p:spPr>
            <a:xfrm>
              <a:off x="191637" y="6762750"/>
              <a:ext cx="828675" cy="314325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C2FBBE94-B732-73D7-08FC-1CBD4F8598D8}"/>
              </a:ext>
            </a:extLst>
          </p:cNvPr>
          <p:cNvGrpSpPr/>
          <p:nvPr/>
        </p:nvGrpSpPr>
        <p:grpSpPr>
          <a:xfrm>
            <a:off x="4112501" y="1409700"/>
            <a:ext cx="828675" cy="5667375"/>
            <a:chOff x="191637" y="1409700"/>
            <a:chExt cx="828675" cy="5667375"/>
          </a:xfrm>
        </p:grpSpPr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427D2933-A6AB-D940-3EAC-57592F8E95BC}"/>
                </a:ext>
              </a:extLst>
            </p:cNvPr>
            <p:cNvCxnSpPr>
              <a:cxnSpLocks/>
            </p:cNvCxnSpPr>
            <p:nvPr/>
          </p:nvCxnSpPr>
          <p:spPr>
            <a:xfrm>
              <a:off x="605974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사각형: 둥근 모서리 233">
              <a:extLst>
                <a:ext uri="{FF2B5EF4-FFF2-40B4-BE49-F238E27FC236}">
                  <a16:creationId xmlns:a16="http://schemas.microsoft.com/office/drawing/2014/main" id="{E2FFBAE6-0CCD-984E-6916-899FD6401C26}"/>
                </a:ext>
              </a:extLst>
            </p:cNvPr>
            <p:cNvSpPr/>
            <p:nvPr/>
          </p:nvSpPr>
          <p:spPr>
            <a:xfrm>
              <a:off x="191637" y="1409700"/>
              <a:ext cx="828675" cy="314325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5" name="사각형: 둥근 모서리 234">
              <a:extLst>
                <a:ext uri="{FF2B5EF4-FFF2-40B4-BE49-F238E27FC236}">
                  <a16:creationId xmlns:a16="http://schemas.microsoft.com/office/drawing/2014/main" id="{C6DB9ED0-36A7-4C96-4895-860D3E6BEEB8}"/>
                </a:ext>
              </a:extLst>
            </p:cNvPr>
            <p:cNvSpPr/>
            <p:nvPr/>
          </p:nvSpPr>
          <p:spPr>
            <a:xfrm>
              <a:off x="191637" y="6762750"/>
              <a:ext cx="828675" cy="314325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0DCB203F-4C43-0A90-AA84-8210238A1D6E}"/>
              </a:ext>
            </a:extLst>
          </p:cNvPr>
          <p:cNvGrpSpPr/>
          <p:nvPr/>
        </p:nvGrpSpPr>
        <p:grpSpPr>
          <a:xfrm>
            <a:off x="5092719" y="1409700"/>
            <a:ext cx="828675" cy="5667375"/>
            <a:chOff x="191637" y="1409700"/>
            <a:chExt cx="828675" cy="5667375"/>
          </a:xfrm>
        </p:grpSpPr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6E33B661-8E4F-4E7E-F7F5-29202F1ED751}"/>
                </a:ext>
              </a:extLst>
            </p:cNvPr>
            <p:cNvCxnSpPr>
              <a:cxnSpLocks/>
            </p:cNvCxnSpPr>
            <p:nvPr/>
          </p:nvCxnSpPr>
          <p:spPr>
            <a:xfrm>
              <a:off x="605974" y="1724025"/>
              <a:ext cx="0" cy="503872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사각형: 둥근 모서리 237">
              <a:extLst>
                <a:ext uri="{FF2B5EF4-FFF2-40B4-BE49-F238E27FC236}">
                  <a16:creationId xmlns:a16="http://schemas.microsoft.com/office/drawing/2014/main" id="{6101B391-FC51-82DC-5EB1-14938B19B52B}"/>
                </a:ext>
              </a:extLst>
            </p:cNvPr>
            <p:cNvSpPr/>
            <p:nvPr/>
          </p:nvSpPr>
          <p:spPr>
            <a:xfrm>
              <a:off x="191637" y="1409700"/>
              <a:ext cx="828675" cy="314325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사각형: 둥근 모서리 238">
              <a:extLst>
                <a:ext uri="{FF2B5EF4-FFF2-40B4-BE49-F238E27FC236}">
                  <a16:creationId xmlns:a16="http://schemas.microsoft.com/office/drawing/2014/main" id="{2CBF9D57-5BAF-496A-D587-1409E4099960}"/>
                </a:ext>
              </a:extLst>
            </p:cNvPr>
            <p:cNvSpPr/>
            <p:nvPr/>
          </p:nvSpPr>
          <p:spPr>
            <a:xfrm>
              <a:off x="191637" y="6762750"/>
              <a:ext cx="828675" cy="314325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92B96C90-E735-F299-2E54-C5EB8F54BFD8}"/>
              </a:ext>
            </a:extLst>
          </p:cNvPr>
          <p:cNvCxnSpPr/>
          <p:nvPr/>
        </p:nvCxnSpPr>
        <p:spPr>
          <a:xfrm>
            <a:off x="605974" y="2752725"/>
            <a:ext cx="980216" cy="3714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54C0448E-5C71-CEF0-5E0C-F263EA00403D}"/>
              </a:ext>
            </a:extLst>
          </p:cNvPr>
          <p:cNvCxnSpPr>
            <a:cxnSpLocks/>
          </p:cNvCxnSpPr>
          <p:nvPr/>
        </p:nvCxnSpPr>
        <p:spPr>
          <a:xfrm>
            <a:off x="2548367" y="3475566"/>
            <a:ext cx="99825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9F2A64A3-F7E0-BD03-BD1C-D4182496F7FC}"/>
              </a:ext>
            </a:extLst>
          </p:cNvPr>
          <p:cNvCxnSpPr>
            <a:cxnSpLocks/>
          </p:cNvCxnSpPr>
          <p:nvPr/>
        </p:nvCxnSpPr>
        <p:spPr>
          <a:xfrm>
            <a:off x="4517313" y="5171016"/>
            <a:ext cx="99825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C0C3BFEC-869D-8863-173C-8994D2171238}"/>
              </a:ext>
            </a:extLst>
          </p:cNvPr>
          <p:cNvCxnSpPr>
            <a:cxnSpLocks/>
          </p:cNvCxnSpPr>
          <p:nvPr/>
        </p:nvCxnSpPr>
        <p:spPr>
          <a:xfrm>
            <a:off x="1602082" y="5437716"/>
            <a:ext cx="47555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A29EDF9E-F969-2096-BDB0-E6139D488BB7}"/>
              </a:ext>
            </a:extLst>
          </p:cNvPr>
          <p:cNvCxnSpPr>
            <a:cxnSpLocks/>
          </p:cNvCxnSpPr>
          <p:nvPr/>
        </p:nvCxnSpPr>
        <p:spPr>
          <a:xfrm>
            <a:off x="2077638" y="4243387"/>
            <a:ext cx="48876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B07E5AC2-8FD6-028E-7335-5F9D83ED95E7}"/>
              </a:ext>
            </a:extLst>
          </p:cNvPr>
          <p:cNvCxnSpPr>
            <a:cxnSpLocks/>
          </p:cNvCxnSpPr>
          <p:nvPr/>
        </p:nvCxnSpPr>
        <p:spPr>
          <a:xfrm>
            <a:off x="2077638" y="4243387"/>
            <a:ext cx="0" cy="119432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73B32AD6-11F7-F494-F41E-20EFBCC5339B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25039BB-94B8-0458-45D9-CBE3809E5ADF}"/>
              </a:ext>
            </a:extLst>
          </p:cNvPr>
          <p:cNvCxnSpPr>
            <a:cxnSpLocks/>
          </p:cNvCxnSpPr>
          <p:nvPr/>
        </p:nvCxnSpPr>
        <p:spPr>
          <a:xfrm>
            <a:off x="3546622" y="4140646"/>
            <a:ext cx="48876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94</cp:revision>
  <dcterms:created xsi:type="dcterms:W3CDTF">2021-10-29T04:43:38Z</dcterms:created>
  <dcterms:modified xsi:type="dcterms:W3CDTF">2022-10-08T08:35:03Z</dcterms:modified>
</cp:coreProperties>
</file>
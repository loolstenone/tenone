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6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액자 5125">
            <a:extLst>
              <a:ext uri="{FF2B5EF4-FFF2-40B4-BE49-F238E27FC236}">
                <a16:creationId xmlns:a16="http://schemas.microsoft.com/office/drawing/2014/main" id="{2F5B7471-AD06-BB65-BFD1-8C193527983C}"/>
              </a:ext>
            </a:extLst>
          </p:cNvPr>
          <p:cNvSpPr/>
          <p:nvPr/>
        </p:nvSpPr>
        <p:spPr>
          <a:xfrm>
            <a:off x="173047" y="665921"/>
            <a:ext cx="5740735" cy="6778485"/>
          </a:xfrm>
          <a:prstGeom prst="fram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5127" name="액자 5126">
            <a:extLst>
              <a:ext uri="{FF2B5EF4-FFF2-40B4-BE49-F238E27FC236}">
                <a16:creationId xmlns:a16="http://schemas.microsoft.com/office/drawing/2014/main" id="{31F9D89A-8F9E-EFB0-3B17-BDB4B478705A}"/>
              </a:ext>
            </a:extLst>
          </p:cNvPr>
          <p:cNvSpPr/>
          <p:nvPr/>
        </p:nvSpPr>
        <p:spPr>
          <a:xfrm>
            <a:off x="669131" y="1162053"/>
            <a:ext cx="4753769" cy="5791194"/>
          </a:xfrm>
          <a:prstGeom prst="frame">
            <a:avLst>
              <a:gd name="adj1" fmla="val 460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5129" name="직선 연결선 5128">
            <a:extLst>
              <a:ext uri="{FF2B5EF4-FFF2-40B4-BE49-F238E27FC236}">
                <a16:creationId xmlns:a16="http://schemas.microsoft.com/office/drawing/2014/main" id="{87347D54-96B2-A20F-5255-BF2C9B1DFE8B}"/>
              </a:ext>
            </a:extLst>
          </p:cNvPr>
          <p:cNvCxnSpPr>
            <a:cxnSpLocks/>
          </p:cNvCxnSpPr>
          <p:nvPr/>
        </p:nvCxnSpPr>
        <p:spPr>
          <a:xfrm>
            <a:off x="5193815" y="1979059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35" name="직사각형 5134">
            <a:extLst>
              <a:ext uri="{FF2B5EF4-FFF2-40B4-BE49-F238E27FC236}">
                <a16:creationId xmlns:a16="http://schemas.microsoft.com/office/drawing/2014/main" id="{2077358A-8B28-CC9C-58E2-A039A6597332}"/>
              </a:ext>
            </a:extLst>
          </p:cNvPr>
          <p:cNvSpPr/>
          <p:nvPr/>
        </p:nvSpPr>
        <p:spPr>
          <a:xfrm>
            <a:off x="5193815" y="665920"/>
            <a:ext cx="719967" cy="71996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36" name="직사각형 5135">
            <a:extLst>
              <a:ext uri="{FF2B5EF4-FFF2-40B4-BE49-F238E27FC236}">
                <a16:creationId xmlns:a16="http://schemas.microsoft.com/office/drawing/2014/main" id="{848464E4-DE2E-DD24-70CB-30CA86473B39}"/>
              </a:ext>
            </a:extLst>
          </p:cNvPr>
          <p:cNvSpPr/>
          <p:nvPr/>
        </p:nvSpPr>
        <p:spPr>
          <a:xfrm>
            <a:off x="173047" y="665921"/>
            <a:ext cx="719967" cy="71996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37" name="직사각형 5136">
            <a:extLst>
              <a:ext uri="{FF2B5EF4-FFF2-40B4-BE49-F238E27FC236}">
                <a16:creationId xmlns:a16="http://schemas.microsoft.com/office/drawing/2014/main" id="{101A3478-5507-6170-71E8-09F2FA931CED}"/>
              </a:ext>
            </a:extLst>
          </p:cNvPr>
          <p:cNvSpPr/>
          <p:nvPr/>
        </p:nvSpPr>
        <p:spPr>
          <a:xfrm>
            <a:off x="173047" y="6724439"/>
            <a:ext cx="719967" cy="71996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38" name="직사각형 5137">
            <a:extLst>
              <a:ext uri="{FF2B5EF4-FFF2-40B4-BE49-F238E27FC236}">
                <a16:creationId xmlns:a16="http://schemas.microsoft.com/office/drawing/2014/main" id="{25F9B86C-1FE7-0470-092C-63C5F099D6DE}"/>
              </a:ext>
            </a:extLst>
          </p:cNvPr>
          <p:cNvSpPr/>
          <p:nvPr/>
        </p:nvSpPr>
        <p:spPr>
          <a:xfrm>
            <a:off x="5193815" y="6724439"/>
            <a:ext cx="719967" cy="71996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39" name="직선 연결선 5138">
            <a:extLst>
              <a:ext uri="{FF2B5EF4-FFF2-40B4-BE49-F238E27FC236}">
                <a16:creationId xmlns:a16="http://schemas.microsoft.com/office/drawing/2014/main" id="{FB5E48A4-4A43-7ABF-71D6-957B4AD8D47E}"/>
              </a:ext>
            </a:extLst>
          </p:cNvPr>
          <p:cNvCxnSpPr>
            <a:cxnSpLocks/>
          </p:cNvCxnSpPr>
          <p:nvPr/>
        </p:nvCxnSpPr>
        <p:spPr>
          <a:xfrm>
            <a:off x="5193815" y="2572231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40" name="직선 연결선 5139">
            <a:extLst>
              <a:ext uri="{FF2B5EF4-FFF2-40B4-BE49-F238E27FC236}">
                <a16:creationId xmlns:a16="http://schemas.microsoft.com/office/drawing/2014/main" id="{7F5DB44B-0800-0BF7-C3B9-1ADE711300C0}"/>
              </a:ext>
            </a:extLst>
          </p:cNvPr>
          <p:cNvCxnSpPr>
            <a:cxnSpLocks/>
          </p:cNvCxnSpPr>
          <p:nvPr/>
        </p:nvCxnSpPr>
        <p:spPr>
          <a:xfrm>
            <a:off x="5193815" y="3165403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41" name="직선 연결선 5140">
            <a:extLst>
              <a:ext uri="{FF2B5EF4-FFF2-40B4-BE49-F238E27FC236}">
                <a16:creationId xmlns:a16="http://schemas.microsoft.com/office/drawing/2014/main" id="{09730423-1C8B-E51D-EA12-971F27C3AD61}"/>
              </a:ext>
            </a:extLst>
          </p:cNvPr>
          <p:cNvCxnSpPr>
            <a:cxnSpLocks/>
          </p:cNvCxnSpPr>
          <p:nvPr/>
        </p:nvCxnSpPr>
        <p:spPr>
          <a:xfrm>
            <a:off x="5193815" y="3758575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42" name="직선 연결선 5141">
            <a:extLst>
              <a:ext uri="{FF2B5EF4-FFF2-40B4-BE49-F238E27FC236}">
                <a16:creationId xmlns:a16="http://schemas.microsoft.com/office/drawing/2014/main" id="{1D0BD6C7-BB09-7479-CB30-0E7D18FB8CE3}"/>
              </a:ext>
            </a:extLst>
          </p:cNvPr>
          <p:cNvCxnSpPr>
            <a:cxnSpLocks/>
          </p:cNvCxnSpPr>
          <p:nvPr/>
        </p:nvCxnSpPr>
        <p:spPr>
          <a:xfrm>
            <a:off x="5193815" y="6131263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43" name="직선 연결선 5142">
            <a:extLst>
              <a:ext uri="{FF2B5EF4-FFF2-40B4-BE49-F238E27FC236}">
                <a16:creationId xmlns:a16="http://schemas.microsoft.com/office/drawing/2014/main" id="{05B2552D-03B6-AB47-DADD-718758FEFA27}"/>
              </a:ext>
            </a:extLst>
          </p:cNvPr>
          <p:cNvCxnSpPr>
            <a:cxnSpLocks/>
          </p:cNvCxnSpPr>
          <p:nvPr/>
        </p:nvCxnSpPr>
        <p:spPr>
          <a:xfrm>
            <a:off x="5193815" y="4351747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44" name="직선 연결선 5143">
            <a:extLst>
              <a:ext uri="{FF2B5EF4-FFF2-40B4-BE49-F238E27FC236}">
                <a16:creationId xmlns:a16="http://schemas.microsoft.com/office/drawing/2014/main" id="{3B0A39A9-4BD7-49B1-B793-7CA08E458BE4}"/>
              </a:ext>
            </a:extLst>
          </p:cNvPr>
          <p:cNvCxnSpPr>
            <a:cxnSpLocks/>
          </p:cNvCxnSpPr>
          <p:nvPr/>
        </p:nvCxnSpPr>
        <p:spPr>
          <a:xfrm>
            <a:off x="5193815" y="4944919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45" name="직선 연결선 5144">
            <a:extLst>
              <a:ext uri="{FF2B5EF4-FFF2-40B4-BE49-F238E27FC236}">
                <a16:creationId xmlns:a16="http://schemas.microsoft.com/office/drawing/2014/main" id="{00C74695-4237-DEE9-3A75-AE92801256E5}"/>
              </a:ext>
            </a:extLst>
          </p:cNvPr>
          <p:cNvCxnSpPr>
            <a:cxnSpLocks/>
          </p:cNvCxnSpPr>
          <p:nvPr/>
        </p:nvCxnSpPr>
        <p:spPr>
          <a:xfrm>
            <a:off x="5193815" y="5538091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46" name="직선 연결선 5145">
            <a:extLst>
              <a:ext uri="{FF2B5EF4-FFF2-40B4-BE49-F238E27FC236}">
                <a16:creationId xmlns:a16="http://schemas.microsoft.com/office/drawing/2014/main" id="{D487BFF4-3B27-C096-EBB9-7E9D6D413EC0}"/>
              </a:ext>
            </a:extLst>
          </p:cNvPr>
          <p:cNvCxnSpPr>
            <a:cxnSpLocks/>
          </p:cNvCxnSpPr>
          <p:nvPr/>
        </p:nvCxnSpPr>
        <p:spPr>
          <a:xfrm>
            <a:off x="173047" y="1979059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47" name="직선 연결선 5146">
            <a:extLst>
              <a:ext uri="{FF2B5EF4-FFF2-40B4-BE49-F238E27FC236}">
                <a16:creationId xmlns:a16="http://schemas.microsoft.com/office/drawing/2014/main" id="{A55F722A-7E0C-C1A2-2DEB-C7F431045B97}"/>
              </a:ext>
            </a:extLst>
          </p:cNvPr>
          <p:cNvCxnSpPr>
            <a:cxnSpLocks/>
          </p:cNvCxnSpPr>
          <p:nvPr/>
        </p:nvCxnSpPr>
        <p:spPr>
          <a:xfrm>
            <a:off x="173047" y="2572231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48" name="직선 연결선 5147">
            <a:extLst>
              <a:ext uri="{FF2B5EF4-FFF2-40B4-BE49-F238E27FC236}">
                <a16:creationId xmlns:a16="http://schemas.microsoft.com/office/drawing/2014/main" id="{3B5E02D8-6C84-E214-903C-AF7D8190CCAF}"/>
              </a:ext>
            </a:extLst>
          </p:cNvPr>
          <p:cNvCxnSpPr>
            <a:cxnSpLocks/>
          </p:cNvCxnSpPr>
          <p:nvPr/>
        </p:nvCxnSpPr>
        <p:spPr>
          <a:xfrm>
            <a:off x="173047" y="3165403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49" name="직선 연결선 5148">
            <a:extLst>
              <a:ext uri="{FF2B5EF4-FFF2-40B4-BE49-F238E27FC236}">
                <a16:creationId xmlns:a16="http://schemas.microsoft.com/office/drawing/2014/main" id="{C5B5D7DA-EF65-78F8-F651-38C4E675F7DC}"/>
              </a:ext>
            </a:extLst>
          </p:cNvPr>
          <p:cNvCxnSpPr>
            <a:cxnSpLocks/>
          </p:cNvCxnSpPr>
          <p:nvPr/>
        </p:nvCxnSpPr>
        <p:spPr>
          <a:xfrm>
            <a:off x="173047" y="3758575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50" name="직선 연결선 5149">
            <a:extLst>
              <a:ext uri="{FF2B5EF4-FFF2-40B4-BE49-F238E27FC236}">
                <a16:creationId xmlns:a16="http://schemas.microsoft.com/office/drawing/2014/main" id="{BD956CD2-EB93-3AD8-5867-CEFC2959DEE5}"/>
              </a:ext>
            </a:extLst>
          </p:cNvPr>
          <p:cNvCxnSpPr>
            <a:cxnSpLocks/>
          </p:cNvCxnSpPr>
          <p:nvPr/>
        </p:nvCxnSpPr>
        <p:spPr>
          <a:xfrm>
            <a:off x="173047" y="6131263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51" name="직선 연결선 5150">
            <a:extLst>
              <a:ext uri="{FF2B5EF4-FFF2-40B4-BE49-F238E27FC236}">
                <a16:creationId xmlns:a16="http://schemas.microsoft.com/office/drawing/2014/main" id="{6936D16E-E691-D2F9-D421-471D5C8A7741}"/>
              </a:ext>
            </a:extLst>
          </p:cNvPr>
          <p:cNvCxnSpPr>
            <a:cxnSpLocks/>
          </p:cNvCxnSpPr>
          <p:nvPr/>
        </p:nvCxnSpPr>
        <p:spPr>
          <a:xfrm>
            <a:off x="173047" y="4351747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52" name="직선 연결선 5151">
            <a:extLst>
              <a:ext uri="{FF2B5EF4-FFF2-40B4-BE49-F238E27FC236}">
                <a16:creationId xmlns:a16="http://schemas.microsoft.com/office/drawing/2014/main" id="{D24D8619-FB64-F94A-B388-D95F1497FC46}"/>
              </a:ext>
            </a:extLst>
          </p:cNvPr>
          <p:cNvCxnSpPr>
            <a:cxnSpLocks/>
          </p:cNvCxnSpPr>
          <p:nvPr/>
        </p:nvCxnSpPr>
        <p:spPr>
          <a:xfrm>
            <a:off x="173047" y="4944919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53" name="직선 연결선 5152">
            <a:extLst>
              <a:ext uri="{FF2B5EF4-FFF2-40B4-BE49-F238E27FC236}">
                <a16:creationId xmlns:a16="http://schemas.microsoft.com/office/drawing/2014/main" id="{0B108AC9-6462-BC6D-5025-047B9C41C0FD}"/>
              </a:ext>
            </a:extLst>
          </p:cNvPr>
          <p:cNvCxnSpPr>
            <a:cxnSpLocks/>
          </p:cNvCxnSpPr>
          <p:nvPr/>
        </p:nvCxnSpPr>
        <p:spPr>
          <a:xfrm>
            <a:off x="173047" y="5538091"/>
            <a:ext cx="720000" cy="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54" name="직선 연결선 5153">
            <a:extLst>
              <a:ext uri="{FF2B5EF4-FFF2-40B4-BE49-F238E27FC236}">
                <a16:creationId xmlns:a16="http://schemas.microsoft.com/office/drawing/2014/main" id="{E5947076-C67D-33FB-FDB1-89AC3057A2D5}"/>
              </a:ext>
            </a:extLst>
          </p:cNvPr>
          <p:cNvCxnSpPr>
            <a:cxnSpLocks/>
          </p:cNvCxnSpPr>
          <p:nvPr/>
        </p:nvCxnSpPr>
        <p:spPr>
          <a:xfrm>
            <a:off x="1507414" y="665921"/>
            <a:ext cx="0" cy="72000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55" name="직선 연결선 5154">
            <a:extLst>
              <a:ext uri="{FF2B5EF4-FFF2-40B4-BE49-F238E27FC236}">
                <a16:creationId xmlns:a16="http://schemas.microsoft.com/office/drawing/2014/main" id="{DE6C5314-6E16-D138-80F5-4CC64454E479}"/>
              </a:ext>
            </a:extLst>
          </p:cNvPr>
          <p:cNvCxnSpPr>
            <a:cxnSpLocks/>
          </p:cNvCxnSpPr>
          <p:nvPr/>
        </p:nvCxnSpPr>
        <p:spPr>
          <a:xfrm>
            <a:off x="2121814" y="665921"/>
            <a:ext cx="0" cy="72000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56" name="직선 연결선 5155">
            <a:extLst>
              <a:ext uri="{FF2B5EF4-FFF2-40B4-BE49-F238E27FC236}">
                <a16:creationId xmlns:a16="http://schemas.microsoft.com/office/drawing/2014/main" id="{8C81D5A5-3B6A-D791-76E5-CC839304DAC8}"/>
              </a:ext>
            </a:extLst>
          </p:cNvPr>
          <p:cNvCxnSpPr>
            <a:cxnSpLocks/>
          </p:cNvCxnSpPr>
          <p:nvPr/>
        </p:nvCxnSpPr>
        <p:spPr>
          <a:xfrm>
            <a:off x="3965014" y="665921"/>
            <a:ext cx="0" cy="72000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57" name="직선 연결선 5156">
            <a:extLst>
              <a:ext uri="{FF2B5EF4-FFF2-40B4-BE49-F238E27FC236}">
                <a16:creationId xmlns:a16="http://schemas.microsoft.com/office/drawing/2014/main" id="{86B562DF-B901-E07B-4F26-98AADC42A2CE}"/>
              </a:ext>
            </a:extLst>
          </p:cNvPr>
          <p:cNvCxnSpPr>
            <a:cxnSpLocks/>
          </p:cNvCxnSpPr>
          <p:nvPr/>
        </p:nvCxnSpPr>
        <p:spPr>
          <a:xfrm>
            <a:off x="4579414" y="665921"/>
            <a:ext cx="0" cy="72000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58" name="직선 연결선 5157">
            <a:extLst>
              <a:ext uri="{FF2B5EF4-FFF2-40B4-BE49-F238E27FC236}">
                <a16:creationId xmlns:a16="http://schemas.microsoft.com/office/drawing/2014/main" id="{131CB0E3-1C76-DE1D-E6CF-A09E38D3F835}"/>
              </a:ext>
            </a:extLst>
          </p:cNvPr>
          <p:cNvCxnSpPr>
            <a:cxnSpLocks/>
          </p:cNvCxnSpPr>
          <p:nvPr/>
        </p:nvCxnSpPr>
        <p:spPr>
          <a:xfrm>
            <a:off x="2736214" y="665921"/>
            <a:ext cx="0" cy="72000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59" name="직선 연결선 5158">
            <a:extLst>
              <a:ext uri="{FF2B5EF4-FFF2-40B4-BE49-F238E27FC236}">
                <a16:creationId xmlns:a16="http://schemas.microsoft.com/office/drawing/2014/main" id="{B6CB5A02-D669-D842-58A5-FC06185787FB}"/>
              </a:ext>
            </a:extLst>
          </p:cNvPr>
          <p:cNvCxnSpPr>
            <a:cxnSpLocks/>
          </p:cNvCxnSpPr>
          <p:nvPr/>
        </p:nvCxnSpPr>
        <p:spPr>
          <a:xfrm>
            <a:off x="3350614" y="665921"/>
            <a:ext cx="0" cy="72000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62" name="직선 연결선 5161">
            <a:extLst>
              <a:ext uri="{FF2B5EF4-FFF2-40B4-BE49-F238E27FC236}">
                <a16:creationId xmlns:a16="http://schemas.microsoft.com/office/drawing/2014/main" id="{A9AAB5A4-7607-AF22-6BB2-135086FB12BD}"/>
              </a:ext>
            </a:extLst>
          </p:cNvPr>
          <p:cNvCxnSpPr>
            <a:cxnSpLocks/>
          </p:cNvCxnSpPr>
          <p:nvPr/>
        </p:nvCxnSpPr>
        <p:spPr>
          <a:xfrm>
            <a:off x="1507414" y="6724406"/>
            <a:ext cx="0" cy="72000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63" name="직선 연결선 5162">
            <a:extLst>
              <a:ext uri="{FF2B5EF4-FFF2-40B4-BE49-F238E27FC236}">
                <a16:creationId xmlns:a16="http://schemas.microsoft.com/office/drawing/2014/main" id="{AE28CA09-E0D8-C50C-6D59-85C73211CDE7}"/>
              </a:ext>
            </a:extLst>
          </p:cNvPr>
          <p:cNvCxnSpPr>
            <a:cxnSpLocks/>
          </p:cNvCxnSpPr>
          <p:nvPr/>
        </p:nvCxnSpPr>
        <p:spPr>
          <a:xfrm>
            <a:off x="2121814" y="6724406"/>
            <a:ext cx="0" cy="72000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64" name="직선 연결선 5163">
            <a:extLst>
              <a:ext uri="{FF2B5EF4-FFF2-40B4-BE49-F238E27FC236}">
                <a16:creationId xmlns:a16="http://schemas.microsoft.com/office/drawing/2014/main" id="{CA105403-EDDE-87E5-B30A-780F99C8C300}"/>
              </a:ext>
            </a:extLst>
          </p:cNvPr>
          <p:cNvCxnSpPr>
            <a:cxnSpLocks/>
          </p:cNvCxnSpPr>
          <p:nvPr/>
        </p:nvCxnSpPr>
        <p:spPr>
          <a:xfrm>
            <a:off x="3965014" y="6724406"/>
            <a:ext cx="0" cy="72000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65" name="직선 연결선 5164">
            <a:extLst>
              <a:ext uri="{FF2B5EF4-FFF2-40B4-BE49-F238E27FC236}">
                <a16:creationId xmlns:a16="http://schemas.microsoft.com/office/drawing/2014/main" id="{6D9854A6-872E-745A-691C-8C5F11EFB1A1}"/>
              </a:ext>
            </a:extLst>
          </p:cNvPr>
          <p:cNvCxnSpPr>
            <a:cxnSpLocks/>
          </p:cNvCxnSpPr>
          <p:nvPr/>
        </p:nvCxnSpPr>
        <p:spPr>
          <a:xfrm>
            <a:off x="4579414" y="6724406"/>
            <a:ext cx="0" cy="72000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66" name="직선 연결선 5165">
            <a:extLst>
              <a:ext uri="{FF2B5EF4-FFF2-40B4-BE49-F238E27FC236}">
                <a16:creationId xmlns:a16="http://schemas.microsoft.com/office/drawing/2014/main" id="{6EF54DE2-0EC5-2061-3FE0-6C3F768A2E2A}"/>
              </a:ext>
            </a:extLst>
          </p:cNvPr>
          <p:cNvCxnSpPr>
            <a:cxnSpLocks/>
          </p:cNvCxnSpPr>
          <p:nvPr/>
        </p:nvCxnSpPr>
        <p:spPr>
          <a:xfrm>
            <a:off x="2736214" y="6724406"/>
            <a:ext cx="0" cy="72000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67" name="직선 연결선 5166">
            <a:extLst>
              <a:ext uri="{FF2B5EF4-FFF2-40B4-BE49-F238E27FC236}">
                <a16:creationId xmlns:a16="http://schemas.microsoft.com/office/drawing/2014/main" id="{D46FB6AB-B842-FAA8-7837-4AC58C1E70FB}"/>
              </a:ext>
            </a:extLst>
          </p:cNvPr>
          <p:cNvCxnSpPr>
            <a:cxnSpLocks/>
          </p:cNvCxnSpPr>
          <p:nvPr/>
        </p:nvCxnSpPr>
        <p:spPr>
          <a:xfrm>
            <a:off x="3350614" y="6724406"/>
            <a:ext cx="0" cy="720000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68" name="타원 5167">
            <a:extLst>
              <a:ext uri="{FF2B5EF4-FFF2-40B4-BE49-F238E27FC236}">
                <a16:creationId xmlns:a16="http://schemas.microsoft.com/office/drawing/2014/main" id="{3661AA7E-BC71-EF7E-39D1-E5DFE50AB183}"/>
              </a:ext>
            </a:extLst>
          </p:cNvPr>
          <p:cNvSpPr/>
          <p:nvPr/>
        </p:nvSpPr>
        <p:spPr>
          <a:xfrm>
            <a:off x="1154989" y="5240274"/>
            <a:ext cx="1121486" cy="112148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69" name="직사각형 5168">
            <a:extLst>
              <a:ext uri="{FF2B5EF4-FFF2-40B4-BE49-F238E27FC236}">
                <a16:creationId xmlns:a16="http://schemas.microsoft.com/office/drawing/2014/main" id="{F698B1CD-F4F2-6860-68E6-D4AD4DC3E759}"/>
              </a:ext>
            </a:extLst>
          </p:cNvPr>
          <p:cNvSpPr/>
          <p:nvPr/>
        </p:nvSpPr>
        <p:spPr>
          <a:xfrm rot="8100000">
            <a:off x="1514578" y="2196887"/>
            <a:ext cx="1249515" cy="866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00A516A0-24F4-4F44-669D-003CE14615F5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90</cp:revision>
  <dcterms:created xsi:type="dcterms:W3CDTF">2021-10-29T04:43:38Z</dcterms:created>
  <dcterms:modified xsi:type="dcterms:W3CDTF">2022-10-08T08:34:37Z</dcterms:modified>
</cp:coreProperties>
</file>
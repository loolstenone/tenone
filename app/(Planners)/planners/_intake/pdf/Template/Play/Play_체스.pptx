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2766" y="72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2022-10-08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one.biz/" TargetMode="External"/><Relationship Id="rId2" Type="http://schemas.openxmlformats.org/officeDocument/2006/relationships/hyperlink" Target="https://planners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badak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3" name="직사각형 5082">
            <a:extLst>
              <a:ext uri="{FF2B5EF4-FFF2-40B4-BE49-F238E27FC236}">
                <a16:creationId xmlns:a16="http://schemas.microsoft.com/office/drawing/2014/main" id="{2455EDF1-C385-983D-E195-6B884EA8D402}"/>
              </a:ext>
            </a:extLst>
          </p:cNvPr>
          <p:cNvSpPr/>
          <p:nvPr/>
        </p:nvSpPr>
        <p:spPr>
          <a:xfrm>
            <a:off x="265333" y="1129030"/>
            <a:ext cx="5563690" cy="550799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32" name="직선 연결선 5131">
            <a:extLst>
              <a:ext uri="{FF2B5EF4-FFF2-40B4-BE49-F238E27FC236}">
                <a16:creationId xmlns:a16="http://schemas.microsoft.com/office/drawing/2014/main" id="{C785573C-D273-4A27-8A99-F3FE763C25D4}"/>
              </a:ext>
            </a:extLst>
          </p:cNvPr>
          <p:cNvCxnSpPr/>
          <p:nvPr/>
        </p:nvCxnSpPr>
        <p:spPr>
          <a:xfrm>
            <a:off x="3706971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3" name="직선 연결선 5132">
            <a:extLst>
              <a:ext uri="{FF2B5EF4-FFF2-40B4-BE49-F238E27FC236}">
                <a16:creationId xmlns:a16="http://schemas.microsoft.com/office/drawing/2014/main" id="{9C1DDB3A-36C0-4D6A-8DBA-CE3B07C03BEA}"/>
              </a:ext>
            </a:extLst>
          </p:cNvPr>
          <p:cNvCxnSpPr/>
          <p:nvPr/>
        </p:nvCxnSpPr>
        <p:spPr>
          <a:xfrm>
            <a:off x="302419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TextBox 186">
            <a:hlinkClick r:id="rId2"/>
            <a:extLst>
              <a:ext uri="{FF2B5EF4-FFF2-40B4-BE49-F238E27FC236}">
                <a16:creationId xmlns:a16="http://schemas.microsoft.com/office/drawing/2014/main" id="{71578C04-6F93-45A6-BDC6-DCA07AE38125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10" name="TextBox 184">
            <a:hlinkClick r:id="rId3"/>
            <a:extLst>
              <a:ext uri="{FF2B5EF4-FFF2-40B4-BE49-F238E27FC236}">
                <a16:creationId xmlns:a16="http://schemas.microsoft.com/office/drawing/2014/main" id="{05649DDC-262D-4E37-B0DD-57601198EFDB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  <p:sp>
        <p:nvSpPr>
          <p:cNvPr id="5018" name="직사각형 5017">
            <a:extLst>
              <a:ext uri="{FF2B5EF4-FFF2-40B4-BE49-F238E27FC236}">
                <a16:creationId xmlns:a16="http://schemas.microsoft.com/office/drawing/2014/main" id="{A8DD0A6E-AE8B-8F12-7661-4D663EFC824F}"/>
              </a:ext>
            </a:extLst>
          </p:cNvPr>
          <p:cNvSpPr/>
          <p:nvPr/>
        </p:nvSpPr>
        <p:spPr>
          <a:xfrm>
            <a:off x="569406" y="1405253"/>
            <a:ext cx="619443" cy="619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19" name="직사각형 5018">
            <a:extLst>
              <a:ext uri="{FF2B5EF4-FFF2-40B4-BE49-F238E27FC236}">
                <a16:creationId xmlns:a16="http://schemas.microsoft.com/office/drawing/2014/main" id="{E30E3E89-50AF-5F8B-EC14-8539D0CEA10F}"/>
              </a:ext>
            </a:extLst>
          </p:cNvPr>
          <p:cNvSpPr/>
          <p:nvPr/>
        </p:nvSpPr>
        <p:spPr>
          <a:xfrm>
            <a:off x="1188849" y="1405253"/>
            <a:ext cx="619443" cy="61944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20" name="직사각형 5019">
            <a:extLst>
              <a:ext uri="{FF2B5EF4-FFF2-40B4-BE49-F238E27FC236}">
                <a16:creationId xmlns:a16="http://schemas.microsoft.com/office/drawing/2014/main" id="{A792DBCF-FB00-6697-27AC-660E0A0E96F0}"/>
              </a:ext>
            </a:extLst>
          </p:cNvPr>
          <p:cNvSpPr/>
          <p:nvPr/>
        </p:nvSpPr>
        <p:spPr>
          <a:xfrm>
            <a:off x="1808292" y="1405253"/>
            <a:ext cx="619443" cy="619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21" name="직사각형 5020">
            <a:extLst>
              <a:ext uri="{FF2B5EF4-FFF2-40B4-BE49-F238E27FC236}">
                <a16:creationId xmlns:a16="http://schemas.microsoft.com/office/drawing/2014/main" id="{9DF32814-4D20-F362-51E0-14E5207BD8DB}"/>
              </a:ext>
            </a:extLst>
          </p:cNvPr>
          <p:cNvSpPr/>
          <p:nvPr/>
        </p:nvSpPr>
        <p:spPr>
          <a:xfrm>
            <a:off x="2427735" y="1405253"/>
            <a:ext cx="619443" cy="61944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22" name="직사각형 5021">
            <a:extLst>
              <a:ext uri="{FF2B5EF4-FFF2-40B4-BE49-F238E27FC236}">
                <a16:creationId xmlns:a16="http://schemas.microsoft.com/office/drawing/2014/main" id="{E11CFA66-3495-A1C8-7739-22250B75C61C}"/>
              </a:ext>
            </a:extLst>
          </p:cNvPr>
          <p:cNvSpPr/>
          <p:nvPr/>
        </p:nvSpPr>
        <p:spPr>
          <a:xfrm>
            <a:off x="3047178" y="1405253"/>
            <a:ext cx="619443" cy="619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23" name="직사각형 5022">
            <a:extLst>
              <a:ext uri="{FF2B5EF4-FFF2-40B4-BE49-F238E27FC236}">
                <a16:creationId xmlns:a16="http://schemas.microsoft.com/office/drawing/2014/main" id="{829FAFDE-83AF-9427-0962-443FD5747FFD}"/>
              </a:ext>
            </a:extLst>
          </p:cNvPr>
          <p:cNvSpPr/>
          <p:nvPr/>
        </p:nvSpPr>
        <p:spPr>
          <a:xfrm>
            <a:off x="3666621" y="1405253"/>
            <a:ext cx="619443" cy="61944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24" name="직사각형 5023">
            <a:extLst>
              <a:ext uri="{FF2B5EF4-FFF2-40B4-BE49-F238E27FC236}">
                <a16:creationId xmlns:a16="http://schemas.microsoft.com/office/drawing/2014/main" id="{13090737-F496-903C-0151-D1436C604BB4}"/>
              </a:ext>
            </a:extLst>
          </p:cNvPr>
          <p:cNvSpPr/>
          <p:nvPr/>
        </p:nvSpPr>
        <p:spPr>
          <a:xfrm>
            <a:off x="4286064" y="1405253"/>
            <a:ext cx="619443" cy="619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25" name="직사각형 5024">
            <a:extLst>
              <a:ext uri="{FF2B5EF4-FFF2-40B4-BE49-F238E27FC236}">
                <a16:creationId xmlns:a16="http://schemas.microsoft.com/office/drawing/2014/main" id="{25708449-68AE-7B0C-9425-16AFAD400F55}"/>
              </a:ext>
            </a:extLst>
          </p:cNvPr>
          <p:cNvSpPr/>
          <p:nvPr/>
        </p:nvSpPr>
        <p:spPr>
          <a:xfrm>
            <a:off x="4905507" y="1405253"/>
            <a:ext cx="619443" cy="61944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26" name="직사각형 5025">
            <a:extLst>
              <a:ext uri="{FF2B5EF4-FFF2-40B4-BE49-F238E27FC236}">
                <a16:creationId xmlns:a16="http://schemas.microsoft.com/office/drawing/2014/main" id="{4A1EB7E2-78F4-6FA7-BA32-54E12168EC06}"/>
              </a:ext>
            </a:extLst>
          </p:cNvPr>
          <p:cNvSpPr/>
          <p:nvPr/>
        </p:nvSpPr>
        <p:spPr>
          <a:xfrm>
            <a:off x="4905507" y="2024696"/>
            <a:ext cx="619443" cy="619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27" name="직사각형 5026">
            <a:extLst>
              <a:ext uri="{FF2B5EF4-FFF2-40B4-BE49-F238E27FC236}">
                <a16:creationId xmlns:a16="http://schemas.microsoft.com/office/drawing/2014/main" id="{0B1BF5F4-0EC7-D691-87D2-1DF2BB048F9B}"/>
              </a:ext>
            </a:extLst>
          </p:cNvPr>
          <p:cNvSpPr/>
          <p:nvPr/>
        </p:nvSpPr>
        <p:spPr>
          <a:xfrm>
            <a:off x="569406" y="2024696"/>
            <a:ext cx="619443" cy="61944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28" name="직사각형 5027">
            <a:extLst>
              <a:ext uri="{FF2B5EF4-FFF2-40B4-BE49-F238E27FC236}">
                <a16:creationId xmlns:a16="http://schemas.microsoft.com/office/drawing/2014/main" id="{49BA9C7D-A32F-D33E-313D-19B834CB1098}"/>
              </a:ext>
            </a:extLst>
          </p:cNvPr>
          <p:cNvSpPr/>
          <p:nvPr/>
        </p:nvSpPr>
        <p:spPr>
          <a:xfrm>
            <a:off x="1188849" y="2024696"/>
            <a:ext cx="619443" cy="619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29" name="직사각형 5028">
            <a:extLst>
              <a:ext uri="{FF2B5EF4-FFF2-40B4-BE49-F238E27FC236}">
                <a16:creationId xmlns:a16="http://schemas.microsoft.com/office/drawing/2014/main" id="{61507CAE-9651-2783-86CC-73BA191C5158}"/>
              </a:ext>
            </a:extLst>
          </p:cNvPr>
          <p:cNvSpPr/>
          <p:nvPr/>
        </p:nvSpPr>
        <p:spPr>
          <a:xfrm>
            <a:off x="1808292" y="2024696"/>
            <a:ext cx="619443" cy="61944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30" name="직사각형 5029">
            <a:extLst>
              <a:ext uri="{FF2B5EF4-FFF2-40B4-BE49-F238E27FC236}">
                <a16:creationId xmlns:a16="http://schemas.microsoft.com/office/drawing/2014/main" id="{39759B26-F0A6-65AA-D583-EF39743C3001}"/>
              </a:ext>
            </a:extLst>
          </p:cNvPr>
          <p:cNvSpPr/>
          <p:nvPr/>
        </p:nvSpPr>
        <p:spPr>
          <a:xfrm>
            <a:off x="2427735" y="2024696"/>
            <a:ext cx="619443" cy="619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31" name="직사각형 5030">
            <a:extLst>
              <a:ext uri="{FF2B5EF4-FFF2-40B4-BE49-F238E27FC236}">
                <a16:creationId xmlns:a16="http://schemas.microsoft.com/office/drawing/2014/main" id="{EED8BA63-9F70-D7F2-ADBF-2CD740E5B040}"/>
              </a:ext>
            </a:extLst>
          </p:cNvPr>
          <p:cNvSpPr/>
          <p:nvPr/>
        </p:nvSpPr>
        <p:spPr>
          <a:xfrm>
            <a:off x="3047178" y="2024696"/>
            <a:ext cx="619443" cy="61944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32" name="직사각형 5031">
            <a:extLst>
              <a:ext uri="{FF2B5EF4-FFF2-40B4-BE49-F238E27FC236}">
                <a16:creationId xmlns:a16="http://schemas.microsoft.com/office/drawing/2014/main" id="{04644057-1774-87D1-91AA-5B5912E9D422}"/>
              </a:ext>
            </a:extLst>
          </p:cNvPr>
          <p:cNvSpPr/>
          <p:nvPr/>
        </p:nvSpPr>
        <p:spPr>
          <a:xfrm>
            <a:off x="3666621" y="2024696"/>
            <a:ext cx="619443" cy="619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33" name="직사각형 5032">
            <a:extLst>
              <a:ext uri="{FF2B5EF4-FFF2-40B4-BE49-F238E27FC236}">
                <a16:creationId xmlns:a16="http://schemas.microsoft.com/office/drawing/2014/main" id="{DF08B670-9CED-7B5D-B9AD-B1769A8ECC22}"/>
              </a:ext>
            </a:extLst>
          </p:cNvPr>
          <p:cNvSpPr/>
          <p:nvPr/>
        </p:nvSpPr>
        <p:spPr>
          <a:xfrm>
            <a:off x="4286064" y="2024696"/>
            <a:ext cx="619443" cy="61944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1790C4A0-8D60-9D35-6356-911AF1027A41}"/>
              </a:ext>
            </a:extLst>
          </p:cNvPr>
          <p:cNvSpPr/>
          <p:nvPr/>
        </p:nvSpPr>
        <p:spPr>
          <a:xfrm>
            <a:off x="569406" y="2644139"/>
            <a:ext cx="619443" cy="619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9132B4EA-EBA9-A541-3BB1-9A02FAFFF90C}"/>
              </a:ext>
            </a:extLst>
          </p:cNvPr>
          <p:cNvSpPr/>
          <p:nvPr/>
        </p:nvSpPr>
        <p:spPr>
          <a:xfrm>
            <a:off x="1188849" y="2644139"/>
            <a:ext cx="619443" cy="61944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D10E7F81-BEFB-316B-BE96-7C0455B0F90A}"/>
              </a:ext>
            </a:extLst>
          </p:cNvPr>
          <p:cNvSpPr/>
          <p:nvPr/>
        </p:nvSpPr>
        <p:spPr>
          <a:xfrm>
            <a:off x="1808292" y="2644139"/>
            <a:ext cx="619443" cy="619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06E300C3-C8FA-5CB4-3A0C-D7DBBFCF30FE}"/>
              </a:ext>
            </a:extLst>
          </p:cNvPr>
          <p:cNvSpPr/>
          <p:nvPr/>
        </p:nvSpPr>
        <p:spPr>
          <a:xfrm>
            <a:off x="2427735" y="2644139"/>
            <a:ext cx="619443" cy="61944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DB2F7CF6-7CA8-3D49-736A-6011C1ED58B3}"/>
              </a:ext>
            </a:extLst>
          </p:cNvPr>
          <p:cNvSpPr/>
          <p:nvPr/>
        </p:nvSpPr>
        <p:spPr>
          <a:xfrm>
            <a:off x="3047178" y="2644139"/>
            <a:ext cx="619443" cy="619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428FAE7F-EB73-5FA5-0DFC-7A409EE6FA0E}"/>
              </a:ext>
            </a:extLst>
          </p:cNvPr>
          <p:cNvSpPr/>
          <p:nvPr/>
        </p:nvSpPr>
        <p:spPr>
          <a:xfrm>
            <a:off x="3666621" y="2644139"/>
            <a:ext cx="619443" cy="61944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58DBB94D-0D41-0CC1-52D6-AD01DB03A30B}"/>
              </a:ext>
            </a:extLst>
          </p:cNvPr>
          <p:cNvSpPr/>
          <p:nvPr/>
        </p:nvSpPr>
        <p:spPr>
          <a:xfrm>
            <a:off x="4286064" y="2644139"/>
            <a:ext cx="619443" cy="619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E0AA6C59-5DF3-E11A-11D5-F3182C26DD7B}"/>
              </a:ext>
            </a:extLst>
          </p:cNvPr>
          <p:cNvSpPr/>
          <p:nvPr/>
        </p:nvSpPr>
        <p:spPr>
          <a:xfrm>
            <a:off x="4905507" y="2644139"/>
            <a:ext cx="619443" cy="61944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8853032B-86E9-FA3D-EE63-297A5BBF6D01}"/>
              </a:ext>
            </a:extLst>
          </p:cNvPr>
          <p:cNvSpPr/>
          <p:nvPr/>
        </p:nvSpPr>
        <p:spPr>
          <a:xfrm>
            <a:off x="4905507" y="3263582"/>
            <a:ext cx="619443" cy="619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516F2988-14F8-41DF-275A-83A676A60B5B}"/>
              </a:ext>
            </a:extLst>
          </p:cNvPr>
          <p:cNvSpPr/>
          <p:nvPr/>
        </p:nvSpPr>
        <p:spPr>
          <a:xfrm>
            <a:off x="569406" y="3263582"/>
            <a:ext cx="619443" cy="61944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B98C5846-4A5A-4AE5-4696-7E7B6B1D2FF0}"/>
              </a:ext>
            </a:extLst>
          </p:cNvPr>
          <p:cNvSpPr/>
          <p:nvPr/>
        </p:nvSpPr>
        <p:spPr>
          <a:xfrm>
            <a:off x="1188849" y="3263582"/>
            <a:ext cx="619443" cy="619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B8843B8A-F02C-DBDC-C391-D5CBADF9D239}"/>
              </a:ext>
            </a:extLst>
          </p:cNvPr>
          <p:cNvSpPr/>
          <p:nvPr/>
        </p:nvSpPr>
        <p:spPr>
          <a:xfrm>
            <a:off x="1808292" y="3263582"/>
            <a:ext cx="619443" cy="61944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068B144E-A8CB-73F1-222E-0D27E7F8F1B2}"/>
              </a:ext>
            </a:extLst>
          </p:cNvPr>
          <p:cNvSpPr/>
          <p:nvPr/>
        </p:nvSpPr>
        <p:spPr>
          <a:xfrm>
            <a:off x="2427735" y="3263582"/>
            <a:ext cx="619443" cy="619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4DE9A108-D869-1335-962D-C4095C411D13}"/>
              </a:ext>
            </a:extLst>
          </p:cNvPr>
          <p:cNvSpPr/>
          <p:nvPr/>
        </p:nvSpPr>
        <p:spPr>
          <a:xfrm>
            <a:off x="3047178" y="3263582"/>
            <a:ext cx="619443" cy="61944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ADCA87D5-1A16-A9B5-1BB1-1792D916F342}"/>
              </a:ext>
            </a:extLst>
          </p:cNvPr>
          <p:cNvSpPr/>
          <p:nvPr/>
        </p:nvSpPr>
        <p:spPr>
          <a:xfrm>
            <a:off x="3666621" y="3263582"/>
            <a:ext cx="619443" cy="619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CAF97843-A47B-DEC2-BC41-DAD081FCBA39}"/>
              </a:ext>
            </a:extLst>
          </p:cNvPr>
          <p:cNvSpPr/>
          <p:nvPr/>
        </p:nvSpPr>
        <p:spPr>
          <a:xfrm>
            <a:off x="4286064" y="3263582"/>
            <a:ext cx="619443" cy="61944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73FCF32F-3183-0B40-3F82-AC8DA8332197}"/>
              </a:ext>
            </a:extLst>
          </p:cNvPr>
          <p:cNvSpPr/>
          <p:nvPr/>
        </p:nvSpPr>
        <p:spPr>
          <a:xfrm>
            <a:off x="569406" y="3883025"/>
            <a:ext cx="619443" cy="619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5" name="직사각형 144">
            <a:extLst>
              <a:ext uri="{FF2B5EF4-FFF2-40B4-BE49-F238E27FC236}">
                <a16:creationId xmlns:a16="http://schemas.microsoft.com/office/drawing/2014/main" id="{B79B0655-9556-C1E7-0E36-E7E646D3ED2E}"/>
              </a:ext>
            </a:extLst>
          </p:cNvPr>
          <p:cNvSpPr/>
          <p:nvPr/>
        </p:nvSpPr>
        <p:spPr>
          <a:xfrm>
            <a:off x="1188849" y="3883025"/>
            <a:ext cx="619443" cy="61944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6" name="직사각형 145">
            <a:extLst>
              <a:ext uri="{FF2B5EF4-FFF2-40B4-BE49-F238E27FC236}">
                <a16:creationId xmlns:a16="http://schemas.microsoft.com/office/drawing/2014/main" id="{693268E3-91AD-2162-48A0-51D0B021B262}"/>
              </a:ext>
            </a:extLst>
          </p:cNvPr>
          <p:cNvSpPr/>
          <p:nvPr/>
        </p:nvSpPr>
        <p:spPr>
          <a:xfrm>
            <a:off x="1808292" y="3883025"/>
            <a:ext cx="619443" cy="619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88BC399B-CFA2-18C2-9A58-1A9EA342F6C0}"/>
              </a:ext>
            </a:extLst>
          </p:cNvPr>
          <p:cNvSpPr/>
          <p:nvPr/>
        </p:nvSpPr>
        <p:spPr>
          <a:xfrm>
            <a:off x="2427735" y="3883025"/>
            <a:ext cx="619443" cy="61944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50CBABFF-0B50-B58B-183E-3D094957B3B4}"/>
              </a:ext>
            </a:extLst>
          </p:cNvPr>
          <p:cNvSpPr/>
          <p:nvPr/>
        </p:nvSpPr>
        <p:spPr>
          <a:xfrm>
            <a:off x="3047178" y="3883025"/>
            <a:ext cx="619443" cy="619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80719D04-4168-3E25-CB53-B093DBC69E07}"/>
              </a:ext>
            </a:extLst>
          </p:cNvPr>
          <p:cNvSpPr/>
          <p:nvPr/>
        </p:nvSpPr>
        <p:spPr>
          <a:xfrm>
            <a:off x="3666621" y="3883025"/>
            <a:ext cx="619443" cy="61944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0" name="직사각형 149">
            <a:extLst>
              <a:ext uri="{FF2B5EF4-FFF2-40B4-BE49-F238E27FC236}">
                <a16:creationId xmlns:a16="http://schemas.microsoft.com/office/drawing/2014/main" id="{B7E9C6A5-1FFB-26E2-5568-12BD403AAB5B}"/>
              </a:ext>
            </a:extLst>
          </p:cNvPr>
          <p:cNvSpPr/>
          <p:nvPr/>
        </p:nvSpPr>
        <p:spPr>
          <a:xfrm>
            <a:off x="4286064" y="3883025"/>
            <a:ext cx="619443" cy="619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7A74155B-2602-6138-44F9-49FD990DC388}"/>
              </a:ext>
            </a:extLst>
          </p:cNvPr>
          <p:cNvSpPr/>
          <p:nvPr/>
        </p:nvSpPr>
        <p:spPr>
          <a:xfrm>
            <a:off x="4905507" y="3883025"/>
            <a:ext cx="619443" cy="61944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984041CA-7781-D68C-20C0-0CDD849220E6}"/>
              </a:ext>
            </a:extLst>
          </p:cNvPr>
          <p:cNvSpPr/>
          <p:nvPr/>
        </p:nvSpPr>
        <p:spPr>
          <a:xfrm>
            <a:off x="4905507" y="4502468"/>
            <a:ext cx="619443" cy="619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9DA660B6-F323-C244-7E91-76FC37505B64}"/>
              </a:ext>
            </a:extLst>
          </p:cNvPr>
          <p:cNvSpPr/>
          <p:nvPr/>
        </p:nvSpPr>
        <p:spPr>
          <a:xfrm>
            <a:off x="569406" y="4502468"/>
            <a:ext cx="619443" cy="61944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4" name="직사각형 153">
            <a:extLst>
              <a:ext uri="{FF2B5EF4-FFF2-40B4-BE49-F238E27FC236}">
                <a16:creationId xmlns:a16="http://schemas.microsoft.com/office/drawing/2014/main" id="{70D80083-4C0E-B42C-2F1F-B86AA02DA2BB}"/>
              </a:ext>
            </a:extLst>
          </p:cNvPr>
          <p:cNvSpPr/>
          <p:nvPr/>
        </p:nvSpPr>
        <p:spPr>
          <a:xfrm>
            <a:off x="1188849" y="4502468"/>
            <a:ext cx="619443" cy="619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C06F3F16-5990-618C-D5FE-A1209AC430D8}"/>
              </a:ext>
            </a:extLst>
          </p:cNvPr>
          <p:cNvSpPr/>
          <p:nvPr/>
        </p:nvSpPr>
        <p:spPr>
          <a:xfrm>
            <a:off x="1808292" y="4502468"/>
            <a:ext cx="619443" cy="61944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BC35D7FB-100A-4F16-AF2C-3C87B38E0F8E}"/>
              </a:ext>
            </a:extLst>
          </p:cNvPr>
          <p:cNvSpPr/>
          <p:nvPr/>
        </p:nvSpPr>
        <p:spPr>
          <a:xfrm>
            <a:off x="2427735" y="4502468"/>
            <a:ext cx="619443" cy="619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7" name="직사각형 156">
            <a:extLst>
              <a:ext uri="{FF2B5EF4-FFF2-40B4-BE49-F238E27FC236}">
                <a16:creationId xmlns:a16="http://schemas.microsoft.com/office/drawing/2014/main" id="{B0AC83F0-C245-D9A5-821C-7FEE6756F0BC}"/>
              </a:ext>
            </a:extLst>
          </p:cNvPr>
          <p:cNvSpPr/>
          <p:nvPr/>
        </p:nvSpPr>
        <p:spPr>
          <a:xfrm>
            <a:off x="3047178" y="4502468"/>
            <a:ext cx="619443" cy="61944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8" name="직사각형 157">
            <a:extLst>
              <a:ext uri="{FF2B5EF4-FFF2-40B4-BE49-F238E27FC236}">
                <a16:creationId xmlns:a16="http://schemas.microsoft.com/office/drawing/2014/main" id="{1F6431F9-D732-7B9E-C06F-792D80F7BF70}"/>
              </a:ext>
            </a:extLst>
          </p:cNvPr>
          <p:cNvSpPr/>
          <p:nvPr/>
        </p:nvSpPr>
        <p:spPr>
          <a:xfrm>
            <a:off x="3666621" y="4502468"/>
            <a:ext cx="619443" cy="619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66" name="직사각형 5065">
            <a:extLst>
              <a:ext uri="{FF2B5EF4-FFF2-40B4-BE49-F238E27FC236}">
                <a16:creationId xmlns:a16="http://schemas.microsoft.com/office/drawing/2014/main" id="{2381F2DA-9EE1-12D9-D4E3-7B44FDE6388A}"/>
              </a:ext>
            </a:extLst>
          </p:cNvPr>
          <p:cNvSpPr/>
          <p:nvPr/>
        </p:nvSpPr>
        <p:spPr>
          <a:xfrm>
            <a:off x="4286064" y="4502468"/>
            <a:ext cx="619443" cy="61944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67" name="직사각형 5066">
            <a:extLst>
              <a:ext uri="{FF2B5EF4-FFF2-40B4-BE49-F238E27FC236}">
                <a16:creationId xmlns:a16="http://schemas.microsoft.com/office/drawing/2014/main" id="{C65341DD-DB54-EA97-71A8-E47EA110CF29}"/>
              </a:ext>
            </a:extLst>
          </p:cNvPr>
          <p:cNvSpPr/>
          <p:nvPr/>
        </p:nvSpPr>
        <p:spPr>
          <a:xfrm>
            <a:off x="569406" y="5121911"/>
            <a:ext cx="619443" cy="619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68" name="직사각형 5067">
            <a:extLst>
              <a:ext uri="{FF2B5EF4-FFF2-40B4-BE49-F238E27FC236}">
                <a16:creationId xmlns:a16="http://schemas.microsoft.com/office/drawing/2014/main" id="{C2CC57B4-5135-0685-A490-E8E1E0C88065}"/>
              </a:ext>
            </a:extLst>
          </p:cNvPr>
          <p:cNvSpPr/>
          <p:nvPr/>
        </p:nvSpPr>
        <p:spPr>
          <a:xfrm>
            <a:off x="1188849" y="5121911"/>
            <a:ext cx="619443" cy="61944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69" name="직사각형 5068">
            <a:extLst>
              <a:ext uri="{FF2B5EF4-FFF2-40B4-BE49-F238E27FC236}">
                <a16:creationId xmlns:a16="http://schemas.microsoft.com/office/drawing/2014/main" id="{79EE4546-7492-BF3F-7FD7-923B7F9426D6}"/>
              </a:ext>
            </a:extLst>
          </p:cNvPr>
          <p:cNvSpPr/>
          <p:nvPr/>
        </p:nvSpPr>
        <p:spPr>
          <a:xfrm>
            <a:off x="1808292" y="5121911"/>
            <a:ext cx="619443" cy="619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70" name="직사각형 5069">
            <a:extLst>
              <a:ext uri="{FF2B5EF4-FFF2-40B4-BE49-F238E27FC236}">
                <a16:creationId xmlns:a16="http://schemas.microsoft.com/office/drawing/2014/main" id="{25094714-3A3C-BBBE-A57F-0007757790DA}"/>
              </a:ext>
            </a:extLst>
          </p:cNvPr>
          <p:cNvSpPr/>
          <p:nvPr/>
        </p:nvSpPr>
        <p:spPr>
          <a:xfrm>
            <a:off x="2427735" y="5121911"/>
            <a:ext cx="619443" cy="61944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71" name="직사각형 5070">
            <a:extLst>
              <a:ext uri="{FF2B5EF4-FFF2-40B4-BE49-F238E27FC236}">
                <a16:creationId xmlns:a16="http://schemas.microsoft.com/office/drawing/2014/main" id="{3908AF7F-0B07-487A-4D4F-13A762F27B94}"/>
              </a:ext>
            </a:extLst>
          </p:cNvPr>
          <p:cNvSpPr/>
          <p:nvPr/>
        </p:nvSpPr>
        <p:spPr>
          <a:xfrm>
            <a:off x="3047178" y="5121911"/>
            <a:ext cx="619443" cy="619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72" name="직사각형 5071">
            <a:extLst>
              <a:ext uri="{FF2B5EF4-FFF2-40B4-BE49-F238E27FC236}">
                <a16:creationId xmlns:a16="http://schemas.microsoft.com/office/drawing/2014/main" id="{ACF62ACC-8216-AA64-E3FE-EC09494CBDF4}"/>
              </a:ext>
            </a:extLst>
          </p:cNvPr>
          <p:cNvSpPr/>
          <p:nvPr/>
        </p:nvSpPr>
        <p:spPr>
          <a:xfrm>
            <a:off x="3666621" y="5121911"/>
            <a:ext cx="619443" cy="61944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73" name="직사각형 5072">
            <a:extLst>
              <a:ext uri="{FF2B5EF4-FFF2-40B4-BE49-F238E27FC236}">
                <a16:creationId xmlns:a16="http://schemas.microsoft.com/office/drawing/2014/main" id="{D5FB2DBF-2F46-0E19-9F17-1A6F8CBF097E}"/>
              </a:ext>
            </a:extLst>
          </p:cNvPr>
          <p:cNvSpPr/>
          <p:nvPr/>
        </p:nvSpPr>
        <p:spPr>
          <a:xfrm>
            <a:off x="4286064" y="5121911"/>
            <a:ext cx="619443" cy="619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74" name="직사각형 5073">
            <a:extLst>
              <a:ext uri="{FF2B5EF4-FFF2-40B4-BE49-F238E27FC236}">
                <a16:creationId xmlns:a16="http://schemas.microsoft.com/office/drawing/2014/main" id="{2651B8EB-0B37-E03F-E41E-9C5173FF2C2F}"/>
              </a:ext>
            </a:extLst>
          </p:cNvPr>
          <p:cNvSpPr/>
          <p:nvPr/>
        </p:nvSpPr>
        <p:spPr>
          <a:xfrm>
            <a:off x="4905507" y="5121911"/>
            <a:ext cx="619443" cy="61944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75" name="직사각형 5074">
            <a:extLst>
              <a:ext uri="{FF2B5EF4-FFF2-40B4-BE49-F238E27FC236}">
                <a16:creationId xmlns:a16="http://schemas.microsoft.com/office/drawing/2014/main" id="{467E9C5A-EBE3-0D80-E9F1-D07D53B4EE13}"/>
              </a:ext>
            </a:extLst>
          </p:cNvPr>
          <p:cNvSpPr/>
          <p:nvPr/>
        </p:nvSpPr>
        <p:spPr>
          <a:xfrm>
            <a:off x="4905507" y="5741354"/>
            <a:ext cx="619443" cy="619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76" name="직사각형 5075">
            <a:extLst>
              <a:ext uri="{FF2B5EF4-FFF2-40B4-BE49-F238E27FC236}">
                <a16:creationId xmlns:a16="http://schemas.microsoft.com/office/drawing/2014/main" id="{BF48C10D-1148-BA4A-EE6C-0DFDF3AA24DA}"/>
              </a:ext>
            </a:extLst>
          </p:cNvPr>
          <p:cNvSpPr/>
          <p:nvPr/>
        </p:nvSpPr>
        <p:spPr>
          <a:xfrm>
            <a:off x="569406" y="5741354"/>
            <a:ext cx="619443" cy="61944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77" name="직사각형 5076">
            <a:extLst>
              <a:ext uri="{FF2B5EF4-FFF2-40B4-BE49-F238E27FC236}">
                <a16:creationId xmlns:a16="http://schemas.microsoft.com/office/drawing/2014/main" id="{C5DA44A1-C4CA-5589-2BFB-02F41979789F}"/>
              </a:ext>
            </a:extLst>
          </p:cNvPr>
          <p:cNvSpPr/>
          <p:nvPr/>
        </p:nvSpPr>
        <p:spPr>
          <a:xfrm>
            <a:off x="1188849" y="5741354"/>
            <a:ext cx="619443" cy="619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78" name="직사각형 5077">
            <a:extLst>
              <a:ext uri="{FF2B5EF4-FFF2-40B4-BE49-F238E27FC236}">
                <a16:creationId xmlns:a16="http://schemas.microsoft.com/office/drawing/2014/main" id="{629B4115-8392-3B1A-29C4-25F779213742}"/>
              </a:ext>
            </a:extLst>
          </p:cNvPr>
          <p:cNvSpPr/>
          <p:nvPr/>
        </p:nvSpPr>
        <p:spPr>
          <a:xfrm>
            <a:off x="1808292" y="5741354"/>
            <a:ext cx="619443" cy="61944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79" name="직사각형 5078">
            <a:extLst>
              <a:ext uri="{FF2B5EF4-FFF2-40B4-BE49-F238E27FC236}">
                <a16:creationId xmlns:a16="http://schemas.microsoft.com/office/drawing/2014/main" id="{5FED6A7D-EABB-8CBF-8515-37D29E81CB52}"/>
              </a:ext>
            </a:extLst>
          </p:cNvPr>
          <p:cNvSpPr/>
          <p:nvPr/>
        </p:nvSpPr>
        <p:spPr>
          <a:xfrm>
            <a:off x="2427735" y="5741354"/>
            <a:ext cx="619443" cy="619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80" name="직사각형 5079">
            <a:extLst>
              <a:ext uri="{FF2B5EF4-FFF2-40B4-BE49-F238E27FC236}">
                <a16:creationId xmlns:a16="http://schemas.microsoft.com/office/drawing/2014/main" id="{09C55685-CB82-6CDE-773E-39FC6B4B9606}"/>
              </a:ext>
            </a:extLst>
          </p:cNvPr>
          <p:cNvSpPr/>
          <p:nvPr/>
        </p:nvSpPr>
        <p:spPr>
          <a:xfrm>
            <a:off x="3047178" y="5741354"/>
            <a:ext cx="619443" cy="61944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81" name="직사각형 5080">
            <a:extLst>
              <a:ext uri="{FF2B5EF4-FFF2-40B4-BE49-F238E27FC236}">
                <a16:creationId xmlns:a16="http://schemas.microsoft.com/office/drawing/2014/main" id="{781E3DF4-FA04-9DEA-9961-1278EF4A7494}"/>
              </a:ext>
            </a:extLst>
          </p:cNvPr>
          <p:cNvSpPr/>
          <p:nvPr/>
        </p:nvSpPr>
        <p:spPr>
          <a:xfrm>
            <a:off x="3666621" y="5741354"/>
            <a:ext cx="619443" cy="6194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82" name="직사각형 5081">
            <a:extLst>
              <a:ext uri="{FF2B5EF4-FFF2-40B4-BE49-F238E27FC236}">
                <a16:creationId xmlns:a16="http://schemas.microsoft.com/office/drawing/2014/main" id="{5EF2A232-F6DE-907B-573B-88ADEC14157A}"/>
              </a:ext>
            </a:extLst>
          </p:cNvPr>
          <p:cNvSpPr/>
          <p:nvPr/>
        </p:nvSpPr>
        <p:spPr>
          <a:xfrm>
            <a:off x="4286064" y="5741354"/>
            <a:ext cx="619443" cy="61944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85" name="액자 5084">
            <a:extLst>
              <a:ext uri="{FF2B5EF4-FFF2-40B4-BE49-F238E27FC236}">
                <a16:creationId xmlns:a16="http://schemas.microsoft.com/office/drawing/2014/main" id="{7EF7B8E8-5416-9BCC-3A7D-CA9E8F3B5B35}"/>
              </a:ext>
            </a:extLst>
          </p:cNvPr>
          <p:cNvSpPr/>
          <p:nvPr/>
        </p:nvSpPr>
        <p:spPr>
          <a:xfrm>
            <a:off x="391605" y="1227453"/>
            <a:ext cx="5311148" cy="5311146"/>
          </a:xfrm>
          <a:prstGeom prst="frame">
            <a:avLst>
              <a:gd name="adj1" fmla="val 251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086" name="TextBox 5085">
            <a:extLst>
              <a:ext uri="{FF2B5EF4-FFF2-40B4-BE49-F238E27FC236}">
                <a16:creationId xmlns:a16="http://schemas.microsoft.com/office/drawing/2014/main" id="{9F2CC950-EECA-AC27-B8AA-B11F6CAD5854}"/>
              </a:ext>
            </a:extLst>
          </p:cNvPr>
          <p:cNvSpPr txBox="1"/>
          <p:nvPr/>
        </p:nvSpPr>
        <p:spPr>
          <a:xfrm>
            <a:off x="749123" y="1180602"/>
            <a:ext cx="2600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87" name="TextBox 5086">
            <a:extLst>
              <a:ext uri="{FF2B5EF4-FFF2-40B4-BE49-F238E27FC236}">
                <a16:creationId xmlns:a16="http://schemas.microsoft.com/office/drawing/2014/main" id="{0E40F2B2-7EDA-062E-68AD-90A7206F93A1}"/>
              </a:ext>
            </a:extLst>
          </p:cNvPr>
          <p:cNvSpPr txBox="1"/>
          <p:nvPr/>
        </p:nvSpPr>
        <p:spPr>
          <a:xfrm>
            <a:off x="1374978" y="1180602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88" name="TextBox 5087">
            <a:extLst>
              <a:ext uri="{FF2B5EF4-FFF2-40B4-BE49-F238E27FC236}">
                <a16:creationId xmlns:a16="http://schemas.microsoft.com/office/drawing/2014/main" id="{C33F2B36-82F1-C845-138D-8B4A8F1F6682}"/>
              </a:ext>
            </a:extLst>
          </p:cNvPr>
          <p:cNvSpPr txBox="1"/>
          <p:nvPr/>
        </p:nvSpPr>
        <p:spPr>
          <a:xfrm>
            <a:off x="1988009" y="1180602"/>
            <a:ext cx="2600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C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89" name="TextBox 5088">
            <a:extLst>
              <a:ext uri="{FF2B5EF4-FFF2-40B4-BE49-F238E27FC236}">
                <a16:creationId xmlns:a16="http://schemas.microsoft.com/office/drawing/2014/main" id="{F523E4A4-C601-7084-60E3-84675A34908C}"/>
              </a:ext>
            </a:extLst>
          </p:cNvPr>
          <p:cNvSpPr txBox="1"/>
          <p:nvPr/>
        </p:nvSpPr>
        <p:spPr>
          <a:xfrm>
            <a:off x="2607452" y="1180602"/>
            <a:ext cx="2600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90" name="TextBox 5089">
            <a:extLst>
              <a:ext uri="{FF2B5EF4-FFF2-40B4-BE49-F238E27FC236}">
                <a16:creationId xmlns:a16="http://schemas.microsoft.com/office/drawing/2014/main" id="{ECD1EC0E-3C55-A423-3670-B2526D8A2604}"/>
              </a:ext>
            </a:extLst>
          </p:cNvPr>
          <p:cNvSpPr txBox="1"/>
          <p:nvPr/>
        </p:nvSpPr>
        <p:spPr>
          <a:xfrm>
            <a:off x="3234910" y="1180602"/>
            <a:ext cx="243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E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91" name="TextBox 5090">
            <a:extLst>
              <a:ext uri="{FF2B5EF4-FFF2-40B4-BE49-F238E27FC236}">
                <a16:creationId xmlns:a16="http://schemas.microsoft.com/office/drawing/2014/main" id="{96DBB89D-523F-B91C-5D44-217AC99A473D}"/>
              </a:ext>
            </a:extLst>
          </p:cNvPr>
          <p:cNvSpPr txBox="1"/>
          <p:nvPr/>
        </p:nvSpPr>
        <p:spPr>
          <a:xfrm>
            <a:off x="3858361" y="1180602"/>
            <a:ext cx="2359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F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93" name="TextBox 5092">
            <a:extLst>
              <a:ext uri="{FF2B5EF4-FFF2-40B4-BE49-F238E27FC236}">
                <a16:creationId xmlns:a16="http://schemas.microsoft.com/office/drawing/2014/main" id="{414ED6F6-8573-AFF4-32A1-C2EE97F8D10A}"/>
              </a:ext>
            </a:extLst>
          </p:cNvPr>
          <p:cNvSpPr txBox="1"/>
          <p:nvPr/>
        </p:nvSpPr>
        <p:spPr>
          <a:xfrm>
            <a:off x="4462575" y="1180602"/>
            <a:ext cx="26642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G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94" name="TextBox 5093">
            <a:extLst>
              <a:ext uri="{FF2B5EF4-FFF2-40B4-BE49-F238E27FC236}">
                <a16:creationId xmlns:a16="http://schemas.microsoft.com/office/drawing/2014/main" id="{3B06C51C-20BD-AF4E-E036-06E77D6D94C1}"/>
              </a:ext>
            </a:extLst>
          </p:cNvPr>
          <p:cNvSpPr txBox="1"/>
          <p:nvPr/>
        </p:nvSpPr>
        <p:spPr>
          <a:xfrm>
            <a:off x="5085224" y="1180602"/>
            <a:ext cx="2600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95" name="TextBox 5094">
            <a:extLst>
              <a:ext uri="{FF2B5EF4-FFF2-40B4-BE49-F238E27FC236}">
                <a16:creationId xmlns:a16="http://schemas.microsoft.com/office/drawing/2014/main" id="{4BE5D9A4-AAB2-2EE7-FA08-2D579E9AB31A}"/>
              </a:ext>
            </a:extLst>
          </p:cNvPr>
          <p:cNvSpPr txBox="1"/>
          <p:nvPr/>
        </p:nvSpPr>
        <p:spPr>
          <a:xfrm>
            <a:off x="749123" y="6364746"/>
            <a:ext cx="2600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A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96" name="TextBox 5095">
            <a:extLst>
              <a:ext uri="{FF2B5EF4-FFF2-40B4-BE49-F238E27FC236}">
                <a16:creationId xmlns:a16="http://schemas.microsoft.com/office/drawing/2014/main" id="{8260F6CE-1C89-6456-FF57-D0193A08DA92}"/>
              </a:ext>
            </a:extLst>
          </p:cNvPr>
          <p:cNvSpPr txBox="1"/>
          <p:nvPr/>
        </p:nvSpPr>
        <p:spPr>
          <a:xfrm>
            <a:off x="1374978" y="6364746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97" name="TextBox 5096">
            <a:extLst>
              <a:ext uri="{FF2B5EF4-FFF2-40B4-BE49-F238E27FC236}">
                <a16:creationId xmlns:a16="http://schemas.microsoft.com/office/drawing/2014/main" id="{B9757258-8103-1CD4-B4FC-B5FC94356BDE}"/>
              </a:ext>
            </a:extLst>
          </p:cNvPr>
          <p:cNvSpPr txBox="1"/>
          <p:nvPr/>
        </p:nvSpPr>
        <p:spPr>
          <a:xfrm>
            <a:off x="1988009" y="6364746"/>
            <a:ext cx="2600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C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98" name="TextBox 5097">
            <a:extLst>
              <a:ext uri="{FF2B5EF4-FFF2-40B4-BE49-F238E27FC236}">
                <a16:creationId xmlns:a16="http://schemas.microsoft.com/office/drawing/2014/main" id="{77A4401D-FD41-5764-8D60-BFCEB01D50AB}"/>
              </a:ext>
            </a:extLst>
          </p:cNvPr>
          <p:cNvSpPr txBox="1"/>
          <p:nvPr/>
        </p:nvSpPr>
        <p:spPr>
          <a:xfrm>
            <a:off x="2607452" y="6364746"/>
            <a:ext cx="2600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D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099" name="TextBox 5098">
            <a:extLst>
              <a:ext uri="{FF2B5EF4-FFF2-40B4-BE49-F238E27FC236}">
                <a16:creationId xmlns:a16="http://schemas.microsoft.com/office/drawing/2014/main" id="{EAE7D2F0-70A0-710D-257E-3BBEEA3E0BA6}"/>
              </a:ext>
            </a:extLst>
          </p:cNvPr>
          <p:cNvSpPr txBox="1"/>
          <p:nvPr/>
        </p:nvSpPr>
        <p:spPr>
          <a:xfrm>
            <a:off x="3234910" y="6364746"/>
            <a:ext cx="243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E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00" name="TextBox 5099">
            <a:extLst>
              <a:ext uri="{FF2B5EF4-FFF2-40B4-BE49-F238E27FC236}">
                <a16:creationId xmlns:a16="http://schemas.microsoft.com/office/drawing/2014/main" id="{81C794E3-5F02-D3AD-1469-A4A7B8601F5D}"/>
              </a:ext>
            </a:extLst>
          </p:cNvPr>
          <p:cNvSpPr txBox="1"/>
          <p:nvPr/>
        </p:nvSpPr>
        <p:spPr>
          <a:xfrm>
            <a:off x="3858361" y="6364746"/>
            <a:ext cx="2359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F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01" name="TextBox 5100">
            <a:extLst>
              <a:ext uri="{FF2B5EF4-FFF2-40B4-BE49-F238E27FC236}">
                <a16:creationId xmlns:a16="http://schemas.microsoft.com/office/drawing/2014/main" id="{06D9F1D9-5A43-B5C0-8655-8D48EE64B3D2}"/>
              </a:ext>
            </a:extLst>
          </p:cNvPr>
          <p:cNvSpPr txBox="1"/>
          <p:nvPr/>
        </p:nvSpPr>
        <p:spPr>
          <a:xfrm>
            <a:off x="4462575" y="6364746"/>
            <a:ext cx="26642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G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02" name="TextBox 5101">
            <a:extLst>
              <a:ext uri="{FF2B5EF4-FFF2-40B4-BE49-F238E27FC236}">
                <a16:creationId xmlns:a16="http://schemas.microsoft.com/office/drawing/2014/main" id="{6817FD88-3D43-519A-EFE8-B78B3C1FD9CC}"/>
              </a:ext>
            </a:extLst>
          </p:cNvPr>
          <p:cNvSpPr txBox="1"/>
          <p:nvPr/>
        </p:nvSpPr>
        <p:spPr>
          <a:xfrm>
            <a:off x="5085224" y="6364746"/>
            <a:ext cx="26000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H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03" name="TextBox 5102">
            <a:extLst>
              <a:ext uri="{FF2B5EF4-FFF2-40B4-BE49-F238E27FC236}">
                <a16:creationId xmlns:a16="http://schemas.microsoft.com/office/drawing/2014/main" id="{6B2A1355-AAEA-B255-D430-F3B43EA4C3A0}"/>
              </a:ext>
            </a:extLst>
          </p:cNvPr>
          <p:cNvSpPr txBox="1"/>
          <p:nvPr/>
        </p:nvSpPr>
        <p:spPr>
          <a:xfrm>
            <a:off x="335537" y="1607252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04" name="TextBox 5103">
            <a:extLst>
              <a:ext uri="{FF2B5EF4-FFF2-40B4-BE49-F238E27FC236}">
                <a16:creationId xmlns:a16="http://schemas.microsoft.com/office/drawing/2014/main" id="{83CBA0F1-B94F-6C84-CB0A-0246B2D4079B}"/>
              </a:ext>
            </a:extLst>
          </p:cNvPr>
          <p:cNvSpPr txBox="1"/>
          <p:nvPr/>
        </p:nvSpPr>
        <p:spPr>
          <a:xfrm>
            <a:off x="335537" y="2226695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05" name="TextBox 5104">
            <a:extLst>
              <a:ext uri="{FF2B5EF4-FFF2-40B4-BE49-F238E27FC236}">
                <a16:creationId xmlns:a16="http://schemas.microsoft.com/office/drawing/2014/main" id="{7D831510-CE33-0202-F4B9-D8773184D22A}"/>
              </a:ext>
            </a:extLst>
          </p:cNvPr>
          <p:cNvSpPr txBox="1"/>
          <p:nvPr/>
        </p:nvSpPr>
        <p:spPr>
          <a:xfrm>
            <a:off x="335537" y="2846138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06" name="TextBox 5105">
            <a:extLst>
              <a:ext uri="{FF2B5EF4-FFF2-40B4-BE49-F238E27FC236}">
                <a16:creationId xmlns:a16="http://schemas.microsoft.com/office/drawing/2014/main" id="{4768CCE8-578D-CC5D-3EFF-939077603687}"/>
              </a:ext>
            </a:extLst>
          </p:cNvPr>
          <p:cNvSpPr txBox="1"/>
          <p:nvPr/>
        </p:nvSpPr>
        <p:spPr>
          <a:xfrm>
            <a:off x="335537" y="3465581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07" name="TextBox 5106">
            <a:extLst>
              <a:ext uri="{FF2B5EF4-FFF2-40B4-BE49-F238E27FC236}">
                <a16:creationId xmlns:a16="http://schemas.microsoft.com/office/drawing/2014/main" id="{46F016B4-A1D5-94B0-BA27-B0688246CCFD}"/>
              </a:ext>
            </a:extLst>
          </p:cNvPr>
          <p:cNvSpPr txBox="1"/>
          <p:nvPr/>
        </p:nvSpPr>
        <p:spPr>
          <a:xfrm>
            <a:off x="335537" y="4085024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5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08" name="TextBox 5107">
            <a:extLst>
              <a:ext uri="{FF2B5EF4-FFF2-40B4-BE49-F238E27FC236}">
                <a16:creationId xmlns:a16="http://schemas.microsoft.com/office/drawing/2014/main" id="{A7C6346B-5C08-584D-E186-9496BA31BE68}"/>
              </a:ext>
            </a:extLst>
          </p:cNvPr>
          <p:cNvSpPr txBox="1"/>
          <p:nvPr/>
        </p:nvSpPr>
        <p:spPr>
          <a:xfrm>
            <a:off x="335537" y="4704467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6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09" name="TextBox 5108">
            <a:extLst>
              <a:ext uri="{FF2B5EF4-FFF2-40B4-BE49-F238E27FC236}">
                <a16:creationId xmlns:a16="http://schemas.microsoft.com/office/drawing/2014/main" id="{DB671502-4D6F-3AC8-6A0F-7A69112E56AD}"/>
              </a:ext>
            </a:extLst>
          </p:cNvPr>
          <p:cNvSpPr txBox="1"/>
          <p:nvPr/>
        </p:nvSpPr>
        <p:spPr>
          <a:xfrm>
            <a:off x="335537" y="5323910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7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10" name="TextBox 5109">
            <a:extLst>
              <a:ext uri="{FF2B5EF4-FFF2-40B4-BE49-F238E27FC236}">
                <a16:creationId xmlns:a16="http://schemas.microsoft.com/office/drawing/2014/main" id="{B587AD22-2887-46B4-841D-727ECC28F516}"/>
              </a:ext>
            </a:extLst>
          </p:cNvPr>
          <p:cNvSpPr txBox="1"/>
          <p:nvPr/>
        </p:nvSpPr>
        <p:spPr>
          <a:xfrm>
            <a:off x="335537" y="5943353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8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11" name="TextBox 5110">
            <a:extLst>
              <a:ext uri="{FF2B5EF4-FFF2-40B4-BE49-F238E27FC236}">
                <a16:creationId xmlns:a16="http://schemas.microsoft.com/office/drawing/2014/main" id="{74ECEAD5-8C5D-431D-6C84-C3C6554745B4}"/>
              </a:ext>
            </a:extLst>
          </p:cNvPr>
          <p:cNvSpPr txBox="1"/>
          <p:nvPr/>
        </p:nvSpPr>
        <p:spPr>
          <a:xfrm>
            <a:off x="5507544" y="1607252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12" name="TextBox 5111">
            <a:extLst>
              <a:ext uri="{FF2B5EF4-FFF2-40B4-BE49-F238E27FC236}">
                <a16:creationId xmlns:a16="http://schemas.microsoft.com/office/drawing/2014/main" id="{0DB373CF-BBBA-8219-6A07-F5F097F155C9}"/>
              </a:ext>
            </a:extLst>
          </p:cNvPr>
          <p:cNvSpPr txBox="1"/>
          <p:nvPr/>
        </p:nvSpPr>
        <p:spPr>
          <a:xfrm>
            <a:off x="5507544" y="2226695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13" name="TextBox 5112">
            <a:extLst>
              <a:ext uri="{FF2B5EF4-FFF2-40B4-BE49-F238E27FC236}">
                <a16:creationId xmlns:a16="http://schemas.microsoft.com/office/drawing/2014/main" id="{08306828-FCBF-C3BE-7786-18C1478E3812}"/>
              </a:ext>
            </a:extLst>
          </p:cNvPr>
          <p:cNvSpPr txBox="1"/>
          <p:nvPr/>
        </p:nvSpPr>
        <p:spPr>
          <a:xfrm>
            <a:off x="5507544" y="2846138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14" name="TextBox 5113">
            <a:extLst>
              <a:ext uri="{FF2B5EF4-FFF2-40B4-BE49-F238E27FC236}">
                <a16:creationId xmlns:a16="http://schemas.microsoft.com/office/drawing/2014/main" id="{E2D4F536-741F-0D54-6513-2647862FF8CD}"/>
              </a:ext>
            </a:extLst>
          </p:cNvPr>
          <p:cNvSpPr txBox="1"/>
          <p:nvPr/>
        </p:nvSpPr>
        <p:spPr>
          <a:xfrm>
            <a:off x="5507544" y="3465581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15" name="TextBox 5114">
            <a:extLst>
              <a:ext uri="{FF2B5EF4-FFF2-40B4-BE49-F238E27FC236}">
                <a16:creationId xmlns:a16="http://schemas.microsoft.com/office/drawing/2014/main" id="{2272B9AA-AA54-D266-413A-10595EF8C87F}"/>
              </a:ext>
            </a:extLst>
          </p:cNvPr>
          <p:cNvSpPr txBox="1"/>
          <p:nvPr/>
        </p:nvSpPr>
        <p:spPr>
          <a:xfrm>
            <a:off x="5507544" y="4085024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5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16" name="TextBox 5115">
            <a:extLst>
              <a:ext uri="{FF2B5EF4-FFF2-40B4-BE49-F238E27FC236}">
                <a16:creationId xmlns:a16="http://schemas.microsoft.com/office/drawing/2014/main" id="{B9EE589B-2C4C-09DF-11F4-EA08E19F3BD6}"/>
              </a:ext>
            </a:extLst>
          </p:cNvPr>
          <p:cNvSpPr txBox="1"/>
          <p:nvPr/>
        </p:nvSpPr>
        <p:spPr>
          <a:xfrm>
            <a:off x="5507544" y="4704467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6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17" name="TextBox 5116">
            <a:extLst>
              <a:ext uri="{FF2B5EF4-FFF2-40B4-BE49-F238E27FC236}">
                <a16:creationId xmlns:a16="http://schemas.microsoft.com/office/drawing/2014/main" id="{7C5BB7F5-81EA-E819-6221-602D89D16437}"/>
              </a:ext>
            </a:extLst>
          </p:cNvPr>
          <p:cNvSpPr txBox="1"/>
          <p:nvPr/>
        </p:nvSpPr>
        <p:spPr>
          <a:xfrm>
            <a:off x="5507544" y="5323910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7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5118" name="TextBox 5117">
            <a:extLst>
              <a:ext uri="{FF2B5EF4-FFF2-40B4-BE49-F238E27FC236}">
                <a16:creationId xmlns:a16="http://schemas.microsoft.com/office/drawing/2014/main" id="{1E327E04-B795-1DE3-DAE2-46E5E7A1B9E7}"/>
              </a:ext>
            </a:extLst>
          </p:cNvPr>
          <p:cNvSpPr txBox="1"/>
          <p:nvPr/>
        </p:nvSpPr>
        <p:spPr>
          <a:xfrm>
            <a:off x="5507544" y="5943353"/>
            <a:ext cx="2471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8</a:t>
            </a:r>
            <a:endParaRPr lang="ko-KR" altLang="en-US" sz="800" b="1" dirty="0">
              <a:solidFill>
                <a:schemeClr val="tx1">
                  <a:lumMod val="50000"/>
                  <a:lumOff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2" name="TextBox 185">
            <a:hlinkClick r:id="rId4"/>
            <a:extLst>
              <a:ext uri="{FF2B5EF4-FFF2-40B4-BE49-F238E27FC236}">
                <a16:creationId xmlns:a16="http://schemas.microsoft.com/office/drawing/2014/main" id="{C1EBDD44-FDAE-3E5B-83BA-27617A326A08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267</TotalTime>
  <Words>40</Words>
  <Application>Microsoft Office PowerPoint</Application>
  <PresentationFormat>사용자 지정</PresentationFormat>
  <Paragraphs>35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88</cp:revision>
  <dcterms:created xsi:type="dcterms:W3CDTF">2021-10-29T04:43:38Z</dcterms:created>
  <dcterms:modified xsi:type="dcterms:W3CDTF">2022-10-08T08:35:52Z</dcterms:modified>
</cp:coreProperties>
</file>
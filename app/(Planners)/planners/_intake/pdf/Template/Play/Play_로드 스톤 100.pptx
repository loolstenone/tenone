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396" name="그룹 5395">
            <a:extLst>
              <a:ext uri="{FF2B5EF4-FFF2-40B4-BE49-F238E27FC236}">
                <a16:creationId xmlns:a16="http://schemas.microsoft.com/office/drawing/2014/main" id="{95AFEEF8-849D-ACDB-4935-FD413F62E97B}"/>
              </a:ext>
            </a:extLst>
          </p:cNvPr>
          <p:cNvGrpSpPr/>
          <p:nvPr/>
        </p:nvGrpSpPr>
        <p:grpSpPr>
          <a:xfrm>
            <a:off x="176252" y="636108"/>
            <a:ext cx="5727592" cy="6809364"/>
            <a:chOff x="176252" y="1113181"/>
            <a:chExt cx="5727592" cy="5755828"/>
          </a:xfrm>
        </p:grpSpPr>
        <p:grpSp>
          <p:nvGrpSpPr>
            <p:cNvPr id="5386" name="그룹 5385">
              <a:extLst>
                <a:ext uri="{FF2B5EF4-FFF2-40B4-BE49-F238E27FC236}">
                  <a16:creationId xmlns:a16="http://schemas.microsoft.com/office/drawing/2014/main" id="{1ED1BB15-9E6C-6FB7-1163-4ABDD19844E9}"/>
                </a:ext>
              </a:extLst>
            </p:cNvPr>
            <p:cNvGrpSpPr/>
            <p:nvPr/>
          </p:nvGrpSpPr>
          <p:grpSpPr>
            <a:xfrm>
              <a:off x="176252" y="1113181"/>
              <a:ext cx="5727592" cy="554197"/>
              <a:chOff x="196130" y="795131"/>
              <a:chExt cx="5727592" cy="554197"/>
            </a:xfrm>
          </p:grpSpPr>
          <p:sp>
            <p:nvSpPr>
              <p:cNvPr id="5338" name="사각형: 둥근 모서리 5337">
                <a:extLst>
                  <a:ext uri="{FF2B5EF4-FFF2-40B4-BE49-F238E27FC236}">
                    <a16:creationId xmlns:a16="http://schemas.microsoft.com/office/drawing/2014/main" id="{A22568C7-30E7-E72F-5CEE-8C6CF6E5020F}"/>
                  </a:ext>
                </a:extLst>
              </p:cNvPr>
              <p:cNvSpPr/>
              <p:nvPr/>
            </p:nvSpPr>
            <p:spPr>
              <a:xfrm>
                <a:off x="196130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39" name="사각형: 둥근 모서리 5338">
                <a:extLst>
                  <a:ext uri="{FF2B5EF4-FFF2-40B4-BE49-F238E27FC236}">
                    <a16:creationId xmlns:a16="http://schemas.microsoft.com/office/drawing/2014/main" id="{119B71F7-36E1-BAAC-6C50-B3A810A656A7}"/>
                  </a:ext>
                </a:extLst>
              </p:cNvPr>
              <p:cNvSpPr/>
              <p:nvPr/>
            </p:nvSpPr>
            <p:spPr>
              <a:xfrm>
                <a:off x="770952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0" name="사각형: 둥근 모서리 5339">
                <a:extLst>
                  <a:ext uri="{FF2B5EF4-FFF2-40B4-BE49-F238E27FC236}">
                    <a16:creationId xmlns:a16="http://schemas.microsoft.com/office/drawing/2014/main" id="{2D57BC3A-0B2B-D1EB-3DF0-B8AD8270F4AC}"/>
                  </a:ext>
                </a:extLst>
              </p:cNvPr>
              <p:cNvSpPr/>
              <p:nvPr/>
            </p:nvSpPr>
            <p:spPr>
              <a:xfrm>
                <a:off x="1345774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1" name="사각형: 둥근 모서리 5340">
                <a:extLst>
                  <a:ext uri="{FF2B5EF4-FFF2-40B4-BE49-F238E27FC236}">
                    <a16:creationId xmlns:a16="http://schemas.microsoft.com/office/drawing/2014/main" id="{5BA21319-DEBF-EA0B-1480-463AAA2453E2}"/>
                  </a:ext>
                </a:extLst>
              </p:cNvPr>
              <p:cNvSpPr/>
              <p:nvPr/>
            </p:nvSpPr>
            <p:spPr>
              <a:xfrm>
                <a:off x="1920596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2" name="사각형: 둥근 모서리 5341">
                <a:extLst>
                  <a:ext uri="{FF2B5EF4-FFF2-40B4-BE49-F238E27FC236}">
                    <a16:creationId xmlns:a16="http://schemas.microsoft.com/office/drawing/2014/main" id="{5D222B4C-A285-0C71-534F-260F41D45CFD}"/>
                  </a:ext>
                </a:extLst>
              </p:cNvPr>
              <p:cNvSpPr/>
              <p:nvPr/>
            </p:nvSpPr>
            <p:spPr>
              <a:xfrm>
                <a:off x="2495418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3" name="사각형: 둥근 모서리 5342">
                <a:extLst>
                  <a:ext uri="{FF2B5EF4-FFF2-40B4-BE49-F238E27FC236}">
                    <a16:creationId xmlns:a16="http://schemas.microsoft.com/office/drawing/2014/main" id="{64C51656-B017-7073-2EDD-BB7A23470FC5}"/>
                  </a:ext>
                </a:extLst>
              </p:cNvPr>
              <p:cNvSpPr/>
              <p:nvPr/>
            </p:nvSpPr>
            <p:spPr>
              <a:xfrm>
                <a:off x="3070240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2EE89387-8F87-12AB-DCD4-D7FF7DDC4FB2}"/>
                  </a:ext>
                </a:extLst>
              </p:cNvPr>
              <p:cNvSpPr/>
              <p:nvPr/>
            </p:nvSpPr>
            <p:spPr>
              <a:xfrm>
                <a:off x="3645062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65D235A6-878C-EED6-A909-FB0FD47DE982}"/>
                  </a:ext>
                </a:extLst>
              </p:cNvPr>
              <p:cNvSpPr/>
              <p:nvPr/>
            </p:nvSpPr>
            <p:spPr>
              <a:xfrm>
                <a:off x="4219884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1D8E8202-994D-A961-CEA7-8E196DFD024E}"/>
                  </a:ext>
                </a:extLst>
              </p:cNvPr>
              <p:cNvSpPr/>
              <p:nvPr/>
            </p:nvSpPr>
            <p:spPr>
              <a:xfrm>
                <a:off x="4794706" y="795131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78DE363B-8FAF-7B32-6C81-9FB6E737AE35}"/>
                  </a:ext>
                </a:extLst>
              </p:cNvPr>
              <p:cNvSpPr/>
              <p:nvPr/>
            </p:nvSpPr>
            <p:spPr>
              <a:xfrm>
                <a:off x="5369525" y="795131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8" name="그룹 5387">
              <a:extLst>
                <a:ext uri="{FF2B5EF4-FFF2-40B4-BE49-F238E27FC236}">
                  <a16:creationId xmlns:a16="http://schemas.microsoft.com/office/drawing/2014/main" id="{6FCE6034-8918-FEBC-3427-519C88EB5571}"/>
                </a:ext>
              </a:extLst>
            </p:cNvPr>
            <p:cNvGrpSpPr/>
            <p:nvPr/>
          </p:nvGrpSpPr>
          <p:grpSpPr>
            <a:xfrm>
              <a:off x="176252" y="2269099"/>
              <a:ext cx="5727592" cy="554197"/>
              <a:chOff x="196130" y="1947045"/>
              <a:chExt cx="5727592" cy="554197"/>
            </a:xfrm>
          </p:grpSpPr>
          <p:sp>
            <p:nvSpPr>
              <p:cNvPr id="5345" name="사각형: 둥근 모서리 5344">
                <a:extLst>
                  <a:ext uri="{FF2B5EF4-FFF2-40B4-BE49-F238E27FC236}">
                    <a16:creationId xmlns:a16="http://schemas.microsoft.com/office/drawing/2014/main" id="{2D5FD76C-DDD3-6F0E-27D1-B78AFC81C2FF}"/>
                  </a:ext>
                </a:extLst>
              </p:cNvPr>
              <p:cNvSpPr/>
              <p:nvPr/>
            </p:nvSpPr>
            <p:spPr>
              <a:xfrm>
                <a:off x="3070240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6" name="사각형: 둥근 모서리 5345">
                <a:extLst>
                  <a:ext uri="{FF2B5EF4-FFF2-40B4-BE49-F238E27FC236}">
                    <a16:creationId xmlns:a16="http://schemas.microsoft.com/office/drawing/2014/main" id="{E6415747-3980-545F-171D-5740CAF66A0C}"/>
                  </a:ext>
                </a:extLst>
              </p:cNvPr>
              <p:cNvSpPr/>
              <p:nvPr/>
            </p:nvSpPr>
            <p:spPr>
              <a:xfrm>
                <a:off x="2495418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7" name="사각형: 둥근 모서리 5346">
                <a:extLst>
                  <a:ext uri="{FF2B5EF4-FFF2-40B4-BE49-F238E27FC236}">
                    <a16:creationId xmlns:a16="http://schemas.microsoft.com/office/drawing/2014/main" id="{EA7A420D-8375-08D5-ED2F-A7CC7C477373}"/>
                  </a:ext>
                </a:extLst>
              </p:cNvPr>
              <p:cNvSpPr/>
              <p:nvPr/>
            </p:nvSpPr>
            <p:spPr>
              <a:xfrm>
                <a:off x="196130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8" name="사각형: 둥근 모서리 5347">
                <a:extLst>
                  <a:ext uri="{FF2B5EF4-FFF2-40B4-BE49-F238E27FC236}">
                    <a16:creationId xmlns:a16="http://schemas.microsoft.com/office/drawing/2014/main" id="{FFD85190-F1D2-53CC-80AB-6AAB733D8743}"/>
                  </a:ext>
                </a:extLst>
              </p:cNvPr>
              <p:cNvSpPr/>
              <p:nvPr/>
            </p:nvSpPr>
            <p:spPr>
              <a:xfrm>
                <a:off x="770952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49" name="사각형: 둥근 모서리 5348">
                <a:extLst>
                  <a:ext uri="{FF2B5EF4-FFF2-40B4-BE49-F238E27FC236}">
                    <a16:creationId xmlns:a16="http://schemas.microsoft.com/office/drawing/2014/main" id="{AED241E2-8053-6E48-4A29-56861E116477}"/>
                  </a:ext>
                </a:extLst>
              </p:cNvPr>
              <p:cNvSpPr/>
              <p:nvPr/>
            </p:nvSpPr>
            <p:spPr>
              <a:xfrm>
                <a:off x="1345774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0" name="사각형: 둥근 모서리 5349">
                <a:extLst>
                  <a:ext uri="{FF2B5EF4-FFF2-40B4-BE49-F238E27FC236}">
                    <a16:creationId xmlns:a16="http://schemas.microsoft.com/office/drawing/2014/main" id="{FA52E6D8-4D68-26A3-54E1-61D623EB20CE}"/>
                  </a:ext>
                </a:extLst>
              </p:cNvPr>
              <p:cNvSpPr/>
              <p:nvPr/>
            </p:nvSpPr>
            <p:spPr>
              <a:xfrm>
                <a:off x="1920596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AA86419A-0C40-2A98-516F-BDFF45F88B38}"/>
                  </a:ext>
                </a:extLst>
              </p:cNvPr>
              <p:cNvSpPr/>
              <p:nvPr/>
            </p:nvSpPr>
            <p:spPr>
              <a:xfrm>
                <a:off x="3645062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1CFBBBFF-3518-B5DE-A455-0DA75070DC19}"/>
                  </a:ext>
                </a:extLst>
              </p:cNvPr>
              <p:cNvSpPr/>
              <p:nvPr/>
            </p:nvSpPr>
            <p:spPr>
              <a:xfrm>
                <a:off x="5369525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7BE68B27-08FB-144F-DD80-A5068EE380FA}"/>
                  </a:ext>
                </a:extLst>
              </p:cNvPr>
              <p:cNvSpPr/>
              <p:nvPr/>
            </p:nvSpPr>
            <p:spPr>
              <a:xfrm>
                <a:off x="4794706" y="1947045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8B712A63-C628-61CB-BB3A-ACFC97ED66EE}"/>
                  </a:ext>
                </a:extLst>
              </p:cNvPr>
              <p:cNvSpPr/>
              <p:nvPr/>
            </p:nvSpPr>
            <p:spPr>
              <a:xfrm>
                <a:off x="4219884" y="1947045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7" name="그룹 5386">
              <a:extLst>
                <a:ext uri="{FF2B5EF4-FFF2-40B4-BE49-F238E27FC236}">
                  <a16:creationId xmlns:a16="http://schemas.microsoft.com/office/drawing/2014/main" id="{15CBEBA8-D9AE-F28B-C255-59864E71FC50}"/>
                </a:ext>
              </a:extLst>
            </p:cNvPr>
            <p:cNvGrpSpPr/>
            <p:nvPr/>
          </p:nvGrpSpPr>
          <p:grpSpPr>
            <a:xfrm>
              <a:off x="176252" y="1691140"/>
              <a:ext cx="5727592" cy="554197"/>
              <a:chOff x="196130" y="1371088"/>
              <a:chExt cx="5727592" cy="554197"/>
            </a:xfrm>
          </p:grpSpPr>
          <p:sp>
            <p:nvSpPr>
              <p:cNvPr id="5344" name="사각형: 둥근 모서리 5343">
                <a:extLst>
                  <a:ext uri="{FF2B5EF4-FFF2-40B4-BE49-F238E27FC236}">
                    <a16:creationId xmlns:a16="http://schemas.microsoft.com/office/drawing/2014/main" id="{C46A7C9D-8697-1C21-AC07-E8FAAB29AD26}"/>
                  </a:ext>
                </a:extLst>
              </p:cNvPr>
              <p:cNvSpPr/>
              <p:nvPr/>
            </p:nvSpPr>
            <p:spPr>
              <a:xfrm>
                <a:off x="3070240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5" name="사각형: 둥근 모서리 5354">
                <a:extLst>
                  <a:ext uri="{FF2B5EF4-FFF2-40B4-BE49-F238E27FC236}">
                    <a16:creationId xmlns:a16="http://schemas.microsoft.com/office/drawing/2014/main" id="{7BCD5411-087B-C5C0-5FA7-FC87DEF7AEDD}"/>
                  </a:ext>
                </a:extLst>
              </p:cNvPr>
              <p:cNvSpPr/>
              <p:nvPr/>
            </p:nvSpPr>
            <p:spPr>
              <a:xfrm>
                <a:off x="770952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6" name="사각형: 둥근 모서리 5355">
                <a:extLst>
                  <a:ext uri="{FF2B5EF4-FFF2-40B4-BE49-F238E27FC236}">
                    <a16:creationId xmlns:a16="http://schemas.microsoft.com/office/drawing/2014/main" id="{B8F4B641-C2EF-7A40-F397-E1DDEA344DB0}"/>
                  </a:ext>
                </a:extLst>
              </p:cNvPr>
              <p:cNvSpPr/>
              <p:nvPr/>
            </p:nvSpPr>
            <p:spPr>
              <a:xfrm>
                <a:off x="1345774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7" name="사각형: 둥근 모서리 5356">
                <a:extLst>
                  <a:ext uri="{FF2B5EF4-FFF2-40B4-BE49-F238E27FC236}">
                    <a16:creationId xmlns:a16="http://schemas.microsoft.com/office/drawing/2014/main" id="{4C40F58C-E813-7876-ACF4-C8DC0807E566}"/>
                  </a:ext>
                </a:extLst>
              </p:cNvPr>
              <p:cNvSpPr/>
              <p:nvPr/>
            </p:nvSpPr>
            <p:spPr>
              <a:xfrm>
                <a:off x="1920596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8" name="사각형: 둥근 모서리 5357">
                <a:extLst>
                  <a:ext uri="{FF2B5EF4-FFF2-40B4-BE49-F238E27FC236}">
                    <a16:creationId xmlns:a16="http://schemas.microsoft.com/office/drawing/2014/main" id="{330486C7-C11F-2822-5093-F075CD4E1757}"/>
                  </a:ext>
                </a:extLst>
              </p:cNvPr>
              <p:cNvSpPr/>
              <p:nvPr/>
            </p:nvSpPr>
            <p:spPr>
              <a:xfrm>
                <a:off x="2495418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59" name="사각형: 둥근 모서리 5358">
                <a:extLst>
                  <a:ext uri="{FF2B5EF4-FFF2-40B4-BE49-F238E27FC236}">
                    <a16:creationId xmlns:a16="http://schemas.microsoft.com/office/drawing/2014/main" id="{F8895D36-4795-E380-492D-95C606CACF90}"/>
                  </a:ext>
                </a:extLst>
              </p:cNvPr>
              <p:cNvSpPr/>
              <p:nvPr/>
            </p:nvSpPr>
            <p:spPr>
              <a:xfrm>
                <a:off x="196130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7B3D88A6-B7F6-FFED-BFEA-558439E7C57B}"/>
                  </a:ext>
                </a:extLst>
              </p:cNvPr>
              <p:cNvSpPr/>
              <p:nvPr/>
            </p:nvSpPr>
            <p:spPr>
              <a:xfrm>
                <a:off x="3645062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1D0005B4-5B1B-08C6-95FB-6D3F839A58D8}"/>
                  </a:ext>
                </a:extLst>
              </p:cNvPr>
              <p:cNvSpPr/>
              <p:nvPr/>
            </p:nvSpPr>
            <p:spPr>
              <a:xfrm>
                <a:off x="5369525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8E89CF30-96D6-DE78-2049-E625B7B8ACD2}"/>
                  </a:ext>
                </a:extLst>
              </p:cNvPr>
              <p:cNvSpPr/>
              <p:nvPr/>
            </p:nvSpPr>
            <p:spPr>
              <a:xfrm>
                <a:off x="4219884" y="1371088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92C799F-1311-15C4-11D1-56666ACCBE3A}"/>
                  </a:ext>
                </a:extLst>
              </p:cNvPr>
              <p:cNvSpPr/>
              <p:nvPr/>
            </p:nvSpPr>
            <p:spPr>
              <a:xfrm>
                <a:off x="4794706" y="1371088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89" name="그룹 5388">
              <a:extLst>
                <a:ext uri="{FF2B5EF4-FFF2-40B4-BE49-F238E27FC236}">
                  <a16:creationId xmlns:a16="http://schemas.microsoft.com/office/drawing/2014/main" id="{DA4ECEBA-6C29-EA88-28CA-26FA8160D696}"/>
                </a:ext>
              </a:extLst>
            </p:cNvPr>
            <p:cNvGrpSpPr/>
            <p:nvPr/>
          </p:nvGrpSpPr>
          <p:grpSpPr>
            <a:xfrm>
              <a:off x="176252" y="2847058"/>
              <a:ext cx="5727592" cy="554197"/>
              <a:chOff x="196130" y="2523002"/>
              <a:chExt cx="5727592" cy="554197"/>
            </a:xfrm>
          </p:grpSpPr>
          <p:sp>
            <p:nvSpPr>
              <p:cNvPr id="5351" name="사각형: 둥근 모서리 5350">
                <a:extLst>
                  <a:ext uri="{FF2B5EF4-FFF2-40B4-BE49-F238E27FC236}">
                    <a16:creationId xmlns:a16="http://schemas.microsoft.com/office/drawing/2014/main" id="{40D88BDC-AAB2-A784-1E61-9BAD1B22355B}"/>
                  </a:ext>
                </a:extLst>
              </p:cNvPr>
              <p:cNvSpPr/>
              <p:nvPr/>
            </p:nvSpPr>
            <p:spPr>
              <a:xfrm>
                <a:off x="770952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0" name="사각형: 둥근 모서리 5359">
                <a:extLst>
                  <a:ext uri="{FF2B5EF4-FFF2-40B4-BE49-F238E27FC236}">
                    <a16:creationId xmlns:a16="http://schemas.microsoft.com/office/drawing/2014/main" id="{F96B538A-4DA6-C6B1-9987-1C17270F9589}"/>
                  </a:ext>
                </a:extLst>
              </p:cNvPr>
              <p:cNvSpPr/>
              <p:nvPr/>
            </p:nvSpPr>
            <p:spPr>
              <a:xfrm>
                <a:off x="3070240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1" name="사각형: 둥근 모서리 5360">
                <a:extLst>
                  <a:ext uri="{FF2B5EF4-FFF2-40B4-BE49-F238E27FC236}">
                    <a16:creationId xmlns:a16="http://schemas.microsoft.com/office/drawing/2014/main" id="{9923F0FA-2FFF-DB7C-0156-2E445A144709}"/>
                  </a:ext>
                </a:extLst>
              </p:cNvPr>
              <p:cNvSpPr/>
              <p:nvPr/>
            </p:nvSpPr>
            <p:spPr>
              <a:xfrm>
                <a:off x="1345774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2" name="사각형: 둥근 모서리 5361">
                <a:extLst>
                  <a:ext uri="{FF2B5EF4-FFF2-40B4-BE49-F238E27FC236}">
                    <a16:creationId xmlns:a16="http://schemas.microsoft.com/office/drawing/2014/main" id="{2E021288-4F0C-F7DB-48D4-C24B6A65578E}"/>
                  </a:ext>
                </a:extLst>
              </p:cNvPr>
              <p:cNvSpPr/>
              <p:nvPr/>
            </p:nvSpPr>
            <p:spPr>
              <a:xfrm>
                <a:off x="1920596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3" name="사각형: 둥근 모서리 5362">
                <a:extLst>
                  <a:ext uri="{FF2B5EF4-FFF2-40B4-BE49-F238E27FC236}">
                    <a16:creationId xmlns:a16="http://schemas.microsoft.com/office/drawing/2014/main" id="{92A83655-3D55-EEB1-05E7-DB0FDD7F634A}"/>
                  </a:ext>
                </a:extLst>
              </p:cNvPr>
              <p:cNvSpPr/>
              <p:nvPr/>
            </p:nvSpPr>
            <p:spPr>
              <a:xfrm>
                <a:off x="2495418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4" name="사각형: 둥근 모서리 5363">
                <a:extLst>
                  <a:ext uri="{FF2B5EF4-FFF2-40B4-BE49-F238E27FC236}">
                    <a16:creationId xmlns:a16="http://schemas.microsoft.com/office/drawing/2014/main" id="{C5AD9312-FB46-D86A-1C5C-66D01F5F8FBB}"/>
                  </a:ext>
                </a:extLst>
              </p:cNvPr>
              <p:cNvSpPr/>
              <p:nvPr/>
            </p:nvSpPr>
            <p:spPr>
              <a:xfrm>
                <a:off x="196130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F7CE122-266C-EC1F-DB8D-48C3D121F916}"/>
                  </a:ext>
                </a:extLst>
              </p:cNvPr>
              <p:cNvSpPr/>
              <p:nvPr/>
            </p:nvSpPr>
            <p:spPr>
              <a:xfrm>
                <a:off x="3645062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4E06C298-8D9A-829C-876B-39D26E9FACE3}"/>
                  </a:ext>
                </a:extLst>
              </p:cNvPr>
              <p:cNvSpPr/>
              <p:nvPr/>
            </p:nvSpPr>
            <p:spPr>
              <a:xfrm>
                <a:off x="5369525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DD42E024-89BB-D9EB-CF7A-1FD660A1A8C0}"/>
                  </a:ext>
                </a:extLst>
              </p:cNvPr>
              <p:cNvSpPr/>
              <p:nvPr/>
            </p:nvSpPr>
            <p:spPr>
              <a:xfrm>
                <a:off x="4219884" y="252300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사각형: 둥근 모서리 35">
                <a:extLst>
                  <a:ext uri="{FF2B5EF4-FFF2-40B4-BE49-F238E27FC236}">
                    <a16:creationId xmlns:a16="http://schemas.microsoft.com/office/drawing/2014/main" id="{3B8B2A39-3AAE-3B37-236D-725C91C5EC7E}"/>
                  </a:ext>
                </a:extLst>
              </p:cNvPr>
              <p:cNvSpPr/>
              <p:nvPr/>
            </p:nvSpPr>
            <p:spPr>
              <a:xfrm>
                <a:off x="4794706" y="252300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1" name="그룹 5390">
              <a:extLst>
                <a:ext uri="{FF2B5EF4-FFF2-40B4-BE49-F238E27FC236}">
                  <a16:creationId xmlns:a16="http://schemas.microsoft.com/office/drawing/2014/main" id="{3E3F5274-B509-9242-6FB4-AED8B582139E}"/>
                </a:ext>
              </a:extLst>
            </p:cNvPr>
            <p:cNvGrpSpPr/>
            <p:nvPr/>
          </p:nvGrpSpPr>
          <p:grpSpPr>
            <a:xfrm>
              <a:off x="176252" y="4002976"/>
              <a:ext cx="5727592" cy="554197"/>
              <a:chOff x="196130" y="3674916"/>
              <a:chExt cx="5727592" cy="554197"/>
            </a:xfrm>
          </p:grpSpPr>
          <p:sp>
            <p:nvSpPr>
              <p:cNvPr id="5353" name="사각형: 둥근 모서리 5352">
                <a:extLst>
                  <a:ext uri="{FF2B5EF4-FFF2-40B4-BE49-F238E27FC236}">
                    <a16:creationId xmlns:a16="http://schemas.microsoft.com/office/drawing/2014/main" id="{00337966-F023-7B2B-6449-3AE8E652F4CB}"/>
                  </a:ext>
                </a:extLst>
              </p:cNvPr>
              <p:cNvSpPr/>
              <p:nvPr/>
            </p:nvSpPr>
            <p:spPr>
              <a:xfrm>
                <a:off x="770952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5" name="사각형: 둥근 모서리 5364">
                <a:extLst>
                  <a:ext uri="{FF2B5EF4-FFF2-40B4-BE49-F238E27FC236}">
                    <a16:creationId xmlns:a16="http://schemas.microsoft.com/office/drawing/2014/main" id="{48D75E75-39EC-9D09-6FF5-D659FF190F51}"/>
                  </a:ext>
                </a:extLst>
              </p:cNvPr>
              <p:cNvSpPr/>
              <p:nvPr/>
            </p:nvSpPr>
            <p:spPr>
              <a:xfrm>
                <a:off x="3070240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6" name="사각형: 둥근 모서리 5365">
                <a:extLst>
                  <a:ext uri="{FF2B5EF4-FFF2-40B4-BE49-F238E27FC236}">
                    <a16:creationId xmlns:a16="http://schemas.microsoft.com/office/drawing/2014/main" id="{808BDABD-0A0B-AA74-DCB7-D5772A4806F2}"/>
                  </a:ext>
                </a:extLst>
              </p:cNvPr>
              <p:cNvSpPr/>
              <p:nvPr/>
            </p:nvSpPr>
            <p:spPr>
              <a:xfrm>
                <a:off x="1345774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7" name="사각형: 둥근 모서리 5366">
                <a:extLst>
                  <a:ext uri="{FF2B5EF4-FFF2-40B4-BE49-F238E27FC236}">
                    <a16:creationId xmlns:a16="http://schemas.microsoft.com/office/drawing/2014/main" id="{25D13938-F4A3-2730-D638-72B67F4F6C20}"/>
                  </a:ext>
                </a:extLst>
              </p:cNvPr>
              <p:cNvSpPr/>
              <p:nvPr/>
            </p:nvSpPr>
            <p:spPr>
              <a:xfrm>
                <a:off x="1920596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8" name="사각형: 둥근 모서리 5367">
                <a:extLst>
                  <a:ext uri="{FF2B5EF4-FFF2-40B4-BE49-F238E27FC236}">
                    <a16:creationId xmlns:a16="http://schemas.microsoft.com/office/drawing/2014/main" id="{7D3821C8-0DF2-0445-FC53-95A91946ED7F}"/>
                  </a:ext>
                </a:extLst>
              </p:cNvPr>
              <p:cNvSpPr/>
              <p:nvPr/>
            </p:nvSpPr>
            <p:spPr>
              <a:xfrm>
                <a:off x="2495418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69" name="사각형: 둥근 모서리 5368">
                <a:extLst>
                  <a:ext uri="{FF2B5EF4-FFF2-40B4-BE49-F238E27FC236}">
                    <a16:creationId xmlns:a16="http://schemas.microsoft.com/office/drawing/2014/main" id="{EFE96AC5-6041-D21F-10C0-11F8F0939730}"/>
                  </a:ext>
                </a:extLst>
              </p:cNvPr>
              <p:cNvSpPr/>
              <p:nvPr/>
            </p:nvSpPr>
            <p:spPr>
              <a:xfrm>
                <a:off x="196130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A8BA0D7-1954-00DE-F8E0-E1BB60492EEF}"/>
                  </a:ext>
                </a:extLst>
              </p:cNvPr>
              <p:cNvSpPr/>
              <p:nvPr/>
            </p:nvSpPr>
            <p:spPr>
              <a:xfrm>
                <a:off x="3645062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E750CB0C-EA71-E7E4-58BD-B5AE5D82B668}"/>
                  </a:ext>
                </a:extLst>
              </p:cNvPr>
              <p:cNvSpPr/>
              <p:nvPr/>
            </p:nvSpPr>
            <p:spPr>
              <a:xfrm>
                <a:off x="5369525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7B45DF1B-629B-977F-1D4D-67C71DD761AD}"/>
                  </a:ext>
                </a:extLst>
              </p:cNvPr>
              <p:cNvSpPr/>
              <p:nvPr/>
            </p:nvSpPr>
            <p:spPr>
              <a:xfrm>
                <a:off x="4219884" y="3674916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50B7F979-69EC-23BA-6E8B-BE5CCD07CE53}"/>
                  </a:ext>
                </a:extLst>
              </p:cNvPr>
              <p:cNvSpPr/>
              <p:nvPr/>
            </p:nvSpPr>
            <p:spPr>
              <a:xfrm>
                <a:off x="4794706" y="3674916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0" name="그룹 5389">
              <a:extLst>
                <a:ext uri="{FF2B5EF4-FFF2-40B4-BE49-F238E27FC236}">
                  <a16:creationId xmlns:a16="http://schemas.microsoft.com/office/drawing/2014/main" id="{45E97B3E-6416-F506-3235-5B4C4B9A3EB9}"/>
                </a:ext>
              </a:extLst>
            </p:cNvPr>
            <p:cNvGrpSpPr/>
            <p:nvPr/>
          </p:nvGrpSpPr>
          <p:grpSpPr>
            <a:xfrm>
              <a:off x="176252" y="3425017"/>
              <a:ext cx="5727592" cy="554197"/>
              <a:chOff x="196130" y="3098959"/>
              <a:chExt cx="5727592" cy="554197"/>
            </a:xfrm>
          </p:grpSpPr>
          <p:sp>
            <p:nvSpPr>
              <p:cNvPr id="5352" name="사각형: 둥근 모서리 5351">
                <a:extLst>
                  <a:ext uri="{FF2B5EF4-FFF2-40B4-BE49-F238E27FC236}">
                    <a16:creationId xmlns:a16="http://schemas.microsoft.com/office/drawing/2014/main" id="{27E0CF78-6224-2C53-AA35-262B156E1F04}"/>
                  </a:ext>
                </a:extLst>
              </p:cNvPr>
              <p:cNvSpPr/>
              <p:nvPr/>
            </p:nvSpPr>
            <p:spPr>
              <a:xfrm>
                <a:off x="770952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0" name="사각형: 둥근 모서리 5369">
                <a:extLst>
                  <a:ext uri="{FF2B5EF4-FFF2-40B4-BE49-F238E27FC236}">
                    <a16:creationId xmlns:a16="http://schemas.microsoft.com/office/drawing/2014/main" id="{FC1D9093-FB52-D7F0-D665-18F9A7F38328}"/>
                  </a:ext>
                </a:extLst>
              </p:cNvPr>
              <p:cNvSpPr/>
              <p:nvPr/>
            </p:nvSpPr>
            <p:spPr>
              <a:xfrm>
                <a:off x="3070240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1" name="사각형: 둥근 모서리 5370">
                <a:extLst>
                  <a:ext uri="{FF2B5EF4-FFF2-40B4-BE49-F238E27FC236}">
                    <a16:creationId xmlns:a16="http://schemas.microsoft.com/office/drawing/2014/main" id="{153D3C3F-C9B7-84B2-0708-4124C32951A2}"/>
                  </a:ext>
                </a:extLst>
              </p:cNvPr>
              <p:cNvSpPr/>
              <p:nvPr/>
            </p:nvSpPr>
            <p:spPr>
              <a:xfrm>
                <a:off x="2495418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2" name="사각형: 둥근 모서리 5371">
                <a:extLst>
                  <a:ext uri="{FF2B5EF4-FFF2-40B4-BE49-F238E27FC236}">
                    <a16:creationId xmlns:a16="http://schemas.microsoft.com/office/drawing/2014/main" id="{EE3D467D-832C-6848-5D45-816AD87F0726}"/>
                  </a:ext>
                </a:extLst>
              </p:cNvPr>
              <p:cNvSpPr/>
              <p:nvPr/>
            </p:nvSpPr>
            <p:spPr>
              <a:xfrm>
                <a:off x="196130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3" name="사각형: 둥근 모서리 5372">
                <a:extLst>
                  <a:ext uri="{FF2B5EF4-FFF2-40B4-BE49-F238E27FC236}">
                    <a16:creationId xmlns:a16="http://schemas.microsoft.com/office/drawing/2014/main" id="{7A6C9F05-6C02-6566-B763-D311368D8E71}"/>
                  </a:ext>
                </a:extLst>
              </p:cNvPr>
              <p:cNvSpPr/>
              <p:nvPr/>
            </p:nvSpPr>
            <p:spPr>
              <a:xfrm>
                <a:off x="1345774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4" name="사각형: 둥근 모서리 5373">
                <a:extLst>
                  <a:ext uri="{FF2B5EF4-FFF2-40B4-BE49-F238E27FC236}">
                    <a16:creationId xmlns:a16="http://schemas.microsoft.com/office/drawing/2014/main" id="{991F29B9-134E-2EA8-F580-02AC44787C8D}"/>
                  </a:ext>
                </a:extLst>
              </p:cNvPr>
              <p:cNvSpPr/>
              <p:nvPr/>
            </p:nvSpPr>
            <p:spPr>
              <a:xfrm>
                <a:off x="1920596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54392A6B-33CA-AE3D-0AD8-A4735A215D94}"/>
                  </a:ext>
                </a:extLst>
              </p:cNvPr>
              <p:cNvSpPr/>
              <p:nvPr/>
            </p:nvSpPr>
            <p:spPr>
              <a:xfrm>
                <a:off x="3645062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7962CD83-D5F6-E8C4-2ACF-94D4FA0FD344}"/>
                  </a:ext>
                </a:extLst>
              </p:cNvPr>
              <p:cNvSpPr/>
              <p:nvPr/>
            </p:nvSpPr>
            <p:spPr>
              <a:xfrm>
                <a:off x="5369525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171E7DFC-A6EE-3C55-95A6-A778AC9C21F4}"/>
                  </a:ext>
                </a:extLst>
              </p:cNvPr>
              <p:cNvSpPr/>
              <p:nvPr/>
            </p:nvSpPr>
            <p:spPr>
              <a:xfrm>
                <a:off x="4794706" y="3098959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4CF66A7F-2AC2-4F19-36D3-FF403EEC7B19}"/>
                  </a:ext>
                </a:extLst>
              </p:cNvPr>
              <p:cNvSpPr/>
              <p:nvPr/>
            </p:nvSpPr>
            <p:spPr>
              <a:xfrm>
                <a:off x="4219884" y="3098959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2" name="그룹 5391">
              <a:extLst>
                <a:ext uri="{FF2B5EF4-FFF2-40B4-BE49-F238E27FC236}">
                  <a16:creationId xmlns:a16="http://schemas.microsoft.com/office/drawing/2014/main" id="{0F1524B0-8641-F483-3D65-DC38888AA136}"/>
                </a:ext>
              </a:extLst>
            </p:cNvPr>
            <p:cNvGrpSpPr/>
            <p:nvPr/>
          </p:nvGrpSpPr>
          <p:grpSpPr>
            <a:xfrm>
              <a:off x="176252" y="4580935"/>
              <a:ext cx="5727592" cy="554197"/>
              <a:chOff x="196130" y="4250873"/>
              <a:chExt cx="5727592" cy="554197"/>
            </a:xfrm>
          </p:grpSpPr>
          <p:sp>
            <p:nvSpPr>
              <p:cNvPr id="5354" name="사각형: 둥근 모서리 5353">
                <a:extLst>
                  <a:ext uri="{FF2B5EF4-FFF2-40B4-BE49-F238E27FC236}">
                    <a16:creationId xmlns:a16="http://schemas.microsoft.com/office/drawing/2014/main" id="{7091F2CE-0714-B00D-44F7-4319DF4813E7}"/>
                  </a:ext>
                </a:extLst>
              </p:cNvPr>
              <p:cNvSpPr/>
              <p:nvPr/>
            </p:nvSpPr>
            <p:spPr>
              <a:xfrm>
                <a:off x="770952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5" name="사각형: 둥근 모서리 5374">
                <a:extLst>
                  <a:ext uri="{FF2B5EF4-FFF2-40B4-BE49-F238E27FC236}">
                    <a16:creationId xmlns:a16="http://schemas.microsoft.com/office/drawing/2014/main" id="{D4884D9B-90AB-3653-3233-7037FB0FED38}"/>
                  </a:ext>
                </a:extLst>
              </p:cNvPr>
              <p:cNvSpPr/>
              <p:nvPr/>
            </p:nvSpPr>
            <p:spPr>
              <a:xfrm>
                <a:off x="3070240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6" name="사각형: 둥근 모서리 5375">
                <a:extLst>
                  <a:ext uri="{FF2B5EF4-FFF2-40B4-BE49-F238E27FC236}">
                    <a16:creationId xmlns:a16="http://schemas.microsoft.com/office/drawing/2014/main" id="{55AD5605-7299-27B8-E6F1-DBD3F0D5FF9D}"/>
                  </a:ext>
                </a:extLst>
              </p:cNvPr>
              <p:cNvSpPr/>
              <p:nvPr/>
            </p:nvSpPr>
            <p:spPr>
              <a:xfrm>
                <a:off x="2495418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7" name="사각형: 둥근 모서리 5376">
                <a:extLst>
                  <a:ext uri="{FF2B5EF4-FFF2-40B4-BE49-F238E27FC236}">
                    <a16:creationId xmlns:a16="http://schemas.microsoft.com/office/drawing/2014/main" id="{4842BCD8-4403-32A2-1CC3-F55B7E034CFB}"/>
                  </a:ext>
                </a:extLst>
              </p:cNvPr>
              <p:cNvSpPr/>
              <p:nvPr/>
            </p:nvSpPr>
            <p:spPr>
              <a:xfrm>
                <a:off x="196130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8" name="사각형: 둥근 모서리 5377">
                <a:extLst>
                  <a:ext uri="{FF2B5EF4-FFF2-40B4-BE49-F238E27FC236}">
                    <a16:creationId xmlns:a16="http://schemas.microsoft.com/office/drawing/2014/main" id="{BB6DEFA3-B90B-721C-54CD-07B1CE0DBC56}"/>
                  </a:ext>
                </a:extLst>
              </p:cNvPr>
              <p:cNvSpPr/>
              <p:nvPr/>
            </p:nvSpPr>
            <p:spPr>
              <a:xfrm>
                <a:off x="1345774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79" name="사각형: 둥근 모서리 5378">
                <a:extLst>
                  <a:ext uri="{FF2B5EF4-FFF2-40B4-BE49-F238E27FC236}">
                    <a16:creationId xmlns:a16="http://schemas.microsoft.com/office/drawing/2014/main" id="{4DCAF549-7D48-8AC3-987D-11094E000617}"/>
                  </a:ext>
                </a:extLst>
              </p:cNvPr>
              <p:cNvSpPr/>
              <p:nvPr/>
            </p:nvSpPr>
            <p:spPr>
              <a:xfrm>
                <a:off x="1920596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CBADB20E-290E-9CE2-8F8C-20AAE9A42554}"/>
                  </a:ext>
                </a:extLst>
              </p:cNvPr>
              <p:cNvSpPr/>
              <p:nvPr/>
            </p:nvSpPr>
            <p:spPr>
              <a:xfrm>
                <a:off x="3645062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78DC3472-3D6E-D2DB-EC8E-4336F596551E}"/>
                  </a:ext>
                </a:extLst>
              </p:cNvPr>
              <p:cNvSpPr/>
              <p:nvPr/>
            </p:nvSpPr>
            <p:spPr>
              <a:xfrm>
                <a:off x="5369525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48702936-C97C-BAEE-9542-86A81472E8A2}"/>
                  </a:ext>
                </a:extLst>
              </p:cNvPr>
              <p:cNvSpPr/>
              <p:nvPr/>
            </p:nvSpPr>
            <p:spPr>
              <a:xfrm>
                <a:off x="4794706" y="4250873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3B272533-270A-7AB0-3A7F-8CC0486CFC41}"/>
                  </a:ext>
                </a:extLst>
              </p:cNvPr>
              <p:cNvSpPr/>
              <p:nvPr/>
            </p:nvSpPr>
            <p:spPr>
              <a:xfrm>
                <a:off x="4219884" y="4250873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3" name="그룹 5392">
              <a:extLst>
                <a:ext uri="{FF2B5EF4-FFF2-40B4-BE49-F238E27FC236}">
                  <a16:creationId xmlns:a16="http://schemas.microsoft.com/office/drawing/2014/main" id="{039B3059-4A3A-5CF7-1952-7BE45DE46851}"/>
                </a:ext>
              </a:extLst>
            </p:cNvPr>
            <p:cNvGrpSpPr/>
            <p:nvPr/>
          </p:nvGrpSpPr>
          <p:grpSpPr>
            <a:xfrm>
              <a:off x="176252" y="5158894"/>
              <a:ext cx="5727592" cy="554197"/>
              <a:chOff x="196130" y="4826832"/>
              <a:chExt cx="5727592" cy="554197"/>
            </a:xfrm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D19C3EBD-CFC5-1C99-EBDB-3D57553EAFCB}"/>
                  </a:ext>
                </a:extLst>
              </p:cNvPr>
              <p:cNvSpPr/>
              <p:nvPr/>
            </p:nvSpPr>
            <p:spPr>
              <a:xfrm>
                <a:off x="770952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9F29140E-BF81-349E-B545-45970171FA08}"/>
                  </a:ext>
                </a:extLst>
              </p:cNvPr>
              <p:cNvSpPr/>
              <p:nvPr/>
            </p:nvSpPr>
            <p:spPr>
              <a:xfrm>
                <a:off x="3070240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2CC6D44-DD79-28D4-2FD5-6D9DA2DD1CAD}"/>
                  </a:ext>
                </a:extLst>
              </p:cNvPr>
              <p:cNvSpPr/>
              <p:nvPr/>
            </p:nvSpPr>
            <p:spPr>
              <a:xfrm>
                <a:off x="1345774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3843EA26-6D7E-355D-FB33-477C915B6C88}"/>
                  </a:ext>
                </a:extLst>
              </p:cNvPr>
              <p:cNvSpPr/>
              <p:nvPr/>
            </p:nvSpPr>
            <p:spPr>
              <a:xfrm>
                <a:off x="1920596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96DD4B3C-B050-3B0F-F975-39700D1B48D8}"/>
                  </a:ext>
                </a:extLst>
              </p:cNvPr>
              <p:cNvSpPr/>
              <p:nvPr/>
            </p:nvSpPr>
            <p:spPr>
              <a:xfrm>
                <a:off x="2495418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08E168DF-482E-92DB-15DF-0FA2B00F101F}"/>
                  </a:ext>
                </a:extLst>
              </p:cNvPr>
              <p:cNvSpPr/>
              <p:nvPr/>
            </p:nvSpPr>
            <p:spPr>
              <a:xfrm>
                <a:off x="196130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EE6BBF91-D536-4006-F8EE-72337C3C4B1D}"/>
                  </a:ext>
                </a:extLst>
              </p:cNvPr>
              <p:cNvSpPr/>
              <p:nvPr/>
            </p:nvSpPr>
            <p:spPr>
              <a:xfrm>
                <a:off x="3645062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FF6792B4-904A-8EBA-3C40-53BE358A80EF}"/>
                  </a:ext>
                </a:extLst>
              </p:cNvPr>
              <p:cNvSpPr/>
              <p:nvPr/>
            </p:nvSpPr>
            <p:spPr>
              <a:xfrm>
                <a:off x="5369525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D1D41CF4-1933-E59D-B571-FFF50DA0A580}"/>
                  </a:ext>
                </a:extLst>
              </p:cNvPr>
              <p:cNvSpPr/>
              <p:nvPr/>
            </p:nvSpPr>
            <p:spPr>
              <a:xfrm>
                <a:off x="4219884" y="482683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125B490D-6329-74A1-9564-B34080FCFD63}"/>
                  </a:ext>
                </a:extLst>
              </p:cNvPr>
              <p:cNvSpPr/>
              <p:nvPr/>
            </p:nvSpPr>
            <p:spPr>
              <a:xfrm>
                <a:off x="4794706" y="482683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4" name="그룹 5393">
              <a:extLst>
                <a:ext uri="{FF2B5EF4-FFF2-40B4-BE49-F238E27FC236}">
                  <a16:creationId xmlns:a16="http://schemas.microsoft.com/office/drawing/2014/main" id="{6EEDB9EA-D175-770A-3B30-D632842D2378}"/>
                </a:ext>
              </a:extLst>
            </p:cNvPr>
            <p:cNvGrpSpPr/>
            <p:nvPr/>
          </p:nvGrpSpPr>
          <p:grpSpPr>
            <a:xfrm>
              <a:off x="176252" y="5736853"/>
              <a:ext cx="5727592" cy="554197"/>
              <a:chOff x="196130" y="5420804"/>
              <a:chExt cx="5727592" cy="554197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AA11A562-00E6-A626-B845-8219B1B9FF0F}"/>
                  </a:ext>
                </a:extLst>
              </p:cNvPr>
              <p:cNvSpPr/>
              <p:nvPr/>
            </p:nvSpPr>
            <p:spPr>
              <a:xfrm>
                <a:off x="770952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DCBA3A57-1623-389E-6FB9-A05DE0779343}"/>
                  </a:ext>
                </a:extLst>
              </p:cNvPr>
              <p:cNvSpPr/>
              <p:nvPr/>
            </p:nvSpPr>
            <p:spPr>
              <a:xfrm>
                <a:off x="3070240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07543980-F4DC-6B3C-A3C8-164BBA005073}"/>
                  </a:ext>
                </a:extLst>
              </p:cNvPr>
              <p:cNvSpPr/>
              <p:nvPr/>
            </p:nvSpPr>
            <p:spPr>
              <a:xfrm>
                <a:off x="2495418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DFE88D54-8D5D-A861-BB9D-21923BE0E2C7}"/>
                  </a:ext>
                </a:extLst>
              </p:cNvPr>
              <p:cNvSpPr/>
              <p:nvPr/>
            </p:nvSpPr>
            <p:spPr>
              <a:xfrm>
                <a:off x="196130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640A59C-9CCD-282E-4835-17BA39C5CE7E}"/>
                  </a:ext>
                </a:extLst>
              </p:cNvPr>
              <p:cNvSpPr/>
              <p:nvPr/>
            </p:nvSpPr>
            <p:spPr>
              <a:xfrm>
                <a:off x="1345774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D5249E2D-CE38-E561-95CD-C46011AB072C}"/>
                  </a:ext>
                </a:extLst>
              </p:cNvPr>
              <p:cNvSpPr/>
              <p:nvPr/>
            </p:nvSpPr>
            <p:spPr>
              <a:xfrm>
                <a:off x="1920596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FE37BB70-A425-7EFA-D484-C785CA398D2F}"/>
                  </a:ext>
                </a:extLst>
              </p:cNvPr>
              <p:cNvSpPr/>
              <p:nvPr/>
            </p:nvSpPr>
            <p:spPr>
              <a:xfrm>
                <a:off x="3645062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1A671026-2AD6-7871-541D-3E589C34F30C}"/>
                  </a:ext>
                </a:extLst>
              </p:cNvPr>
              <p:cNvSpPr/>
              <p:nvPr/>
            </p:nvSpPr>
            <p:spPr>
              <a:xfrm>
                <a:off x="5369525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0" name="사각형: 둥근 모서리 5379">
                <a:extLst>
                  <a:ext uri="{FF2B5EF4-FFF2-40B4-BE49-F238E27FC236}">
                    <a16:creationId xmlns:a16="http://schemas.microsoft.com/office/drawing/2014/main" id="{2BFD4296-B3EB-A37F-3992-797F0FFA2CF0}"/>
                  </a:ext>
                </a:extLst>
              </p:cNvPr>
              <p:cNvSpPr/>
              <p:nvPr/>
            </p:nvSpPr>
            <p:spPr>
              <a:xfrm>
                <a:off x="4794706" y="5420804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1" name="사각형: 둥근 모서리 5380">
                <a:extLst>
                  <a:ext uri="{FF2B5EF4-FFF2-40B4-BE49-F238E27FC236}">
                    <a16:creationId xmlns:a16="http://schemas.microsoft.com/office/drawing/2014/main" id="{54B169F9-10FE-B40A-3C3B-BF6CA0980A05}"/>
                  </a:ext>
                </a:extLst>
              </p:cNvPr>
              <p:cNvSpPr/>
              <p:nvPr/>
            </p:nvSpPr>
            <p:spPr>
              <a:xfrm>
                <a:off x="4219884" y="5420804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395" name="그룹 5394">
              <a:extLst>
                <a:ext uri="{FF2B5EF4-FFF2-40B4-BE49-F238E27FC236}">
                  <a16:creationId xmlns:a16="http://schemas.microsoft.com/office/drawing/2014/main" id="{0B96C950-E52C-7BCA-B907-718663BF1186}"/>
                </a:ext>
              </a:extLst>
            </p:cNvPr>
            <p:cNvGrpSpPr/>
            <p:nvPr/>
          </p:nvGrpSpPr>
          <p:grpSpPr>
            <a:xfrm>
              <a:off x="176252" y="6314812"/>
              <a:ext cx="5727592" cy="554197"/>
              <a:chOff x="196130" y="5996762"/>
              <a:chExt cx="5727592" cy="554197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A3A1EF8-BE29-DF89-3AF9-9F3364E67640}"/>
                  </a:ext>
                </a:extLst>
              </p:cNvPr>
              <p:cNvSpPr/>
              <p:nvPr/>
            </p:nvSpPr>
            <p:spPr>
              <a:xfrm>
                <a:off x="770952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747334A6-C61C-D630-1543-F6017728DA56}"/>
                  </a:ext>
                </a:extLst>
              </p:cNvPr>
              <p:cNvSpPr/>
              <p:nvPr/>
            </p:nvSpPr>
            <p:spPr>
              <a:xfrm>
                <a:off x="3070240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ECC36C2-D39E-EB78-4E56-27DFC23EC253}"/>
                  </a:ext>
                </a:extLst>
              </p:cNvPr>
              <p:cNvSpPr/>
              <p:nvPr/>
            </p:nvSpPr>
            <p:spPr>
              <a:xfrm>
                <a:off x="1345774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E82626E7-F155-8569-B17F-5B0676DBF499}"/>
                  </a:ext>
                </a:extLst>
              </p:cNvPr>
              <p:cNvSpPr/>
              <p:nvPr/>
            </p:nvSpPr>
            <p:spPr>
              <a:xfrm>
                <a:off x="1920596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3A460EB-5629-291C-96B1-77820E29F894}"/>
                  </a:ext>
                </a:extLst>
              </p:cNvPr>
              <p:cNvSpPr/>
              <p:nvPr/>
            </p:nvSpPr>
            <p:spPr>
              <a:xfrm>
                <a:off x="2495418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FFF48F1B-61B0-6819-CAF8-864C09E2A1B1}"/>
                  </a:ext>
                </a:extLst>
              </p:cNvPr>
              <p:cNvSpPr/>
              <p:nvPr/>
            </p:nvSpPr>
            <p:spPr>
              <a:xfrm>
                <a:off x="196130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48891EBC-0637-8B66-96CA-8BB952364DB4}"/>
                  </a:ext>
                </a:extLst>
              </p:cNvPr>
              <p:cNvSpPr/>
              <p:nvPr/>
            </p:nvSpPr>
            <p:spPr>
              <a:xfrm>
                <a:off x="3645062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2" name="사각형: 둥근 모서리 5381">
                <a:extLst>
                  <a:ext uri="{FF2B5EF4-FFF2-40B4-BE49-F238E27FC236}">
                    <a16:creationId xmlns:a16="http://schemas.microsoft.com/office/drawing/2014/main" id="{F56F192C-30A9-F63D-53D6-1353D5B25048}"/>
                  </a:ext>
                </a:extLst>
              </p:cNvPr>
              <p:cNvSpPr/>
              <p:nvPr/>
            </p:nvSpPr>
            <p:spPr>
              <a:xfrm>
                <a:off x="5369525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3" name="사각형: 둥근 모서리 5382">
                <a:extLst>
                  <a:ext uri="{FF2B5EF4-FFF2-40B4-BE49-F238E27FC236}">
                    <a16:creationId xmlns:a16="http://schemas.microsoft.com/office/drawing/2014/main" id="{8D921DB8-2616-8402-215F-8875B22CC46D}"/>
                  </a:ext>
                </a:extLst>
              </p:cNvPr>
              <p:cNvSpPr/>
              <p:nvPr/>
            </p:nvSpPr>
            <p:spPr>
              <a:xfrm>
                <a:off x="4219884" y="5996762"/>
                <a:ext cx="554197" cy="55419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84" name="사각형: 둥근 모서리 5383">
                <a:extLst>
                  <a:ext uri="{FF2B5EF4-FFF2-40B4-BE49-F238E27FC236}">
                    <a16:creationId xmlns:a16="http://schemas.microsoft.com/office/drawing/2014/main" id="{2DAF2BAC-EEFB-4953-4F3D-9E7C9BF14178}"/>
                  </a:ext>
                </a:extLst>
              </p:cNvPr>
              <p:cNvSpPr/>
              <p:nvPr/>
            </p:nvSpPr>
            <p:spPr>
              <a:xfrm>
                <a:off x="4794706" y="5996762"/>
                <a:ext cx="554197" cy="554197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98</cp:revision>
  <dcterms:created xsi:type="dcterms:W3CDTF">2021-10-29T04:43:38Z</dcterms:created>
  <dcterms:modified xsi:type="dcterms:W3CDTF">2022-10-09T16:23:08Z</dcterms:modified>
</cp:coreProperties>
</file>
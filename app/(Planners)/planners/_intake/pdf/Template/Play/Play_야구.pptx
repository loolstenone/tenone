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938" y="9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" name="원호 5427">
            <a:extLst>
              <a:ext uri="{FF2B5EF4-FFF2-40B4-BE49-F238E27FC236}">
                <a16:creationId xmlns:a16="http://schemas.microsoft.com/office/drawing/2014/main" id="{D534E95D-521B-E880-A85F-31C4D0E8C962}"/>
              </a:ext>
            </a:extLst>
          </p:cNvPr>
          <p:cNvSpPr/>
          <p:nvPr/>
        </p:nvSpPr>
        <p:spPr>
          <a:xfrm>
            <a:off x="168454" y="1654697"/>
            <a:ext cx="5739495" cy="5257388"/>
          </a:xfrm>
          <a:prstGeom prst="arc">
            <a:avLst>
              <a:gd name="adj1" fmla="val 10796176"/>
              <a:gd name="adj2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4" name="원호 5433">
            <a:extLst>
              <a:ext uri="{FF2B5EF4-FFF2-40B4-BE49-F238E27FC236}">
                <a16:creationId xmlns:a16="http://schemas.microsoft.com/office/drawing/2014/main" id="{87011B04-ADB2-16B6-E448-CA2B848CC03A}"/>
              </a:ext>
            </a:extLst>
          </p:cNvPr>
          <p:cNvSpPr/>
          <p:nvPr/>
        </p:nvSpPr>
        <p:spPr>
          <a:xfrm>
            <a:off x="734580" y="2545623"/>
            <a:ext cx="4607244" cy="4607242"/>
          </a:xfrm>
          <a:prstGeom prst="arc">
            <a:avLst>
              <a:gd name="adj1" fmla="val 10796176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9" name="자유형: 도형 5438">
            <a:extLst>
              <a:ext uri="{FF2B5EF4-FFF2-40B4-BE49-F238E27FC236}">
                <a16:creationId xmlns:a16="http://schemas.microsoft.com/office/drawing/2014/main" id="{A0D0594A-ECDC-2F6A-1AF7-EB8BBF4ABA77}"/>
              </a:ext>
            </a:extLst>
          </p:cNvPr>
          <p:cNvSpPr/>
          <p:nvPr/>
        </p:nvSpPr>
        <p:spPr>
          <a:xfrm>
            <a:off x="1115254" y="3306422"/>
            <a:ext cx="3846443" cy="4124573"/>
          </a:xfrm>
          <a:custGeom>
            <a:avLst/>
            <a:gdLst>
              <a:gd name="connsiteX0" fmla="*/ 1923222 w 3846443"/>
              <a:gd name="connsiteY0" fmla="*/ 0 h 4124573"/>
              <a:gd name="connsiteX1" fmla="*/ 3846443 w 3846443"/>
              <a:gd name="connsiteY1" fmla="*/ 1923222 h 4124573"/>
              <a:gd name="connsiteX2" fmla="*/ 2198494 w 3846443"/>
              <a:gd name="connsiteY2" fmla="*/ 3571171 h 4124573"/>
              <a:gd name="connsiteX3" fmla="*/ 2198494 w 3846443"/>
              <a:gd name="connsiteY3" fmla="*/ 4124573 h 4124573"/>
              <a:gd name="connsiteX4" fmla="*/ 1647948 w 3846443"/>
              <a:gd name="connsiteY4" fmla="*/ 4124573 h 4124573"/>
              <a:gd name="connsiteX5" fmla="*/ 1647948 w 3846443"/>
              <a:gd name="connsiteY5" fmla="*/ 3571169 h 4124573"/>
              <a:gd name="connsiteX6" fmla="*/ 0 w 3846443"/>
              <a:gd name="connsiteY6" fmla="*/ 1923222 h 4124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6443" h="4124573">
                <a:moveTo>
                  <a:pt x="1923222" y="0"/>
                </a:moveTo>
                <a:lnTo>
                  <a:pt x="3846443" y="1923222"/>
                </a:lnTo>
                <a:lnTo>
                  <a:pt x="2198494" y="3571171"/>
                </a:lnTo>
                <a:lnTo>
                  <a:pt x="2198494" y="4124573"/>
                </a:lnTo>
                <a:lnTo>
                  <a:pt x="1647948" y="4124573"/>
                </a:lnTo>
                <a:lnTo>
                  <a:pt x="1647948" y="3571169"/>
                </a:lnTo>
                <a:lnTo>
                  <a:pt x="0" y="192322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5">
            <a:hlinkClick r:id="rId2"/>
            <a:extLst>
              <a:ext uri="{FF2B5EF4-FFF2-40B4-BE49-F238E27FC236}">
                <a16:creationId xmlns:a16="http://schemas.microsoft.com/office/drawing/2014/main" id="{B06CDA70-35F2-42E8-B061-46FF0137735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86">
            <a:hlinkClick r:id="rId3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4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5424" name="다이아몬드 5423">
            <a:extLst>
              <a:ext uri="{FF2B5EF4-FFF2-40B4-BE49-F238E27FC236}">
                <a16:creationId xmlns:a16="http://schemas.microsoft.com/office/drawing/2014/main" id="{C726EC2D-92A2-39BD-03BA-0C9B19FB31AA}"/>
              </a:ext>
            </a:extLst>
          </p:cNvPr>
          <p:cNvSpPr/>
          <p:nvPr/>
        </p:nvSpPr>
        <p:spPr>
          <a:xfrm>
            <a:off x="2889388" y="3306422"/>
            <a:ext cx="298173" cy="298173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25" name="다이아몬드 5424">
            <a:extLst>
              <a:ext uri="{FF2B5EF4-FFF2-40B4-BE49-F238E27FC236}">
                <a16:creationId xmlns:a16="http://schemas.microsoft.com/office/drawing/2014/main" id="{85E506D9-9816-8EF9-0485-6C3A158606DC}"/>
              </a:ext>
            </a:extLst>
          </p:cNvPr>
          <p:cNvSpPr/>
          <p:nvPr/>
        </p:nvSpPr>
        <p:spPr>
          <a:xfrm>
            <a:off x="1115253" y="5080557"/>
            <a:ext cx="298173" cy="298173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26" name="다이아몬드 5425">
            <a:extLst>
              <a:ext uri="{FF2B5EF4-FFF2-40B4-BE49-F238E27FC236}">
                <a16:creationId xmlns:a16="http://schemas.microsoft.com/office/drawing/2014/main" id="{052837C5-BF46-3763-4A8C-65AE66EEC55E}"/>
              </a:ext>
            </a:extLst>
          </p:cNvPr>
          <p:cNvSpPr/>
          <p:nvPr/>
        </p:nvSpPr>
        <p:spPr>
          <a:xfrm>
            <a:off x="4663523" y="5080557"/>
            <a:ext cx="298173" cy="298173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30" name="직선 연결선 5429">
            <a:extLst>
              <a:ext uri="{FF2B5EF4-FFF2-40B4-BE49-F238E27FC236}">
                <a16:creationId xmlns:a16="http://schemas.microsoft.com/office/drawing/2014/main" id="{26353BEE-E59A-A883-8FF4-1837CB96FB65}"/>
              </a:ext>
            </a:extLst>
          </p:cNvPr>
          <p:cNvCxnSpPr>
            <a:cxnSpLocks/>
          </p:cNvCxnSpPr>
          <p:nvPr/>
        </p:nvCxnSpPr>
        <p:spPr>
          <a:xfrm flipH="1" flipV="1">
            <a:off x="169001" y="4283391"/>
            <a:ext cx="946252" cy="946252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32" name="직선 연결선 5431">
            <a:extLst>
              <a:ext uri="{FF2B5EF4-FFF2-40B4-BE49-F238E27FC236}">
                <a16:creationId xmlns:a16="http://schemas.microsoft.com/office/drawing/2014/main" id="{C0B99839-385D-0E69-977F-55FF73083A06}"/>
              </a:ext>
            </a:extLst>
          </p:cNvPr>
          <p:cNvCxnSpPr>
            <a:cxnSpLocks/>
          </p:cNvCxnSpPr>
          <p:nvPr/>
        </p:nvCxnSpPr>
        <p:spPr>
          <a:xfrm flipV="1">
            <a:off x="4961696" y="4283391"/>
            <a:ext cx="946800" cy="946252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36" name="화살표: 오각형 5435">
            <a:extLst>
              <a:ext uri="{FF2B5EF4-FFF2-40B4-BE49-F238E27FC236}">
                <a16:creationId xmlns:a16="http://schemas.microsoft.com/office/drawing/2014/main" id="{874BDA63-5FB6-3EF4-207B-C18B583F3112}"/>
              </a:ext>
            </a:extLst>
          </p:cNvPr>
          <p:cNvSpPr/>
          <p:nvPr/>
        </p:nvSpPr>
        <p:spPr>
          <a:xfrm rot="5400000">
            <a:off x="2893653" y="7017704"/>
            <a:ext cx="289644" cy="258808"/>
          </a:xfrm>
          <a:prstGeom prst="homePlate">
            <a:avLst>
              <a:gd name="adj" fmla="val 52084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63" name="그룹 5462">
            <a:extLst>
              <a:ext uri="{FF2B5EF4-FFF2-40B4-BE49-F238E27FC236}">
                <a16:creationId xmlns:a16="http://schemas.microsoft.com/office/drawing/2014/main" id="{84FDBDB1-1549-B056-755F-3E71F3E754B7}"/>
              </a:ext>
            </a:extLst>
          </p:cNvPr>
          <p:cNvGrpSpPr/>
          <p:nvPr/>
        </p:nvGrpSpPr>
        <p:grpSpPr>
          <a:xfrm>
            <a:off x="312196" y="795130"/>
            <a:ext cx="3723769" cy="665920"/>
            <a:chOff x="669024" y="795130"/>
            <a:chExt cx="4830272" cy="665920"/>
          </a:xfrm>
        </p:grpSpPr>
        <p:cxnSp>
          <p:nvCxnSpPr>
            <p:cNvPr id="5441" name="직선 연결선 5440">
              <a:extLst>
                <a:ext uri="{FF2B5EF4-FFF2-40B4-BE49-F238E27FC236}">
                  <a16:creationId xmlns:a16="http://schemas.microsoft.com/office/drawing/2014/main" id="{642E5740-DFCA-2B4D-25B1-15A192A285B1}"/>
                </a:ext>
              </a:extLst>
            </p:cNvPr>
            <p:cNvCxnSpPr/>
            <p:nvPr/>
          </p:nvCxnSpPr>
          <p:spPr>
            <a:xfrm>
              <a:off x="669024" y="795130"/>
              <a:ext cx="4830272" cy="0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42" name="직선 연결선 5441">
              <a:extLst>
                <a:ext uri="{FF2B5EF4-FFF2-40B4-BE49-F238E27FC236}">
                  <a16:creationId xmlns:a16="http://schemas.microsoft.com/office/drawing/2014/main" id="{3F8222AC-5103-DF6E-0621-D5C9E128DFE8}"/>
                </a:ext>
              </a:extLst>
            </p:cNvPr>
            <p:cNvCxnSpPr/>
            <p:nvPr/>
          </p:nvCxnSpPr>
          <p:spPr>
            <a:xfrm>
              <a:off x="669024" y="1017103"/>
              <a:ext cx="4830272" cy="0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43" name="직선 연결선 5442">
              <a:extLst>
                <a:ext uri="{FF2B5EF4-FFF2-40B4-BE49-F238E27FC236}">
                  <a16:creationId xmlns:a16="http://schemas.microsoft.com/office/drawing/2014/main" id="{4AC5AEF4-CF92-C706-7D53-B37E1A9F3C0F}"/>
                </a:ext>
              </a:extLst>
            </p:cNvPr>
            <p:cNvCxnSpPr/>
            <p:nvPr/>
          </p:nvCxnSpPr>
          <p:spPr>
            <a:xfrm>
              <a:off x="669024" y="1239076"/>
              <a:ext cx="4830272" cy="0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44" name="직선 연결선 5443">
              <a:extLst>
                <a:ext uri="{FF2B5EF4-FFF2-40B4-BE49-F238E27FC236}">
                  <a16:creationId xmlns:a16="http://schemas.microsoft.com/office/drawing/2014/main" id="{80DFA95F-AF73-9562-8E04-69FD4902D61F}"/>
                </a:ext>
              </a:extLst>
            </p:cNvPr>
            <p:cNvCxnSpPr/>
            <p:nvPr/>
          </p:nvCxnSpPr>
          <p:spPr>
            <a:xfrm>
              <a:off x="669024" y="1461050"/>
              <a:ext cx="4830272" cy="0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5445" name="직선 연결선 5444">
            <a:extLst>
              <a:ext uri="{FF2B5EF4-FFF2-40B4-BE49-F238E27FC236}">
                <a16:creationId xmlns:a16="http://schemas.microsoft.com/office/drawing/2014/main" id="{9C2635B6-736A-79D0-9505-DF2F3F90D046}"/>
              </a:ext>
            </a:extLst>
          </p:cNvPr>
          <p:cNvCxnSpPr>
            <a:cxnSpLocks/>
          </p:cNvCxnSpPr>
          <p:nvPr/>
        </p:nvCxnSpPr>
        <p:spPr>
          <a:xfrm>
            <a:off x="312196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47" name="직선 연결선 5446">
            <a:extLst>
              <a:ext uri="{FF2B5EF4-FFF2-40B4-BE49-F238E27FC236}">
                <a16:creationId xmlns:a16="http://schemas.microsoft.com/office/drawing/2014/main" id="{568795D9-397D-23BB-9FDB-B771CDFE4AA9}"/>
              </a:ext>
            </a:extLst>
          </p:cNvPr>
          <p:cNvCxnSpPr>
            <a:cxnSpLocks/>
          </p:cNvCxnSpPr>
          <p:nvPr/>
        </p:nvCxnSpPr>
        <p:spPr>
          <a:xfrm>
            <a:off x="960309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48" name="직선 연결선 5447">
            <a:extLst>
              <a:ext uri="{FF2B5EF4-FFF2-40B4-BE49-F238E27FC236}">
                <a16:creationId xmlns:a16="http://schemas.microsoft.com/office/drawing/2014/main" id="{1CCD2F83-FE83-DB23-3DE8-5B4375BDA157}"/>
              </a:ext>
            </a:extLst>
          </p:cNvPr>
          <p:cNvCxnSpPr>
            <a:cxnSpLocks/>
          </p:cNvCxnSpPr>
          <p:nvPr/>
        </p:nvCxnSpPr>
        <p:spPr>
          <a:xfrm>
            <a:off x="1196898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49" name="직선 연결선 5448">
            <a:extLst>
              <a:ext uri="{FF2B5EF4-FFF2-40B4-BE49-F238E27FC236}">
                <a16:creationId xmlns:a16="http://schemas.microsoft.com/office/drawing/2014/main" id="{B678EC90-84B6-57BB-027E-DB00D663EDB0}"/>
              </a:ext>
            </a:extLst>
          </p:cNvPr>
          <p:cNvCxnSpPr>
            <a:cxnSpLocks/>
          </p:cNvCxnSpPr>
          <p:nvPr/>
        </p:nvCxnSpPr>
        <p:spPr>
          <a:xfrm>
            <a:off x="1433487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0" name="직선 연결선 5449">
            <a:extLst>
              <a:ext uri="{FF2B5EF4-FFF2-40B4-BE49-F238E27FC236}">
                <a16:creationId xmlns:a16="http://schemas.microsoft.com/office/drawing/2014/main" id="{39894CEF-50EE-6E47-F4F2-621855A84604}"/>
              </a:ext>
            </a:extLst>
          </p:cNvPr>
          <p:cNvCxnSpPr>
            <a:cxnSpLocks/>
          </p:cNvCxnSpPr>
          <p:nvPr/>
        </p:nvCxnSpPr>
        <p:spPr>
          <a:xfrm>
            <a:off x="1670076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1" name="직선 연결선 5450">
            <a:extLst>
              <a:ext uri="{FF2B5EF4-FFF2-40B4-BE49-F238E27FC236}">
                <a16:creationId xmlns:a16="http://schemas.microsoft.com/office/drawing/2014/main" id="{09AA1160-6082-71ED-359F-CE4E5C3A0D0B}"/>
              </a:ext>
            </a:extLst>
          </p:cNvPr>
          <p:cNvCxnSpPr>
            <a:cxnSpLocks/>
          </p:cNvCxnSpPr>
          <p:nvPr/>
        </p:nvCxnSpPr>
        <p:spPr>
          <a:xfrm>
            <a:off x="1906665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2" name="직선 연결선 5451">
            <a:extLst>
              <a:ext uri="{FF2B5EF4-FFF2-40B4-BE49-F238E27FC236}">
                <a16:creationId xmlns:a16="http://schemas.microsoft.com/office/drawing/2014/main" id="{1EF5686C-1CD9-1635-F797-845ADCC63839}"/>
              </a:ext>
            </a:extLst>
          </p:cNvPr>
          <p:cNvCxnSpPr>
            <a:cxnSpLocks/>
          </p:cNvCxnSpPr>
          <p:nvPr/>
        </p:nvCxnSpPr>
        <p:spPr>
          <a:xfrm>
            <a:off x="2143254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3" name="직선 연결선 5452">
            <a:extLst>
              <a:ext uri="{FF2B5EF4-FFF2-40B4-BE49-F238E27FC236}">
                <a16:creationId xmlns:a16="http://schemas.microsoft.com/office/drawing/2014/main" id="{1ED2C289-A73F-35FA-2D9B-25113A30B673}"/>
              </a:ext>
            </a:extLst>
          </p:cNvPr>
          <p:cNvCxnSpPr>
            <a:cxnSpLocks/>
          </p:cNvCxnSpPr>
          <p:nvPr/>
        </p:nvCxnSpPr>
        <p:spPr>
          <a:xfrm>
            <a:off x="2379843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4" name="직선 연결선 5453">
            <a:extLst>
              <a:ext uri="{FF2B5EF4-FFF2-40B4-BE49-F238E27FC236}">
                <a16:creationId xmlns:a16="http://schemas.microsoft.com/office/drawing/2014/main" id="{D9022892-0091-D598-BB77-BF1F3E92F144}"/>
              </a:ext>
            </a:extLst>
          </p:cNvPr>
          <p:cNvCxnSpPr>
            <a:cxnSpLocks/>
          </p:cNvCxnSpPr>
          <p:nvPr/>
        </p:nvCxnSpPr>
        <p:spPr>
          <a:xfrm>
            <a:off x="2616432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5" name="직선 연결선 5454">
            <a:extLst>
              <a:ext uri="{FF2B5EF4-FFF2-40B4-BE49-F238E27FC236}">
                <a16:creationId xmlns:a16="http://schemas.microsoft.com/office/drawing/2014/main" id="{1ABBE2E2-BFA8-DDD2-B831-2AA3938A5FD1}"/>
              </a:ext>
            </a:extLst>
          </p:cNvPr>
          <p:cNvCxnSpPr>
            <a:cxnSpLocks/>
          </p:cNvCxnSpPr>
          <p:nvPr/>
        </p:nvCxnSpPr>
        <p:spPr>
          <a:xfrm>
            <a:off x="2853021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6" name="직선 연결선 5455">
            <a:extLst>
              <a:ext uri="{FF2B5EF4-FFF2-40B4-BE49-F238E27FC236}">
                <a16:creationId xmlns:a16="http://schemas.microsoft.com/office/drawing/2014/main" id="{1214A78E-7F11-51E2-061E-CD8983CC8601}"/>
              </a:ext>
            </a:extLst>
          </p:cNvPr>
          <p:cNvCxnSpPr>
            <a:cxnSpLocks/>
          </p:cNvCxnSpPr>
          <p:nvPr/>
        </p:nvCxnSpPr>
        <p:spPr>
          <a:xfrm>
            <a:off x="3089610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7" name="직선 연결선 5456">
            <a:extLst>
              <a:ext uri="{FF2B5EF4-FFF2-40B4-BE49-F238E27FC236}">
                <a16:creationId xmlns:a16="http://schemas.microsoft.com/office/drawing/2014/main" id="{F08F464A-968C-5446-695F-07B84F76A339}"/>
              </a:ext>
            </a:extLst>
          </p:cNvPr>
          <p:cNvCxnSpPr>
            <a:cxnSpLocks/>
          </p:cNvCxnSpPr>
          <p:nvPr/>
        </p:nvCxnSpPr>
        <p:spPr>
          <a:xfrm>
            <a:off x="3326199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8" name="직선 연결선 5457">
            <a:extLst>
              <a:ext uri="{FF2B5EF4-FFF2-40B4-BE49-F238E27FC236}">
                <a16:creationId xmlns:a16="http://schemas.microsoft.com/office/drawing/2014/main" id="{8EDFE1B5-C47E-720E-1BFC-9B84699C1612}"/>
              </a:ext>
            </a:extLst>
          </p:cNvPr>
          <p:cNvCxnSpPr>
            <a:cxnSpLocks/>
          </p:cNvCxnSpPr>
          <p:nvPr/>
        </p:nvCxnSpPr>
        <p:spPr>
          <a:xfrm>
            <a:off x="3562788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59" name="직선 연결선 5458">
            <a:extLst>
              <a:ext uri="{FF2B5EF4-FFF2-40B4-BE49-F238E27FC236}">
                <a16:creationId xmlns:a16="http://schemas.microsoft.com/office/drawing/2014/main" id="{3E64107E-68FD-4D12-F881-CE8A43745394}"/>
              </a:ext>
            </a:extLst>
          </p:cNvPr>
          <p:cNvCxnSpPr>
            <a:cxnSpLocks/>
          </p:cNvCxnSpPr>
          <p:nvPr/>
        </p:nvCxnSpPr>
        <p:spPr>
          <a:xfrm>
            <a:off x="3799377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60" name="직선 연결선 5459">
            <a:extLst>
              <a:ext uri="{FF2B5EF4-FFF2-40B4-BE49-F238E27FC236}">
                <a16:creationId xmlns:a16="http://schemas.microsoft.com/office/drawing/2014/main" id="{D847803B-1C2E-DB35-3DCA-E8B4B79CBAF1}"/>
              </a:ext>
            </a:extLst>
          </p:cNvPr>
          <p:cNvCxnSpPr>
            <a:cxnSpLocks/>
          </p:cNvCxnSpPr>
          <p:nvPr/>
        </p:nvCxnSpPr>
        <p:spPr>
          <a:xfrm>
            <a:off x="4035966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64" name="TextBox 5463">
            <a:extLst>
              <a:ext uri="{FF2B5EF4-FFF2-40B4-BE49-F238E27FC236}">
                <a16:creationId xmlns:a16="http://schemas.microsoft.com/office/drawing/2014/main" id="{8130F81E-F4F1-1AF7-5B99-B77860F26656}"/>
              </a:ext>
            </a:extLst>
          </p:cNvPr>
          <p:cNvSpPr txBox="1"/>
          <p:nvPr/>
        </p:nvSpPr>
        <p:spPr>
          <a:xfrm>
            <a:off x="950203" y="76412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5465" name="TextBox 5464">
            <a:extLst>
              <a:ext uri="{FF2B5EF4-FFF2-40B4-BE49-F238E27FC236}">
                <a16:creationId xmlns:a16="http://schemas.microsoft.com/office/drawing/2014/main" id="{46DE5E34-4CED-67FB-47FF-9198A2631CE1}"/>
              </a:ext>
            </a:extLst>
          </p:cNvPr>
          <p:cNvSpPr txBox="1"/>
          <p:nvPr/>
        </p:nvSpPr>
        <p:spPr>
          <a:xfrm>
            <a:off x="1180498" y="764129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66" name="TextBox 5465">
            <a:extLst>
              <a:ext uri="{FF2B5EF4-FFF2-40B4-BE49-F238E27FC236}">
                <a16:creationId xmlns:a16="http://schemas.microsoft.com/office/drawing/2014/main" id="{F38FE206-6903-0600-8E53-D37855678159}"/>
              </a:ext>
            </a:extLst>
          </p:cNvPr>
          <p:cNvSpPr txBox="1"/>
          <p:nvPr/>
        </p:nvSpPr>
        <p:spPr>
          <a:xfrm>
            <a:off x="1417205" y="764129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67" name="TextBox 5466">
            <a:extLst>
              <a:ext uri="{FF2B5EF4-FFF2-40B4-BE49-F238E27FC236}">
                <a16:creationId xmlns:a16="http://schemas.microsoft.com/office/drawing/2014/main" id="{E20C0930-D51E-81CC-9E5A-E2C6239B2D33}"/>
              </a:ext>
            </a:extLst>
          </p:cNvPr>
          <p:cNvSpPr txBox="1"/>
          <p:nvPr/>
        </p:nvSpPr>
        <p:spPr>
          <a:xfrm>
            <a:off x="1653912" y="764129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68" name="TextBox 5467">
            <a:extLst>
              <a:ext uri="{FF2B5EF4-FFF2-40B4-BE49-F238E27FC236}">
                <a16:creationId xmlns:a16="http://schemas.microsoft.com/office/drawing/2014/main" id="{F05CAE99-35A0-94AC-470E-152DBCEECF8B}"/>
              </a:ext>
            </a:extLst>
          </p:cNvPr>
          <p:cNvSpPr txBox="1"/>
          <p:nvPr/>
        </p:nvSpPr>
        <p:spPr>
          <a:xfrm>
            <a:off x="1890619" y="764129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69" name="TextBox 5468">
            <a:extLst>
              <a:ext uri="{FF2B5EF4-FFF2-40B4-BE49-F238E27FC236}">
                <a16:creationId xmlns:a16="http://schemas.microsoft.com/office/drawing/2014/main" id="{51E62FCA-53E0-B5B0-FF5C-9415DCAD3461}"/>
              </a:ext>
            </a:extLst>
          </p:cNvPr>
          <p:cNvSpPr txBox="1"/>
          <p:nvPr/>
        </p:nvSpPr>
        <p:spPr>
          <a:xfrm>
            <a:off x="2127326" y="764129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0" name="TextBox 5469">
            <a:extLst>
              <a:ext uri="{FF2B5EF4-FFF2-40B4-BE49-F238E27FC236}">
                <a16:creationId xmlns:a16="http://schemas.microsoft.com/office/drawing/2014/main" id="{982B8509-6740-B795-ED58-04252780624C}"/>
              </a:ext>
            </a:extLst>
          </p:cNvPr>
          <p:cNvSpPr txBox="1"/>
          <p:nvPr/>
        </p:nvSpPr>
        <p:spPr>
          <a:xfrm>
            <a:off x="2364033" y="764129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1" name="TextBox 5470">
            <a:extLst>
              <a:ext uri="{FF2B5EF4-FFF2-40B4-BE49-F238E27FC236}">
                <a16:creationId xmlns:a16="http://schemas.microsoft.com/office/drawing/2014/main" id="{0A106DC7-976E-9E27-9D87-20349014A652}"/>
              </a:ext>
            </a:extLst>
          </p:cNvPr>
          <p:cNvSpPr txBox="1"/>
          <p:nvPr/>
        </p:nvSpPr>
        <p:spPr>
          <a:xfrm>
            <a:off x="2600740" y="764129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2" name="TextBox 5471">
            <a:extLst>
              <a:ext uri="{FF2B5EF4-FFF2-40B4-BE49-F238E27FC236}">
                <a16:creationId xmlns:a16="http://schemas.microsoft.com/office/drawing/2014/main" id="{12ED888A-1F06-6AA5-DF83-834F1902BF21}"/>
              </a:ext>
            </a:extLst>
          </p:cNvPr>
          <p:cNvSpPr txBox="1"/>
          <p:nvPr/>
        </p:nvSpPr>
        <p:spPr>
          <a:xfrm>
            <a:off x="2837447" y="764129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3" name="TextBox 5472">
            <a:extLst>
              <a:ext uri="{FF2B5EF4-FFF2-40B4-BE49-F238E27FC236}">
                <a16:creationId xmlns:a16="http://schemas.microsoft.com/office/drawing/2014/main" id="{2863B5D4-0EA4-C33D-9B9D-B9707B0E3BA0}"/>
              </a:ext>
            </a:extLst>
          </p:cNvPr>
          <p:cNvSpPr txBox="1"/>
          <p:nvPr/>
        </p:nvSpPr>
        <p:spPr>
          <a:xfrm>
            <a:off x="3031675" y="764129"/>
            <a:ext cx="3545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4" name="TextBox 5473">
            <a:extLst>
              <a:ext uri="{FF2B5EF4-FFF2-40B4-BE49-F238E27FC236}">
                <a16:creationId xmlns:a16="http://schemas.microsoft.com/office/drawing/2014/main" id="{5C865E7E-E6E5-76B5-4AAE-5459E1575A21}"/>
              </a:ext>
            </a:extLst>
          </p:cNvPr>
          <p:cNvSpPr txBox="1"/>
          <p:nvPr/>
        </p:nvSpPr>
        <p:spPr>
          <a:xfrm>
            <a:off x="3268382" y="764129"/>
            <a:ext cx="3545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5" name="TextBox 5474">
            <a:extLst>
              <a:ext uri="{FF2B5EF4-FFF2-40B4-BE49-F238E27FC236}">
                <a16:creationId xmlns:a16="http://schemas.microsoft.com/office/drawing/2014/main" id="{6B46FB0B-C63A-A29E-C734-230EADA0F2DF}"/>
              </a:ext>
            </a:extLst>
          </p:cNvPr>
          <p:cNvSpPr txBox="1"/>
          <p:nvPr/>
        </p:nvSpPr>
        <p:spPr>
          <a:xfrm>
            <a:off x="3505092" y="764129"/>
            <a:ext cx="3545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476" name="그룹 5475">
            <a:extLst>
              <a:ext uri="{FF2B5EF4-FFF2-40B4-BE49-F238E27FC236}">
                <a16:creationId xmlns:a16="http://schemas.microsoft.com/office/drawing/2014/main" id="{3CA7D51C-53E8-DBA0-33EE-FFB34AEC3653}"/>
              </a:ext>
            </a:extLst>
          </p:cNvPr>
          <p:cNvGrpSpPr/>
          <p:nvPr/>
        </p:nvGrpSpPr>
        <p:grpSpPr>
          <a:xfrm>
            <a:off x="4272553" y="795130"/>
            <a:ext cx="1273290" cy="665920"/>
            <a:chOff x="669024" y="795130"/>
            <a:chExt cx="4830272" cy="665920"/>
          </a:xfrm>
        </p:grpSpPr>
        <p:cxnSp>
          <p:nvCxnSpPr>
            <p:cNvPr id="5477" name="직선 연결선 5476">
              <a:extLst>
                <a:ext uri="{FF2B5EF4-FFF2-40B4-BE49-F238E27FC236}">
                  <a16:creationId xmlns:a16="http://schemas.microsoft.com/office/drawing/2014/main" id="{8A44EEFD-2EC0-13E5-90A8-5A856E7D8518}"/>
                </a:ext>
              </a:extLst>
            </p:cNvPr>
            <p:cNvCxnSpPr/>
            <p:nvPr/>
          </p:nvCxnSpPr>
          <p:spPr>
            <a:xfrm>
              <a:off x="669024" y="795130"/>
              <a:ext cx="4830272" cy="0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78" name="직선 연결선 5477">
              <a:extLst>
                <a:ext uri="{FF2B5EF4-FFF2-40B4-BE49-F238E27FC236}">
                  <a16:creationId xmlns:a16="http://schemas.microsoft.com/office/drawing/2014/main" id="{C0DB2503-0FA2-D3FF-9B82-466183E1F60D}"/>
                </a:ext>
              </a:extLst>
            </p:cNvPr>
            <p:cNvCxnSpPr/>
            <p:nvPr/>
          </p:nvCxnSpPr>
          <p:spPr>
            <a:xfrm>
              <a:off x="669024" y="1017103"/>
              <a:ext cx="4830272" cy="0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79" name="직선 연결선 5478">
              <a:extLst>
                <a:ext uri="{FF2B5EF4-FFF2-40B4-BE49-F238E27FC236}">
                  <a16:creationId xmlns:a16="http://schemas.microsoft.com/office/drawing/2014/main" id="{4503B60A-7319-B9A5-5BCC-7051D019FDBC}"/>
                </a:ext>
              </a:extLst>
            </p:cNvPr>
            <p:cNvCxnSpPr/>
            <p:nvPr/>
          </p:nvCxnSpPr>
          <p:spPr>
            <a:xfrm>
              <a:off x="669024" y="1239076"/>
              <a:ext cx="4830272" cy="0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80" name="직선 연결선 5479">
              <a:extLst>
                <a:ext uri="{FF2B5EF4-FFF2-40B4-BE49-F238E27FC236}">
                  <a16:creationId xmlns:a16="http://schemas.microsoft.com/office/drawing/2014/main" id="{9E911FC0-7B9E-77B6-8BBC-AEA895354282}"/>
                </a:ext>
              </a:extLst>
            </p:cNvPr>
            <p:cNvCxnSpPr/>
            <p:nvPr/>
          </p:nvCxnSpPr>
          <p:spPr>
            <a:xfrm>
              <a:off x="669024" y="1461050"/>
              <a:ext cx="4830272" cy="0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5481" name="직선 연결선 5480">
            <a:extLst>
              <a:ext uri="{FF2B5EF4-FFF2-40B4-BE49-F238E27FC236}">
                <a16:creationId xmlns:a16="http://schemas.microsoft.com/office/drawing/2014/main" id="{A174994C-1980-8CC2-C600-88AE5BA9F82E}"/>
              </a:ext>
            </a:extLst>
          </p:cNvPr>
          <p:cNvCxnSpPr>
            <a:cxnSpLocks/>
          </p:cNvCxnSpPr>
          <p:nvPr/>
        </p:nvCxnSpPr>
        <p:spPr>
          <a:xfrm>
            <a:off x="4272553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82" name="직선 연결선 5481">
            <a:extLst>
              <a:ext uri="{FF2B5EF4-FFF2-40B4-BE49-F238E27FC236}">
                <a16:creationId xmlns:a16="http://schemas.microsoft.com/office/drawing/2014/main" id="{4FAA04B0-D4B1-90DC-2B94-50F0AA6621E6}"/>
              </a:ext>
            </a:extLst>
          </p:cNvPr>
          <p:cNvCxnSpPr>
            <a:cxnSpLocks/>
          </p:cNvCxnSpPr>
          <p:nvPr/>
        </p:nvCxnSpPr>
        <p:spPr>
          <a:xfrm>
            <a:off x="4577766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83" name="TextBox 5482">
            <a:extLst>
              <a:ext uri="{FF2B5EF4-FFF2-40B4-BE49-F238E27FC236}">
                <a16:creationId xmlns:a16="http://schemas.microsoft.com/office/drawing/2014/main" id="{04ED103B-B766-2678-63CA-91062FC17D61}"/>
              </a:ext>
            </a:extLst>
          </p:cNvPr>
          <p:cNvSpPr txBox="1"/>
          <p:nvPr/>
        </p:nvSpPr>
        <p:spPr>
          <a:xfrm>
            <a:off x="4298680" y="764129"/>
            <a:ext cx="2616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S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84" name="TextBox 5483">
            <a:extLst>
              <a:ext uri="{FF2B5EF4-FFF2-40B4-BE49-F238E27FC236}">
                <a16:creationId xmlns:a16="http://schemas.microsoft.com/office/drawing/2014/main" id="{5A6942BB-0822-E8AA-442C-4D78940E9EB3}"/>
              </a:ext>
            </a:extLst>
          </p:cNvPr>
          <p:cNvSpPr txBox="1"/>
          <p:nvPr/>
        </p:nvSpPr>
        <p:spPr>
          <a:xfrm>
            <a:off x="4294673" y="1005794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B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85" name="TextBox 5484">
            <a:extLst>
              <a:ext uri="{FF2B5EF4-FFF2-40B4-BE49-F238E27FC236}">
                <a16:creationId xmlns:a16="http://schemas.microsoft.com/office/drawing/2014/main" id="{49C900DF-1531-B4B6-27C4-66A886BF2A69}"/>
              </a:ext>
            </a:extLst>
          </p:cNvPr>
          <p:cNvSpPr txBox="1"/>
          <p:nvPr/>
        </p:nvSpPr>
        <p:spPr>
          <a:xfrm>
            <a:off x="4281849" y="1222653"/>
            <a:ext cx="295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O</a:t>
            </a:r>
            <a:endParaRPr lang="ko-KR" altLang="en-US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5487" name="직선 연결선 5486">
            <a:extLst>
              <a:ext uri="{FF2B5EF4-FFF2-40B4-BE49-F238E27FC236}">
                <a16:creationId xmlns:a16="http://schemas.microsoft.com/office/drawing/2014/main" id="{4F9A9726-C75B-81EF-ED04-574CB7489737}"/>
              </a:ext>
            </a:extLst>
          </p:cNvPr>
          <p:cNvCxnSpPr>
            <a:cxnSpLocks/>
          </p:cNvCxnSpPr>
          <p:nvPr/>
        </p:nvCxnSpPr>
        <p:spPr>
          <a:xfrm>
            <a:off x="5545843" y="795130"/>
            <a:ext cx="0" cy="665920"/>
          </a:xfrm>
          <a:prstGeom prst="line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89" name="타원 5488">
            <a:extLst>
              <a:ext uri="{FF2B5EF4-FFF2-40B4-BE49-F238E27FC236}">
                <a16:creationId xmlns:a16="http://schemas.microsoft.com/office/drawing/2014/main" id="{57FF604E-87D7-53A2-8EDC-00DED6F9966E}"/>
              </a:ext>
            </a:extLst>
          </p:cNvPr>
          <p:cNvSpPr/>
          <p:nvPr/>
        </p:nvSpPr>
        <p:spPr>
          <a:xfrm>
            <a:off x="4641444" y="823342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0" name="타원 5489">
            <a:extLst>
              <a:ext uri="{FF2B5EF4-FFF2-40B4-BE49-F238E27FC236}">
                <a16:creationId xmlns:a16="http://schemas.microsoft.com/office/drawing/2014/main" id="{2BBD4C69-4769-9F71-E2D9-E612FA87CAF9}"/>
              </a:ext>
            </a:extLst>
          </p:cNvPr>
          <p:cNvSpPr/>
          <p:nvPr/>
        </p:nvSpPr>
        <p:spPr>
          <a:xfrm>
            <a:off x="4864417" y="823342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1" name="타원 5490">
            <a:extLst>
              <a:ext uri="{FF2B5EF4-FFF2-40B4-BE49-F238E27FC236}">
                <a16:creationId xmlns:a16="http://schemas.microsoft.com/office/drawing/2014/main" id="{097DF430-DD37-A9B7-99E9-5C9AF3D70FF8}"/>
              </a:ext>
            </a:extLst>
          </p:cNvPr>
          <p:cNvSpPr/>
          <p:nvPr/>
        </p:nvSpPr>
        <p:spPr>
          <a:xfrm>
            <a:off x="5083244" y="823342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2" name="타원 5491">
            <a:extLst>
              <a:ext uri="{FF2B5EF4-FFF2-40B4-BE49-F238E27FC236}">
                <a16:creationId xmlns:a16="http://schemas.microsoft.com/office/drawing/2014/main" id="{1D60FF1B-F147-D568-378C-D8C16076EB88}"/>
              </a:ext>
            </a:extLst>
          </p:cNvPr>
          <p:cNvSpPr/>
          <p:nvPr/>
        </p:nvSpPr>
        <p:spPr>
          <a:xfrm>
            <a:off x="4641444" y="1043685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3" name="타원 5492">
            <a:extLst>
              <a:ext uri="{FF2B5EF4-FFF2-40B4-BE49-F238E27FC236}">
                <a16:creationId xmlns:a16="http://schemas.microsoft.com/office/drawing/2014/main" id="{CA60E559-24F7-00C8-547A-E7952C963C2F}"/>
              </a:ext>
            </a:extLst>
          </p:cNvPr>
          <p:cNvSpPr/>
          <p:nvPr/>
        </p:nvSpPr>
        <p:spPr>
          <a:xfrm>
            <a:off x="4864417" y="1043685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4" name="타원 5493">
            <a:extLst>
              <a:ext uri="{FF2B5EF4-FFF2-40B4-BE49-F238E27FC236}">
                <a16:creationId xmlns:a16="http://schemas.microsoft.com/office/drawing/2014/main" id="{A36969EA-E75E-D4B7-BE04-7977D7552CB4}"/>
              </a:ext>
            </a:extLst>
          </p:cNvPr>
          <p:cNvSpPr/>
          <p:nvPr/>
        </p:nvSpPr>
        <p:spPr>
          <a:xfrm>
            <a:off x="5083244" y="1043685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5" name="타원 5494">
            <a:extLst>
              <a:ext uri="{FF2B5EF4-FFF2-40B4-BE49-F238E27FC236}">
                <a16:creationId xmlns:a16="http://schemas.microsoft.com/office/drawing/2014/main" id="{5F9289F1-EC82-0793-06AC-8ADA7DC8BAAE}"/>
              </a:ext>
            </a:extLst>
          </p:cNvPr>
          <p:cNvSpPr/>
          <p:nvPr/>
        </p:nvSpPr>
        <p:spPr>
          <a:xfrm>
            <a:off x="4641444" y="1272289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6" name="타원 5495">
            <a:extLst>
              <a:ext uri="{FF2B5EF4-FFF2-40B4-BE49-F238E27FC236}">
                <a16:creationId xmlns:a16="http://schemas.microsoft.com/office/drawing/2014/main" id="{0C829178-5351-0F29-5F96-07670D56C906}"/>
              </a:ext>
            </a:extLst>
          </p:cNvPr>
          <p:cNvSpPr/>
          <p:nvPr/>
        </p:nvSpPr>
        <p:spPr>
          <a:xfrm>
            <a:off x="4864417" y="1272289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7" name="타원 5496">
            <a:extLst>
              <a:ext uri="{FF2B5EF4-FFF2-40B4-BE49-F238E27FC236}">
                <a16:creationId xmlns:a16="http://schemas.microsoft.com/office/drawing/2014/main" id="{EE5003D8-BECA-F8B4-7BF0-2D4DB2738CCE}"/>
              </a:ext>
            </a:extLst>
          </p:cNvPr>
          <p:cNvSpPr/>
          <p:nvPr/>
        </p:nvSpPr>
        <p:spPr>
          <a:xfrm>
            <a:off x="5083244" y="1272289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8" name="타원 5497">
            <a:extLst>
              <a:ext uri="{FF2B5EF4-FFF2-40B4-BE49-F238E27FC236}">
                <a16:creationId xmlns:a16="http://schemas.microsoft.com/office/drawing/2014/main" id="{4138103D-C42F-07E3-703E-1D496F074A87}"/>
              </a:ext>
            </a:extLst>
          </p:cNvPr>
          <p:cNvSpPr/>
          <p:nvPr/>
        </p:nvSpPr>
        <p:spPr>
          <a:xfrm>
            <a:off x="5302071" y="1043685"/>
            <a:ext cx="165549" cy="16554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</TotalTime>
  <Words>23</Words>
  <Application>Microsoft Office PowerPoint</Application>
  <PresentationFormat>사용자 지정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99</cp:revision>
  <dcterms:created xsi:type="dcterms:W3CDTF">2021-10-29T04:43:38Z</dcterms:created>
  <dcterms:modified xsi:type="dcterms:W3CDTF">2022-09-14T07:35:45Z</dcterms:modified>
</cp:coreProperties>
</file>
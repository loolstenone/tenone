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338" name="사각형: 둥근 모서리 5337">
            <a:extLst>
              <a:ext uri="{FF2B5EF4-FFF2-40B4-BE49-F238E27FC236}">
                <a16:creationId xmlns:a16="http://schemas.microsoft.com/office/drawing/2014/main" id="{A22568C7-30E7-E72F-5CEE-8C6CF6E5020F}"/>
              </a:ext>
            </a:extLst>
          </p:cNvPr>
          <p:cNvSpPr/>
          <p:nvPr/>
        </p:nvSpPr>
        <p:spPr>
          <a:xfrm>
            <a:off x="148625" y="71106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39" name="사각형: 둥근 모서리 5338">
            <a:extLst>
              <a:ext uri="{FF2B5EF4-FFF2-40B4-BE49-F238E27FC236}">
                <a16:creationId xmlns:a16="http://schemas.microsoft.com/office/drawing/2014/main" id="{119B71F7-36E1-BAAC-6C50-B3A810A656A7}"/>
              </a:ext>
            </a:extLst>
          </p:cNvPr>
          <p:cNvSpPr/>
          <p:nvPr/>
        </p:nvSpPr>
        <p:spPr>
          <a:xfrm>
            <a:off x="738095" y="71106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0" name="사각형: 둥근 모서리 5339">
            <a:extLst>
              <a:ext uri="{FF2B5EF4-FFF2-40B4-BE49-F238E27FC236}">
                <a16:creationId xmlns:a16="http://schemas.microsoft.com/office/drawing/2014/main" id="{2D57BC3A-0B2B-D1EB-3DF0-B8AD8270F4AC}"/>
              </a:ext>
            </a:extLst>
          </p:cNvPr>
          <p:cNvSpPr/>
          <p:nvPr/>
        </p:nvSpPr>
        <p:spPr>
          <a:xfrm>
            <a:off x="1327565" y="71106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1" name="사각형: 둥근 모서리 5340">
            <a:extLst>
              <a:ext uri="{FF2B5EF4-FFF2-40B4-BE49-F238E27FC236}">
                <a16:creationId xmlns:a16="http://schemas.microsoft.com/office/drawing/2014/main" id="{5BA21319-DEBF-EA0B-1480-463AAA2453E2}"/>
              </a:ext>
            </a:extLst>
          </p:cNvPr>
          <p:cNvSpPr/>
          <p:nvPr/>
        </p:nvSpPr>
        <p:spPr>
          <a:xfrm>
            <a:off x="1917035" y="71106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2" name="사각형: 둥근 모서리 5341">
            <a:extLst>
              <a:ext uri="{FF2B5EF4-FFF2-40B4-BE49-F238E27FC236}">
                <a16:creationId xmlns:a16="http://schemas.microsoft.com/office/drawing/2014/main" id="{5D222B4C-A285-0C71-534F-260F41D45CFD}"/>
              </a:ext>
            </a:extLst>
          </p:cNvPr>
          <p:cNvSpPr/>
          <p:nvPr/>
        </p:nvSpPr>
        <p:spPr>
          <a:xfrm>
            <a:off x="2506505" y="71106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3" name="사각형: 둥근 모서리 5342">
            <a:extLst>
              <a:ext uri="{FF2B5EF4-FFF2-40B4-BE49-F238E27FC236}">
                <a16:creationId xmlns:a16="http://schemas.microsoft.com/office/drawing/2014/main" id="{64C51656-B017-7073-2EDD-BB7A23470FC5}"/>
              </a:ext>
            </a:extLst>
          </p:cNvPr>
          <p:cNvSpPr/>
          <p:nvPr/>
        </p:nvSpPr>
        <p:spPr>
          <a:xfrm>
            <a:off x="3095975" y="71106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5" name="사각형: 둥근 모서리 5344">
            <a:extLst>
              <a:ext uri="{FF2B5EF4-FFF2-40B4-BE49-F238E27FC236}">
                <a16:creationId xmlns:a16="http://schemas.microsoft.com/office/drawing/2014/main" id="{2D5FD76C-DDD3-6F0E-27D1-B78AFC81C2FF}"/>
              </a:ext>
            </a:extLst>
          </p:cNvPr>
          <p:cNvSpPr/>
          <p:nvPr/>
        </p:nvSpPr>
        <p:spPr>
          <a:xfrm>
            <a:off x="3095975" y="202402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6" name="사각형: 둥근 모서리 5345">
            <a:extLst>
              <a:ext uri="{FF2B5EF4-FFF2-40B4-BE49-F238E27FC236}">
                <a16:creationId xmlns:a16="http://schemas.microsoft.com/office/drawing/2014/main" id="{E6415747-3980-545F-171D-5740CAF66A0C}"/>
              </a:ext>
            </a:extLst>
          </p:cNvPr>
          <p:cNvSpPr/>
          <p:nvPr/>
        </p:nvSpPr>
        <p:spPr>
          <a:xfrm>
            <a:off x="2506505" y="202402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7" name="사각형: 둥근 모서리 5346">
            <a:extLst>
              <a:ext uri="{FF2B5EF4-FFF2-40B4-BE49-F238E27FC236}">
                <a16:creationId xmlns:a16="http://schemas.microsoft.com/office/drawing/2014/main" id="{EA7A420D-8375-08D5-ED2F-A7CC7C477373}"/>
              </a:ext>
            </a:extLst>
          </p:cNvPr>
          <p:cNvSpPr/>
          <p:nvPr/>
        </p:nvSpPr>
        <p:spPr>
          <a:xfrm>
            <a:off x="148625" y="202402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8" name="사각형: 둥근 모서리 5347">
            <a:extLst>
              <a:ext uri="{FF2B5EF4-FFF2-40B4-BE49-F238E27FC236}">
                <a16:creationId xmlns:a16="http://schemas.microsoft.com/office/drawing/2014/main" id="{FFD85190-F1D2-53CC-80AB-6AAB733D8743}"/>
              </a:ext>
            </a:extLst>
          </p:cNvPr>
          <p:cNvSpPr/>
          <p:nvPr/>
        </p:nvSpPr>
        <p:spPr>
          <a:xfrm>
            <a:off x="738095" y="202402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9" name="사각형: 둥근 모서리 5348">
            <a:extLst>
              <a:ext uri="{FF2B5EF4-FFF2-40B4-BE49-F238E27FC236}">
                <a16:creationId xmlns:a16="http://schemas.microsoft.com/office/drawing/2014/main" id="{AED241E2-8053-6E48-4A29-56861E116477}"/>
              </a:ext>
            </a:extLst>
          </p:cNvPr>
          <p:cNvSpPr/>
          <p:nvPr/>
        </p:nvSpPr>
        <p:spPr>
          <a:xfrm>
            <a:off x="1327565" y="202402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0" name="사각형: 둥근 모서리 5349">
            <a:extLst>
              <a:ext uri="{FF2B5EF4-FFF2-40B4-BE49-F238E27FC236}">
                <a16:creationId xmlns:a16="http://schemas.microsoft.com/office/drawing/2014/main" id="{FA52E6D8-4D68-26A3-54E1-61D623EB20CE}"/>
              </a:ext>
            </a:extLst>
          </p:cNvPr>
          <p:cNvSpPr/>
          <p:nvPr/>
        </p:nvSpPr>
        <p:spPr>
          <a:xfrm>
            <a:off x="1917035" y="202402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2" name="사각형: 둥근 모서리 5351">
            <a:extLst>
              <a:ext uri="{FF2B5EF4-FFF2-40B4-BE49-F238E27FC236}">
                <a16:creationId xmlns:a16="http://schemas.microsoft.com/office/drawing/2014/main" id="{27E0CF78-6224-2C53-AA35-262B156E1F04}"/>
              </a:ext>
            </a:extLst>
          </p:cNvPr>
          <p:cNvSpPr/>
          <p:nvPr/>
        </p:nvSpPr>
        <p:spPr>
          <a:xfrm>
            <a:off x="738095" y="3336991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4" name="사각형: 둥근 모서리 5353">
            <a:extLst>
              <a:ext uri="{FF2B5EF4-FFF2-40B4-BE49-F238E27FC236}">
                <a16:creationId xmlns:a16="http://schemas.microsoft.com/office/drawing/2014/main" id="{7091F2CE-0714-B00D-44F7-4319DF4813E7}"/>
              </a:ext>
            </a:extLst>
          </p:cNvPr>
          <p:cNvSpPr/>
          <p:nvPr/>
        </p:nvSpPr>
        <p:spPr>
          <a:xfrm>
            <a:off x="738095" y="464995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0" name="사각형: 둥근 모서리 5369">
            <a:extLst>
              <a:ext uri="{FF2B5EF4-FFF2-40B4-BE49-F238E27FC236}">
                <a16:creationId xmlns:a16="http://schemas.microsoft.com/office/drawing/2014/main" id="{FC1D9093-FB52-D7F0-D665-18F9A7F38328}"/>
              </a:ext>
            </a:extLst>
          </p:cNvPr>
          <p:cNvSpPr/>
          <p:nvPr/>
        </p:nvSpPr>
        <p:spPr>
          <a:xfrm>
            <a:off x="3095975" y="3336991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1" name="사각형: 둥근 모서리 5370">
            <a:extLst>
              <a:ext uri="{FF2B5EF4-FFF2-40B4-BE49-F238E27FC236}">
                <a16:creationId xmlns:a16="http://schemas.microsoft.com/office/drawing/2014/main" id="{153D3C3F-C9B7-84B2-0708-4124C32951A2}"/>
              </a:ext>
            </a:extLst>
          </p:cNvPr>
          <p:cNvSpPr/>
          <p:nvPr/>
        </p:nvSpPr>
        <p:spPr>
          <a:xfrm>
            <a:off x="2506505" y="3336991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2" name="사각형: 둥근 모서리 5371">
            <a:extLst>
              <a:ext uri="{FF2B5EF4-FFF2-40B4-BE49-F238E27FC236}">
                <a16:creationId xmlns:a16="http://schemas.microsoft.com/office/drawing/2014/main" id="{EE3D467D-832C-6848-5D45-816AD87F0726}"/>
              </a:ext>
            </a:extLst>
          </p:cNvPr>
          <p:cNvSpPr/>
          <p:nvPr/>
        </p:nvSpPr>
        <p:spPr>
          <a:xfrm>
            <a:off x="148625" y="3336991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3" name="사각형: 둥근 모서리 5372">
            <a:extLst>
              <a:ext uri="{FF2B5EF4-FFF2-40B4-BE49-F238E27FC236}">
                <a16:creationId xmlns:a16="http://schemas.microsoft.com/office/drawing/2014/main" id="{7A6C9F05-6C02-6566-B763-D311368D8E71}"/>
              </a:ext>
            </a:extLst>
          </p:cNvPr>
          <p:cNvSpPr/>
          <p:nvPr/>
        </p:nvSpPr>
        <p:spPr>
          <a:xfrm>
            <a:off x="1327565" y="3336991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4" name="사각형: 둥근 모서리 5373">
            <a:extLst>
              <a:ext uri="{FF2B5EF4-FFF2-40B4-BE49-F238E27FC236}">
                <a16:creationId xmlns:a16="http://schemas.microsoft.com/office/drawing/2014/main" id="{991F29B9-134E-2EA8-F580-02AC44787C8D}"/>
              </a:ext>
            </a:extLst>
          </p:cNvPr>
          <p:cNvSpPr/>
          <p:nvPr/>
        </p:nvSpPr>
        <p:spPr>
          <a:xfrm>
            <a:off x="1917035" y="3336991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5" name="사각형: 둥근 모서리 5374">
            <a:extLst>
              <a:ext uri="{FF2B5EF4-FFF2-40B4-BE49-F238E27FC236}">
                <a16:creationId xmlns:a16="http://schemas.microsoft.com/office/drawing/2014/main" id="{D4884D9B-90AB-3653-3233-7037FB0FED38}"/>
              </a:ext>
            </a:extLst>
          </p:cNvPr>
          <p:cNvSpPr/>
          <p:nvPr/>
        </p:nvSpPr>
        <p:spPr>
          <a:xfrm>
            <a:off x="3095975" y="464995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6" name="사각형: 둥근 모서리 5375">
            <a:extLst>
              <a:ext uri="{FF2B5EF4-FFF2-40B4-BE49-F238E27FC236}">
                <a16:creationId xmlns:a16="http://schemas.microsoft.com/office/drawing/2014/main" id="{55AD5605-7299-27B8-E6F1-DBD3F0D5FF9D}"/>
              </a:ext>
            </a:extLst>
          </p:cNvPr>
          <p:cNvSpPr/>
          <p:nvPr/>
        </p:nvSpPr>
        <p:spPr>
          <a:xfrm>
            <a:off x="2506505" y="464995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7" name="사각형: 둥근 모서리 5376">
            <a:extLst>
              <a:ext uri="{FF2B5EF4-FFF2-40B4-BE49-F238E27FC236}">
                <a16:creationId xmlns:a16="http://schemas.microsoft.com/office/drawing/2014/main" id="{4842BCD8-4403-32A2-1CC3-F55B7E034CFB}"/>
              </a:ext>
            </a:extLst>
          </p:cNvPr>
          <p:cNvSpPr/>
          <p:nvPr/>
        </p:nvSpPr>
        <p:spPr>
          <a:xfrm>
            <a:off x="148625" y="464995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8" name="사각형: 둥근 모서리 5377">
            <a:extLst>
              <a:ext uri="{FF2B5EF4-FFF2-40B4-BE49-F238E27FC236}">
                <a16:creationId xmlns:a16="http://schemas.microsoft.com/office/drawing/2014/main" id="{BB6DEFA3-B90B-721C-54CD-07B1CE0DBC56}"/>
              </a:ext>
            </a:extLst>
          </p:cNvPr>
          <p:cNvSpPr/>
          <p:nvPr/>
        </p:nvSpPr>
        <p:spPr>
          <a:xfrm>
            <a:off x="1327565" y="464995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9" name="사각형: 둥근 모서리 5378">
            <a:extLst>
              <a:ext uri="{FF2B5EF4-FFF2-40B4-BE49-F238E27FC236}">
                <a16:creationId xmlns:a16="http://schemas.microsoft.com/office/drawing/2014/main" id="{4DCAF549-7D48-8AC3-987D-11094E000617}"/>
              </a:ext>
            </a:extLst>
          </p:cNvPr>
          <p:cNvSpPr/>
          <p:nvPr/>
        </p:nvSpPr>
        <p:spPr>
          <a:xfrm>
            <a:off x="1917035" y="464995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13B15EEF-BCA5-6934-2AB3-35DDA943A3F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1F6B63-C110-4CDB-0640-939A8098EDC2}"/>
              </a:ext>
            </a:extLst>
          </p:cNvPr>
          <p:cNvSpPr/>
          <p:nvPr/>
        </p:nvSpPr>
        <p:spPr>
          <a:xfrm>
            <a:off x="3685445" y="71106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18A8A14-18AD-481C-8FA6-096B4F7D0DB4}"/>
              </a:ext>
            </a:extLst>
          </p:cNvPr>
          <p:cNvSpPr/>
          <p:nvPr/>
        </p:nvSpPr>
        <p:spPr>
          <a:xfrm>
            <a:off x="4274915" y="71106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A2B662-BFE5-252B-6AF8-5295CF6F342E}"/>
              </a:ext>
            </a:extLst>
          </p:cNvPr>
          <p:cNvSpPr/>
          <p:nvPr/>
        </p:nvSpPr>
        <p:spPr>
          <a:xfrm>
            <a:off x="4864385" y="71106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E437F7B-CF74-5215-4834-2F3DAB87A603}"/>
              </a:ext>
            </a:extLst>
          </p:cNvPr>
          <p:cNvSpPr/>
          <p:nvPr/>
        </p:nvSpPr>
        <p:spPr>
          <a:xfrm>
            <a:off x="5453856" y="71106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C680825-AF8A-DB33-1067-5904C6817058}"/>
              </a:ext>
            </a:extLst>
          </p:cNvPr>
          <p:cNvSpPr/>
          <p:nvPr/>
        </p:nvSpPr>
        <p:spPr>
          <a:xfrm>
            <a:off x="3685445" y="202402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39F08AB-B635-3ADF-7456-5265B44DF6C3}"/>
              </a:ext>
            </a:extLst>
          </p:cNvPr>
          <p:cNvSpPr/>
          <p:nvPr/>
        </p:nvSpPr>
        <p:spPr>
          <a:xfrm>
            <a:off x="4274915" y="202402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D1733C8-CE8B-DEEA-A6AE-66399932255E}"/>
              </a:ext>
            </a:extLst>
          </p:cNvPr>
          <p:cNvSpPr/>
          <p:nvPr/>
        </p:nvSpPr>
        <p:spPr>
          <a:xfrm>
            <a:off x="4864385" y="202402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DB8602A-7705-3E08-CCEB-346EB36A0300}"/>
              </a:ext>
            </a:extLst>
          </p:cNvPr>
          <p:cNvSpPr/>
          <p:nvPr/>
        </p:nvSpPr>
        <p:spPr>
          <a:xfrm>
            <a:off x="5453856" y="202402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FC98EC9-B016-7E3F-0575-92654D4149AA}"/>
              </a:ext>
            </a:extLst>
          </p:cNvPr>
          <p:cNvSpPr/>
          <p:nvPr/>
        </p:nvSpPr>
        <p:spPr>
          <a:xfrm>
            <a:off x="4274915" y="3336991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903DC13-CD56-3232-DDFB-1C34FB26F7F6}"/>
              </a:ext>
            </a:extLst>
          </p:cNvPr>
          <p:cNvSpPr/>
          <p:nvPr/>
        </p:nvSpPr>
        <p:spPr>
          <a:xfrm>
            <a:off x="4274915" y="464995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AA9AFD3-349E-765B-694D-02AD965FFB59}"/>
              </a:ext>
            </a:extLst>
          </p:cNvPr>
          <p:cNvSpPr/>
          <p:nvPr/>
        </p:nvSpPr>
        <p:spPr>
          <a:xfrm>
            <a:off x="3685445" y="3336991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79830F6-BE87-7AB3-264D-1B213CE17D5F}"/>
              </a:ext>
            </a:extLst>
          </p:cNvPr>
          <p:cNvSpPr/>
          <p:nvPr/>
        </p:nvSpPr>
        <p:spPr>
          <a:xfrm>
            <a:off x="4864385" y="3336991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D558B80-1CE3-3894-A249-07F290D9B89A}"/>
              </a:ext>
            </a:extLst>
          </p:cNvPr>
          <p:cNvSpPr/>
          <p:nvPr/>
        </p:nvSpPr>
        <p:spPr>
          <a:xfrm>
            <a:off x="5453856" y="3336991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8318322-6B98-3D4F-D041-0695BA899552}"/>
              </a:ext>
            </a:extLst>
          </p:cNvPr>
          <p:cNvSpPr/>
          <p:nvPr/>
        </p:nvSpPr>
        <p:spPr>
          <a:xfrm>
            <a:off x="3685445" y="464995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B07F23A-A02D-B9A3-3596-76E92355248D}"/>
              </a:ext>
            </a:extLst>
          </p:cNvPr>
          <p:cNvSpPr/>
          <p:nvPr/>
        </p:nvSpPr>
        <p:spPr>
          <a:xfrm>
            <a:off x="4864385" y="464995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9F2D966-1B02-4A96-B32D-DED423CA9F69}"/>
              </a:ext>
            </a:extLst>
          </p:cNvPr>
          <p:cNvSpPr/>
          <p:nvPr/>
        </p:nvSpPr>
        <p:spPr>
          <a:xfrm>
            <a:off x="5453856" y="464995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FCE545E-87ED-6BA0-EED4-D9E7D246339C}"/>
              </a:ext>
            </a:extLst>
          </p:cNvPr>
          <p:cNvSpPr/>
          <p:nvPr/>
        </p:nvSpPr>
        <p:spPr>
          <a:xfrm>
            <a:off x="738095" y="596291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8B82783-F582-228A-63DE-83E9AF0712DF}"/>
              </a:ext>
            </a:extLst>
          </p:cNvPr>
          <p:cNvSpPr/>
          <p:nvPr/>
        </p:nvSpPr>
        <p:spPr>
          <a:xfrm>
            <a:off x="3095975" y="596291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E45D86E-A5ED-D58F-D091-B86620422F62}"/>
              </a:ext>
            </a:extLst>
          </p:cNvPr>
          <p:cNvSpPr/>
          <p:nvPr/>
        </p:nvSpPr>
        <p:spPr>
          <a:xfrm>
            <a:off x="2506505" y="596291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F2D3944-E86B-4510-B1B0-B013612BB400}"/>
              </a:ext>
            </a:extLst>
          </p:cNvPr>
          <p:cNvSpPr/>
          <p:nvPr/>
        </p:nvSpPr>
        <p:spPr>
          <a:xfrm>
            <a:off x="148625" y="596291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06E804C-AF7F-093C-FC56-72B6DBAB24F3}"/>
              </a:ext>
            </a:extLst>
          </p:cNvPr>
          <p:cNvSpPr/>
          <p:nvPr/>
        </p:nvSpPr>
        <p:spPr>
          <a:xfrm>
            <a:off x="1327565" y="596291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0" name="사각형: 둥근 모서리 5379">
            <a:extLst>
              <a:ext uri="{FF2B5EF4-FFF2-40B4-BE49-F238E27FC236}">
                <a16:creationId xmlns:a16="http://schemas.microsoft.com/office/drawing/2014/main" id="{BA8FAA23-8A3D-3D81-9B5E-4B7E55249CA2}"/>
              </a:ext>
            </a:extLst>
          </p:cNvPr>
          <p:cNvSpPr/>
          <p:nvPr/>
        </p:nvSpPr>
        <p:spPr>
          <a:xfrm>
            <a:off x="1917035" y="596291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2" name="사각형: 둥근 모서리 5381">
            <a:extLst>
              <a:ext uri="{FF2B5EF4-FFF2-40B4-BE49-F238E27FC236}">
                <a16:creationId xmlns:a16="http://schemas.microsoft.com/office/drawing/2014/main" id="{839E4664-F5EF-8103-3CA7-F2914940568C}"/>
              </a:ext>
            </a:extLst>
          </p:cNvPr>
          <p:cNvSpPr/>
          <p:nvPr/>
        </p:nvSpPr>
        <p:spPr>
          <a:xfrm>
            <a:off x="4274915" y="596291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90" name="사각형: 둥근 모서리 5389">
            <a:extLst>
              <a:ext uri="{FF2B5EF4-FFF2-40B4-BE49-F238E27FC236}">
                <a16:creationId xmlns:a16="http://schemas.microsoft.com/office/drawing/2014/main" id="{7AEB563D-E819-304D-0570-08134E7EB55A}"/>
              </a:ext>
            </a:extLst>
          </p:cNvPr>
          <p:cNvSpPr/>
          <p:nvPr/>
        </p:nvSpPr>
        <p:spPr>
          <a:xfrm>
            <a:off x="3685445" y="596291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91" name="사각형: 둥근 모서리 5390">
            <a:extLst>
              <a:ext uri="{FF2B5EF4-FFF2-40B4-BE49-F238E27FC236}">
                <a16:creationId xmlns:a16="http://schemas.microsoft.com/office/drawing/2014/main" id="{5EF89DCD-3B36-3B61-D838-4CD12AF54C02}"/>
              </a:ext>
            </a:extLst>
          </p:cNvPr>
          <p:cNvSpPr/>
          <p:nvPr/>
        </p:nvSpPr>
        <p:spPr>
          <a:xfrm>
            <a:off x="4864385" y="596291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92" name="사각형: 둥근 모서리 5391">
            <a:extLst>
              <a:ext uri="{FF2B5EF4-FFF2-40B4-BE49-F238E27FC236}">
                <a16:creationId xmlns:a16="http://schemas.microsoft.com/office/drawing/2014/main" id="{3F9183C8-9F5C-9562-7033-AF246D2A483F}"/>
              </a:ext>
            </a:extLst>
          </p:cNvPr>
          <p:cNvSpPr/>
          <p:nvPr/>
        </p:nvSpPr>
        <p:spPr>
          <a:xfrm>
            <a:off x="5453856" y="596291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4" name="사각형: 둥근 모서리 5343">
            <a:extLst>
              <a:ext uri="{FF2B5EF4-FFF2-40B4-BE49-F238E27FC236}">
                <a16:creationId xmlns:a16="http://schemas.microsoft.com/office/drawing/2014/main" id="{C46A7C9D-8697-1C21-AC07-E8FAAB29AD26}"/>
              </a:ext>
            </a:extLst>
          </p:cNvPr>
          <p:cNvSpPr/>
          <p:nvPr/>
        </p:nvSpPr>
        <p:spPr>
          <a:xfrm>
            <a:off x="3095975" y="136754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5" name="사각형: 둥근 모서리 5354">
            <a:extLst>
              <a:ext uri="{FF2B5EF4-FFF2-40B4-BE49-F238E27FC236}">
                <a16:creationId xmlns:a16="http://schemas.microsoft.com/office/drawing/2014/main" id="{7BCD5411-087B-C5C0-5FA7-FC87DEF7AEDD}"/>
              </a:ext>
            </a:extLst>
          </p:cNvPr>
          <p:cNvSpPr/>
          <p:nvPr/>
        </p:nvSpPr>
        <p:spPr>
          <a:xfrm>
            <a:off x="738095" y="136754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6" name="사각형: 둥근 모서리 5355">
            <a:extLst>
              <a:ext uri="{FF2B5EF4-FFF2-40B4-BE49-F238E27FC236}">
                <a16:creationId xmlns:a16="http://schemas.microsoft.com/office/drawing/2014/main" id="{B8F4B641-C2EF-7A40-F397-E1DDEA344DB0}"/>
              </a:ext>
            </a:extLst>
          </p:cNvPr>
          <p:cNvSpPr/>
          <p:nvPr/>
        </p:nvSpPr>
        <p:spPr>
          <a:xfrm>
            <a:off x="1327565" y="136754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7" name="사각형: 둥근 모서리 5356">
            <a:extLst>
              <a:ext uri="{FF2B5EF4-FFF2-40B4-BE49-F238E27FC236}">
                <a16:creationId xmlns:a16="http://schemas.microsoft.com/office/drawing/2014/main" id="{4C40F58C-E813-7876-ACF4-C8DC0807E566}"/>
              </a:ext>
            </a:extLst>
          </p:cNvPr>
          <p:cNvSpPr/>
          <p:nvPr/>
        </p:nvSpPr>
        <p:spPr>
          <a:xfrm>
            <a:off x="1917035" y="136754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8" name="사각형: 둥근 모서리 5357">
            <a:extLst>
              <a:ext uri="{FF2B5EF4-FFF2-40B4-BE49-F238E27FC236}">
                <a16:creationId xmlns:a16="http://schemas.microsoft.com/office/drawing/2014/main" id="{330486C7-C11F-2822-5093-F075CD4E1757}"/>
              </a:ext>
            </a:extLst>
          </p:cNvPr>
          <p:cNvSpPr/>
          <p:nvPr/>
        </p:nvSpPr>
        <p:spPr>
          <a:xfrm>
            <a:off x="2506505" y="136754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9" name="사각형: 둥근 모서리 5358">
            <a:extLst>
              <a:ext uri="{FF2B5EF4-FFF2-40B4-BE49-F238E27FC236}">
                <a16:creationId xmlns:a16="http://schemas.microsoft.com/office/drawing/2014/main" id="{F8895D36-4795-E380-492D-95C606CACF90}"/>
              </a:ext>
            </a:extLst>
          </p:cNvPr>
          <p:cNvSpPr/>
          <p:nvPr/>
        </p:nvSpPr>
        <p:spPr>
          <a:xfrm>
            <a:off x="148625" y="136754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7ECD1CD-4BA3-E20B-D0D9-6C3EBE887B97}"/>
              </a:ext>
            </a:extLst>
          </p:cNvPr>
          <p:cNvSpPr/>
          <p:nvPr/>
        </p:nvSpPr>
        <p:spPr>
          <a:xfrm>
            <a:off x="4274915" y="136754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FD98B64-6B9E-48B1-8177-A0D885630498}"/>
              </a:ext>
            </a:extLst>
          </p:cNvPr>
          <p:cNvSpPr/>
          <p:nvPr/>
        </p:nvSpPr>
        <p:spPr>
          <a:xfrm>
            <a:off x="4864385" y="136754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FE92CE6-C140-BC5A-4E03-8D20709AF703}"/>
              </a:ext>
            </a:extLst>
          </p:cNvPr>
          <p:cNvSpPr/>
          <p:nvPr/>
        </p:nvSpPr>
        <p:spPr>
          <a:xfrm>
            <a:off x="5453856" y="1367545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E90CEB3-1CED-6C20-6B66-5F18AEE92994}"/>
              </a:ext>
            </a:extLst>
          </p:cNvPr>
          <p:cNvSpPr/>
          <p:nvPr/>
        </p:nvSpPr>
        <p:spPr>
          <a:xfrm>
            <a:off x="3685445" y="1367545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1" name="사각형: 둥근 모서리 5350">
            <a:extLst>
              <a:ext uri="{FF2B5EF4-FFF2-40B4-BE49-F238E27FC236}">
                <a16:creationId xmlns:a16="http://schemas.microsoft.com/office/drawing/2014/main" id="{40D88BDC-AAB2-A784-1E61-9BAD1B22355B}"/>
              </a:ext>
            </a:extLst>
          </p:cNvPr>
          <p:cNvSpPr/>
          <p:nvPr/>
        </p:nvSpPr>
        <p:spPr>
          <a:xfrm>
            <a:off x="738095" y="268050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0" name="사각형: 둥근 모서리 5359">
            <a:extLst>
              <a:ext uri="{FF2B5EF4-FFF2-40B4-BE49-F238E27FC236}">
                <a16:creationId xmlns:a16="http://schemas.microsoft.com/office/drawing/2014/main" id="{F96B538A-4DA6-C6B1-9987-1C17270F9589}"/>
              </a:ext>
            </a:extLst>
          </p:cNvPr>
          <p:cNvSpPr/>
          <p:nvPr/>
        </p:nvSpPr>
        <p:spPr>
          <a:xfrm>
            <a:off x="3095975" y="268050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1" name="사각형: 둥근 모서리 5360">
            <a:extLst>
              <a:ext uri="{FF2B5EF4-FFF2-40B4-BE49-F238E27FC236}">
                <a16:creationId xmlns:a16="http://schemas.microsoft.com/office/drawing/2014/main" id="{9923F0FA-2FFF-DB7C-0156-2E445A144709}"/>
              </a:ext>
            </a:extLst>
          </p:cNvPr>
          <p:cNvSpPr/>
          <p:nvPr/>
        </p:nvSpPr>
        <p:spPr>
          <a:xfrm>
            <a:off x="1327565" y="268050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2" name="사각형: 둥근 모서리 5361">
            <a:extLst>
              <a:ext uri="{FF2B5EF4-FFF2-40B4-BE49-F238E27FC236}">
                <a16:creationId xmlns:a16="http://schemas.microsoft.com/office/drawing/2014/main" id="{2E021288-4F0C-F7DB-48D4-C24B6A65578E}"/>
              </a:ext>
            </a:extLst>
          </p:cNvPr>
          <p:cNvSpPr/>
          <p:nvPr/>
        </p:nvSpPr>
        <p:spPr>
          <a:xfrm>
            <a:off x="1917035" y="268050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3" name="사각형: 둥근 모서리 5362">
            <a:extLst>
              <a:ext uri="{FF2B5EF4-FFF2-40B4-BE49-F238E27FC236}">
                <a16:creationId xmlns:a16="http://schemas.microsoft.com/office/drawing/2014/main" id="{92A83655-3D55-EEB1-05E7-DB0FDD7F634A}"/>
              </a:ext>
            </a:extLst>
          </p:cNvPr>
          <p:cNvSpPr/>
          <p:nvPr/>
        </p:nvSpPr>
        <p:spPr>
          <a:xfrm>
            <a:off x="2506505" y="268050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4" name="사각형: 둥근 모서리 5363">
            <a:extLst>
              <a:ext uri="{FF2B5EF4-FFF2-40B4-BE49-F238E27FC236}">
                <a16:creationId xmlns:a16="http://schemas.microsoft.com/office/drawing/2014/main" id="{C5AD9312-FB46-D86A-1C5C-66D01F5F8FBB}"/>
              </a:ext>
            </a:extLst>
          </p:cNvPr>
          <p:cNvSpPr/>
          <p:nvPr/>
        </p:nvSpPr>
        <p:spPr>
          <a:xfrm>
            <a:off x="148625" y="268050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8D8FB84-2818-71E5-94AD-6B894C6F37C6}"/>
              </a:ext>
            </a:extLst>
          </p:cNvPr>
          <p:cNvSpPr/>
          <p:nvPr/>
        </p:nvSpPr>
        <p:spPr>
          <a:xfrm>
            <a:off x="4274915" y="268050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567804B-ACDB-8F47-F9AD-149D64CEC946}"/>
              </a:ext>
            </a:extLst>
          </p:cNvPr>
          <p:cNvSpPr/>
          <p:nvPr/>
        </p:nvSpPr>
        <p:spPr>
          <a:xfrm>
            <a:off x="4864385" y="268050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AC68404-AEEA-2786-6038-583FFB702FAC}"/>
              </a:ext>
            </a:extLst>
          </p:cNvPr>
          <p:cNvSpPr/>
          <p:nvPr/>
        </p:nvSpPr>
        <p:spPr>
          <a:xfrm>
            <a:off x="5453856" y="2680509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4F3A7F9-ADFF-6C72-4364-FF11F4BBFAA8}"/>
              </a:ext>
            </a:extLst>
          </p:cNvPr>
          <p:cNvSpPr/>
          <p:nvPr/>
        </p:nvSpPr>
        <p:spPr>
          <a:xfrm>
            <a:off x="3685445" y="2680509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3" name="사각형: 둥근 모서리 5352">
            <a:extLst>
              <a:ext uri="{FF2B5EF4-FFF2-40B4-BE49-F238E27FC236}">
                <a16:creationId xmlns:a16="http://schemas.microsoft.com/office/drawing/2014/main" id="{00337966-F023-7B2B-6449-3AE8E652F4CB}"/>
              </a:ext>
            </a:extLst>
          </p:cNvPr>
          <p:cNvSpPr/>
          <p:nvPr/>
        </p:nvSpPr>
        <p:spPr>
          <a:xfrm>
            <a:off x="738095" y="399347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5" name="사각형: 둥근 모서리 5364">
            <a:extLst>
              <a:ext uri="{FF2B5EF4-FFF2-40B4-BE49-F238E27FC236}">
                <a16:creationId xmlns:a16="http://schemas.microsoft.com/office/drawing/2014/main" id="{48D75E75-39EC-9D09-6FF5-D659FF190F51}"/>
              </a:ext>
            </a:extLst>
          </p:cNvPr>
          <p:cNvSpPr/>
          <p:nvPr/>
        </p:nvSpPr>
        <p:spPr>
          <a:xfrm>
            <a:off x="3095975" y="399347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6" name="사각형: 둥근 모서리 5365">
            <a:extLst>
              <a:ext uri="{FF2B5EF4-FFF2-40B4-BE49-F238E27FC236}">
                <a16:creationId xmlns:a16="http://schemas.microsoft.com/office/drawing/2014/main" id="{808BDABD-0A0B-AA74-DCB7-D5772A4806F2}"/>
              </a:ext>
            </a:extLst>
          </p:cNvPr>
          <p:cNvSpPr/>
          <p:nvPr/>
        </p:nvSpPr>
        <p:spPr>
          <a:xfrm>
            <a:off x="1327565" y="399347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7" name="사각형: 둥근 모서리 5366">
            <a:extLst>
              <a:ext uri="{FF2B5EF4-FFF2-40B4-BE49-F238E27FC236}">
                <a16:creationId xmlns:a16="http://schemas.microsoft.com/office/drawing/2014/main" id="{25D13938-F4A3-2730-D638-72B67F4F6C20}"/>
              </a:ext>
            </a:extLst>
          </p:cNvPr>
          <p:cNvSpPr/>
          <p:nvPr/>
        </p:nvSpPr>
        <p:spPr>
          <a:xfrm>
            <a:off x="1917035" y="399347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8" name="사각형: 둥근 모서리 5367">
            <a:extLst>
              <a:ext uri="{FF2B5EF4-FFF2-40B4-BE49-F238E27FC236}">
                <a16:creationId xmlns:a16="http://schemas.microsoft.com/office/drawing/2014/main" id="{7D3821C8-0DF2-0445-FC53-95A91946ED7F}"/>
              </a:ext>
            </a:extLst>
          </p:cNvPr>
          <p:cNvSpPr/>
          <p:nvPr/>
        </p:nvSpPr>
        <p:spPr>
          <a:xfrm>
            <a:off x="2506505" y="399347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9" name="사각형: 둥근 모서리 5368">
            <a:extLst>
              <a:ext uri="{FF2B5EF4-FFF2-40B4-BE49-F238E27FC236}">
                <a16:creationId xmlns:a16="http://schemas.microsoft.com/office/drawing/2014/main" id="{EFE96AC5-6041-D21F-10C0-11F8F0939730}"/>
              </a:ext>
            </a:extLst>
          </p:cNvPr>
          <p:cNvSpPr/>
          <p:nvPr/>
        </p:nvSpPr>
        <p:spPr>
          <a:xfrm>
            <a:off x="148625" y="399347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9B90AEB-55F7-0EF0-249F-42DC03B4A6AB}"/>
              </a:ext>
            </a:extLst>
          </p:cNvPr>
          <p:cNvSpPr/>
          <p:nvPr/>
        </p:nvSpPr>
        <p:spPr>
          <a:xfrm>
            <a:off x="4274915" y="399347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17C629D-54D9-9207-AC83-81313F460C5F}"/>
              </a:ext>
            </a:extLst>
          </p:cNvPr>
          <p:cNvSpPr/>
          <p:nvPr/>
        </p:nvSpPr>
        <p:spPr>
          <a:xfrm>
            <a:off x="4864385" y="399347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1B2A4B9-952B-8A3D-6216-87323FED00AC}"/>
              </a:ext>
            </a:extLst>
          </p:cNvPr>
          <p:cNvSpPr/>
          <p:nvPr/>
        </p:nvSpPr>
        <p:spPr>
          <a:xfrm>
            <a:off x="5453856" y="3993473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EE982ED-923B-437E-63D7-4110C385378F}"/>
              </a:ext>
            </a:extLst>
          </p:cNvPr>
          <p:cNvSpPr/>
          <p:nvPr/>
        </p:nvSpPr>
        <p:spPr>
          <a:xfrm>
            <a:off x="3685445" y="3993473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957FA33-9B1F-67E0-4CA4-BC2542C789F9}"/>
              </a:ext>
            </a:extLst>
          </p:cNvPr>
          <p:cNvSpPr/>
          <p:nvPr/>
        </p:nvSpPr>
        <p:spPr>
          <a:xfrm>
            <a:off x="729481" y="530643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7444181-3075-6ED6-AC05-5D3B530B96CA}"/>
              </a:ext>
            </a:extLst>
          </p:cNvPr>
          <p:cNvSpPr/>
          <p:nvPr/>
        </p:nvSpPr>
        <p:spPr>
          <a:xfrm>
            <a:off x="3052903" y="530643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2A2F862-3FB6-5042-D8F7-A35FB313D131}"/>
              </a:ext>
            </a:extLst>
          </p:cNvPr>
          <p:cNvSpPr/>
          <p:nvPr/>
        </p:nvSpPr>
        <p:spPr>
          <a:xfrm>
            <a:off x="1310336" y="530643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01C2BFE-81D8-17A8-56E9-9F03780997A8}"/>
              </a:ext>
            </a:extLst>
          </p:cNvPr>
          <p:cNvSpPr/>
          <p:nvPr/>
        </p:nvSpPr>
        <p:spPr>
          <a:xfrm>
            <a:off x="1891192" y="530643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0CDB001-A4B4-6B8B-9B7E-D891064B2E61}"/>
              </a:ext>
            </a:extLst>
          </p:cNvPr>
          <p:cNvSpPr/>
          <p:nvPr/>
        </p:nvSpPr>
        <p:spPr>
          <a:xfrm>
            <a:off x="2472047" y="530643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5941A69-E39F-7679-C9E9-B5AEDF1B299D}"/>
              </a:ext>
            </a:extLst>
          </p:cNvPr>
          <p:cNvSpPr/>
          <p:nvPr/>
        </p:nvSpPr>
        <p:spPr>
          <a:xfrm>
            <a:off x="148625" y="530643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1" name="사각형: 둥근 모서리 5380">
            <a:extLst>
              <a:ext uri="{FF2B5EF4-FFF2-40B4-BE49-F238E27FC236}">
                <a16:creationId xmlns:a16="http://schemas.microsoft.com/office/drawing/2014/main" id="{862DE7F6-F6B3-44FD-29BF-B26E8648D126}"/>
              </a:ext>
            </a:extLst>
          </p:cNvPr>
          <p:cNvSpPr/>
          <p:nvPr/>
        </p:nvSpPr>
        <p:spPr>
          <a:xfrm>
            <a:off x="4292145" y="530643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4" name="사각형: 둥근 모서리 5383">
            <a:extLst>
              <a:ext uri="{FF2B5EF4-FFF2-40B4-BE49-F238E27FC236}">
                <a16:creationId xmlns:a16="http://schemas.microsoft.com/office/drawing/2014/main" id="{F431EBC8-6770-293C-9E94-E38503E2B97B}"/>
              </a:ext>
            </a:extLst>
          </p:cNvPr>
          <p:cNvSpPr/>
          <p:nvPr/>
        </p:nvSpPr>
        <p:spPr>
          <a:xfrm>
            <a:off x="4873000" y="530643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5" name="사각형: 둥근 모서리 5384">
            <a:extLst>
              <a:ext uri="{FF2B5EF4-FFF2-40B4-BE49-F238E27FC236}">
                <a16:creationId xmlns:a16="http://schemas.microsoft.com/office/drawing/2014/main" id="{9DC35AAB-0E14-BD00-36E0-E9523558F4BC}"/>
              </a:ext>
            </a:extLst>
          </p:cNvPr>
          <p:cNvSpPr/>
          <p:nvPr/>
        </p:nvSpPr>
        <p:spPr>
          <a:xfrm>
            <a:off x="5453856" y="5306437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86" name="사각형: 둥근 모서리 5385">
            <a:extLst>
              <a:ext uri="{FF2B5EF4-FFF2-40B4-BE49-F238E27FC236}">
                <a16:creationId xmlns:a16="http://schemas.microsoft.com/office/drawing/2014/main" id="{71B53B12-3742-640E-E4EB-0083CC982CBC}"/>
              </a:ext>
            </a:extLst>
          </p:cNvPr>
          <p:cNvSpPr/>
          <p:nvPr/>
        </p:nvSpPr>
        <p:spPr>
          <a:xfrm>
            <a:off x="3711289" y="5306437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79FF86F-C693-4C30-A195-8DBC5F5F9C6E}"/>
              </a:ext>
            </a:extLst>
          </p:cNvPr>
          <p:cNvSpPr/>
          <p:nvPr/>
        </p:nvSpPr>
        <p:spPr>
          <a:xfrm>
            <a:off x="738095" y="6619402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E47CFBC-5866-5107-4DEB-0AF2B9DA338A}"/>
              </a:ext>
            </a:extLst>
          </p:cNvPr>
          <p:cNvSpPr/>
          <p:nvPr/>
        </p:nvSpPr>
        <p:spPr>
          <a:xfrm>
            <a:off x="3095975" y="6619402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4DDDBD9-F10B-F20E-6670-895324718897}"/>
              </a:ext>
            </a:extLst>
          </p:cNvPr>
          <p:cNvSpPr/>
          <p:nvPr/>
        </p:nvSpPr>
        <p:spPr>
          <a:xfrm>
            <a:off x="1327565" y="6619402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16864C1-CF11-E500-D6CE-68A3E160B2FC}"/>
              </a:ext>
            </a:extLst>
          </p:cNvPr>
          <p:cNvSpPr/>
          <p:nvPr/>
        </p:nvSpPr>
        <p:spPr>
          <a:xfrm>
            <a:off x="1917035" y="6619402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374E04B-B28B-0320-FD99-2598B6FC17AE}"/>
              </a:ext>
            </a:extLst>
          </p:cNvPr>
          <p:cNvSpPr/>
          <p:nvPr/>
        </p:nvSpPr>
        <p:spPr>
          <a:xfrm>
            <a:off x="2506505" y="6619402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71D13D2-DA20-3884-D4DF-DEB21E77A863}"/>
              </a:ext>
            </a:extLst>
          </p:cNvPr>
          <p:cNvSpPr/>
          <p:nvPr/>
        </p:nvSpPr>
        <p:spPr>
          <a:xfrm>
            <a:off x="148625" y="6619402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3" name="사각형: 둥근 모서리 5382">
            <a:extLst>
              <a:ext uri="{FF2B5EF4-FFF2-40B4-BE49-F238E27FC236}">
                <a16:creationId xmlns:a16="http://schemas.microsoft.com/office/drawing/2014/main" id="{CD294B4B-C148-BC64-05F9-FAB078ABCAAA}"/>
              </a:ext>
            </a:extLst>
          </p:cNvPr>
          <p:cNvSpPr/>
          <p:nvPr/>
        </p:nvSpPr>
        <p:spPr>
          <a:xfrm>
            <a:off x="4274915" y="6619402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7" name="사각형: 둥근 모서리 5386">
            <a:extLst>
              <a:ext uri="{FF2B5EF4-FFF2-40B4-BE49-F238E27FC236}">
                <a16:creationId xmlns:a16="http://schemas.microsoft.com/office/drawing/2014/main" id="{3A57954F-07DC-8357-3E3C-B27FEBC8D241}"/>
              </a:ext>
            </a:extLst>
          </p:cNvPr>
          <p:cNvSpPr/>
          <p:nvPr/>
        </p:nvSpPr>
        <p:spPr>
          <a:xfrm>
            <a:off x="4864385" y="6619402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8" name="사각형: 둥근 모서리 5387">
            <a:extLst>
              <a:ext uri="{FF2B5EF4-FFF2-40B4-BE49-F238E27FC236}">
                <a16:creationId xmlns:a16="http://schemas.microsoft.com/office/drawing/2014/main" id="{62ECBDB2-AF27-EB65-521B-E6F3105C2341}"/>
              </a:ext>
            </a:extLst>
          </p:cNvPr>
          <p:cNvSpPr/>
          <p:nvPr/>
        </p:nvSpPr>
        <p:spPr>
          <a:xfrm>
            <a:off x="5453856" y="6619402"/>
            <a:ext cx="485427" cy="81902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9" name="사각형: 둥근 모서리 5388">
            <a:extLst>
              <a:ext uri="{FF2B5EF4-FFF2-40B4-BE49-F238E27FC236}">
                <a16:creationId xmlns:a16="http://schemas.microsoft.com/office/drawing/2014/main" id="{228EC1E7-8EFF-87C7-E6D3-92EC9291D827}"/>
              </a:ext>
            </a:extLst>
          </p:cNvPr>
          <p:cNvSpPr/>
          <p:nvPr/>
        </p:nvSpPr>
        <p:spPr>
          <a:xfrm>
            <a:off x="3685445" y="6619402"/>
            <a:ext cx="485427" cy="819026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98</cp:revision>
  <dcterms:created xsi:type="dcterms:W3CDTF">2021-10-29T04:43:38Z</dcterms:created>
  <dcterms:modified xsi:type="dcterms:W3CDTF">2022-10-08T11:28:19Z</dcterms:modified>
</cp:coreProperties>
</file>
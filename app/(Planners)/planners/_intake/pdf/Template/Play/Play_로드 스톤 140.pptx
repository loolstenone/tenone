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700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13B15EEF-BCA5-6934-2AB3-35DDA943A3FA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432" name="그룹 5431">
            <a:extLst>
              <a:ext uri="{FF2B5EF4-FFF2-40B4-BE49-F238E27FC236}">
                <a16:creationId xmlns:a16="http://schemas.microsoft.com/office/drawing/2014/main" id="{2A08BC23-CF84-F666-2EB7-278726339C60}"/>
              </a:ext>
            </a:extLst>
          </p:cNvPr>
          <p:cNvGrpSpPr/>
          <p:nvPr/>
        </p:nvGrpSpPr>
        <p:grpSpPr>
          <a:xfrm>
            <a:off x="176252" y="636106"/>
            <a:ext cx="5727592" cy="6788423"/>
            <a:chOff x="176252" y="636107"/>
            <a:chExt cx="5727592" cy="6720968"/>
          </a:xfrm>
        </p:grpSpPr>
        <p:grpSp>
          <p:nvGrpSpPr>
            <p:cNvPr id="5386" name="그룹 5385">
              <a:extLst>
                <a:ext uri="{FF2B5EF4-FFF2-40B4-BE49-F238E27FC236}">
                  <a16:creationId xmlns:a16="http://schemas.microsoft.com/office/drawing/2014/main" id="{1ED1BB15-9E6C-6FB7-1163-4ABDD19844E9}"/>
                </a:ext>
              </a:extLst>
            </p:cNvPr>
            <p:cNvGrpSpPr/>
            <p:nvPr/>
          </p:nvGrpSpPr>
          <p:grpSpPr>
            <a:xfrm>
              <a:off x="176252" y="636107"/>
              <a:ext cx="5727592" cy="457438"/>
              <a:chOff x="196130" y="795131"/>
              <a:chExt cx="5727592" cy="554197"/>
            </a:xfrm>
          </p:grpSpPr>
          <p:sp>
            <p:nvSpPr>
              <p:cNvPr id="5338" name="사각형: 둥근 모서리 5337">
                <a:extLst>
                  <a:ext uri="{FF2B5EF4-FFF2-40B4-BE49-F238E27FC236}">
                    <a16:creationId xmlns:a16="http://schemas.microsoft.com/office/drawing/2014/main" id="{A22568C7-30E7-E72F-5CEE-8C6CF6E5020F}"/>
                  </a:ext>
                </a:extLst>
              </p:cNvPr>
              <p:cNvSpPr/>
              <p:nvPr/>
            </p:nvSpPr>
            <p:spPr>
              <a:xfrm>
                <a:off x="196130" y="795131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39" name="사각형: 둥근 모서리 5338">
                <a:extLst>
                  <a:ext uri="{FF2B5EF4-FFF2-40B4-BE49-F238E27FC236}">
                    <a16:creationId xmlns:a16="http://schemas.microsoft.com/office/drawing/2014/main" id="{119B71F7-36E1-BAAC-6C50-B3A810A656A7}"/>
                  </a:ext>
                </a:extLst>
              </p:cNvPr>
              <p:cNvSpPr/>
              <p:nvPr/>
            </p:nvSpPr>
            <p:spPr>
              <a:xfrm>
                <a:off x="770952" y="795131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0" name="사각형: 둥근 모서리 5339">
                <a:extLst>
                  <a:ext uri="{FF2B5EF4-FFF2-40B4-BE49-F238E27FC236}">
                    <a16:creationId xmlns:a16="http://schemas.microsoft.com/office/drawing/2014/main" id="{2D57BC3A-0B2B-D1EB-3DF0-B8AD8270F4AC}"/>
                  </a:ext>
                </a:extLst>
              </p:cNvPr>
              <p:cNvSpPr/>
              <p:nvPr/>
            </p:nvSpPr>
            <p:spPr>
              <a:xfrm>
                <a:off x="1345774" y="795131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1" name="사각형: 둥근 모서리 5340">
                <a:extLst>
                  <a:ext uri="{FF2B5EF4-FFF2-40B4-BE49-F238E27FC236}">
                    <a16:creationId xmlns:a16="http://schemas.microsoft.com/office/drawing/2014/main" id="{5BA21319-DEBF-EA0B-1480-463AAA2453E2}"/>
                  </a:ext>
                </a:extLst>
              </p:cNvPr>
              <p:cNvSpPr/>
              <p:nvPr/>
            </p:nvSpPr>
            <p:spPr>
              <a:xfrm>
                <a:off x="1920596" y="795131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2" name="사각형: 둥근 모서리 5341">
                <a:extLst>
                  <a:ext uri="{FF2B5EF4-FFF2-40B4-BE49-F238E27FC236}">
                    <a16:creationId xmlns:a16="http://schemas.microsoft.com/office/drawing/2014/main" id="{5D222B4C-A285-0C71-534F-260F41D45CFD}"/>
                  </a:ext>
                </a:extLst>
              </p:cNvPr>
              <p:cNvSpPr/>
              <p:nvPr/>
            </p:nvSpPr>
            <p:spPr>
              <a:xfrm>
                <a:off x="2495418" y="795131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3" name="사각형: 둥근 모서리 5342">
                <a:extLst>
                  <a:ext uri="{FF2B5EF4-FFF2-40B4-BE49-F238E27FC236}">
                    <a16:creationId xmlns:a16="http://schemas.microsoft.com/office/drawing/2014/main" id="{64C51656-B017-7073-2EDD-BB7A23470FC5}"/>
                  </a:ext>
                </a:extLst>
              </p:cNvPr>
              <p:cNvSpPr/>
              <p:nvPr/>
            </p:nvSpPr>
            <p:spPr>
              <a:xfrm>
                <a:off x="3070240" y="795131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2EE89387-8F87-12AB-DCD4-D7FF7DDC4FB2}"/>
                  </a:ext>
                </a:extLst>
              </p:cNvPr>
              <p:cNvSpPr/>
              <p:nvPr/>
            </p:nvSpPr>
            <p:spPr>
              <a:xfrm>
                <a:off x="3645062" y="795131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65D235A6-878C-EED6-A909-FB0FD47DE982}"/>
                  </a:ext>
                </a:extLst>
              </p:cNvPr>
              <p:cNvSpPr/>
              <p:nvPr/>
            </p:nvSpPr>
            <p:spPr>
              <a:xfrm>
                <a:off x="4219884" y="795131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1D8E8202-994D-A961-CEA7-8E196DFD024E}"/>
                  </a:ext>
                </a:extLst>
              </p:cNvPr>
              <p:cNvSpPr/>
              <p:nvPr/>
            </p:nvSpPr>
            <p:spPr>
              <a:xfrm>
                <a:off x="4794706" y="795131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78DE363B-8FAF-7B32-6C81-9FB6E737AE35}"/>
                  </a:ext>
                </a:extLst>
              </p:cNvPr>
              <p:cNvSpPr/>
              <p:nvPr/>
            </p:nvSpPr>
            <p:spPr>
              <a:xfrm>
                <a:off x="5369525" y="795131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88" name="그룹 5387">
              <a:extLst>
                <a:ext uri="{FF2B5EF4-FFF2-40B4-BE49-F238E27FC236}">
                  <a16:creationId xmlns:a16="http://schemas.microsoft.com/office/drawing/2014/main" id="{6FCE6034-8918-FEBC-3427-519C88EB5571}"/>
                </a:ext>
              </a:extLst>
            </p:cNvPr>
            <p:cNvGrpSpPr/>
            <p:nvPr/>
          </p:nvGrpSpPr>
          <p:grpSpPr>
            <a:xfrm>
              <a:off x="176252" y="1599727"/>
              <a:ext cx="5727592" cy="457438"/>
              <a:chOff x="196130" y="1947045"/>
              <a:chExt cx="5727592" cy="554197"/>
            </a:xfrm>
          </p:grpSpPr>
          <p:sp>
            <p:nvSpPr>
              <p:cNvPr id="5345" name="사각형: 둥근 모서리 5344">
                <a:extLst>
                  <a:ext uri="{FF2B5EF4-FFF2-40B4-BE49-F238E27FC236}">
                    <a16:creationId xmlns:a16="http://schemas.microsoft.com/office/drawing/2014/main" id="{2D5FD76C-DDD3-6F0E-27D1-B78AFC81C2FF}"/>
                  </a:ext>
                </a:extLst>
              </p:cNvPr>
              <p:cNvSpPr/>
              <p:nvPr/>
            </p:nvSpPr>
            <p:spPr>
              <a:xfrm>
                <a:off x="3070240" y="1947045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6" name="사각형: 둥근 모서리 5345">
                <a:extLst>
                  <a:ext uri="{FF2B5EF4-FFF2-40B4-BE49-F238E27FC236}">
                    <a16:creationId xmlns:a16="http://schemas.microsoft.com/office/drawing/2014/main" id="{E6415747-3980-545F-171D-5740CAF66A0C}"/>
                  </a:ext>
                </a:extLst>
              </p:cNvPr>
              <p:cNvSpPr/>
              <p:nvPr/>
            </p:nvSpPr>
            <p:spPr>
              <a:xfrm>
                <a:off x="2495418" y="1947045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7" name="사각형: 둥근 모서리 5346">
                <a:extLst>
                  <a:ext uri="{FF2B5EF4-FFF2-40B4-BE49-F238E27FC236}">
                    <a16:creationId xmlns:a16="http://schemas.microsoft.com/office/drawing/2014/main" id="{EA7A420D-8375-08D5-ED2F-A7CC7C477373}"/>
                  </a:ext>
                </a:extLst>
              </p:cNvPr>
              <p:cNvSpPr/>
              <p:nvPr/>
            </p:nvSpPr>
            <p:spPr>
              <a:xfrm>
                <a:off x="196130" y="1947045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8" name="사각형: 둥근 모서리 5347">
                <a:extLst>
                  <a:ext uri="{FF2B5EF4-FFF2-40B4-BE49-F238E27FC236}">
                    <a16:creationId xmlns:a16="http://schemas.microsoft.com/office/drawing/2014/main" id="{FFD85190-F1D2-53CC-80AB-6AAB733D8743}"/>
                  </a:ext>
                </a:extLst>
              </p:cNvPr>
              <p:cNvSpPr/>
              <p:nvPr/>
            </p:nvSpPr>
            <p:spPr>
              <a:xfrm>
                <a:off x="770952" y="1947045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9" name="사각형: 둥근 모서리 5348">
                <a:extLst>
                  <a:ext uri="{FF2B5EF4-FFF2-40B4-BE49-F238E27FC236}">
                    <a16:creationId xmlns:a16="http://schemas.microsoft.com/office/drawing/2014/main" id="{AED241E2-8053-6E48-4A29-56861E116477}"/>
                  </a:ext>
                </a:extLst>
              </p:cNvPr>
              <p:cNvSpPr/>
              <p:nvPr/>
            </p:nvSpPr>
            <p:spPr>
              <a:xfrm>
                <a:off x="1345774" y="1947045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0" name="사각형: 둥근 모서리 5349">
                <a:extLst>
                  <a:ext uri="{FF2B5EF4-FFF2-40B4-BE49-F238E27FC236}">
                    <a16:creationId xmlns:a16="http://schemas.microsoft.com/office/drawing/2014/main" id="{FA52E6D8-4D68-26A3-54E1-61D623EB20CE}"/>
                  </a:ext>
                </a:extLst>
              </p:cNvPr>
              <p:cNvSpPr/>
              <p:nvPr/>
            </p:nvSpPr>
            <p:spPr>
              <a:xfrm>
                <a:off x="1920596" y="1947045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AA86419A-0C40-2A98-516F-BDFF45F88B38}"/>
                  </a:ext>
                </a:extLst>
              </p:cNvPr>
              <p:cNvSpPr/>
              <p:nvPr/>
            </p:nvSpPr>
            <p:spPr>
              <a:xfrm>
                <a:off x="3645062" y="1947045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1CFBBBFF-3518-B5DE-A455-0DA75070DC19}"/>
                  </a:ext>
                </a:extLst>
              </p:cNvPr>
              <p:cNvSpPr/>
              <p:nvPr/>
            </p:nvSpPr>
            <p:spPr>
              <a:xfrm>
                <a:off x="5369525" y="1947045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7BE68B27-08FB-144F-DD80-A5068EE380FA}"/>
                  </a:ext>
                </a:extLst>
              </p:cNvPr>
              <p:cNvSpPr/>
              <p:nvPr/>
            </p:nvSpPr>
            <p:spPr>
              <a:xfrm>
                <a:off x="4794706" y="1947045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8B712A63-C628-61CB-BB3A-ACFC97ED66EE}"/>
                  </a:ext>
                </a:extLst>
              </p:cNvPr>
              <p:cNvSpPr/>
              <p:nvPr/>
            </p:nvSpPr>
            <p:spPr>
              <a:xfrm>
                <a:off x="4219884" y="1947045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87" name="그룹 5386">
              <a:extLst>
                <a:ext uri="{FF2B5EF4-FFF2-40B4-BE49-F238E27FC236}">
                  <a16:creationId xmlns:a16="http://schemas.microsoft.com/office/drawing/2014/main" id="{15CBEBA8-D9AE-F28B-C255-59864E71FC50}"/>
                </a:ext>
              </a:extLst>
            </p:cNvPr>
            <p:cNvGrpSpPr/>
            <p:nvPr/>
          </p:nvGrpSpPr>
          <p:grpSpPr>
            <a:xfrm>
              <a:off x="176252" y="1117917"/>
              <a:ext cx="5727592" cy="457438"/>
              <a:chOff x="196130" y="1371088"/>
              <a:chExt cx="5727592" cy="554197"/>
            </a:xfrm>
          </p:grpSpPr>
          <p:sp>
            <p:nvSpPr>
              <p:cNvPr id="5344" name="사각형: 둥근 모서리 5343">
                <a:extLst>
                  <a:ext uri="{FF2B5EF4-FFF2-40B4-BE49-F238E27FC236}">
                    <a16:creationId xmlns:a16="http://schemas.microsoft.com/office/drawing/2014/main" id="{C46A7C9D-8697-1C21-AC07-E8FAAB29AD26}"/>
                  </a:ext>
                </a:extLst>
              </p:cNvPr>
              <p:cNvSpPr/>
              <p:nvPr/>
            </p:nvSpPr>
            <p:spPr>
              <a:xfrm>
                <a:off x="3070240" y="1371088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5" name="사각형: 둥근 모서리 5354">
                <a:extLst>
                  <a:ext uri="{FF2B5EF4-FFF2-40B4-BE49-F238E27FC236}">
                    <a16:creationId xmlns:a16="http://schemas.microsoft.com/office/drawing/2014/main" id="{7BCD5411-087B-C5C0-5FA7-FC87DEF7AEDD}"/>
                  </a:ext>
                </a:extLst>
              </p:cNvPr>
              <p:cNvSpPr/>
              <p:nvPr/>
            </p:nvSpPr>
            <p:spPr>
              <a:xfrm>
                <a:off x="770952" y="1371088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6" name="사각형: 둥근 모서리 5355">
                <a:extLst>
                  <a:ext uri="{FF2B5EF4-FFF2-40B4-BE49-F238E27FC236}">
                    <a16:creationId xmlns:a16="http://schemas.microsoft.com/office/drawing/2014/main" id="{B8F4B641-C2EF-7A40-F397-E1DDEA344DB0}"/>
                  </a:ext>
                </a:extLst>
              </p:cNvPr>
              <p:cNvSpPr/>
              <p:nvPr/>
            </p:nvSpPr>
            <p:spPr>
              <a:xfrm>
                <a:off x="1345774" y="1371088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7" name="사각형: 둥근 모서리 5356">
                <a:extLst>
                  <a:ext uri="{FF2B5EF4-FFF2-40B4-BE49-F238E27FC236}">
                    <a16:creationId xmlns:a16="http://schemas.microsoft.com/office/drawing/2014/main" id="{4C40F58C-E813-7876-ACF4-C8DC0807E566}"/>
                  </a:ext>
                </a:extLst>
              </p:cNvPr>
              <p:cNvSpPr/>
              <p:nvPr/>
            </p:nvSpPr>
            <p:spPr>
              <a:xfrm>
                <a:off x="1920596" y="1371088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8" name="사각형: 둥근 모서리 5357">
                <a:extLst>
                  <a:ext uri="{FF2B5EF4-FFF2-40B4-BE49-F238E27FC236}">
                    <a16:creationId xmlns:a16="http://schemas.microsoft.com/office/drawing/2014/main" id="{330486C7-C11F-2822-5093-F075CD4E1757}"/>
                  </a:ext>
                </a:extLst>
              </p:cNvPr>
              <p:cNvSpPr/>
              <p:nvPr/>
            </p:nvSpPr>
            <p:spPr>
              <a:xfrm>
                <a:off x="2495418" y="1371088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9" name="사각형: 둥근 모서리 5358">
                <a:extLst>
                  <a:ext uri="{FF2B5EF4-FFF2-40B4-BE49-F238E27FC236}">
                    <a16:creationId xmlns:a16="http://schemas.microsoft.com/office/drawing/2014/main" id="{F8895D36-4795-E380-492D-95C606CACF90}"/>
                  </a:ext>
                </a:extLst>
              </p:cNvPr>
              <p:cNvSpPr/>
              <p:nvPr/>
            </p:nvSpPr>
            <p:spPr>
              <a:xfrm>
                <a:off x="196130" y="1371088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7B3D88A6-B7F6-FFED-BFEA-558439E7C57B}"/>
                  </a:ext>
                </a:extLst>
              </p:cNvPr>
              <p:cNvSpPr/>
              <p:nvPr/>
            </p:nvSpPr>
            <p:spPr>
              <a:xfrm>
                <a:off x="3645062" y="1371088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1D0005B4-5B1B-08C6-95FB-6D3F839A58D8}"/>
                  </a:ext>
                </a:extLst>
              </p:cNvPr>
              <p:cNvSpPr/>
              <p:nvPr/>
            </p:nvSpPr>
            <p:spPr>
              <a:xfrm>
                <a:off x="5369525" y="1371088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8E89CF30-96D6-DE78-2049-E625B7B8ACD2}"/>
                  </a:ext>
                </a:extLst>
              </p:cNvPr>
              <p:cNvSpPr/>
              <p:nvPr/>
            </p:nvSpPr>
            <p:spPr>
              <a:xfrm>
                <a:off x="4219884" y="1371088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C92C799F-1311-15C4-11D1-56666ACCBE3A}"/>
                  </a:ext>
                </a:extLst>
              </p:cNvPr>
              <p:cNvSpPr/>
              <p:nvPr/>
            </p:nvSpPr>
            <p:spPr>
              <a:xfrm>
                <a:off x="4794706" y="1371088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89" name="그룹 5388">
              <a:extLst>
                <a:ext uri="{FF2B5EF4-FFF2-40B4-BE49-F238E27FC236}">
                  <a16:creationId xmlns:a16="http://schemas.microsoft.com/office/drawing/2014/main" id="{DA4ECEBA-6C29-EA88-28CA-26FA8160D696}"/>
                </a:ext>
              </a:extLst>
            </p:cNvPr>
            <p:cNvGrpSpPr/>
            <p:nvPr/>
          </p:nvGrpSpPr>
          <p:grpSpPr>
            <a:xfrm>
              <a:off x="176252" y="2081537"/>
              <a:ext cx="5727592" cy="457438"/>
              <a:chOff x="196130" y="2523002"/>
              <a:chExt cx="5727592" cy="554197"/>
            </a:xfrm>
          </p:grpSpPr>
          <p:sp>
            <p:nvSpPr>
              <p:cNvPr id="5351" name="사각형: 둥근 모서리 5350">
                <a:extLst>
                  <a:ext uri="{FF2B5EF4-FFF2-40B4-BE49-F238E27FC236}">
                    <a16:creationId xmlns:a16="http://schemas.microsoft.com/office/drawing/2014/main" id="{40D88BDC-AAB2-A784-1E61-9BAD1B22355B}"/>
                  </a:ext>
                </a:extLst>
              </p:cNvPr>
              <p:cNvSpPr/>
              <p:nvPr/>
            </p:nvSpPr>
            <p:spPr>
              <a:xfrm>
                <a:off x="770952" y="252300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0" name="사각형: 둥근 모서리 5359">
                <a:extLst>
                  <a:ext uri="{FF2B5EF4-FFF2-40B4-BE49-F238E27FC236}">
                    <a16:creationId xmlns:a16="http://schemas.microsoft.com/office/drawing/2014/main" id="{F96B538A-4DA6-C6B1-9987-1C17270F9589}"/>
                  </a:ext>
                </a:extLst>
              </p:cNvPr>
              <p:cNvSpPr/>
              <p:nvPr/>
            </p:nvSpPr>
            <p:spPr>
              <a:xfrm>
                <a:off x="3070240" y="252300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1" name="사각형: 둥근 모서리 5360">
                <a:extLst>
                  <a:ext uri="{FF2B5EF4-FFF2-40B4-BE49-F238E27FC236}">
                    <a16:creationId xmlns:a16="http://schemas.microsoft.com/office/drawing/2014/main" id="{9923F0FA-2FFF-DB7C-0156-2E445A144709}"/>
                  </a:ext>
                </a:extLst>
              </p:cNvPr>
              <p:cNvSpPr/>
              <p:nvPr/>
            </p:nvSpPr>
            <p:spPr>
              <a:xfrm>
                <a:off x="1345774" y="252300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2" name="사각형: 둥근 모서리 5361">
                <a:extLst>
                  <a:ext uri="{FF2B5EF4-FFF2-40B4-BE49-F238E27FC236}">
                    <a16:creationId xmlns:a16="http://schemas.microsoft.com/office/drawing/2014/main" id="{2E021288-4F0C-F7DB-48D4-C24B6A65578E}"/>
                  </a:ext>
                </a:extLst>
              </p:cNvPr>
              <p:cNvSpPr/>
              <p:nvPr/>
            </p:nvSpPr>
            <p:spPr>
              <a:xfrm>
                <a:off x="1920596" y="252300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3" name="사각형: 둥근 모서리 5362">
                <a:extLst>
                  <a:ext uri="{FF2B5EF4-FFF2-40B4-BE49-F238E27FC236}">
                    <a16:creationId xmlns:a16="http://schemas.microsoft.com/office/drawing/2014/main" id="{92A83655-3D55-EEB1-05E7-DB0FDD7F634A}"/>
                  </a:ext>
                </a:extLst>
              </p:cNvPr>
              <p:cNvSpPr/>
              <p:nvPr/>
            </p:nvSpPr>
            <p:spPr>
              <a:xfrm>
                <a:off x="2495418" y="252300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4" name="사각형: 둥근 모서리 5363">
                <a:extLst>
                  <a:ext uri="{FF2B5EF4-FFF2-40B4-BE49-F238E27FC236}">
                    <a16:creationId xmlns:a16="http://schemas.microsoft.com/office/drawing/2014/main" id="{C5AD9312-FB46-D86A-1C5C-66D01F5F8FBB}"/>
                  </a:ext>
                </a:extLst>
              </p:cNvPr>
              <p:cNvSpPr/>
              <p:nvPr/>
            </p:nvSpPr>
            <p:spPr>
              <a:xfrm>
                <a:off x="196130" y="252300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F7CE122-266C-EC1F-DB8D-48C3D121F916}"/>
                  </a:ext>
                </a:extLst>
              </p:cNvPr>
              <p:cNvSpPr/>
              <p:nvPr/>
            </p:nvSpPr>
            <p:spPr>
              <a:xfrm>
                <a:off x="3645062" y="252300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4E06C298-8D9A-829C-876B-39D26E9FACE3}"/>
                  </a:ext>
                </a:extLst>
              </p:cNvPr>
              <p:cNvSpPr/>
              <p:nvPr/>
            </p:nvSpPr>
            <p:spPr>
              <a:xfrm>
                <a:off x="5369525" y="252300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DD42E024-89BB-D9EB-CF7A-1FD660A1A8C0}"/>
                  </a:ext>
                </a:extLst>
              </p:cNvPr>
              <p:cNvSpPr/>
              <p:nvPr/>
            </p:nvSpPr>
            <p:spPr>
              <a:xfrm>
                <a:off x="4219884" y="252300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id="{3B8B2A39-3AAE-3B37-236D-725C91C5EC7E}"/>
                  </a:ext>
                </a:extLst>
              </p:cNvPr>
              <p:cNvSpPr/>
              <p:nvPr/>
            </p:nvSpPr>
            <p:spPr>
              <a:xfrm>
                <a:off x="4794706" y="252300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1" name="그룹 5390">
              <a:extLst>
                <a:ext uri="{FF2B5EF4-FFF2-40B4-BE49-F238E27FC236}">
                  <a16:creationId xmlns:a16="http://schemas.microsoft.com/office/drawing/2014/main" id="{3E3F5274-B509-9242-6FB4-AED8B582139E}"/>
                </a:ext>
              </a:extLst>
            </p:cNvPr>
            <p:cNvGrpSpPr/>
            <p:nvPr/>
          </p:nvGrpSpPr>
          <p:grpSpPr>
            <a:xfrm>
              <a:off x="176252" y="3045157"/>
              <a:ext cx="5727592" cy="457438"/>
              <a:chOff x="196130" y="3674916"/>
              <a:chExt cx="5727592" cy="554197"/>
            </a:xfrm>
          </p:grpSpPr>
          <p:sp>
            <p:nvSpPr>
              <p:cNvPr id="5353" name="사각형: 둥근 모서리 5352">
                <a:extLst>
                  <a:ext uri="{FF2B5EF4-FFF2-40B4-BE49-F238E27FC236}">
                    <a16:creationId xmlns:a16="http://schemas.microsoft.com/office/drawing/2014/main" id="{00337966-F023-7B2B-6449-3AE8E652F4CB}"/>
                  </a:ext>
                </a:extLst>
              </p:cNvPr>
              <p:cNvSpPr/>
              <p:nvPr/>
            </p:nvSpPr>
            <p:spPr>
              <a:xfrm>
                <a:off x="770952" y="3674916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5" name="사각형: 둥근 모서리 5364">
                <a:extLst>
                  <a:ext uri="{FF2B5EF4-FFF2-40B4-BE49-F238E27FC236}">
                    <a16:creationId xmlns:a16="http://schemas.microsoft.com/office/drawing/2014/main" id="{48D75E75-39EC-9D09-6FF5-D659FF190F51}"/>
                  </a:ext>
                </a:extLst>
              </p:cNvPr>
              <p:cNvSpPr/>
              <p:nvPr/>
            </p:nvSpPr>
            <p:spPr>
              <a:xfrm>
                <a:off x="3070240" y="3674916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6" name="사각형: 둥근 모서리 5365">
                <a:extLst>
                  <a:ext uri="{FF2B5EF4-FFF2-40B4-BE49-F238E27FC236}">
                    <a16:creationId xmlns:a16="http://schemas.microsoft.com/office/drawing/2014/main" id="{808BDABD-0A0B-AA74-DCB7-D5772A4806F2}"/>
                  </a:ext>
                </a:extLst>
              </p:cNvPr>
              <p:cNvSpPr/>
              <p:nvPr/>
            </p:nvSpPr>
            <p:spPr>
              <a:xfrm>
                <a:off x="1345774" y="3674916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7" name="사각형: 둥근 모서리 5366">
                <a:extLst>
                  <a:ext uri="{FF2B5EF4-FFF2-40B4-BE49-F238E27FC236}">
                    <a16:creationId xmlns:a16="http://schemas.microsoft.com/office/drawing/2014/main" id="{25D13938-F4A3-2730-D638-72B67F4F6C20}"/>
                  </a:ext>
                </a:extLst>
              </p:cNvPr>
              <p:cNvSpPr/>
              <p:nvPr/>
            </p:nvSpPr>
            <p:spPr>
              <a:xfrm>
                <a:off x="1920596" y="3674916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8" name="사각형: 둥근 모서리 5367">
                <a:extLst>
                  <a:ext uri="{FF2B5EF4-FFF2-40B4-BE49-F238E27FC236}">
                    <a16:creationId xmlns:a16="http://schemas.microsoft.com/office/drawing/2014/main" id="{7D3821C8-0DF2-0445-FC53-95A91946ED7F}"/>
                  </a:ext>
                </a:extLst>
              </p:cNvPr>
              <p:cNvSpPr/>
              <p:nvPr/>
            </p:nvSpPr>
            <p:spPr>
              <a:xfrm>
                <a:off x="2495418" y="3674916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9" name="사각형: 둥근 모서리 5368">
                <a:extLst>
                  <a:ext uri="{FF2B5EF4-FFF2-40B4-BE49-F238E27FC236}">
                    <a16:creationId xmlns:a16="http://schemas.microsoft.com/office/drawing/2014/main" id="{EFE96AC5-6041-D21F-10C0-11F8F0939730}"/>
                  </a:ext>
                </a:extLst>
              </p:cNvPr>
              <p:cNvSpPr/>
              <p:nvPr/>
            </p:nvSpPr>
            <p:spPr>
              <a:xfrm>
                <a:off x="196130" y="3674916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A8BA0D7-1954-00DE-F8E0-E1BB60492EEF}"/>
                  </a:ext>
                </a:extLst>
              </p:cNvPr>
              <p:cNvSpPr/>
              <p:nvPr/>
            </p:nvSpPr>
            <p:spPr>
              <a:xfrm>
                <a:off x="3645062" y="3674916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E750CB0C-EA71-E7E4-58BD-B5AE5D82B668}"/>
                  </a:ext>
                </a:extLst>
              </p:cNvPr>
              <p:cNvSpPr/>
              <p:nvPr/>
            </p:nvSpPr>
            <p:spPr>
              <a:xfrm>
                <a:off x="5369525" y="3674916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7B45DF1B-629B-977F-1D4D-67C71DD761AD}"/>
                  </a:ext>
                </a:extLst>
              </p:cNvPr>
              <p:cNvSpPr/>
              <p:nvPr/>
            </p:nvSpPr>
            <p:spPr>
              <a:xfrm>
                <a:off x="4219884" y="3674916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50B7F979-69EC-23BA-6E8B-BE5CCD07CE53}"/>
                  </a:ext>
                </a:extLst>
              </p:cNvPr>
              <p:cNvSpPr/>
              <p:nvPr/>
            </p:nvSpPr>
            <p:spPr>
              <a:xfrm>
                <a:off x="4794706" y="3674916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0" name="그룹 5389">
              <a:extLst>
                <a:ext uri="{FF2B5EF4-FFF2-40B4-BE49-F238E27FC236}">
                  <a16:creationId xmlns:a16="http://schemas.microsoft.com/office/drawing/2014/main" id="{45E97B3E-6416-F506-3235-5B4C4B9A3EB9}"/>
                </a:ext>
              </a:extLst>
            </p:cNvPr>
            <p:cNvGrpSpPr/>
            <p:nvPr/>
          </p:nvGrpSpPr>
          <p:grpSpPr>
            <a:xfrm>
              <a:off x="176252" y="2563347"/>
              <a:ext cx="5727592" cy="457438"/>
              <a:chOff x="196130" y="3098959"/>
              <a:chExt cx="5727592" cy="554197"/>
            </a:xfrm>
          </p:grpSpPr>
          <p:sp>
            <p:nvSpPr>
              <p:cNvPr id="5352" name="사각형: 둥근 모서리 5351">
                <a:extLst>
                  <a:ext uri="{FF2B5EF4-FFF2-40B4-BE49-F238E27FC236}">
                    <a16:creationId xmlns:a16="http://schemas.microsoft.com/office/drawing/2014/main" id="{27E0CF78-6224-2C53-AA35-262B156E1F04}"/>
                  </a:ext>
                </a:extLst>
              </p:cNvPr>
              <p:cNvSpPr/>
              <p:nvPr/>
            </p:nvSpPr>
            <p:spPr>
              <a:xfrm>
                <a:off x="770952" y="3098959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0" name="사각형: 둥근 모서리 5369">
                <a:extLst>
                  <a:ext uri="{FF2B5EF4-FFF2-40B4-BE49-F238E27FC236}">
                    <a16:creationId xmlns:a16="http://schemas.microsoft.com/office/drawing/2014/main" id="{FC1D9093-FB52-D7F0-D665-18F9A7F38328}"/>
                  </a:ext>
                </a:extLst>
              </p:cNvPr>
              <p:cNvSpPr/>
              <p:nvPr/>
            </p:nvSpPr>
            <p:spPr>
              <a:xfrm>
                <a:off x="3070240" y="3098959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1" name="사각형: 둥근 모서리 5370">
                <a:extLst>
                  <a:ext uri="{FF2B5EF4-FFF2-40B4-BE49-F238E27FC236}">
                    <a16:creationId xmlns:a16="http://schemas.microsoft.com/office/drawing/2014/main" id="{153D3C3F-C9B7-84B2-0708-4124C32951A2}"/>
                  </a:ext>
                </a:extLst>
              </p:cNvPr>
              <p:cNvSpPr/>
              <p:nvPr/>
            </p:nvSpPr>
            <p:spPr>
              <a:xfrm>
                <a:off x="2495418" y="3098959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2" name="사각형: 둥근 모서리 5371">
                <a:extLst>
                  <a:ext uri="{FF2B5EF4-FFF2-40B4-BE49-F238E27FC236}">
                    <a16:creationId xmlns:a16="http://schemas.microsoft.com/office/drawing/2014/main" id="{EE3D467D-832C-6848-5D45-816AD87F0726}"/>
                  </a:ext>
                </a:extLst>
              </p:cNvPr>
              <p:cNvSpPr/>
              <p:nvPr/>
            </p:nvSpPr>
            <p:spPr>
              <a:xfrm>
                <a:off x="196130" y="3098959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3" name="사각형: 둥근 모서리 5372">
                <a:extLst>
                  <a:ext uri="{FF2B5EF4-FFF2-40B4-BE49-F238E27FC236}">
                    <a16:creationId xmlns:a16="http://schemas.microsoft.com/office/drawing/2014/main" id="{7A6C9F05-6C02-6566-B763-D311368D8E71}"/>
                  </a:ext>
                </a:extLst>
              </p:cNvPr>
              <p:cNvSpPr/>
              <p:nvPr/>
            </p:nvSpPr>
            <p:spPr>
              <a:xfrm>
                <a:off x="1345774" y="3098959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4" name="사각형: 둥근 모서리 5373">
                <a:extLst>
                  <a:ext uri="{FF2B5EF4-FFF2-40B4-BE49-F238E27FC236}">
                    <a16:creationId xmlns:a16="http://schemas.microsoft.com/office/drawing/2014/main" id="{991F29B9-134E-2EA8-F580-02AC44787C8D}"/>
                  </a:ext>
                </a:extLst>
              </p:cNvPr>
              <p:cNvSpPr/>
              <p:nvPr/>
            </p:nvSpPr>
            <p:spPr>
              <a:xfrm>
                <a:off x="1920596" y="3098959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54392A6B-33CA-AE3D-0AD8-A4735A215D94}"/>
                  </a:ext>
                </a:extLst>
              </p:cNvPr>
              <p:cNvSpPr/>
              <p:nvPr/>
            </p:nvSpPr>
            <p:spPr>
              <a:xfrm>
                <a:off x="3645062" y="3098959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7962CD83-D5F6-E8C4-2ACF-94D4FA0FD344}"/>
                  </a:ext>
                </a:extLst>
              </p:cNvPr>
              <p:cNvSpPr/>
              <p:nvPr/>
            </p:nvSpPr>
            <p:spPr>
              <a:xfrm>
                <a:off x="5369525" y="3098959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171E7DFC-A6EE-3C55-95A6-A778AC9C21F4}"/>
                  </a:ext>
                </a:extLst>
              </p:cNvPr>
              <p:cNvSpPr/>
              <p:nvPr/>
            </p:nvSpPr>
            <p:spPr>
              <a:xfrm>
                <a:off x="4794706" y="3098959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4CF66A7F-2AC2-4F19-36D3-FF403EEC7B19}"/>
                  </a:ext>
                </a:extLst>
              </p:cNvPr>
              <p:cNvSpPr/>
              <p:nvPr/>
            </p:nvSpPr>
            <p:spPr>
              <a:xfrm>
                <a:off x="4219884" y="3098959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2" name="그룹 5391">
              <a:extLst>
                <a:ext uri="{FF2B5EF4-FFF2-40B4-BE49-F238E27FC236}">
                  <a16:creationId xmlns:a16="http://schemas.microsoft.com/office/drawing/2014/main" id="{0F1524B0-8641-F483-3D65-DC38888AA136}"/>
                </a:ext>
              </a:extLst>
            </p:cNvPr>
            <p:cNvGrpSpPr/>
            <p:nvPr/>
          </p:nvGrpSpPr>
          <p:grpSpPr>
            <a:xfrm>
              <a:off x="176252" y="3526967"/>
              <a:ext cx="5727592" cy="457438"/>
              <a:chOff x="196130" y="4250873"/>
              <a:chExt cx="5727592" cy="554197"/>
            </a:xfrm>
          </p:grpSpPr>
          <p:sp>
            <p:nvSpPr>
              <p:cNvPr id="5354" name="사각형: 둥근 모서리 5353">
                <a:extLst>
                  <a:ext uri="{FF2B5EF4-FFF2-40B4-BE49-F238E27FC236}">
                    <a16:creationId xmlns:a16="http://schemas.microsoft.com/office/drawing/2014/main" id="{7091F2CE-0714-B00D-44F7-4319DF4813E7}"/>
                  </a:ext>
                </a:extLst>
              </p:cNvPr>
              <p:cNvSpPr/>
              <p:nvPr/>
            </p:nvSpPr>
            <p:spPr>
              <a:xfrm>
                <a:off x="770952" y="4250873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5" name="사각형: 둥근 모서리 5374">
                <a:extLst>
                  <a:ext uri="{FF2B5EF4-FFF2-40B4-BE49-F238E27FC236}">
                    <a16:creationId xmlns:a16="http://schemas.microsoft.com/office/drawing/2014/main" id="{D4884D9B-90AB-3653-3233-7037FB0FED38}"/>
                  </a:ext>
                </a:extLst>
              </p:cNvPr>
              <p:cNvSpPr/>
              <p:nvPr/>
            </p:nvSpPr>
            <p:spPr>
              <a:xfrm>
                <a:off x="3070240" y="4250873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6" name="사각형: 둥근 모서리 5375">
                <a:extLst>
                  <a:ext uri="{FF2B5EF4-FFF2-40B4-BE49-F238E27FC236}">
                    <a16:creationId xmlns:a16="http://schemas.microsoft.com/office/drawing/2014/main" id="{55AD5605-7299-27B8-E6F1-DBD3F0D5FF9D}"/>
                  </a:ext>
                </a:extLst>
              </p:cNvPr>
              <p:cNvSpPr/>
              <p:nvPr/>
            </p:nvSpPr>
            <p:spPr>
              <a:xfrm>
                <a:off x="2495418" y="4250873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7" name="사각형: 둥근 모서리 5376">
                <a:extLst>
                  <a:ext uri="{FF2B5EF4-FFF2-40B4-BE49-F238E27FC236}">
                    <a16:creationId xmlns:a16="http://schemas.microsoft.com/office/drawing/2014/main" id="{4842BCD8-4403-32A2-1CC3-F55B7E034CFB}"/>
                  </a:ext>
                </a:extLst>
              </p:cNvPr>
              <p:cNvSpPr/>
              <p:nvPr/>
            </p:nvSpPr>
            <p:spPr>
              <a:xfrm>
                <a:off x="196130" y="4250873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8" name="사각형: 둥근 모서리 5377">
                <a:extLst>
                  <a:ext uri="{FF2B5EF4-FFF2-40B4-BE49-F238E27FC236}">
                    <a16:creationId xmlns:a16="http://schemas.microsoft.com/office/drawing/2014/main" id="{BB6DEFA3-B90B-721C-54CD-07B1CE0DBC56}"/>
                  </a:ext>
                </a:extLst>
              </p:cNvPr>
              <p:cNvSpPr/>
              <p:nvPr/>
            </p:nvSpPr>
            <p:spPr>
              <a:xfrm>
                <a:off x="1345774" y="4250873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9" name="사각형: 둥근 모서리 5378">
                <a:extLst>
                  <a:ext uri="{FF2B5EF4-FFF2-40B4-BE49-F238E27FC236}">
                    <a16:creationId xmlns:a16="http://schemas.microsoft.com/office/drawing/2014/main" id="{4DCAF549-7D48-8AC3-987D-11094E000617}"/>
                  </a:ext>
                </a:extLst>
              </p:cNvPr>
              <p:cNvSpPr/>
              <p:nvPr/>
            </p:nvSpPr>
            <p:spPr>
              <a:xfrm>
                <a:off x="1920596" y="4250873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CBADB20E-290E-9CE2-8F8C-20AAE9A42554}"/>
                  </a:ext>
                </a:extLst>
              </p:cNvPr>
              <p:cNvSpPr/>
              <p:nvPr/>
            </p:nvSpPr>
            <p:spPr>
              <a:xfrm>
                <a:off x="3645062" y="4250873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78DC3472-3D6E-D2DB-EC8E-4336F596551E}"/>
                  </a:ext>
                </a:extLst>
              </p:cNvPr>
              <p:cNvSpPr/>
              <p:nvPr/>
            </p:nvSpPr>
            <p:spPr>
              <a:xfrm>
                <a:off x="5369525" y="4250873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48702936-C97C-BAEE-9542-86A81472E8A2}"/>
                  </a:ext>
                </a:extLst>
              </p:cNvPr>
              <p:cNvSpPr/>
              <p:nvPr/>
            </p:nvSpPr>
            <p:spPr>
              <a:xfrm>
                <a:off x="4794706" y="4250873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3B272533-270A-7AB0-3A7F-8CC0486CFC41}"/>
                  </a:ext>
                </a:extLst>
              </p:cNvPr>
              <p:cNvSpPr/>
              <p:nvPr/>
            </p:nvSpPr>
            <p:spPr>
              <a:xfrm>
                <a:off x="4219884" y="4250873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3" name="그룹 5392">
              <a:extLst>
                <a:ext uri="{FF2B5EF4-FFF2-40B4-BE49-F238E27FC236}">
                  <a16:creationId xmlns:a16="http://schemas.microsoft.com/office/drawing/2014/main" id="{039B3059-4A3A-5CF7-1952-7BE45DE46851}"/>
                </a:ext>
              </a:extLst>
            </p:cNvPr>
            <p:cNvGrpSpPr/>
            <p:nvPr/>
          </p:nvGrpSpPr>
          <p:grpSpPr>
            <a:xfrm>
              <a:off x="176252" y="4008777"/>
              <a:ext cx="5727592" cy="457438"/>
              <a:chOff x="196130" y="4826832"/>
              <a:chExt cx="5727592" cy="554197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D19C3EBD-CFC5-1C99-EBDB-3D57553EAFCB}"/>
                  </a:ext>
                </a:extLst>
              </p:cNvPr>
              <p:cNvSpPr/>
              <p:nvPr/>
            </p:nvSpPr>
            <p:spPr>
              <a:xfrm>
                <a:off x="770952" y="482683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9F29140E-BF81-349E-B545-45970171FA08}"/>
                  </a:ext>
                </a:extLst>
              </p:cNvPr>
              <p:cNvSpPr/>
              <p:nvPr/>
            </p:nvSpPr>
            <p:spPr>
              <a:xfrm>
                <a:off x="3070240" y="482683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F2CC6D44-DD79-28D4-2FD5-6D9DA2DD1CAD}"/>
                  </a:ext>
                </a:extLst>
              </p:cNvPr>
              <p:cNvSpPr/>
              <p:nvPr/>
            </p:nvSpPr>
            <p:spPr>
              <a:xfrm>
                <a:off x="1345774" y="482683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3843EA26-6D7E-355D-FB33-477C915B6C88}"/>
                  </a:ext>
                </a:extLst>
              </p:cNvPr>
              <p:cNvSpPr/>
              <p:nvPr/>
            </p:nvSpPr>
            <p:spPr>
              <a:xfrm>
                <a:off x="1920596" y="482683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96DD4B3C-B050-3B0F-F975-39700D1B48D8}"/>
                  </a:ext>
                </a:extLst>
              </p:cNvPr>
              <p:cNvSpPr/>
              <p:nvPr/>
            </p:nvSpPr>
            <p:spPr>
              <a:xfrm>
                <a:off x="2495418" y="482683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08E168DF-482E-92DB-15DF-0FA2B00F101F}"/>
                  </a:ext>
                </a:extLst>
              </p:cNvPr>
              <p:cNvSpPr/>
              <p:nvPr/>
            </p:nvSpPr>
            <p:spPr>
              <a:xfrm>
                <a:off x="196130" y="482683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EE6BBF91-D536-4006-F8EE-72337C3C4B1D}"/>
                  </a:ext>
                </a:extLst>
              </p:cNvPr>
              <p:cNvSpPr/>
              <p:nvPr/>
            </p:nvSpPr>
            <p:spPr>
              <a:xfrm>
                <a:off x="3645062" y="482683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FF6792B4-904A-8EBA-3C40-53BE358A80EF}"/>
                  </a:ext>
                </a:extLst>
              </p:cNvPr>
              <p:cNvSpPr/>
              <p:nvPr/>
            </p:nvSpPr>
            <p:spPr>
              <a:xfrm>
                <a:off x="5369525" y="482683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D1D41CF4-1933-E59D-B571-FFF50DA0A580}"/>
                  </a:ext>
                </a:extLst>
              </p:cNvPr>
              <p:cNvSpPr/>
              <p:nvPr/>
            </p:nvSpPr>
            <p:spPr>
              <a:xfrm>
                <a:off x="4219884" y="482683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125B490D-6329-74A1-9564-B34080FCFD63}"/>
                  </a:ext>
                </a:extLst>
              </p:cNvPr>
              <p:cNvSpPr/>
              <p:nvPr/>
            </p:nvSpPr>
            <p:spPr>
              <a:xfrm>
                <a:off x="4794706" y="482683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4" name="그룹 5393">
              <a:extLst>
                <a:ext uri="{FF2B5EF4-FFF2-40B4-BE49-F238E27FC236}">
                  <a16:creationId xmlns:a16="http://schemas.microsoft.com/office/drawing/2014/main" id="{6EEDB9EA-D175-770A-3B30-D632842D2378}"/>
                </a:ext>
              </a:extLst>
            </p:cNvPr>
            <p:cNvGrpSpPr/>
            <p:nvPr/>
          </p:nvGrpSpPr>
          <p:grpSpPr>
            <a:xfrm>
              <a:off x="176252" y="4490587"/>
              <a:ext cx="5727592" cy="457438"/>
              <a:chOff x="196130" y="5420804"/>
              <a:chExt cx="5727592" cy="554197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AA11A562-00E6-A626-B845-8219B1B9FF0F}"/>
                  </a:ext>
                </a:extLst>
              </p:cNvPr>
              <p:cNvSpPr/>
              <p:nvPr/>
            </p:nvSpPr>
            <p:spPr>
              <a:xfrm>
                <a:off x="770952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DCBA3A57-1623-389E-6FB9-A05DE0779343}"/>
                  </a:ext>
                </a:extLst>
              </p:cNvPr>
              <p:cNvSpPr/>
              <p:nvPr/>
            </p:nvSpPr>
            <p:spPr>
              <a:xfrm>
                <a:off x="3070240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07543980-F4DC-6B3C-A3C8-164BBA005073}"/>
                  </a:ext>
                </a:extLst>
              </p:cNvPr>
              <p:cNvSpPr/>
              <p:nvPr/>
            </p:nvSpPr>
            <p:spPr>
              <a:xfrm>
                <a:off x="2495418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DFE88D54-8D5D-A861-BB9D-21923BE0E2C7}"/>
                  </a:ext>
                </a:extLst>
              </p:cNvPr>
              <p:cNvSpPr/>
              <p:nvPr/>
            </p:nvSpPr>
            <p:spPr>
              <a:xfrm>
                <a:off x="196130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640A59C-9CCD-282E-4835-17BA39C5CE7E}"/>
                  </a:ext>
                </a:extLst>
              </p:cNvPr>
              <p:cNvSpPr/>
              <p:nvPr/>
            </p:nvSpPr>
            <p:spPr>
              <a:xfrm>
                <a:off x="1345774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D5249E2D-CE38-E561-95CD-C46011AB072C}"/>
                  </a:ext>
                </a:extLst>
              </p:cNvPr>
              <p:cNvSpPr/>
              <p:nvPr/>
            </p:nvSpPr>
            <p:spPr>
              <a:xfrm>
                <a:off x="1920596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FE37BB70-A425-7EFA-D484-C785CA398D2F}"/>
                  </a:ext>
                </a:extLst>
              </p:cNvPr>
              <p:cNvSpPr/>
              <p:nvPr/>
            </p:nvSpPr>
            <p:spPr>
              <a:xfrm>
                <a:off x="3645062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1A671026-2AD6-7871-541D-3E589C34F30C}"/>
                  </a:ext>
                </a:extLst>
              </p:cNvPr>
              <p:cNvSpPr/>
              <p:nvPr/>
            </p:nvSpPr>
            <p:spPr>
              <a:xfrm>
                <a:off x="5369525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0" name="사각형: 둥근 모서리 5379">
                <a:extLst>
                  <a:ext uri="{FF2B5EF4-FFF2-40B4-BE49-F238E27FC236}">
                    <a16:creationId xmlns:a16="http://schemas.microsoft.com/office/drawing/2014/main" id="{2BFD4296-B3EB-A37F-3992-797F0FFA2CF0}"/>
                  </a:ext>
                </a:extLst>
              </p:cNvPr>
              <p:cNvSpPr/>
              <p:nvPr/>
            </p:nvSpPr>
            <p:spPr>
              <a:xfrm>
                <a:off x="4794706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1" name="사각형: 둥근 모서리 5380">
                <a:extLst>
                  <a:ext uri="{FF2B5EF4-FFF2-40B4-BE49-F238E27FC236}">
                    <a16:creationId xmlns:a16="http://schemas.microsoft.com/office/drawing/2014/main" id="{54B169F9-10FE-B40A-3C3B-BF6CA0980A05}"/>
                  </a:ext>
                </a:extLst>
              </p:cNvPr>
              <p:cNvSpPr/>
              <p:nvPr/>
            </p:nvSpPr>
            <p:spPr>
              <a:xfrm>
                <a:off x="4219884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5" name="그룹 5394">
              <a:extLst>
                <a:ext uri="{FF2B5EF4-FFF2-40B4-BE49-F238E27FC236}">
                  <a16:creationId xmlns:a16="http://schemas.microsoft.com/office/drawing/2014/main" id="{0B96C950-E52C-7BCA-B907-718663BF1186}"/>
                </a:ext>
              </a:extLst>
            </p:cNvPr>
            <p:cNvGrpSpPr/>
            <p:nvPr/>
          </p:nvGrpSpPr>
          <p:grpSpPr>
            <a:xfrm>
              <a:off x="176252" y="4972397"/>
              <a:ext cx="5727592" cy="457438"/>
              <a:chOff x="196130" y="5996762"/>
              <a:chExt cx="5727592" cy="554197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BA3A1EF8-BE29-DF89-3AF9-9F3364E67640}"/>
                  </a:ext>
                </a:extLst>
              </p:cNvPr>
              <p:cNvSpPr/>
              <p:nvPr/>
            </p:nvSpPr>
            <p:spPr>
              <a:xfrm>
                <a:off x="770952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747334A6-C61C-D630-1543-F6017728DA56}"/>
                  </a:ext>
                </a:extLst>
              </p:cNvPr>
              <p:cNvSpPr/>
              <p:nvPr/>
            </p:nvSpPr>
            <p:spPr>
              <a:xfrm>
                <a:off x="3070240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4ECC36C2-D39E-EB78-4E56-27DFC23EC253}"/>
                  </a:ext>
                </a:extLst>
              </p:cNvPr>
              <p:cNvSpPr/>
              <p:nvPr/>
            </p:nvSpPr>
            <p:spPr>
              <a:xfrm>
                <a:off x="1345774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E82626E7-F155-8569-B17F-5B0676DBF499}"/>
                  </a:ext>
                </a:extLst>
              </p:cNvPr>
              <p:cNvSpPr/>
              <p:nvPr/>
            </p:nvSpPr>
            <p:spPr>
              <a:xfrm>
                <a:off x="1920596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E3A460EB-5629-291C-96B1-77820E29F894}"/>
                  </a:ext>
                </a:extLst>
              </p:cNvPr>
              <p:cNvSpPr/>
              <p:nvPr/>
            </p:nvSpPr>
            <p:spPr>
              <a:xfrm>
                <a:off x="2495418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FFF48F1B-61B0-6819-CAF8-864C09E2A1B1}"/>
                  </a:ext>
                </a:extLst>
              </p:cNvPr>
              <p:cNvSpPr/>
              <p:nvPr/>
            </p:nvSpPr>
            <p:spPr>
              <a:xfrm>
                <a:off x="196130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48891EBC-0637-8B66-96CA-8BB952364DB4}"/>
                  </a:ext>
                </a:extLst>
              </p:cNvPr>
              <p:cNvSpPr/>
              <p:nvPr/>
            </p:nvSpPr>
            <p:spPr>
              <a:xfrm>
                <a:off x="3645062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2" name="사각형: 둥근 모서리 5381">
                <a:extLst>
                  <a:ext uri="{FF2B5EF4-FFF2-40B4-BE49-F238E27FC236}">
                    <a16:creationId xmlns:a16="http://schemas.microsoft.com/office/drawing/2014/main" id="{F56F192C-30A9-F63D-53D6-1353D5B25048}"/>
                  </a:ext>
                </a:extLst>
              </p:cNvPr>
              <p:cNvSpPr/>
              <p:nvPr/>
            </p:nvSpPr>
            <p:spPr>
              <a:xfrm>
                <a:off x="5369525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3" name="사각형: 둥근 모서리 5382">
                <a:extLst>
                  <a:ext uri="{FF2B5EF4-FFF2-40B4-BE49-F238E27FC236}">
                    <a16:creationId xmlns:a16="http://schemas.microsoft.com/office/drawing/2014/main" id="{8D921DB8-2616-8402-215F-8875B22CC46D}"/>
                  </a:ext>
                </a:extLst>
              </p:cNvPr>
              <p:cNvSpPr/>
              <p:nvPr/>
            </p:nvSpPr>
            <p:spPr>
              <a:xfrm>
                <a:off x="4219884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4" name="사각형: 둥근 모서리 5383">
                <a:extLst>
                  <a:ext uri="{FF2B5EF4-FFF2-40B4-BE49-F238E27FC236}">
                    <a16:creationId xmlns:a16="http://schemas.microsoft.com/office/drawing/2014/main" id="{2DAF2BAC-EEFB-4953-4F3D-9E7C9BF14178}"/>
                  </a:ext>
                </a:extLst>
              </p:cNvPr>
              <p:cNvSpPr/>
              <p:nvPr/>
            </p:nvSpPr>
            <p:spPr>
              <a:xfrm>
                <a:off x="4794706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E937B7C-5E7D-1728-8A1A-9C47D12BC57F}"/>
                </a:ext>
              </a:extLst>
            </p:cNvPr>
            <p:cNvGrpSpPr/>
            <p:nvPr/>
          </p:nvGrpSpPr>
          <p:grpSpPr>
            <a:xfrm>
              <a:off x="176252" y="5454207"/>
              <a:ext cx="5727592" cy="457438"/>
              <a:chOff x="196130" y="5420804"/>
              <a:chExt cx="5727592" cy="554197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E8FE3C88-C323-CC9E-0E75-08EB75793EB3}"/>
                  </a:ext>
                </a:extLst>
              </p:cNvPr>
              <p:cNvSpPr/>
              <p:nvPr/>
            </p:nvSpPr>
            <p:spPr>
              <a:xfrm>
                <a:off x="770952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7205C1E3-38FC-4542-9ED3-F3687317102F}"/>
                  </a:ext>
                </a:extLst>
              </p:cNvPr>
              <p:cNvSpPr/>
              <p:nvPr/>
            </p:nvSpPr>
            <p:spPr>
              <a:xfrm>
                <a:off x="3070240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AF60B7DD-682F-D634-3047-B85ED42B7BD1}"/>
                  </a:ext>
                </a:extLst>
              </p:cNvPr>
              <p:cNvSpPr/>
              <p:nvPr/>
            </p:nvSpPr>
            <p:spPr>
              <a:xfrm>
                <a:off x="2495418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16F67656-D488-86C0-C4BE-83855F70B72A}"/>
                  </a:ext>
                </a:extLst>
              </p:cNvPr>
              <p:cNvSpPr/>
              <p:nvPr/>
            </p:nvSpPr>
            <p:spPr>
              <a:xfrm>
                <a:off x="196130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24633787-F0C6-FFC6-70D9-20EB4748EA1E}"/>
                  </a:ext>
                </a:extLst>
              </p:cNvPr>
              <p:cNvSpPr/>
              <p:nvPr/>
            </p:nvSpPr>
            <p:spPr>
              <a:xfrm>
                <a:off x="1345774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CDD60CD2-F8E4-C2C8-BCA2-DD45D1E3FC3D}"/>
                  </a:ext>
                </a:extLst>
              </p:cNvPr>
              <p:cNvSpPr/>
              <p:nvPr/>
            </p:nvSpPr>
            <p:spPr>
              <a:xfrm>
                <a:off x="1920596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AD62BC53-592E-9AEE-BC64-1530E663C117}"/>
                  </a:ext>
                </a:extLst>
              </p:cNvPr>
              <p:cNvSpPr/>
              <p:nvPr/>
            </p:nvSpPr>
            <p:spPr>
              <a:xfrm>
                <a:off x="3645062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5" name="사각형: 둥근 모서리 5384">
                <a:extLst>
                  <a:ext uri="{FF2B5EF4-FFF2-40B4-BE49-F238E27FC236}">
                    <a16:creationId xmlns:a16="http://schemas.microsoft.com/office/drawing/2014/main" id="{C1D25CCD-6857-43DA-7D88-20144DABC8E1}"/>
                  </a:ext>
                </a:extLst>
              </p:cNvPr>
              <p:cNvSpPr/>
              <p:nvPr/>
            </p:nvSpPr>
            <p:spPr>
              <a:xfrm>
                <a:off x="5369525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97" name="사각형: 둥근 모서리 5396">
                <a:extLst>
                  <a:ext uri="{FF2B5EF4-FFF2-40B4-BE49-F238E27FC236}">
                    <a16:creationId xmlns:a16="http://schemas.microsoft.com/office/drawing/2014/main" id="{59E9094C-7DC7-ABEA-4B3D-F83085516A89}"/>
                  </a:ext>
                </a:extLst>
              </p:cNvPr>
              <p:cNvSpPr/>
              <p:nvPr/>
            </p:nvSpPr>
            <p:spPr>
              <a:xfrm>
                <a:off x="4794706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98" name="사각형: 둥근 모서리 5397">
                <a:extLst>
                  <a:ext uri="{FF2B5EF4-FFF2-40B4-BE49-F238E27FC236}">
                    <a16:creationId xmlns:a16="http://schemas.microsoft.com/office/drawing/2014/main" id="{63FB957F-1C90-D035-77D8-7A2E4C59B09F}"/>
                  </a:ext>
                </a:extLst>
              </p:cNvPr>
              <p:cNvSpPr/>
              <p:nvPr/>
            </p:nvSpPr>
            <p:spPr>
              <a:xfrm>
                <a:off x="4219884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9" name="그룹 5398">
              <a:extLst>
                <a:ext uri="{FF2B5EF4-FFF2-40B4-BE49-F238E27FC236}">
                  <a16:creationId xmlns:a16="http://schemas.microsoft.com/office/drawing/2014/main" id="{A7312BB5-464D-1892-75E9-960D5B53F4F1}"/>
                </a:ext>
              </a:extLst>
            </p:cNvPr>
            <p:cNvGrpSpPr/>
            <p:nvPr/>
          </p:nvGrpSpPr>
          <p:grpSpPr>
            <a:xfrm>
              <a:off x="176252" y="5936017"/>
              <a:ext cx="5727592" cy="457438"/>
              <a:chOff x="196130" y="5996762"/>
              <a:chExt cx="5727592" cy="554197"/>
            </a:xfrm>
          </p:grpSpPr>
          <p:sp>
            <p:nvSpPr>
              <p:cNvPr id="5400" name="사각형: 둥근 모서리 5399">
                <a:extLst>
                  <a:ext uri="{FF2B5EF4-FFF2-40B4-BE49-F238E27FC236}">
                    <a16:creationId xmlns:a16="http://schemas.microsoft.com/office/drawing/2014/main" id="{84486020-F123-B1CD-920E-E7D85599BAC0}"/>
                  </a:ext>
                </a:extLst>
              </p:cNvPr>
              <p:cNvSpPr/>
              <p:nvPr/>
            </p:nvSpPr>
            <p:spPr>
              <a:xfrm>
                <a:off x="770952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01" name="사각형: 둥근 모서리 5400">
                <a:extLst>
                  <a:ext uri="{FF2B5EF4-FFF2-40B4-BE49-F238E27FC236}">
                    <a16:creationId xmlns:a16="http://schemas.microsoft.com/office/drawing/2014/main" id="{86DA53E2-4445-A805-6330-2D6E6078D560}"/>
                  </a:ext>
                </a:extLst>
              </p:cNvPr>
              <p:cNvSpPr/>
              <p:nvPr/>
            </p:nvSpPr>
            <p:spPr>
              <a:xfrm>
                <a:off x="3070240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02" name="사각형: 둥근 모서리 5401">
                <a:extLst>
                  <a:ext uri="{FF2B5EF4-FFF2-40B4-BE49-F238E27FC236}">
                    <a16:creationId xmlns:a16="http://schemas.microsoft.com/office/drawing/2014/main" id="{A4880FF3-6813-D41B-EA12-6F9E89522C38}"/>
                  </a:ext>
                </a:extLst>
              </p:cNvPr>
              <p:cNvSpPr/>
              <p:nvPr/>
            </p:nvSpPr>
            <p:spPr>
              <a:xfrm>
                <a:off x="1345774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03" name="사각형: 둥근 모서리 5402">
                <a:extLst>
                  <a:ext uri="{FF2B5EF4-FFF2-40B4-BE49-F238E27FC236}">
                    <a16:creationId xmlns:a16="http://schemas.microsoft.com/office/drawing/2014/main" id="{806D7EA2-BCE6-99D7-D7A4-81F590FD6355}"/>
                  </a:ext>
                </a:extLst>
              </p:cNvPr>
              <p:cNvSpPr/>
              <p:nvPr/>
            </p:nvSpPr>
            <p:spPr>
              <a:xfrm>
                <a:off x="1920596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04" name="사각형: 둥근 모서리 5403">
                <a:extLst>
                  <a:ext uri="{FF2B5EF4-FFF2-40B4-BE49-F238E27FC236}">
                    <a16:creationId xmlns:a16="http://schemas.microsoft.com/office/drawing/2014/main" id="{3FDCE77D-EC86-8B27-F115-C00BC4045542}"/>
                  </a:ext>
                </a:extLst>
              </p:cNvPr>
              <p:cNvSpPr/>
              <p:nvPr/>
            </p:nvSpPr>
            <p:spPr>
              <a:xfrm>
                <a:off x="2495418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05" name="사각형: 둥근 모서리 5404">
                <a:extLst>
                  <a:ext uri="{FF2B5EF4-FFF2-40B4-BE49-F238E27FC236}">
                    <a16:creationId xmlns:a16="http://schemas.microsoft.com/office/drawing/2014/main" id="{9B199D72-5F54-78AC-2D85-1C0D260959FA}"/>
                  </a:ext>
                </a:extLst>
              </p:cNvPr>
              <p:cNvSpPr/>
              <p:nvPr/>
            </p:nvSpPr>
            <p:spPr>
              <a:xfrm>
                <a:off x="196130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06" name="사각형: 둥근 모서리 5405">
                <a:extLst>
                  <a:ext uri="{FF2B5EF4-FFF2-40B4-BE49-F238E27FC236}">
                    <a16:creationId xmlns:a16="http://schemas.microsoft.com/office/drawing/2014/main" id="{DCCF61BD-FF3D-547F-7753-78D049483546}"/>
                  </a:ext>
                </a:extLst>
              </p:cNvPr>
              <p:cNvSpPr/>
              <p:nvPr/>
            </p:nvSpPr>
            <p:spPr>
              <a:xfrm>
                <a:off x="3645062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07" name="사각형: 둥근 모서리 5406">
                <a:extLst>
                  <a:ext uri="{FF2B5EF4-FFF2-40B4-BE49-F238E27FC236}">
                    <a16:creationId xmlns:a16="http://schemas.microsoft.com/office/drawing/2014/main" id="{C8AEA50F-376A-C526-7499-B04221D5C67C}"/>
                  </a:ext>
                </a:extLst>
              </p:cNvPr>
              <p:cNvSpPr/>
              <p:nvPr/>
            </p:nvSpPr>
            <p:spPr>
              <a:xfrm>
                <a:off x="5369525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08" name="사각형: 둥근 모서리 5407">
                <a:extLst>
                  <a:ext uri="{FF2B5EF4-FFF2-40B4-BE49-F238E27FC236}">
                    <a16:creationId xmlns:a16="http://schemas.microsoft.com/office/drawing/2014/main" id="{A30E6F56-4701-2567-E2A0-E35255F4028C}"/>
                  </a:ext>
                </a:extLst>
              </p:cNvPr>
              <p:cNvSpPr/>
              <p:nvPr/>
            </p:nvSpPr>
            <p:spPr>
              <a:xfrm>
                <a:off x="4219884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09" name="사각형: 둥근 모서리 5408">
                <a:extLst>
                  <a:ext uri="{FF2B5EF4-FFF2-40B4-BE49-F238E27FC236}">
                    <a16:creationId xmlns:a16="http://schemas.microsoft.com/office/drawing/2014/main" id="{048B6E3E-EB93-5AFE-9B77-9AF361EF7835}"/>
                  </a:ext>
                </a:extLst>
              </p:cNvPr>
              <p:cNvSpPr/>
              <p:nvPr/>
            </p:nvSpPr>
            <p:spPr>
              <a:xfrm>
                <a:off x="4794706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410" name="그룹 5409">
              <a:extLst>
                <a:ext uri="{FF2B5EF4-FFF2-40B4-BE49-F238E27FC236}">
                  <a16:creationId xmlns:a16="http://schemas.microsoft.com/office/drawing/2014/main" id="{B02AE064-DB12-1635-37E0-722F5A414B4E}"/>
                </a:ext>
              </a:extLst>
            </p:cNvPr>
            <p:cNvGrpSpPr/>
            <p:nvPr/>
          </p:nvGrpSpPr>
          <p:grpSpPr>
            <a:xfrm>
              <a:off x="176252" y="6417827"/>
              <a:ext cx="5727592" cy="457438"/>
              <a:chOff x="196130" y="5420804"/>
              <a:chExt cx="5727592" cy="554197"/>
            </a:xfrm>
          </p:grpSpPr>
          <p:sp>
            <p:nvSpPr>
              <p:cNvPr id="5411" name="사각형: 둥근 모서리 5410">
                <a:extLst>
                  <a:ext uri="{FF2B5EF4-FFF2-40B4-BE49-F238E27FC236}">
                    <a16:creationId xmlns:a16="http://schemas.microsoft.com/office/drawing/2014/main" id="{C95A2499-2BAA-2573-12CA-932F5C80DF10}"/>
                  </a:ext>
                </a:extLst>
              </p:cNvPr>
              <p:cNvSpPr/>
              <p:nvPr/>
            </p:nvSpPr>
            <p:spPr>
              <a:xfrm>
                <a:off x="770952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12" name="사각형: 둥근 모서리 5411">
                <a:extLst>
                  <a:ext uri="{FF2B5EF4-FFF2-40B4-BE49-F238E27FC236}">
                    <a16:creationId xmlns:a16="http://schemas.microsoft.com/office/drawing/2014/main" id="{07AE9C2E-756D-2469-EEB1-8BF1AE9ACF41}"/>
                  </a:ext>
                </a:extLst>
              </p:cNvPr>
              <p:cNvSpPr/>
              <p:nvPr/>
            </p:nvSpPr>
            <p:spPr>
              <a:xfrm>
                <a:off x="3070240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13" name="사각형: 둥근 모서리 5412">
                <a:extLst>
                  <a:ext uri="{FF2B5EF4-FFF2-40B4-BE49-F238E27FC236}">
                    <a16:creationId xmlns:a16="http://schemas.microsoft.com/office/drawing/2014/main" id="{3C4C00FA-749A-1DB7-ED31-2FB80DF05C87}"/>
                  </a:ext>
                </a:extLst>
              </p:cNvPr>
              <p:cNvSpPr/>
              <p:nvPr/>
            </p:nvSpPr>
            <p:spPr>
              <a:xfrm>
                <a:off x="2495418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14" name="사각형: 둥근 모서리 5413">
                <a:extLst>
                  <a:ext uri="{FF2B5EF4-FFF2-40B4-BE49-F238E27FC236}">
                    <a16:creationId xmlns:a16="http://schemas.microsoft.com/office/drawing/2014/main" id="{73F7F139-5912-312B-F952-A089F46BB4C9}"/>
                  </a:ext>
                </a:extLst>
              </p:cNvPr>
              <p:cNvSpPr/>
              <p:nvPr/>
            </p:nvSpPr>
            <p:spPr>
              <a:xfrm>
                <a:off x="196130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15" name="사각형: 둥근 모서리 5414">
                <a:extLst>
                  <a:ext uri="{FF2B5EF4-FFF2-40B4-BE49-F238E27FC236}">
                    <a16:creationId xmlns:a16="http://schemas.microsoft.com/office/drawing/2014/main" id="{298B4CA6-0110-C867-BB28-7E6BE8A4A800}"/>
                  </a:ext>
                </a:extLst>
              </p:cNvPr>
              <p:cNvSpPr/>
              <p:nvPr/>
            </p:nvSpPr>
            <p:spPr>
              <a:xfrm>
                <a:off x="1345774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16" name="사각형: 둥근 모서리 5415">
                <a:extLst>
                  <a:ext uri="{FF2B5EF4-FFF2-40B4-BE49-F238E27FC236}">
                    <a16:creationId xmlns:a16="http://schemas.microsoft.com/office/drawing/2014/main" id="{5E142426-28F2-64AC-6676-628BD8A67721}"/>
                  </a:ext>
                </a:extLst>
              </p:cNvPr>
              <p:cNvSpPr/>
              <p:nvPr/>
            </p:nvSpPr>
            <p:spPr>
              <a:xfrm>
                <a:off x="1920596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17" name="사각형: 둥근 모서리 5416">
                <a:extLst>
                  <a:ext uri="{FF2B5EF4-FFF2-40B4-BE49-F238E27FC236}">
                    <a16:creationId xmlns:a16="http://schemas.microsoft.com/office/drawing/2014/main" id="{CDEB39C1-4106-D36E-7AD7-834F259E760D}"/>
                  </a:ext>
                </a:extLst>
              </p:cNvPr>
              <p:cNvSpPr/>
              <p:nvPr/>
            </p:nvSpPr>
            <p:spPr>
              <a:xfrm>
                <a:off x="3645062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18" name="사각형: 둥근 모서리 5417">
                <a:extLst>
                  <a:ext uri="{FF2B5EF4-FFF2-40B4-BE49-F238E27FC236}">
                    <a16:creationId xmlns:a16="http://schemas.microsoft.com/office/drawing/2014/main" id="{8B72F31D-3934-022A-8A80-D9584F8E11CF}"/>
                  </a:ext>
                </a:extLst>
              </p:cNvPr>
              <p:cNvSpPr/>
              <p:nvPr/>
            </p:nvSpPr>
            <p:spPr>
              <a:xfrm>
                <a:off x="5369525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19" name="사각형: 둥근 모서리 5418">
                <a:extLst>
                  <a:ext uri="{FF2B5EF4-FFF2-40B4-BE49-F238E27FC236}">
                    <a16:creationId xmlns:a16="http://schemas.microsoft.com/office/drawing/2014/main" id="{2FDB62B2-AEF2-5096-82F6-FE559959E422}"/>
                  </a:ext>
                </a:extLst>
              </p:cNvPr>
              <p:cNvSpPr/>
              <p:nvPr/>
            </p:nvSpPr>
            <p:spPr>
              <a:xfrm>
                <a:off x="4794706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20" name="사각형: 둥근 모서리 5419">
                <a:extLst>
                  <a:ext uri="{FF2B5EF4-FFF2-40B4-BE49-F238E27FC236}">
                    <a16:creationId xmlns:a16="http://schemas.microsoft.com/office/drawing/2014/main" id="{E1EC8894-05B6-6265-CDC9-A5F03F5644BA}"/>
                  </a:ext>
                </a:extLst>
              </p:cNvPr>
              <p:cNvSpPr/>
              <p:nvPr/>
            </p:nvSpPr>
            <p:spPr>
              <a:xfrm>
                <a:off x="4219884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421" name="그룹 5420">
              <a:extLst>
                <a:ext uri="{FF2B5EF4-FFF2-40B4-BE49-F238E27FC236}">
                  <a16:creationId xmlns:a16="http://schemas.microsoft.com/office/drawing/2014/main" id="{D9974D71-9C5E-E452-5F35-10C47212CE1C}"/>
                </a:ext>
              </a:extLst>
            </p:cNvPr>
            <p:cNvGrpSpPr/>
            <p:nvPr/>
          </p:nvGrpSpPr>
          <p:grpSpPr>
            <a:xfrm>
              <a:off x="176252" y="6899637"/>
              <a:ext cx="5727592" cy="457438"/>
              <a:chOff x="196130" y="5996762"/>
              <a:chExt cx="5727592" cy="554197"/>
            </a:xfrm>
          </p:grpSpPr>
          <p:sp>
            <p:nvSpPr>
              <p:cNvPr id="5422" name="사각형: 둥근 모서리 5421">
                <a:extLst>
                  <a:ext uri="{FF2B5EF4-FFF2-40B4-BE49-F238E27FC236}">
                    <a16:creationId xmlns:a16="http://schemas.microsoft.com/office/drawing/2014/main" id="{05379260-8B85-F3F9-08D9-343B98178B6B}"/>
                  </a:ext>
                </a:extLst>
              </p:cNvPr>
              <p:cNvSpPr/>
              <p:nvPr/>
            </p:nvSpPr>
            <p:spPr>
              <a:xfrm>
                <a:off x="770952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23" name="사각형: 둥근 모서리 5422">
                <a:extLst>
                  <a:ext uri="{FF2B5EF4-FFF2-40B4-BE49-F238E27FC236}">
                    <a16:creationId xmlns:a16="http://schemas.microsoft.com/office/drawing/2014/main" id="{40556CFE-56F1-0CBD-B370-0269F1CD28B7}"/>
                  </a:ext>
                </a:extLst>
              </p:cNvPr>
              <p:cNvSpPr/>
              <p:nvPr/>
            </p:nvSpPr>
            <p:spPr>
              <a:xfrm>
                <a:off x="3070240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24" name="사각형: 둥근 모서리 5423">
                <a:extLst>
                  <a:ext uri="{FF2B5EF4-FFF2-40B4-BE49-F238E27FC236}">
                    <a16:creationId xmlns:a16="http://schemas.microsoft.com/office/drawing/2014/main" id="{269076DF-4437-8906-4D95-61AF92A18670}"/>
                  </a:ext>
                </a:extLst>
              </p:cNvPr>
              <p:cNvSpPr/>
              <p:nvPr/>
            </p:nvSpPr>
            <p:spPr>
              <a:xfrm>
                <a:off x="1345774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25" name="사각형: 둥근 모서리 5424">
                <a:extLst>
                  <a:ext uri="{FF2B5EF4-FFF2-40B4-BE49-F238E27FC236}">
                    <a16:creationId xmlns:a16="http://schemas.microsoft.com/office/drawing/2014/main" id="{E3E5C123-8F1B-3A3D-BC8D-C75583BDCC7F}"/>
                  </a:ext>
                </a:extLst>
              </p:cNvPr>
              <p:cNvSpPr/>
              <p:nvPr/>
            </p:nvSpPr>
            <p:spPr>
              <a:xfrm>
                <a:off x="1920596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26" name="사각형: 둥근 모서리 5425">
                <a:extLst>
                  <a:ext uri="{FF2B5EF4-FFF2-40B4-BE49-F238E27FC236}">
                    <a16:creationId xmlns:a16="http://schemas.microsoft.com/office/drawing/2014/main" id="{14374650-9511-A7CA-D1FA-173200B0DAED}"/>
                  </a:ext>
                </a:extLst>
              </p:cNvPr>
              <p:cNvSpPr/>
              <p:nvPr/>
            </p:nvSpPr>
            <p:spPr>
              <a:xfrm>
                <a:off x="2495418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27" name="사각형: 둥근 모서리 5426">
                <a:extLst>
                  <a:ext uri="{FF2B5EF4-FFF2-40B4-BE49-F238E27FC236}">
                    <a16:creationId xmlns:a16="http://schemas.microsoft.com/office/drawing/2014/main" id="{36BDB84D-6F30-F43A-707B-C87807BE895B}"/>
                  </a:ext>
                </a:extLst>
              </p:cNvPr>
              <p:cNvSpPr/>
              <p:nvPr/>
            </p:nvSpPr>
            <p:spPr>
              <a:xfrm>
                <a:off x="196130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28" name="사각형: 둥근 모서리 5427">
                <a:extLst>
                  <a:ext uri="{FF2B5EF4-FFF2-40B4-BE49-F238E27FC236}">
                    <a16:creationId xmlns:a16="http://schemas.microsoft.com/office/drawing/2014/main" id="{E9F1D3EC-0477-38AF-FDB8-350CDE4BB959}"/>
                  </a:ext>
                </a:extLst>
              </p:cNvPr>
              <p:cNvSpPr/>
              <p:nvPr/>
            </p:nvSpPr>
            <p:spPr>
              <a:xfrm>
                <a:off x="3645062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29" name="사각형: 둥근 모서리 5428">
                <a:extLst>
                  <a:ext uri="{FF2B5EF4-FFF2-40B4-BE49-F238E27FC236}">
                    <a16:creationId xmlns:a16="http://schemas.microsoft.com/office/drawing/2014/main" id="{3CEF58D6-F4F5-5DB4-65B8-DEE725AAE1F4}"/>
                  </a:ext>
                </a:extLst>
              </p:cNvPr>
              <p:cNvSpPr/>
              <p:nvPr/>
            </p:nvSpPr>
            <p:spPr>
              <a:xfrm>
                <a:off x="5369525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30" name="사각형: 둥근 모서리 5429">
                <a:extLst>
                  <a:ext uri="{FF2B5EF4-FFF2-40B4-BE49-F238E27FC236}">
                    <a16:creationId xmlns:a16="http://schemas.microsoft.com/office/drawing/2014/main" id="{253FBFE9-BF67-F3DB-D498-27CCC31A6B8C}"/>
                  </a:ext>
                </a:extLst>
              </p:cNvPr>
              <p:cNvSpPr/>
              <p:nvPr/>
            </p:nvSpPr>
            <p:spPr>
              <a:xfrm>
                <a:off x="4219884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31" name="사각형: 둥근 모서리 5430">
                <a:extLst>
                  <a:ext uri="{FF2B5EF4-FFF2-40B4-BE49-F238E27FC236}">
                    <a16:creationId xmlns:a16="http://schemas.microsoft.com/office/drawing/2014/main" id="{CC98A37D-B80A-665E-381D-A93CBF638003}"/>
                  </a:ext>
                </a:extLst>
              </p:cNvPr>
              <p:cNvSpPr/>
              <p:nvPr/>
            </p:nvSpPr>
            <p:spPr>
              <a:xfrm>
                <a:off x="4794706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99</cp:revision>
  <dcterms:created xsi:type="dcterms:W3CDTF">2021-10-29T04:43:38Z</dcterms:created>
  <dcterms:modified xsi:type="dcterms:W3CDTF">2022-10-09T16:26:51Z</dcterms:modified>
</cp:coreProperties>
</file>
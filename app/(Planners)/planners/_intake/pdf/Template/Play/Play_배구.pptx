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2" name="직사각형 6121">
            <a:extLst>
              <a:ext uri="{FF2B5EF4-FFF2-40B4-BE49-F238E27FC236}">
                <a16:creationId xmlns:a16="http://schemas.microsoft.com/office/drawing/2014/main" id="{3EF2F339-126B-50AA-EBCE-AC94C82A5152}"/>
              </a:ext>
            </a:extLst>
          </p:cNvPr>
          <p:cNvSpPr/>
          <p:nvPr/>
        </p:nvSpPr>
        <p:spPr>
          <a:xfrm>
            <a:off x="682306" y="617565"/>
            <a:ext cx="4729588" cy="67614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E1D64CF-4862-8E37-A435-0ECE3B53E4BA}"/>
              </a:ext>
            </a:extLst>
          </p:cNvPr>
          <p:cNvCxnSpPr>
            <a:cxnSpLocks/>
          </p:cNvCxnSpPr>
          <p:nvPr/>
        </p:nvCxnSpPr>
        <p:spPr>
          <a:xfrm>
            <a:off x="682306" y="3998297"/>
            <a:ext cx="472958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D66337D-46BF-BD94-3079-1735BB3C80DF}"/>
              </a:ext>
            </a:extLst>
          </p:cNvPr>
          <p:cNvCxnSpPr>
            <a:cxnSpLocks/>
          </p:cNvCxnSpPr>
          <p:nvPr/>
        </p:nvCxnSpPr>
        <p:spPr>
          <a:xfrm>
            <a:off x="682306" y="1980653"/>
            <a:ext cx="4729588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FB88964-11B9-6F29-7DDD-8ED51457E105}"/>
              </a:ext>
            </a:extLst>
          </p:cNvPr>
          <p:cNvCxnSpPr>
            <a:cxnSpLocks/>
          </p:cNvCxnSpPr>
          <p:nvPr/>
        </p:nvCxnSpPr>
        <p:spPr>
          <a:xfrm>
            <a:off x="682306" y="6015940"/>
            <a:ext cx="4729588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185">
            <a:hlinkClick r:id="rId4"/>
            <a:extLst>
              <a:ext uri="{FF2B5EF4-FFF2-40B4-BE49-F238E27FC236}">
                <a16:creationId xmlns:a16="http://schemas.microsoft.com/office/drawing/2014/main" id="{12E2CB43-A9D0-032B-8F46-B921D30049A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108</cp:revision>
  <dcterms:created xsi:type="dcterms:W3CDTF">2021-10-29T04:43:38Z</dcterms:created>
  <dcterms:modified xsi:type="dcterms:W3CDTF">2022-10-08T08:34:21Z</dcterms:modified>
</cp:coreProperties>
</file>
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2700" y="78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one.biz/" TargetMode="External"/><Relationship Id="rId2" Type="http://schemas.openxmlformats.org/officeDocument/2006/relationships/hyperlink" Target="https://planners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adak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32" name="직선 연결선 5131">
            <a:extLst>
              <a:ext uri="{FF2B5EF4-FFF2-40B4-BE49-F238E27FC236}">
                <a16:creationId xmlns:a16="http://schemas.microsoft.com/office/drawing/2014/main" id="{C785573C-D273-4A27-8A99-F3FE763C25D4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직선 연결선 5132">
            <a:extLst>
              <a:ext uri="{FF2B5EF4-FFF2-40B4-BE49-F238E27FC236}">
                <a16:creationId xmlns:a16="http://schemas.microsoft.com/office/drawing/2014/main" id="{9C1DDB3A-36C0-4D6A-8DBA-CE3B07C03BEA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86">
            <a:hlinkClick r:id="rId2"/>
            <a:extLst>
              <a:ext uri="{FF2B5EF4-FFF2-40B4-BE49-F238E27FC236}">
                <a16:creationId xmlns:a16="http://schemas.microsoft.com/office/drawing/2014/main" id="{71578C04-6F93-45A6-BDC6-DCA07AE38125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0" name="TextBox 184">
            <a:hlinkClick r:id="rId3"/>
            <a:extLst>
              <a:ext uri="{FF2B5EF4-FFF2-40B4-BE49-F238E27FC236}">
                <a16:creationId xmlns:a16="http://schemas.microsoft.com/office/drawing/2014/main" id="{05649DDC-262D-4E37-B0DD-57601198EFDB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2" name="TextBox 185">
            <a:hlinkClick r:id="rId4"/>
            <a:extLst>
              <a:ext uri="{FF2B5EF4-FFF2-40B4-BE49-F238E27FC236}">
                <a16:creationId xmlns:a16="http://schemas.microsoft.com/office/drawing/2014/main" id="{A2866507-C5E3-D7F8-9100-73D889BF2EB9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5EC597C-3A23-244D-741E-93E42AA162A9}"/>
              </a:ext>
            </a:extLst>
          </p:cNvPr>
          <p:cNvGrpSpPr/>
          <p:nvPr/>
        </p:nvGrpSpPr>
        <p:grpSpPr>
          <a:xfrm>
            <a:off x="152558" y="1211642"/>
            <a:ext cx="275962" cy="5592595"/>
            <a:chOff x="196478" y="1444618"/>
            <a:chExt cx="275962" cy="5592595"/>
          </a:xfrm>
        </p:grpSpPr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95384BDE-AE1F-C547-182A-F43B49825EA3}"/>
                </a:ext>
              </a:extLst>
            </p:cNvPr>
            <p:cNvCxnSpPr>
              <a:cxnSpLocks/>
            </p:cNvCxnSpPr>
            <p:nvPr/>
          </p:nvCxnSpPr>
          <p:spPr>
            <a:xfrm>
              <a:off x="334458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4A9D53DB-76D8-D1DF-373F-5C55E97C4EC1}"/>
                </a:ext>
              </a:extLst>
            </p:cNvPr>
            <p:cNvSpPr/>
            <p:nvPr/>
          </p:nvSpPr>
          <p:spPr>
            <a:xfrm>
              <a:off x="196478" y="1444618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BF0E8218-750E-2A1A-B564-36DC2555F000}"/>
                </a:ext>
              </a:extLst>
            </p:cNvPr>
            <p:cNvSpPr/>
            <p:nvPr/>
          </p:nvSpPr>
          <p:spPr>
            <a:xfrm>
              <a:off x="196478" y="6761253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CF646270-4A3E-F2F4-F46D-2602D6915317}"/>
              </a:ext>
            </a:extLst>
          </p:cNvPr>
          <p:cNvGrpSpPr/>
          <p:nvPr/>
        </p:nvGrpSpPr>
        <p:grpSpPr>
          <a:xfrm>
            <a:off x="442424" y="1211642"/>
            <a:ext cx="275962" cy="5592595"/>
            <a:chOff x="196478" y="1444618"/>
            <a:chExt cx="275962" cy="5592595"/>
          </a:xfrm>
        </p:grpSpPr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2E307D8F-906A-F65B-2C3E-1D561BFAE0F3}"/>
                </a:ext>
              </a:extLst>
            </p:cNvPr>
            <p:cNvCxnSpPr>
              <a:cxnSpLocks/>
            </p:cNvCxnSpPr>
            <p:nvPr/>
          </p:nvCxnSpPr>
          <p:spPr>
            <a:xfrm>
              <a:off x="334458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B5C80859-05B3-41BF-43C8-65D11B7FE422}"/>
                </a:ext>
              </a:extLst>
            </p:cNvPr>
            <p:cNvSpPr/>
            <p:nvPr/>
          </p:nvSpPr>
          <p:spPr>
            <a:xfrm>
              <a:off x="196478" y="1444618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71FF7FB4-9A45-BE8B-ACC1-D580D8ABDDD2}"/>
                </a:ext>
              </a:extLst>
            </p:cNvPr>
            <p:cNvSpPr/>
            <p:nvPr/>
          </p:nvSpPr>
          <p:spPr>
            <a:xfrm>
              <a:off x="196478" y="6761253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27F64F8-9F8D-BDE8-AAE6-EB3E493FD076}"/>
              </a:ext>
            </a:extLst>
          </p:cNvPr>
          <p:cNvGrpSpPr/>
          <p:nvPr/>
        </p:nvGrpSpPr>
        <p:grpSpPr>
          <a:xfrm>
            <a:off x="732290" y="1211642"/>
            <a:ext cx="275962" cy="5592595"/>
            <a:chOff x="196478" y="1444618"/>
            <a:chExt cx="275962" cy="5592595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990DAA0E-B363-1743-36F6-16FE4B829E28}"/>
                </a:ext>
              </a:extLst>
            </p:cNvPr>
            <p:cNvCxnSpPr>
              <a:cxnSpLocks/>
            </p:cNvCxnSpPr>
            <p:nvPr/>
          </p:nvCxnSpPr>
          <p:spPr>
            <a:xfrm>
              <a:off x="334458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E88356E-2432-8E22-F875-634D40B495C8}"/>
                </a:ext>
              </a:extLst>
            </p:cNvPr>
            <p:cNvSpPr/>
            <p:nvPr/>
          </p:nvSpPr>
          <p:spPr>
            <a:xfrm>
              <a:off x="196478" y="1444618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EC2742BC-4C3D-7AC6-8CF6-D79AC3626A0A}"/>
                </a:ext>
              </a:extLst>
            </p:cNvPr>
            <p:cNvSpPr/>
            <p:nvPr/>
          </p:nvSpPr>
          <p:spPr>
            <a:xfrm>
              <a:off x="196478" y="6761253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52F58C6-C3A0-AFE9-6F47-63E063AFFA45}"/>
              </a:ext>
            </a:extLst>
          </p:cNvPr>
          <p:cNvGrpSpPr/>
          <p:nvPr/>
        </p:nvGrpSpPr>
        <p:grpSpPr>
          <a:xfrm>
            <a:off x="1022156" y="1211642"/>
            <a:ext cx="275962" cy="5592595"/>
            <a:chOff x="196478" y="1444618"/>
            <a:chExt cx="275962" cy="5592595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06C6A6A4-6E26-3DB7-17DD-F020B57A605C}"/>
                </a:ext>
              </a:extLst>
            </p:cNvPr>
            <p:cNvCxnSpPr>
              <a:cxnSpLocks/>
            </p:cNvCxnSpPr>
            <p:nvPr/>
          </p:nvCxnSpPr>
          <p:spPr>
            <a:xfrm>
              <a:off x="334458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FC871EDB-F3FD-5707-2624-03D03E3FE5E6}"/>
                </a:ext>
              </a:extLst>
            </p:cNvPr>
            <p:cNvSpPr/>
            <p:nvPr/>
          </p:nvSpPr>
          <p:spPr>
            <a:xfrm>
              <a:off x="196478" y="1444618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BC911B40-2FD1-167D-F1E8-FBBF2CCD8E55}"/>
                </a:ext>
              </a:extLst>
            </p:cNvPr>
            <p:cNvSpPr/>
            <p:nvPr/>
          </p:nvSpPr>
          <p:spPr>
            <a:xfrm>
              <a:off x="196478" y="6761253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5C7FC280-04B8-D1EF-2EB3-5FC38C498FD8}"/>
              </a:ext>
            </a:extLst>
          </p:cNvPr>
          <p:cNvGrpSpPr/>
          <p:nvPr/>
        </p:nvGrpSpPr>
        <p:grpSpPr>
          <a:xfrm>
            <a:off x="1312022" y="1211642"/>
            <a:ext cx="275962" cy="5592595"/>
            <a:chOff x="196478" y="1444618"/>
            <a:chExt cx="275962" cy="5592595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66720516-48A0-F8C4-4EA8-C90E547FC350}"/>
                </a:ext>
              </a:extLst>
            </p:cNvPr>
            <p:cNvCxnSpPr>
              <a:cxnSpLocks/>
            </p:cNvCxnSpPr>
            <p:nvPr/>
          </p:nvCxnSpPr>
          <p:spPr>
            <a:xfrm>
              <a:off x="334458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1AF410B8-66F2-3AF1-0BD0-558E151EE3B9}"/>
                </a:ext>
              </a:extLst>
            </p:cNvPr>
            <p:cNvSpPr/>
            <p:nvPr/>
          </p:nvSpPr>
          <p:spPr>
            <a:xfrm>
              <a:off x="196478" y="1444618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C8BEC5A0-77FC-0378-CB20-DC96BF104416}"/>
                </a:ext>
              </a:extLst>
            </p:cNvPr>
            <p:cNvSpPr/>
            <p:nvPr/>
          </p:nvSpPr>
          <p:spPr>
            <a:xfrm>
              <a:off x="196478" y="6761253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53A0911-8BEA-EC60-9B6D-1637DD2F9B1C}"/>
              </a:ext>
            </a:extLst>
          </p:cNvPr>
          <p:cNvGrpSpPr/>
          <p:nvPr/>
        </p:nvGrpSpPr>
        <p:grpSpPr>
          <a:xfrm>
            <a:off x="1601888" y="1211642"/>
            <a:ext cx="275962" cy="5592595"/>
            <a:chOff x="196478" y="1444618"/>
            <a:chExt cx="275962" cy="5592595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4CD2E08E-BC3A-BE36-937D-295BDEC4FFE0}"/>
                </a:ext>
              </a:extLst>
            </p:cNvPr>
            <p:cNvCxnSpPr>
              <a:cxnSpLocks/>
            </p:cNvCxnSpPr>
            <p:nvPr/>
          </p:nvCxnSpPr>
          <p:spPr>
            <a:xfrm>
              <a:off x="334458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FDCFBE07-3F38-48BE-F1C5-747958FF7E31}"/>
                </a:ext>
              </a:extLst>
            </p:cNvPr>
            <p:cNvSpPr/>
            <p:nvPr/>
          </p:nvSpPr>
          <p:spPr>
            <a:xfrm>
              <a:off x="196478" y="1444618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37DDAB3E-953F-C223-E659-10D1DB27770E}"/>
                </a:ext>
              </a:extLst>
            </p:cNvPr>
            <p:cNvSpPr/>
            <p:nvPr/>
          </p:nvSpPr>
          <p:spPr>
            <a:xfrm>
              <a:off x="196478" y="6761253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00DA409-6223-5291-0E38-982B8D94E212}"/>
              </a:ext>
            </a:extLst>
          </p:cNvPr>
          <p:cNvGrpSpPr/>
          <p:nvPr/>
        </p:nvGrpSpPr>
        <p:grpSpPr>
          <a:xfrm>
            <a:off x="1891754" y="1211642"/>
            <a:ext cx="275962" cy="5592595"/>
            <a:chOff x="196478" y="1444618"/>
            <a:chExt cx="275962" cy="5592595"/>
          </a:xfrm>
        </p:grpSpPr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569D7797-200D-95E9-B131-648017B087E1}"/>
                </a:ext>
              </a:extLst>
            </p:cNvPr>
            <p:cNvCxnSpPr>
              <a:cxnSpLocks/>
            </p:cNvCxnSpPr>
            <p:nvPr/>
          </p:nvCxnSpPr>
          <p:spPr>
            <a:xfrm>
              <a:off x="334458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6E5A8510-ADA2-BEAB-0754-585B943A02F3}"/>
                </a:ext>
              </a:extLst>
            </p:cNvPr>
            <p:cNvSpPr/>
            <p:nvPr/>
          </p:nvSpPr>
          <p:spPr>
            <a:xfrm>
              <a:off x="196478" y="1444618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F79440B6-3B8F-D428-3F48-49F9B72DD20D}"/>
                </a:ext>
              </a:extLst>
            </p:cNvPr>
            <p:cNvSpPr/>
            <p:nvPr/>
          </p:nvSpPr>
          <p:spPr>
            <a:xfrm>
              <a:off x="196478" y="6761253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89C1E0F3-0FCC-173B-5893-EC834C47A454}"/>
              </a:ext>
            </a:extLst>
          </p:cNvPr>
          <p:cNvGrpSpPr/>
          <p:nvPr/>
        </p:nvGrpSpPr>
        <p:grpSpPr>
          <a:xfrm>
            <a:off x="2181620" y="1211642"/>
            <a:ext cx="275962" cy="5592595"/>
            <a:chOff x="196478" y="1444618"/>
            <a:chExt cx="275962" cy="5592595"/>
          </a:xfrm>
        </p:grpSpPr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79248F82-FAE6-5F6B-995E-8D64F338B2FA}"/>
                </a:ext>
              </a:extLst>
            </p:cNvPr>
            <p:cNvCxnSpPr>
              <a:cxnSpLocks/>
            </p:cNvCxnSpPr>
            <p:nvPr/>
          </p:nvCxnSpPr>
          <p:spPr>
            <a:xfrm>
              <a:off x="334458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8727AA76-999D-A7F8-048C-F3BBBD12C6B6}"/>
                </a:ext>
              </a:extLst>
            </p:cNvPr>
            <p:cNvSpPr/>
            <p:nvPr/>
          </p:nvSpPr>
          <p:spPr>
            <a:xfrm>
              <a:off x="196478" y="1444618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C12B6895-E45F-4F91-16E8-CA87E0914C86}"/>
                </a:ext>
              </a:extLst>
            </p:cNvPr>
            <p:cNvSpPr/>
            <p:nvPr/>
          </p:nvSpPr>
          <p:spPr>
            <a:xfrm>
              <a:off x="196478" y="6761253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DB9BDD9-087F-E6DF-0A4E-EF88601CB8CC}"/>
              </a:ext>
            </a:extLst>
          </p:cNvPr>
          <p:cNvGrpSpPr/>
          <p:nvPr/>
        </p:nvGrpSpPr>
        <p:grpSpPr>
          <a:xfrm>
            <a:off x="2471486" y="1211642"/>
            <a:ext cx="275962" cy="5592595"/>
            <a:chOff x="196478" y="1444618"/>
            <a:chExt cx="275962" cy="5592595"/>
          </a:xfrm>
        </p:grpSpPr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567489BE-69FB-1E33-31D2-F7ACB3426A70}"/>
                </a:ext>
              </a:extLst>
            </p:cNvPr>
            <p:cNvCxnSpPr>
              <a:cxnSpLocks/>
            </p:cNvCxnSpPr>
            <p:nvPr/>
          </p:nvCxnSpPr>
          <p:spPr>
            <a:xfrm>
              <a:off x="334458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97A68200-12A6-73B1-8E08-A24650FE4221}"/>
                </a:ext>
              </a:extLst>
            </p:cNvPr>
            <p:cNvSpPr/>
            <p:nvPr/>
          </p:nvSpPr>
          <p:spPr>
            <a:xfrm>
              <a:off x="196478" y="1444618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B7A7B221-91BD-3D42-E44A-388F2EA4E6E5}"/>
                </a:ext>
              </a:extLst>
            </p:cNvPr>
            <p:cNvSpPr/>
            <p:nvPr/>
          </p:nvSpPr>
          <p:spPr>
            <a:xfrm>
              <a:off x="196478" y="6761253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C1916E97-00F3-136F-7E6F-700090391F2E}"/>
              </a:ext>
            </a:extLst>
          </p:cNvPr>
          <p:cNvGrpSpPr/>
          <p:nvPr/>
        </p:nvGrpSpPr>
        <p:grpSpPr>
          <a:xfrm>
            <a:off x="2761352" y="1211642"/>
            <a:ext cx="275962" cy="5592595"/>
            <a:chOff x="196478" y="1444618"/>
            <a:chExt cx="275962" cy="5592595"/>
          </a:xfrm>
        </p:grpSpPr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1A226EDF-8EF5-22A1-8BFB-8A25FFEF99E9}"/>
                </a:ext>
              </a:extLst>
            </p:cNvPr>
            <p:cNvCxnSpPr>
              <a:cxnSpLocks/>
            </p:cNvCxnSpPr>
            <p:nvPr/>
          </p:nvCxnSpPr>
          <p:spPr>
            <a:xfrm>
              <a:off x="334458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A8B0C565-41C6-D1EE-C0E9-6B26CCFB296A}"/>
                </a:ext>
              </a:extLst>
            </p:cNvPr>
            <p:cNvSpPr/>
            <p:nvPr/>
          </p:nvSpPr>
          <p:spPr>
            <a:xfrm>
              <a:off x="196478" y="1444618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96CD6350-3F1E-1127-A1EA-6B9B8DC2EF46}"/>
                </a:ext>
              </a:extLst>
            </p:cNvPr>
            <p:cNvSpPr/>
            <p:nvPr/>
          </p:nvSpPr>
          <p:spPr>
            <a:xfrm>
              <a:off x="196478" y="6761253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9AC5347A-93D1-9CD2-D65E-5B72CE9A931A}"/>
              </a:ext>
            </a:extLst>
          </p:cNvPr>
          <p:cNvGrpSpPr/>
          <p:nvPr/>
        </p:nvGrpSpPr>
        <p:grpSpPr>
          <a:xfrm>
            <a:off x="3051218" y="1211642"/>
            <a:ext cx="275962" cy="5592595"/>
            <a:chOff x="196478" y="1444618"/>
            <a:chExt cx="275962" cy="5592595"/>
          </a:xfrm>
        </p:grpSpPr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D1B50E20-A11B-196B-E217-BAA70B397033}"/>
                </a:ext>
              </a:extLst>
            </p:cNvPr>
            <p:cNvCxnSpPr>
              <a:cxnSpLocks/>
            </p:cNvCxnSpPr>
            <p:nvPr/>
          </p:nvCxnSpPr>
          <p:spPr>
            <a:xfrm>
              <a:off x="334458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6FAC5917-922A-9BB7-1135-83703439F023}"/>
                </a:ext>
              </a:extLst>
            </p:cNvPr>
            <p:cNvSpPr/>
            <p:nvPr/>
          </p:nvSpPr>
          <p:spPr>
            <a:xfrm>
              <a:off x="196478" y="1444618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581813AE-E50D-BE69-0943-3AF09BFD10A4}"/>
                </a:ext>
              </a:extLst>
            </p:cNvPr>
            <p:cNvSpPr/>
            <p:nvPr/>
          </p:nvSpPr>
          <p:spPr>
            <a:xfrm>
              <a:off x="196478" y="6761253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F7588341-8D3B-EC66-E7CF-1EEDBE6FBE0F}"/>
              </a:ext>
            </a:extLst>
          </p:cNvPr>
          <p:cNvGrpSpPr/>
          <p:nvPr/>
        </p:nvGrpSpPr>
        <p:grpSpPr>
          <a:xfrm>
            <a:off x="3341084" y="1211642"/>
            <a:ext cx="275962" cy="5592595"/>
            <a:chOff x="196478" y="1444618"/>
            <a:chExt cx="275962" cy="5592595"/>
          </a:xfrm>
        </p:grpSpPr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ABBA30DB-B79B-A1FC-4B19-A9174340B472}"/>
                </a:ext>
              </a:extLst>
            </p:cNvPr>
            <p:cNvCxnSpPr>
              <a:cxnSpLocks/>
            </p:cNvCxnSpPr>
            <p:nvPr/>
          </p:nvCxnSpPr>
          <p:spPr>
            <a:xfrm>
              <a:off x="334458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87B59864-F875-D312-65BD-3F2BBE04CE66}"/>
                </a:ext>
              </a:extLst>
            </p:cNvPr>
            <p:cNvSpPr/>
            <p:nvPr/>
          </p:nvSpPr>
          <p:spPr>
            <a:xfrm>
              <a:off x="196478" y="1444618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1DC50EAE-E75B-5B83-3C32-BB395C953131}"/>
                </a:ext>
              </a:extLst>
            </p:cNvPr>
            <p:cNvSpPr/>
            <p:nvPr/>
          </p:nvSpPr>
          <p:spPr>
            <a:xfrm>
              <a:off x="196478" y="6761253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B4BE8602-26CE-EBDF-7EF1-3040ACD2ACE3}"/>
              </a:ext>
            </a:extLst>
          </p:cNvPr>
          <p:cNvGrpSpPr/>
          <p:nvPr/>
        </p:nvGrpSpPr>
        <p:grpSpPr>
          <a:xfrm>
            <a:off x="3630950" y="1211642"/>
            <a:ext cx="275962" cy="5592595"/>
            <a:chOff x="196478" y="1444618"/>
            <a:chExt cx="275962" cy="5592595"/>
          </a:xfrm>
        </p:grpSpPr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98B490CF-4ED0-7C1A-A331-6C1929D7AEAC}"/>
                </a:ext>
              </a:extLst>
            </p:cNvPr>
            <p:cNvCxnSpPr>
              <a:cxnSpLocks/>
            </p:cNvCxnSpPr>
            <p:nvPr/>
          </p:nvCxnSpPr>
          <p:spPr>
            <a:xfrm>
              <a:off x="334458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3A89BB1A-0291-2703-0E59-6107785585BF}"/>
                </a:ext>
              </a:extLst>
            </p:cNvPr>
            <p:cNvSpPr/>
            <p:nvPr/>
          </p:nvSpPr>
          <p:spPr>
            <a:xfrm>
              <a:off x="196478" y="1444618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6BC837F4-9F8B-9BA3-6D45-979BA1748630}"/>
                </a:ext>
              </a:extLst>
            </p:cNvPr>
            <p:cNvSpPr/>
            <p:nvPr/>
          </p:nvSpPr>
          <p:spPr>
            <a:xfrm>
              <a:off x="196478" y="6761253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B019A1EF-CA1B-99DF-A529-6F2D137127FF}"/>
              </a:ext>
            </a:extLst>
          </p:cNvPr>
          <p:cNvGrpSpPr/>
          <p:nvPr/>
        </p:nvGrpSpPr>
        <p:grpSpPr>
          <a:xfrm>
            <a:off x="3920816" y="1211642"/>
            <a:ext cx="275962" cy="5592595"/>
            <a:chOff x="196478" y="1444618"/>
            <a:chExt cx="275962" cy="5592595"/>
          </a:xfrm>
        </p:grpSpPr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AC6F54E5-46F4-A39F-A036-DCC612D1D154}"/>
                </a:ext>
              </a:extLst>
            </p:cNvPr>
            <p:cNvCxnSpPr>
              <a:cxnSpLocks/>
            </p:cNvCxnSpPr>
            <p:nvPr/>
          </p:nvCxnSpPr>
          <p:spPr>
            <a:xfrm>
              <a:off x="334458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331E4697-DE44-237B-22AF-AA3958E99F49}"/>
                </a:ext>
              </a:extLst>
            </p:cNvPr>
            <p:cNvSpPr/>
            <p:nvPr/>
          </p:nvSpPr>
          <p:spPr>
            <a:xfrm>
              <a:off x="196478" y="1444618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87CBABE8-22C1-215B-E05B-EF56FF76CA8E}"/>
                </a:ext>
              </a:extLst>
            </p:cNvPr>
            <p:cNvSpPr/>
            <p:nvPr/>
          </p:nvSpPr>
          <p:spPr>
            <a:xfrm>
              <a:off x="196478" y="6761253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51E4803D-653C-79A9-7A83-6BAA7CAD38F0}"/>
              </a:ext>
            </a:extLst>
          </p:cNvPr>
          <p:cNvGrpSpPr/>
          <p:nvPr/>
        </p:nvGrpSpPr>
        <p:grpSpPr>
          <a:xfrm>
            <a:off x="4210682" y="1211642"/>
            <a:ext cx="275962" cy="5592595"/>
            <a:chOff x="196478" y="1444618"/>
            <a:chExt cx="275962" cy="5592595"/>
          </a:xfrm>
        </p:grpSpPr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C0C8BF86-7A98-ED8D-D189-E4477244ABD9}"/>
                </a:ext>
              </a:extLst>
            </p:cNvPr>
            <p:cNvCxnSpPr>
              <a:cxnSpLocks/>
            </p:cNvCxnSpPr>
            <p:nvPr/>
          </p:nvCxnSpPr>
          <p:spPr>
            <a:xfrm>
              <a:off x="334458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D795C20C-3F4E-CDA2-EB61-7995EC840E8A}"/>
                </a:ext>
              </a:extLst>
            </p:cNvPr>
            <p:cNvSpPr/>
            <p:nvPr/>
          </p:nvSpPr>
          <p:spPr>
            <a:xfrm>
              <a:off x="196478" y="1444618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7F46E755-A787-33B9-C9B4-D5A9D2A56A11}"/>
                </a:ext>
              </a:extLst>
            </p:cNvPr>
            <p:cNvSpPr/>
            <p:nvPr/>
          </p:nvSpPr>
          <p:spPr>
            <a:xfrm>
              <a:off x="196478" y="6761253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6F4D1405-8105-FD44-0196-85DCFBCCED24}"/>
              </a:ext>
            </a:extLst>
          </p:cNvPr>
          <p:cNvGrpSpPr/>
          <p:nvPr/>
        </p:nvGrpSpPr>
        <p:grpSpPr>
          <a:xfrm>
            <a:off x="4790414" y="1211642"/>
            <a:ext cx="275962" cy="5592595"/>
            <a:chOff x="196478" y="1444618"/>
            <a:chExt cx="275962" cy="5592595"/>
          </a:xfrm>
        </p:grpSpPr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1D49C621-2A33-DD56-60A9-534D707BC726}"/>
                </a:ext>
              </a:extLst>
            </p:cNvPr>
            <p:cNvCxnSpPr>
              <a:cxnSpLocks/>
            </p:cNvCxnSpPr>
            <p:nvPr/>
          </p:nvCxnSpPr>
          <p:spPr>
            <a:xfrm>
              <a:off x="334458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91E0963A-E6FD-D93E-A168-E94E7C243F09}"/>
                </a:ext>
              </a:extLst>
            </p:cNvPr>
            <p:cNvSpPr/>
            <p:nvPr/>
          </p:nvSpPr>
          <p:spPr>
            <a:xfrm>
              <a:off x="196478" y="1444618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537ACF14-E520-F67A-EEA6-A0D53A31D610}"/>
                </a:ext>
              </a:extLst>
            </p:cNvPr>
            <p:cNvSpPr/>
            <p:nvPr/>
          </p:nvSpPr>
          <p:spPr>
            <a:xfrm>
              <a:off x="196478" y="6761253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F665699C-5D27-946D-51D3-33792FC31D7A}"/>
              </a:ext>
            </a:extLst>
          </p:cNvPr>
          <p:cNvGrpSpPr/>
          <p:nvPr/>
        </p:nvGrpSpPr>
        <p:grpSpPr>
          <a:xfrm>
            <a:off x="5080280" y="1211642"/>
            <a:ext cx="275962" cy="5592595"/>
            <a:chOff x="196478" y="1444618"/>
            <a:chExt cx="275962" cy="5592595"/>
          </a:xfrm>
        </p:grpSpPr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1B986F31-D659-7028-F60B-D030ACB9E59F}"/>
                </a:ext>
              </a:extLst>
            </p:cNvPr>
            <p:cNvCxnSpPr>
              <a:cxnSpLocks/>
            </p:cNvCxnSpPr>
            <p:nvPr/>
          </p:nvCxnSpPr>
          <p:spPr>
            <a:xfrm>
              <a:off x="334458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57789812-0717-B9EA-C09D-CB72EB5A211A}"/>
                </a:ext>
              </a:extLst>
            </p:cNvPr>
            <p:cNvSpPr/>
            <p:nvPr/>
          </p:nvSpPr>
          <p:spPr>
            <a:xfrm>
              <a:off x="196478" y="1444618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28521247-BBD8-999F-31F5-4A46226DFADB}"/>
                </a:ext>
              </a:extLst>
            </p:cNvPr>
            <p:cNvSpPr/>
            <p:nvPr/>
          </p:nvSpPr>
          <p:spPr>
            <a:xfrm>
              <a:off x="196478" y="6761253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122086BA-D35C-C3CD-ACA8-67AD4C3DE1BC}"/>
              </a:ext>
            </a:extLst>
          </p:cNvPr>
          <p:cNvGrpSpPr/>
          <p:nvPr/>
        </p:nvGrpSpPr>
        <p:grpSpPr>
          <a:xfrm>
            <a:off x="5370146" y="1211642"/>
            <a:ext cx="275962" cy="5592595"/>
            <a:chOff x="196478" y="1444618"/>
            <a:chExt cx="275962" cy="5592595"/>
          </a:xfrm>
        </p:grpSpPr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E2A41B69-B886-4BA9-5267-8E6B7ADDCA9F}"/>
                </a:ext>
              </a:extLst>
            </p:cNvPr>
            <p:cNvCxnSpPr>
              <a:cxnSpLocks/>
            </p:cNvCxnSpPr>
            <p:nvPr/>
          </p:nvCxnSpPr>
          <p:spPr>
            <a:xfrm>
              <a:off x="334458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894D0CF8-B837-F27D-F299-ADD9670215A1}"/>
                </a:ext>
              </a:extLst>
            </p:cNvPr>
            <p:cNvSpPr/>
            <p:nvPr/>
          </p:nvSpPr>
          <p:spPr>
            <a:xfrm>
              <a:off x="196478" y="1444618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BD81F15F-EB9B-DEDA-E8DA-FDB5A766548B}"/>
                </a:ext>
              </a:extLst>
            </p:cNvPr>
            <p:cNvSpPr/>
            <p:nvPr/>
          </p:nvSpPr>
          <p:spPr>
            <a:xfrm>
              <a:off x="196478" y="6761253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7F260B80-32AA-79C2-414F-B3356559C1E5}"/>
              </a:ext>
            </a:extLst>
          </p:cNvPr>
          <p:cNvGrpSpPr/>
          <p:nvPr/>
        </p:nvGrpSpPr>
        <p:grpSpPr>
          <a:xfrm>
            <a:off x="5660016" y="1211642"/>
            <a:ext cx="275962" cy="5592595"/>
            <a:chOff x="196478" y="1444618"/>
            <a:chExt cx="275962" cy="5592595"/>
          </a:xfrm>
        </p:grpSpPr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BD9FAEBE-5592-A42E-9CE3-77817A812E9D}"/>
                </a:ext>
              </a:extLst>
            </p:cNvPr>
            <p:cNvCxnSpPr>
              <a:cxnSpLocks/>
            </p:cNvCxnSpPr>
            <p:nvPr/>
          </p:nvCxnSpPr>
          <p:spPr>
            <a:xfrm>
              <a:off x="334458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1ED13E42-C180-CE64-D9F1-A9C9148BC550}"/>
                </a:ext>
              </a:extLst>
            </p:cNvPr>
            <p:cNvSpPr/>
            <p:nvPr/>
          </p:nvSpPr>
          <p:spPr>
            <a:xfrm>
              <a:off x="196478" y="1444618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D2B0AD12-863C-4218-8898-B1A5B265069C}"/>
                </a:ext>
              </a:extLst>
            </p:cNvPr>
            <p:cNvSpPr/>
            <p:nvPr/>
          </p:nvSpPr>
          <p:spPr>
            <a:xfrm>
              <a:off x="196478" y="6761253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55102C5A-0D23-2BC6-6437-6F45A5AAE10E}"/>
              </a:ext>
            </a:extLst>
          </p:cNvPr>
          <p:cNvGrpSpPr/>
          <p:nvPr/>
        </p:nvGrpSpPr>
        <p:grpSpPr>
          <a:xfrm>
            <a:off x="4500548" y="1211642"/>
            <a:ext cx="275962" cy="5592595"/>
            <a:chOff x="196478" y="1444618"/>
            <a:chExt cx="275962" cy="5592595"/>
          </a:xfrm>
        </p:grpSpPr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D23ACDDE-6515-8FBC-3BE3-2A4E12182816}"/>
                </a:ext>
              </a:extLst>
            </p:cNvPr>
            <p:cNvCxnSpPr>
              <a:cxnSpLocks/>
            </p:cNvCxnSpPr>
            <p:nvPr/>
          </p:nvCxnSpPr>
          <p:spPr>
            <a:xfrm>
              <a:off x="334458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AF34833C-76E5-9A7C-681E-1B2A47990B16}"/>
                </a:ext>
              </a:extLst>
            </p:cNvPr>
            <p:cNvSpPr/>
            <p:nvPr/>
          </p:nvSpPr>
          <p:spPr>
            <a:xfrm>
              <a:off x="196478" y="1444618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D274DB1C-F219-F412-F65E-A09C025A1816}"/>
                </a:ext>
              </a:extLst>
            </p:cNvPr>
            <p:cNvSpPr/>
            <p:nvPr/>
          </p:nvSpPr>
          <p:spPr>
            <a:xfrm>
              <a:off x="196478" y="6761253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293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96</cp:revision>
  <dcterms:created xsi:type="dcterms:W3CDTF">2021-10-29T04:43:38Z</dcterms:created>
  <dcterms:modified xsi:type="dcterms:W3CDTF">2022-10-08T11:16:31Z</dcterms:modified>
</cp:coreProperties>
</file>
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cxnSp>
        <p:nvCxnSpPr>
          <p:cNvPr id="5381" name="직선 연결선 5380">
            <a:extLst>
              <a:ext uri="{FF2B5EF4-FFF2-40B4-BE49-F238E27FC236}">
                <a16:creationId xmlns:a16="http://schemas.microsoft.com/office/drawing/2014/main" id="{A3573426-62AC-E94B-0CAD-211E037221E3}"/>
              </a:ext>
            </a:extLst>
          </p:cNvPr>
          <p:cNvCxnSpPr/>
          <p:nvPr/>
        </p:nvCxnSpPr>
        <p:spPr>
          <a:xfrm>
            <a:off x="1152525" y="1028700"/>
            <a:ext cx="0" cy="61436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2" name="직선 연결선 5381">
            <a:extLst>
              <a:ext uri="{FF2B5EF4-FFF2-40B4-BE49-F238E27FC236}">
                <a16:creationId xmlns:a16="http://schemas.microsoft.com/office/drawing/2014/main" id="{2F68F051-1142-EFA5-6CDA-E7F03FFF0A00}"/>
              </a:ext>
            </a:extLst>
          </p:cNvPr>
          <p:cNvCxnSpPr/>
          <p:nvPr/>
        </p:nvCxnSpPr>
        <p:spPr>
          <a:xfrm>
            <a:off x="4038600" y="1028700"/>
            <a:ext cx="0" cy="61436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3" name="직선 연결선 5382">
            <a:extLst>
              <a:ext uri="{FF2B5EF4-FFF2-40B4-BE49-F238E27FC236}">
                <a16:creationId xmlns:a16="http://schemas.microsoft.com/office/drawing/2014/main" id="{160F53A3-6EAF-687A-A938-CA9AB2B2D555}"/>
              </a:ext>
            </a:extLst>
          </p:cNvPr>
          <p:cNvCxnSpPr/>
          <p:nvPr/>
        </p:nvCxnSpPr>
        <p:spPr>
          <a:xfrm>
            <a:off x="1564821" y="1028700"/>
            <a:ext cx="0" cy="614362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4" name="직선 연결선 5383">
            <a:extLst>
              <a:ext uri="{FF2B5EF4-FFF2-40B4-BE49-F238E27FC236}">
                <a16:creationId xmlns:a16="http://schemas.microsoft.com/office/drawing/2014/main" id="{DFA94B98-3193-E40C-A8FA-F203AFA9BEA9}"/>
              </a:ext>
            </a:extLst>
          </p:cNvPr>
          <p:cNvCxnSpPr/>
          <p:nvPr/>
        </p:nvCxnSpPr>
        <p:spPr>
          <a:xfrm>
            <a:off x="1977117" y="1028700"/>
            <a:ext cx="0" cy="614362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5" name="직선 연결선 5384">
            <a:extLst>
              <a:ext uri="{FF2B5EF4-FFF2-40B4-BE49-F238E27FC236}">
                <a16:creationId xmlns:a16="http://schemas.microsoft.com/office/drawing/2014/main" id="{FA7D4AB0-605E-7D97-D931-D4B407381780}"/>
              </a:ext>
            </a:extLst>
          </p:cNvPr>
          <p:cNvCxnSpPr/>
          <p:nvPr/>
        </p:nvCxnSpPr>
        <p:spPr>
          <a:xfrm>
            <a:off x="2389413" y="1028700"/>
            <a:ext cx="0" cy="614362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6" name="직선 연결선 5385">
            <a:extLst>
              <a:ext uri="{FF2B5EF4-FFF2-40B4-BE49-F238E27FC236}">
                <a16:creationId xmlns:a16="http://schemas.microsoft.com/office/drawing/2014/main" id="{E3B1FD99-1E9C-8A7A-8AE5-313768DEC3C6}"/>
              </a:ext>
            </a:extLst>
          </p:cNvPr>
          <p:cNvCxnSpPr/>
          <p:nvPr/>
        </p:nvCxnSpPr>
        <p:spPr>
          <a:xfrm>
            <a:off x="2801709" y="1028700"/>
            <a:ext cx="0" cy="614362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7" name="직선 연결선 5386">
            <a:extLst>
              <a:ext uri="{FF2B5EF4-FFF2-40B4-BE49-F238E27FC236}">
                <a16:creationId xmlns:a16="http://schemas.microsoft.com/office/drawing/2014/main" id="{E5BC679B-3708-86B9-F4F6-C7C673496744}"/>
              </a:ext>
            </a:extLst>
          </p:cNvPr>
          <p:cNvCxnSpPr/>
          <p:nvPr/>
        </p:nvCxnSpPr>
        <p:spPr>
          <a:xfrm>
            <a:off x="3214005" y="1028700"/>
            <a:ext cx="0" cy="614362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8" name="직선 연결선 5387">
            <a:extLst>
              <a:ext uri="{FF2B5EF4-FFF2-40B4-BE49-F238E27FC236}">
                <a16:creationId xmlns:a16="http://schemas.microsoft.com/office/drawing/2014/main" id="{58F43049-0E28-860E-2E08-BBCA5EEBC91D}"/>
              </a:ext>
            </a:extLst>
          </p:cNvPr>
          <p:cNvCxnSpPr/>
          <p:nvPr/>
        </p:nvCxnSpPr>
        <p:spPr>
          <a:xfrm>
            <a:off x="3626301" y="1028700"/>
            <a:ext cx="0" cy="614362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1" name="직선 연결선 5390">
            <a:extLst>
              <a:ext uri="{FF2B5EF4-FFF2-40B4-BE49-F238E27FC236}">
                <a16:creationId xmlns:a16="http://schemas.microsoft.com/office/drawing/2014/main" id="{EE6F359D-E563-7A37-505E-5316C73D43C8}"/>
              </a:ext>
            </a:extLst>
          </p:cNvPr>
          <p:cNvCxnSpPr/>
          <p:nvPr/>
        </p:nvCxnSpPr>
        <p:spPr>
          <a:xfrm rot="5400000">
            <a:off x="2595563" y="4895452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2" name="직선 연결선 5391">
            <a:extLst>
              <a:ext uri="{FF2B5EF4-FFF2-40B4-BE49-F238E27FC236}">
                <a16:creationId xmlns:a16="http://schemas.microsoft.com/office/drawing/2014/main" id="{0C6496F4-D164-7EE0-6E85-6C410AC641EC}"/>
              </a:ext>
            </a:extLst>
          </p:cNvPr>
          <p:cNvCxnSpPr/>
          <p:nvPr/>
        </p:nvCxnSpPr>
        <p:spPr>
          <a:xfrm rot="5400000">
            <a:off x="2595563" y="2446000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3" name="직선 연결선 5392">
            <a:extLst>
              <a:ext uri="{FF2B5EF4-FFF2-40B4-BE49-F238E27FC236}">
                <a16:creationId xmlns:a16="http://schemas.microsoft.com/office/drawing/2014/main" id="{14C6FD94-A42C-928F-6E11-F8D9EF70B1F3}"/>
              </a:ext>
            </a:extLst>
          </p:cNvPr>
          <p:cNvCxnSpPr/>
          <p:nvPr/>
        </p:nvCxnSpPr>
        <p:spPr>
          <a:xfrm rot="5400000">
            <a:off x="2595563" y="2854242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4" name="직선 연결선 5393">
            <a:extLst>
              <a:ext uri="{FF2B5EF4-FFF2-40B4-BE49-F238E27FC236}">
                <a16:creationId xmlns:a16="http://schemas.microsoft.com/office/drawing/2014/main" id="{3E8BADAD-1958-1F8E-E739-51984E38F9E4}"/>
              </a:ext>
            </a:extLst>
          </p:cNvPr>
          <p:cNvCxnSpPr/>
          <p:nvPr/>
        </p:nvCxnSpPr>
        <p:spPr>
          <a:xfrm rot="5400000">
            <a:off x="2595563" y="3262484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5" name="직선 연결선 5394">
            <a:extLst>
              <a:ext uri="{FF2B5EF4-FFF2-40B4-BE49-F238E27FC236}">
                <a16:creationId xmlns:a16="http://schemas.microsoft.com/office/drawing/2014/main" id="{5D97568F-09E4-71E8-26D3-1FC6F05B336C}"/>
              </a:ext>
            </a:extLst>
          </p:cNvPr>
          <p:cNvCxnSpPr/>
          <p:nvPr/>
        </p:nvCxnSpPr>
        <p:spPr>
          <a:xfrm rot="5400000">
            <a:off x="2595563" y="3670726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6" name="직선 연결선 5395">
            <a:extLst>
              <a:ext uri="{FF2B5EF4-FFF2-40B4-BE49-F238E27FC236}">
                <a16:creationId xmlns:a16="http://schemas.microsoft.com/office/drawing/2014/main" id="{0EDE477F-BF6C-7D0A-232C-13F77BC9F294}"/>
              </a:ext>
            </a:extLst>
          </p:cNvPr>
          <p:cNvCxnSpPr/>
          <p:nvPr/>
        </p:nvCxnSpPr>
        <p:spPr>
          <a:xfrm rot="5400000">
            <a:off x="2595563" y="4078968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7" name="직선 연결선 5396">
            <a:extLst>
              <a:ext uri="{FF2B5EF4-FFF2-40B4-BE49-F238E27FC236}">
                <a16:creationId xmlns:a16="http://schemas.microsoft.com/office/drawing/2014/main" id="{1CCB2948-AEF6-402B-C4D0-77EE47D9D370}"/>
              </a:ext>
            </a:extLst>
          </p:cNvPr>
          <p:cNvCxnSpPr/>
          <p:nvPr/>
        </p:nvCxnSpPr>
        <p:spPr>
          <a:xfrm rot="5400000">
            <a:off x="2595563" y="4487210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9" name="직선 연결선 5398">
            <a:extLst>
              <a:ext uri="{FF2B5EF4-FFF2-40B4-BE49-F238E27FC236}">
                <a16:creationId xmlns:a16="http://schemas.microsoft.com/office/drawing/2014/main" id="{79C9CB16-0787-D7DA-74A3-8F95669CBB3B}"/>
              </a:ext>
            </a:extLst>
          </p:cNvPr>
          <p:cNvCxnSpPr/>
          <p:nvPr/>
        </p:nvCxnSpPr>
        <p:spPr>
          <a:xfrm rot="5400000">
            <a:off x="2595563" y="2037758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0" name="직선 연결선 5399">
            <a:extLst>
              <a:ext uri="{FF2B5EF4-FFF2-40B4-BE49-F238E27FC236}">
                <a16:creationId xmlns:a16="http://schemas.microsoft.com/office/drawing/2014/main" id="{CA03B973-C15B-C2F8-F9F5-4C5734D8AE59}"/>
              </a:ext>
            </a:extLst>
          </p:cNvPr>
          <p:cNvCxnSpPr/>
          <p:nvPr/>
        </p:nvCxnSpPr>
        <p:spPr>
          <a:xfrm rot="5400000">
            <a:off x="2595563" y="-411695"/>
            <a:ext cx="0" cy="28860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1" name="직선 연결선 5400">
            <a:extLst>
              <a:ext uri="{FF2B5EF4-FFF2-40B4-BE49-F238E27FC236}">
                <a16:creationId xmlns:a16="http://schemas.microsoft.com/office/drawing/2014/main" id="{999FAD00-8D6A-64D8-47AF-0790EACFE46D}"/>
              </a:ext>
            </a:extLst>
          </p:cNvPr>
          <p:cNvCxnSpPr/>
          <p:nvPr/>
        </p:nvCxnSpPr>
        <p:spPr>
          <a:xfrm rot="5400000">
            <a:off x="2595563" y="-3453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2" name="직선 연결선 5401">
            <a:extLst>
              <a:ext uri="{FF2B5EF4-FFF2-40B4-BE49-F238E27FC236}">
                <a16:creationId xmlns:a16="http://schemas.microsoft.com/office/drawing/2014/main" id="{11729B44-7180-D25C-88CD-5F30866DE4DF}"/>
              </a:ext>
            </a:extLst>
          </p:cNvPr>
          <p:cNvCxnSpPr/>
          <p:nvPr/>
        </p:nvCxnSpPr>
        <p:spPr>
          <a:xfrm rot="5400000">
            <a:off x="2595563" y="404790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3" name="직선 연결선 5402">
            <a:extLst>
              <a:ext uri="{FF2B5EF4-FFF2-40B4-BE49-F238E27FC236}">
                <a16:creationId xmlns:a16="http://schemas.microsoft.com/office/drawing/2014/main" id="{FA8B1776-AE25-692E-4043-B62C842E6778}"/>
              </a:ext>
            </a:extLst>
          </p:cNvPr>
          <p:cNvCxnSpPr/>
          <p:nvPr/>
        </p:nvCxnSpPr>
        <p:spPr>
          <a:xfrm rot="5400000">
            <a:off x="2595563" y="813032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4" name="직선 연결선 5403">
            <a:extLst>
              <a:ext uri="{FF2B5EF4-FFF2-40B4-BE49-F238E27FC236}">
                <a16:creationId xmlns:a16="http://schemas.microsoft.com/office/drawing/2014/main" id="{2DB2B77C-06BB-A179-B52B-E7C4FA0FDDF3}"/>
              </a:ext>
            </a:extLst>
          </p:cNvPr>
          <p:cNvCxnSpPr/>
          <p:nvPr/>
        </p:nvCxnSpPr>
        <p:spPr>
          <a:xfrm rot="5400000">
            <a:off x="2595563" y="1221274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5" name="직선 연결선 5404">
            <a:extLst>
              <a:ext uri="{FF2B5EF4-FFF2-40B4-BE49-F238E27FC236}">
                <a16:creationId xmlns:a16="http://schemas.microsoft.com/office/drawing/2014/main" id="{1D4F9A78-AD22-E350-5D16-189B7BD5733B}"/>
              </a:ext>
            </a:extLst>
          </p:cNvPr>
          <p:cNvCxnSpPr/>
          <p:nvPr/>
        </p:nvCxnSpPr>
        <p:spPr>
          <a:xfrm rot="5400000">
            <a:off x="2595563" y="1629516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6" name="직선 연결선 5405">
            <a:extLst>
              <a:ext uri="{FF2B5EF4-FFF2-40B4-BE49-F238E27FC236}">
                <a16:creationId xmlns:a16="http://schemas.microsoft.com/office/drawing/2014/main" id="{2E26F82C-7C4A-AA78-6507-AD7E5BF1A569}"/>
              </a:ext>
            </a:extLst>
          </p:cNvPr>
          <p:cNvCxnSpPr/>
          <p:nvPr/>
        </p:nvCxnSpPr>
        <p:spPr>
          <a:xfrm rot="5400000">
            <a:off x="2595563" y="5723840"/>
            <a:ext cx="0" cy="28860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7" name="직선 연결선 5406">
            <a:extLst>
              <a:ext uri="{FF2B5EF4-FFF2-40B4-BE49-F238E27FC236}">
                <a16:creationId xmlns:a16="http://schemas.microsoft.com/office/drawing/2014/main" id="{D2E10CD7-BDFC-8F5C-A305-45BC011887F6}"/>
              </a:ext>
            </a:extLst>
          </p:cNvPr>
          <p:cNvCxnSpPr/>
          <p:nvPr/>
        </p:nvCxnSpPr>
        <p:spPr>
          <a:xfrm rot="5400000">
            <a:off x="2595563" y="5303694"/>
            <a:ext cx="0" cy="288607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22" name="그룹 5421">
            <a:extLst>
              <a:ext uri="{FF2B5EF4-FFF2-40B4-BE49-F238E27FC236}">
                <a16:creationId xmlns:a16="http://schemas.microsoft.com/office/drawing/2014/main" id="{CB61AD5C-38F1-C5D8-BEAB-F0264AF3CF90}"/>
              </a:ext>
            </a:extLst>
          </p:cNvPr>
          <p:cNvGrpSpPr/>
          <p:nvPr/>
        </p:nvGrpSpPr>
        <p:grpSpPr>
          <a:xfrm>
            <a:off x="130575" y="1028700"/>
            <a:ext cx="774299" cy="759927"/>
            <a:chOff x="573487" y="1077732"/>
            <a:chExt cx="1649296" cy="1618683"/>
          </a:xfrm>
        </p:grpSpPr>
        <p:cxnSp>
          <p:nvCxnSpPr>
            <p:cNvPr id="5410" name="직선 연결선 5409">
              <a:extLst>
                <a:ext uri="{FF2B5EF4-FFF2-40B4-BE49-F238E27FC236}">
                  <a16:creationId xmlns:a16="http://schemas.microsoft.com/office/drawing/2014/main" id="{5D4D8279-88CB-33B6-4739-77DB141C983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98134" y="253085"/>
              <a:ext cx="0" cy="164929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1" name="직선 연결선 5410">
              <a:extLst>
                <a:ext uri="{FF2B5EF4-FFF2-40B4-BE49-F238E27FC236}">
                  <a16:creationId xmlns:a16="http://schemas.microsoft.com/office/drawing/2014/main" id="{26525FED-5303-8042-F91C-CAE7544E17B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98134" y="657756"/>
              <a:ext cx="0" cy="1649294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2" name="직선 연결선 5411">
              <a:extLst>
                <a:ext uri="{FF2B5EF4-FFF2-40B4-BE49-F238E27FC236}">
                  <a16:creationId xmlns:a16="http://schemas.microsoft.com/office/drawing/2014/main" id="{C9BE05A8-93EE-374B-28EF-A298454027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98134" y="1062427"/>
              <a:ext cx="0" cy="1649294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3" name="직선 연결선 5412">
              <a:extLst>
                <a:ext uri="{FF2B5EF4-FFF2-40B4-BE49-F238E27FC236}">
                  <a16:creationId xmlns:a16="http://schemas.microsoft.com/office/drawing/2014/main" id="{0369F168-2C60-7CD6-0927-6B1F997669F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98134" y="1467098"/>
              <a:ext cx="0" cy="1649294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4" name="직선 연결선 5413">
              <a:extLst>
                <a:ext uri="{FF2B5EF4-FFF2-40B4-BE49-F238E27FC236}">
                  <a16:creationId xmlns:a16="http://schemas.microsoft.com/office/drawing/2014/main" id="{E6B92545-AAB7-DF81-5F29-FB3E38C11E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98134" y="1871768"/>
              <a:ext cx="0" cy="164929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7" name="직선 연결선 5416">
              <a:extLst>
                <a:ext uri="{FF2B5EF4-FFF2-40B4-BE49-F238E27FC236}">
                  <a16:creationId xmlns:a16="http://schemas.microsoft.com/office/drawing/2014/main" id="{4EE9EC59-947C-3C76-214F-3B51BA5A767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222783" y="1082496"/>
              <a:ext cx="0" cy="161391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8" name="직선 연결선 5417">
              <a:extLst>
                <a:ext uri="{FF2B5EF4-FFF2-40B4-BE49-F238E27FC236}">
                  <a16:creationId xmlns:a16="http://schemas.microsoft.com/office/drawing/2014/main" id="{071C8E49-2841-B3B5-2AFA-9CBF6854F18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11563" y="1082496"/>
              <a:ext cx="0" cy="1613916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9" name="직선 연결선 5418">
              <a:extLst>
                <a:ext uri="{FF2B5EF4-FFF2-40B4-BE49-F238E27FC236}">
                  <a16:creationId xmlns:a16="http://schemas.microsoft.com/office/drawing/2014/main" id="{A68E90E5-EDE2-6D65-8BB8-8729DFE378F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400345" y="1082496"/>
              <a:ext cx="0" cy="1613916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0" name="직선 연결선 5419">
              <a:extLst>
                <a:ext uri="{FF2B5EF4-FFF2-40B4-BE49-F238E27FC236}">
                  <a16:creationId xmlns:a16="http://schemas.microsoft.com/office/drawing/2014/main" id="{3F655AB7-F730-7AEC-524A-EAF734DD087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89127" y="1082496"/>
              <a:ext cx="0" cy="1613916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1" name="직선 연결선 5420">
              <a:extLst>
                <a:ext uri="{FF2B5EF4-FFF2-40B4-BE49-F238E27FC236}">
                  <a16:creationId xmlns:a16="http://schemas.microsoft.com/office/drawing/2014/main" id="{2BAB247A-7741-08A8-8370-63E3C78F2FE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77909" y="1082496"/>
              <a:ext cx="0" cy="161391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185">
            <a:hlinkClick r:id="rId4"/>
            <a:extLst>
              <a:ext uri="{FF2B5EF4-FFF2-40B4-BE49-F238E27FC236}">
                <a16:creationId xmlns:a16="http://schemas.microsoft.com/office/drawing/2014/main" id="{2C816CF3-7E6D-C2D3-2E21-A6A1997A81AC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99</cp:revision>
  <dcterms:created xsi:type="dcterms:W3CDTF">2021-10-29T04:43:38Z</dcterms:created>
  <dcterms:modified xsi:type="dcterms:W3CDTF">2022-10-08T08:36:19Z</dcterms:modified>
</cp:coreProperties>
</file>
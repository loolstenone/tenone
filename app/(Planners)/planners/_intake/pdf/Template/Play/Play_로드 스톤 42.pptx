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7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5338" name="사각형: 둥근 모서리 5337">
            <a:extLst>
              <a:ext uri="{FF2B5EF4-FFF2-40B4-BE49-F238E27FC236}">
                <a16:creationId xmlns:a16="http://schemas.microsoft.com/office/drawing/2014/main" id="{A22568C7-30E7-E72F-5CEE-8C6CF6E5020F}"/>
              </a:ext>
            </a:extLst>
          </p:cNvPr>
          <p:cNvSpPr/>
          <p:nvPr/>
        </p:nvSpPr>
        <p:spPr>
          <a:xfrm>
            <a:off x="188381" y="790575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39" name="사각형: 둥근 모서리 5338">
            <a:extLst>
              <a:ext uri="{FF2B5EF4-FFF2-40B4-BE49-F238E27FC236}">
                <a16:creationId xmlns:a16="http://schemas.microsoft.com/office/drawing/2014/main" id="{119B71F7-36E1-BAAC-6C50-B3A810A656A7}"/>
              </a:ext>
            </a:extLst>
          </p:cNvPr>
          <p:cNvSpPr/>
          <p:nvPr/>
        </p:nvSpPr>
        <p:spPr>
          <a:xfrm>
            <a:off x="1165158" y="790575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0" name="사각형: 둥근 모서리 5339">
            <a:extLst>
              <a:ext uri="{FF2B5EF4-FFF2-40B4-BE49-F238E27FC236}">
                <a16:creationId xmlns:a16="http://schemas.microsoft.com/office/drawing/2014/main" id="{2D57BC3A-0B2B-D1EB-3DF0-B8AD8270F4AC}"/>
              </a:ext>
            </a:extLst>
          </p:cNvPr>
          <p:cNvSpPr/>
          <p:nvPr/>
        </p:nvSpPr>
        <p:spPr>
          <a:xfrm>
            <a:off x="2141935" y="790575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1" name="사각형: 둥근 모서리 5340">
            <a:extLst>
              <a:ext uri="{FF2B5EF4-FFF2-40B4-BE49-F238E27FC236}">
                <a16:creationId xmlns:a16="http://schemas.microsoft.com/office/drawing/2014/main" id="{5BA21319-DEBF-EA0B-1480-463AAA2453E2}"/>
              </a:ext>
            </a:extLst>
          </p:cNvPr>
          <p:cNvSpPr/>
          <p:nvPr/>
        </p:nvSpPr>
        <p:spPr>
          <a:xfrm>
            <a:off x="3118712" y="790575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2" name="사각형: 둥근 모서리 5341">
            <a:extLst>
              <a:ext uri="{FF2B5EF4-FFF2-40B4-BE49-F238E27FC236}">
                <a16:creationId xmlns:a16="http://schemas.microsoft.com/office/drawing/2014/main" id="{5D222B4C-A285-0C71-534F-260F41D45CFD}"/>
              </a:ext>
            </a:extLst>
          </p:cNvPr>
          <p:cNvSpPr/>
          <p:nvPr/>
        </p:nvSpPr>
        <p:spPr>
          <a:xfrm>
            <a:off x="4095489" y="790575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3" name="사각형: 둥근 모서리 5342">
            <a:extLst>
              <a:ext uri="{FF2B5EF4-FFF2-40B4-BE49-F238E27FC236}">
                <a16:creationId xmlns:a16="http://schemas.microsoft.com/office/drawing/2014/main" id="{64C51656-B017-7073-2EDD-BB7A23470FC5}"/>
              </a:ext>
            </a:extLst>
          </p:cNvPr>
          <p:cNvSpPr/>
          <p:nvPr/>
        </p:nvSpPr>
        <p:spPr>
          <a:xfrm>
            <a:off x="5072266" y="790575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4" name="사각형: 둥근 모서리 5343">
            <a:extLst>
              <a:ext uri="{FF2B5EF4-FFF2-40B4-BE49-F238E27FC236}">
                <a16:creationId xmlns:a16="http://schemas.microsoft.com/office/drawing/2014/main" id="{C46A7C9D-8697-1C21-AC07-E8FAAB29AD26}"/>
              </a:ext>
            </a:extLst>
          </p:cNvPr>
          <p:cNvSpPr/>
          <p:nvPr/>
        </p:nvSpPr>
        <p:spPr>
          <a:xfrm>
            <a:off x="5072266" y="1724025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5" name="사각형: 둥근 모서리 5344">
            <a:extLst>
              <a:ext uri="{FF2B5EF4-FFF2-40B4-BE49-F238E27FC236}">
                <a16:creationId xmlns:a16="http://schemas.microsoft.com/office/drawing/2014/main" id="{2D5FD76C-DDD3-6F0E-27D1-B78AFC81C2FF}"/>
              </a:ext>
            </a:extLst>
          </p:cNvPr>
          <p:cNvSpPr/>
          <p:nvPr/>
        </p:nvSpPr>
        <p:spPr>
          <a:xfrm>
            <a:off x="5072266" y="2620511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6" name="사각형: 둥근 모서리 5345">
            <a:extLst>
              <a:ext uri="{FF2B5EF4-FFF2-40B4-BE49-F238E27FC236}">
                <a16:creationId xmlns:a16="http://schemas.microsoft.com/office/drawing/2014/main" id="{E6415747-3980-545F-171D-5740CAF66A0C}"/>
              </a:ext>
            </a:extLst>
          </p:cNvPr>
          <p:cNvSpPr/>
          <p:nvPr/>
        </p:nvSpPr>
        <p:spPr>
          <a:xfrm>
            <a:off x="4095489" y="2620510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7" name="사각형: 둥근 모서리 5346">
            <a:extLst>
              <a:ext uri="{FF2B5EF4-FFF2-40B4-BE49-F238E27FC236}">
                <a16:creationId xmlns:a16="http://schemas.microsoft.com/office/drawing/2014/main" id="{EA7A420D-8375-08D5-ED2F-A7CC7C477373}"/>
              </a:ext>
            </a:extLst>
          </p:cNvPr>
          <p:cNvSpPr/>
          <p:nvPr/>
        </p:nvSpPr>
        <p:spPr>
          <a:xfrm>
            <a:off x="188381" y="2620510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8" name="사각형: 둥근 모서리 5347">
            <a:extLst>
              <a:ext uri="{FF2B5EF4-FFF2-40B4-BE49-F238E27FC236}">
                <a16:creationId xmlns:a16="http://schemas.microsoft.com/office/drawing/2014/main" id="{FFD85190-F1D2-53CC-80AB-6AAB733D8743}"/>
              </a:ext>
            </a:extLst>
          </p:cNvPr>
          <p:cNvSpPr/>
          <p:nvPr/>
        </p:nvSpPr>
        <p:spPr>
          <a:xfrm>
            <a:off x="1165158" y="2620510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9" name="사각형: 둥근 모서리 5348">
            <a:extLst>
              <a:ext uri="{FF2B5EF4-FFF2-40B4-BE49-F238E27FC236}">
                <a16:creationId xmlns:a16="http://schemas.microsoft.com/office/drawing/2014/main" id="{AED241E2-8053-6E48-4A29-56861E116477}"/>
              </a:ext>
            </a:extLst>
          </p:cNvPr>
          <p:cNvSpPr/>
          <p:nvPr/>
        </p:nvSpPr>
        <p:spPr>
          <a:xfrm>
            <a:off x="2141935" y="2620510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0" name="사각형: 둥근 모서리 5349">
            <a:extLst>
              <a:ext uri="{FF2B5EF4-FFF2-40B4-BE49-F238E27FC236}">
                <a16:creationId xmlns:a16="http://schemas.microsoft.com/office/drawing/2014/main" id="{FA52E6D8-4D68-26A3-54E1-61D623EB20CE}"/>
              </a:ext>
            </a:extLst>
          </p:cNvPr>
          <p:cNvSpPr/>
          <p:nvPr/>
        </p:nvSpPr>
        <p:spPr>
          <a:xfrm>
            <a:off x="3118712" y="2620510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1" name="사각형: 둥근 모서리 5350">
            <a:extLst>
              <a:ext uri="{FF2B5EF4-FFF2-40B4-BE49-F238E27FC236}">
                <a16:creationId xmlns:a16="http://schemas.microsoft.com/office/drawing/2014/main" id="{40D88BDC-AAB2-A784-1E61-9BAD1B22355B}"/>
              </a:ext>
            </a:extLst>
          </p:cNvPr>
          <p:cNvSpPr/>
          <p:nvPr/>
        </p:nvSpPr>
        <p:spPr>
          <a:xfrm>
            <a:off x="1165158" y="3511347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2" name="사각형: 둥근 모서리 5351">
            <a:extLst>
              <a:ext uri="{FF2B5EF4-FFF2-40B4-BE49-F238E27FC236}">
                <a16:creationId xmlns:a16="http://schemas.microsoft.com/office/drawing/2014/main" id="{27E0CF78-6224-2C53-AA35-262B156E1F04}"/>
              </a:ext>
            </a:extLst>
          </p:cNvPr>
          <p:cNvSpPr/>
          <p:nvPr/>
        </p:nvSpPr>
        <p:spPr>
          <a:xfrm>
            <a:off x="1165158" y="4450445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3" name="사각형: 둥근 모서리 5352">
            <a:extLst>
              <a:ext uri="{FF2B5EF4-FFF2-40B4-BE49-F238E27FC236}">
                <a16:creationId xmlns:a16="http://schemas.microsoft.com/office/drawing/2014/main" id="{00337966-F023-7B2B-6449-3AE8E652F4CB}"/>
              </a:ext>
            </a:extLst>
          </p:cNvPr>
          <p:cNvSpPr/>
          <p:nvPr/>
        </p:nvSpPr>
        <p:spPr>
          <a:xfrm>
            <a:off x="1165158" y="5398406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4" name="사각형: 둥근 모서리 5353">
            <a:extLst>
              <a:ext uri="{FF2B5EF4-FFF2-40B4-BE49-F238E27FC236}">
                <a16:creationId xmlns:a16="http://schemas.microsoft.com/office/drawing/2014/main" id="{7091F2CE-0714-B00D-44F7-4319DF4813E7}"/>
              </a:ext>
            </a:extLst>
          </p:cNvPr>
          <p:cNvSpPr/>
          <p:nvPr/>
        </p:nvSpPr>
        <p:spPr>
          <a:xfrm>
            <a:off x="1165158" y="6337504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5" name="사각형: 둥근 모서리 5354">
            <a:extLst>
              <a:ext uri="{FF2B5EF4-FFF2-40B4-BE49-F238E27FC236}">
                <a16:creationId xmlns:a16="http://schemas.microsoft.com/office/drawing/2014/main" id="{7BCD5411-087B-C5C0-5FA7-FC87DEF7AEDD}"/>
              </a:ext>
            </a:extLst>
          </p:cNvPr>
          <p:cNvSpPr/>
          <p:nvPr/>
        </p:nvSpPr>
        <p:spPr>
          <a:xfrm>
            <a:off x="1165158" y="1706714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6" name="사각형: 둥근 모서리 5355">
            <a:extLst>
              <a:ext uri="{FF2B5EF4-FFF2-40B4-BE49-F238E27FC236}">
                <a16:creationId xmlns:a16="http://schemas.microsoft.com/office/drawing/2014/main" id="{B8F4B641-C2EF-7A40-F397-E1DDEA344DB0}"/>
              </a:ext>
            </a:extLst>
          </p:cNvPr>
          <p:cNvSpPr/>
          <p:nvPr/>
        </p:nvSpPr>
        <p:spPr>
          <a:xfrm>
            <a:off x="2141935" y="1706714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7" name="사각형: 둥근 모서리 5356">
            <a:extLst>
              <a:ext uri="{FF2B5EF4-FFF2-40B4-BE49-F238E27FC236}">
                <a16:creationId xmlns:a16="http://schemas.microsoft.com/office/drawing/2014/main" id="{4C40F58C-E813-7876-ACF4-C8DC0807E566}"/>
              </a:ext>
            </a:extLst>
          </p:cNvPr>
          <p:cNvSpPr/>
          <p:nvPr/>
        </p:nvSpPr>
        <p:spPr>
          <a:xfrm>
            <a:off x="3118712" y="1706714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8" name="사각형: 둥근 모서리 5357">
            <a:extLst>
              <a:ext uri="{FF2B5EF4-FFF2-40B4-BE49-F238E27FC236}">
                <a16:creationId xmlns:a16="http://schemas.microsoft.com/office/drawing/2014/main" id="{330486C7-C11F-2822-5093-F075CD4E1757}"/>
              </a:ext>
            </a:extLst>
          </p:cNvPr>
          <p:cNvSpPr/>
          <p:nvPr/>
        </p:nvSpPr>
        <p:spPr>
          <a:xfrm>
            <a:off x="4095489" y="1706714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9" name="사각형: 둥근 모서리 5358">
            <a:extLst>
              <a:ext uri="{FF2B5EF4-FFF2-40B4-BE49-F238E27FC236}">
                <a16:creationId xmlns:a16="http://schemas.microsoft.com/office/drawing/2014/main" id="{F8895D36-4795-E380-492D-95C606CACF90}"/>
              </a:ext>
            </a:extLst>
          </p:cNvPr>
          <p:cNvSpPr/>
          <p:nvPr/>
        </p:nvSpPr>
        <p:spPr>
          <a:xfrm>
            <a:off x="188381" y="1724025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0" name="사각형: 둥근 모서리 5359">
            <a:extLst>
              <a:ext uri="{FF2B5EF4-FFF2-40B4-BE49-F238E27FC236}">
                <a16:creationId xmlns:a16="http://schemas.microsoft.com/office/drawing/2014/main" id="{F96B538A-4DA6-C6B1-9987-1C17270F9589}"/>
              </a:ext>
            </a:extLst>
          </p:cNvPr>
          <p:cNvSpPr/>
          <p:nvPr/>
        </p:nvSpPr>
        <p:spPr>
          <a:xfrm>
            <a:off x="5072266" y="3553960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1" name="사각형: 둥근 모서리 5360">
            <a:extLst>
              <a:ext uri="{FF2B5EF4-FFF2-40B4-BE49-F238E27FC236}">
                <a16:creationId xmlns:a16="http://schemas.microsoft.com/office/drawing/2014/main" id="{9923F0FA-2FFF-DB7C-0156-2E445A144709}"/>
              </a:ext>
            </a:extLst>
          </p:cNvPr>
          <p:cNvSpPr/>
          <p:nvPr/>
        </p:nvSpPr>
        <p:spPr>
          <a:xfrm>
            <a:off x="2141935" y="353664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2" name="사각형: 둥근 모서리 5361">
            <a:extLst>
              <a:ext uri="{FF2B5EF4-FFF2-40B4-BE49-F238E27FC236}">
                <a16:creationId xmlns:a16="http://schemas.microsoft.com/office/drawing/2014/main" id="{2E021288-4F0C-F7DB-48D4-C24B6A65578E}"/>
              </a:ext>
            </a:extLst>
          </p:cNvPr>
          <p:cNvSpPr/>
          <p:nvPr/>
        </p:nvSpPr>
        <p:spPr>
          <a:xfrm>
            <a:off x="3118712" y="353664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3" name="사각형: 둥근 모서리 5362">
            <a:extLst>
              <a:ext uri="{FF2B5EF4-FFF2-40B4-BE49-F238E27FC236}">
                <a16:creationId xmlns:a16="http://schemas.microsoft.com/office/drawing/2014/main" id="{92A83655-3D55-EEB1-05E7-DB0FDD7F634A}"/>
              </a:ext>
            </a:extLst>
          </p:cNvPr>
          <p:cNvSpPr/>
          <p:nvPr/>
        </p:nvSpPr>
        <p:spPr>
          <a:xfrm>
            <a:off x="4095489" y="353664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4" name="사각형: 둥근 모서리 5363">
            <a:extLst>
              <a:ext uri="{FF2B5EF4-FFF2-40B4-BE49-F238E27FC236}">
                <a16:creationId xmlns:a16="http://schemas.microsoft.com/office/drawing/2014/main" id="{C5AD9312-FB46-D86A-1C5C-66D01F5F8FBB}"/>
              </a:ext>
            </a:extLst>
          </p:cNvPr>
          <p:cNvSpPr/>
          <p:nvPr/>
        </p:nvSpPr>
        <p:spPr>
          <a:xfrm>
            <a:off x="188381" y="3559434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5" name="사각형: 둥근 모서리 5364">
            <a:extLst>
              <a:ext uri="{FF2B5EF4-FFF2-40B4-BE49-F238E27FC236}">
                <a16:creationId xmlns:a16="http://schemas.microsoft.com/office/drawing/2014/main" id="{48D75E75-39EC-9D09-6FF5-D659FF190F51}"/>
              </a:ext>
            </a:extLst>
          </p:cNvPr>
          <p:cNvSpPr/>
          <p:nvPr/>
        </p:nvSpPr>
        <p:spPr>
          <a:xfrm>
            <a:off x="5072266" y="5362424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6" name="사각형: 둥근 모서리 5365">
            <a:extLst>
              <a:ext uri="{FF2B5EF4-FFF2-40B4-BE49-F238E27FC236}">
                <a16:creationId xmlns:a16="http://schemas.microsoft.com/office/drawing/2014/main" id="{808BDABD-0A0B-AA74-DCB7-D5772A4806F2}"/>
              </a:ext>
            </a:extLst>
          </p:cNvPr>
          <p:cNvSpPr/>
          <p:nvPr/>
        </p:nvSpPr>
        <p:spPr>
          <a:xfrm>
            <a:off x="2141935" y="5345113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7" name="사각형: 둥근 모서리 5366">
            <a:extLst>
              <a:ext uri="{FF2B5EF4-FFF2-40B4-BE49-F238E27FC236}">
                <a16:creationId xmlns:a16="http://schemas.microsoft.com/office/drawing/2014/main" id="{25D13938-F4A3-2730-D638-72B67F4F6C20}"/>
              </a:ext>
            </a:extLst>
          </p:cNvPr>
          <p:cNvSpPr/>
          <p:nvPr/>
        </p:nvSpPr>
        <p:spPr>
          <a:xfrm>
            <a:off x="3118712" y="5345113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8" name="사각형: 둥근 모서리 5367">
            <a:extLst>
              <a:ext uri="{FF2B5EF4-FFF2-40B4-BE49-F238E27FC236}">
                <a16:creationId xmlns:a16="http://schemas.microsoft.com/office/drawing/2014/main" id="{7D3821C8-0DF2-0445-FC53-95A91946ED7F}"/>
              </a:ext>
            </a:extLst>
          </p:cNvPr>
          <p:cNvSpPr/>
          <p:nvPr/>
        </p:nvSpPr>
        <p:spPr>
          <a:xfrm>
            <a:off x="4095489" y="5345113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9" name="사각형: 둥근 모서리 5368">
            <a:extLst>
              <a:ext uri="{FF2B5EF4-FFF2-40B4-BE49-F238E27FC236}">
                <a16:creationId xmlns:a16="http://schemas.microsoft.com/office/drawing/2014/main" id="{EFE96AC5-6041-D21F-10C0-11F8F0939730}"/>
              </a:ext>
            </a:extLst>
          </p:cNvPr>
          <p:cNvSpPr/>
          <p:nvPr/>
        </p:nvSpPr>
        <p:spPr>
          <a:xfrm>
            <a:off x="188381" y="5367898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0" name="사각형: 둥근 모서리 5369">
            <a:extLst>
              <a:ext uri="{FF2B5EF4-FFF2-40B4-BE49-F238E27FC236}">
                <a16:creationId xmlns:a16="http://schemas.microsoft.com/office/drawing/2014/main" id="{FC1D9093-FB52-D7F0-D665-18F9A7F38328}"/>
              </a:ext>
            </a:extLst>
          </p:cNvPr>
          <p:cNvSpPr/>
          <p:nvPr/>
        </p:nvSpPr>
        <p:spPr>
          <a:xfrm>
            <a:off x="5072266" y="4440880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1" name="사각형: 둥근 모서리 5370">
            <a:extLst>
              <a:ext uri="{FF2B5EF4-FFF2-40B4-BE49-F238E27FC236}">
                <a16:creationId xmlns:a16="http://schemas.microsoft.com/office/drawing/2014/main" id="{153D3C3F-C9B7-84B2-0708-4124C32951A2}"/>
              </a:ext>
            </a:extLst>
          </p:cNvPr>
          <p:cNvSpPr/>
          <p:nvPr/>
        </p:nvSpPr>
        <p:spPr>
          <a:xfrm>
            <a:off x="4095489" y="444087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2" name="사각형: 둥근 모서리 5371">
            <a:extLst>
              <a:ext uri="{FF2B5EF4-FFF2-40B4-BE49-F238E27FC236}">
                <a16:creationId xmlns:a16="http://schemas.microsoft.com/office/drawing/2014/main" id="{EE3D467D-832C-6848-5D45-816AD87F0726}"/>
              </a:ext>
            </a:extLst>
          </p:cNvPr>
          <p:cNvSpPr/>
          <p:nvPr/>
        </p:nvSpPr>
        <p:spPr>
          <a:xfrm>
            <a:off x="188381" y="444087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3" name="사각형: 둥근 모서리 5372">
            <a:extLst>
              <a:ext uri="{FF2B5EF4-FFF2-40B4-BE49-F238E27FC236}">
                <a16:creationId xmlns:a16="http://schemas.microsoft.com/office/drawing/2014/main" id="{7A6C9F05-6C02-6566-B763-D311368D8E71}"/>
              </a:ext>
            </a:extLst>
          </p:cNvPr>
          <p:cNvSpPr/>
          <p:nvPr/>
        </p:nvSpPr>
        <p:spPr>
          <a:xfrm>
            <a:off x="2141935" y="444087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4" name="사각형: 둥근 모서리 5373">
            <a:extLst>
              <a:ext uri="{FF2B5EF4-FFF2-40B4-BE49-F238E27FC236}">
                <a16:creationId xmlns:a16="http://schemas.microsoft.com/office/drawing/2014/main" id="{991F29B9-134E-2EA8-F580-02AC44787C8D}"/>
              </a:ext>
            </a:extLst>
          </p:cNvPr>
          <p:cNvSpPr/>
          <p:nvPr/>
        </p:nvSpPr>
        <p:spPr>
          <a:xfrm>
            <a:off x="3118712" y="444087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5" name="사각형: 둥근 모서리 5374">
            <a:extLst>
              <a:ext uri="{FF2B5EF4-FFF2-40B4-BE49-F238E27FC236}">
                <a16:creationId xmlns:a16="http://schemas.microsoft.com/office/drawing/2014/main" id="{D4884D9B-90AB-3653-3233-7037FB0FED38}"/>
              </a:ext>
            </a:extLst>
          </p:cNvPr>
          <p:cNvSpPr/>
          <p:nvPr/>
        </p:nvSpPr>
        <p:spPr>
          <a:xfrm>
            <a:off x="5072266" y="6335741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6" name="사각형: 둥근 모서리 5375">
            <a:extLst>
              <a:ext uri="{FF2B5EF4-FFF2-40B4-BE49-F238E27FC236}">
                <a16:creationId xmlns:a16="http://schemas.microsoft.com/office/drawing/2014/main" id="{55AD5605-7299-27B8-E6F1-DBD3F0D5FF9D}"/>
              </a:ext>
            </a:extLst>
          </p:cNvPr>
          <p:cNvSpPr/>
          <p:nvPr/>
        </p:nvSpPr>
        <p:spPr>
          <a:xfrm>
            <a:off x="4095489" y="6335740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7" name="사각형: 둥근 모서리 5376">
            <a:extLst>
              <a:ext uri="{FF2B5EF4-FFF2-40B4-BE49-F238E27FC236}">
                <a16:creationId xmlns:a16="http://schemas.microsoft.com/office/drawing/2014/main" id="{4842BCD8-4403-32A2-1CC3-F55B7E034CFB}"/>
              </a:ext>
            </a:extLst>
          </p:cNvPr>
          <p:cNvSpPr/>
          <p:nvPr/>
        </p:nvSpPr>
        <p:spPr>
          <a:xfrm>
            <a:off x="188381" y="6335740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8" name="사각형: 둥근 모서리 5377">
            <a:extLst>
              <a:ext uri="{FF2B5EF4-FFF2-40B4-BE49-F238E27FC236}">
                <a16:creationId xmlns:a16="http://schemas.microsoft.com/office/drawing/2014/main" id="{BB6DEFA3-B90B-721C-54CD-07B1CE0DBC56}"/>
              </a:ext>
            </a:extLst>
          </p:cNvPr>
          <p:cNvSpPr/>
          <p:nvPr/>
        </p:nvSpPr>
        <p:spPr>
          <a:xfrm>
            <a:off x="2141935" y="6335740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9" name="사각형: 둥근 모서리 5378">
            <a:extLst>
              <a:ext uri="{FF2B5EF4-FFF2-40B4-BE49-F238E27FC236}">
                <a16:creationId xmlns:a16="http://schemas.microsoft.com/office/drawing/2014/main" id="{4DCAF549-7D48-8AC3-987D-11094E000617}"/>
              </a:ext>
            </a:extLst>
          </p:cNvPr>
          <p:cNvSpPr/>
          <p:nvPr/>
        </p:nvSpPr>
        <p:spPr>
          <a:xfrm>
            <a:off x="3118712" y="6335740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13B15EEF-BCA5-6934-2AB3-35DDA943A3FA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96</cp:revision>
  <dcterms:created xsi:type="dcterms:W3CDTF">2021-10-29T04:43:38Z</dcterms:created>
  <dcterms:modified xsi:type="dcterms:W3CDTF">2022-10-08T08:32:30Z</dcterms:modified>
</cp:coreProperties>
</file>
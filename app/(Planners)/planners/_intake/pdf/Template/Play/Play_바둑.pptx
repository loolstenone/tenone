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cxnSp>
        <p:nvCxnSpPr>
          <p:cNvPr id="5065" name="직선 연결선 5064">
            <a:extLst>
              <a:ext uri="{FF2B5EF4-FFF2-40B4-BE49-F238E27FC236}">
                <a16:creationId xmlns:a16="http://schemas.microsoft.com/office/drawing/2014/main" id="{71E247D8-2E4C-4CDE-877C-EA33F6CAC602}"/>
              </a:ext>
            </a:extLst>
          </p:cNvPr>
          <p:cNvCxnSpPr>
            <a:cxnSpLocks/>
          </p:cNvCxnSpPr>
          <p:nvPr/>
        </p:nvCxnSpPr>
        <p:spPr>
          <a:xfrm rot="5400000">
            <a:off x="-758319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72E1DEE-3BCE-1D2F-302C-DEC9651C0CEC}"/>
              </a:ext>
            </a:extLst>
          </p:cNvPr>
          <p:cNvCxnSpPr>
            <a:cxnSpLocks/>
          </p:cNvCxnSpPr>
          <p:nvPr/>
        </p:nvCxnSpPr>
        <p:spPr>
          <a:xfrm rot="5400000">
            <a:off x="2424561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7A9076F-C2BB-9420-ECF8-88AF7D452CDE}"/>
              </a:ext>
            </a:extLst>
          </p:cNvPr>
          <p:cNvCxnSpPr>
            <a:cxnSpLocks/>
          </p:cNvCxnSpPr>
          <p:nvPr/>
        </p:nvCxnSpPr>
        <p:spPr>
          <a:xfrm rot="5400000">
            <a:off x="1787985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5BE1CEC-003A-0DF1-D0A9-A9E8A66C88BB}"/>
              </a:ext>
            </a:extLst>
          </p:cNvPr>
          <p:cNvCxnSpPr>
            <a:cxnSpLocks/>
          </p:cNvCxnSpPr>
          <p:nvPr/>
        </p:nvCxnSpPr>
        <p:spPr>
          <a:xfrm rot="5400000">
            <a:off x="514833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AB9C000-2151-00BA-439D-AE4A25E07696}"/>
              </a:ext>
            </a:extLst>
          </p:cNvPr>
          <p:cNvCxnSpPr>
            <a:cxnSpLocks/>
          </p:cNvCxnSpPr>
          <p:nvPr/>
        </p:nvCxnSpPr>
        <p:spPr>
          <a:xfrm rot="5400000">
            <a:off x="196545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FB3668B-C0F8-79C4-2DF5-2050E34A3D4B}"/>
              </a:ext>
            </a:extLst>
          </p:cNvPr>
          <p:cNvCxnSpPr>
            <a:cxnSpLocks/>
          </p:cNvCxnSpPr>
          <p:nvPr/>
        </p:nvCxnSpPr>
        <p:spPr>
          <a:xfrm rot="5400000">
            <a:off x="-1713183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F2247348-1A24-692C-2439-C42DF8D41798}"/>
              </a:ext>
            </a:extLst>
          </p:cNvPr>
          <p:cNvCxnSpPr>
            <a:cxnSpLocks/>
          </p:cNvCxnSpPr>
          <p:nvPr/>
        </p:nvCxnSpPr>
        <p:spPr>
          <a:xfrm rot="5400000">
            <a:off x="2742849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6DB44F8-5C9B-5D4B-6D9B-018E40AE3863}"/>
              </a:ext>
            </a:extLst>
          </p:cNvPr>
          <p:cNvCxnSpPr>
            <a:cxnSpLocks/>
          </p:cNvCxnSpPr>
          <p:nvPr/>
        </p:nvCxnSpPr>
        <p:spPr>
          <a:xfrm rot="5400000">
            <a:off x="1469697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81F4C985-4998-CCD9-7212-631FBB639CE4}"/>
              </a:ext>
            </a:extLst>
          </p:cNvPr>
          <p:cNvCxnSpPr>
            <a:cxnSpLocks/>
          </p:cNvCxnSpPr>
          <p:nvPr/>
        </p:nvCxnSpPr>
        <p:spPr>
          <a:xfrm rot="5400000">
            <a:off x="2106273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646833A8-6852-3337-EDDA-AA5E53D3CD13}"/>
              </a:ext>
            </a:extLst>
          </p:cNvPr>
          <p:cNvCxnSpPr>
            <a:cxnSpLocks/>
          </p:cNvCxnSpPr>
          <p:nvPr/>
        </p:nvCxnSpPr>
        <p:spPr>
          <a:xfrm rot="5400000">
            <a:off x="833121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B342C16B-FC0B-885B-5CEB-730457D49955}"/>
              </a:ext>
            </a:extLst>
          </p:cNvPr>
          <p:cNvCxnSpPr>
            <a:cxnSpLocks/>
          </p:cNvCxnSpPr>
          <p:nvPr/>
        </p:nvCxnSpPr>
        <p:spPr>
          <a:xfrm rot="5400000">
            <a:off x="1151409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E045F7F-4DCD-3F0D-B2E1-B2EB8DCFD12B}"/>
              </a:ext>
            </a:extLst>
          </p:cNvPr>
          <p:cNvCxnSpPr>
            <a:cxnSpLocks/>
          </p:cNvCxnSpPr>
          <p:nvPr/>
        </p:nvCxnSpPr>
        <p:spPr>
          <a:xfrm rot="5400000">
            <a:off x="-440031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AA641234-F6EC-BEE4-6E1A-C257DBBCE268}"/>
              </a:ext>
            </a:extLst>
          </p:cNvPr>
          <p:cNvCxnSpPr>
            <a:cxnSpLocks/>
          </p:cNvCxnSpPr>
          <p:nvPr/>
        </p:nvCxnSpPr>
        <p:spPr>
          <a:xfrm rot="5400000">
            <a:off x="-121743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263FE799-7DDE-A7DF-1666-B26A4FEF5230}"/>
              </a:ext>
            </a:extLst>
          </p:cNvPr>
          <p:cNvCxnSpPr>
            <a:cxnSpLocks/>
          </p:cNvCxnSpPr>
          <p:nvPr/>
        </p:nvCxnSpPr>
        <p:spPr>
          <a:xfrm rot="5400000">
            <a:off x="-1394895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25DF6F81-7B7A-2C6D-B4C7-0E1B3CFF567F}"/>
              </a:ext>
            </a:extLst>
          </p:cNvPr>
          <p:cNvCxnSpPr>
            <a:cxnSpLocks/>
          </p:cNvCxnSpPr>
          <p:nvPr/>
        </p:nvCxnSpPr>
        <p:spPr>
          <a:xfrm rot="5400000">
            <a:off x="-1076607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1724CC8-BF7E-B7FD-933B-D53F3BB04B41}"/>
              </a:ext>
            </a:extLst>
          </p:cNvPr>
          <p:cNvCxnSpPr>
            <a:cxnSpLocks/>
          </p:cNvCxnSpPr>
          <p:nvPr/>
        </p:nvCxnSpPr>
        <p:spPr>
          <a:xfrm rot="5400000">
            <a:off x="-2349759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C51130C9-BD73-F2AB-161A-BEA383F0D18D}"/>
              </a:ext>
            </a:extLst>
          </p:cNvPr>
          <p:cNvCxnSpPr>
            <a:cxnSpLocks/>
          </p:cNvCxnSpPr>
          <p:nvPr/>
        </p:nvCxnSpPr>
        <p:spPr>
          <a:xfrm rot="5400000">
            <a:off x="-2031471" y="4044640"/>
            <a:ext cx="57268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2B352C39-6B90-BD82-5DDC-EDACB6519F50}"/>
              </a:ext>
            </a:extLst>
          </p:cNvPr>
          <p:cNvCxnSpPr>
            <a:cxnSpLocks/>
          </p:cNvCxnSpPr>
          <p:nvPr/>
        </p:nvCxnSpPr>
        <p:spPr>
          <a:xfrm rot="5400000">
            <a:off x="-2668047" y="4044640"/>
            <a:ext cx="572681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16061AE4-5563-2C48-B207-5BC10417361F}"/>
              </a:ext>
            </a:extLst>
          </p:cNvPr>
          <p:cNvCxnSpPr>
            <a:cxnSpLocks/>
          </p:cNvCxnSpPr>
          <p:nvPr/>
        </p:nvCxnSpPr>
        <p:spPr>
          <a:xfrm rot="5400000">
            <a:off x="3061145" y="4044640"/>
            <a:ext cx="572681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BBC2F1-EEF3-0578-C5D4-BB0DF4BA72B8}"/>
              </a:ext>
            </a:extLst>
          </p:cNvPr>
          <p:cNvCxnSpPr>
            <a:cxnSpLocks/>
          </p:cNvCxnSpPr>
          <p:nvPr/>
        </p:nvCxnSpPr>
        <p:spPr>
          <a:xfrm rot="10800000">
            <a:off x="185833" y="3088583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95243FAF-F79B-382E-BF7D-1655FAD6EA71}"/>
              </a:ext>
            </a:extLst>
          </p:cNvPr>
          <p:cNvCxnSpPr>
            <a:cxnSpLocks/>
          </p:cNvCxnSpPr>
          <p:nvPr/>
        </p:nvCxnSpPr>
        <p:spPr>
          <a:xfrm rot="10800000">
            <a:off x="185833" y="6271463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574E713C-D2D2-888D-D87E-057D4C118586}"/>
              </a:ext>
            </a:extLst>
          </p:cNvPr>
          <p:cNvCxnSpPr>
            <a:cxnSpLocks/>
          </p:cNvCxnSpPr>
          <p:nvPr/>
        </p:nvCxnSpPr>
        <p:spPr>
          <a:xfrm rot="10800000">
            <a:off x="185833" y="5634887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475BD63E-69C7-7850-62F5-59B33D09896E}"/>
              </a:ext>
            </a:extLst>
          </p:cNvPr>
          <p:cNvCxnSpPr>
            <a:cxnSpLocks/>
          </p:cNvCxnSpPr>
          <p:nvPr/>
        </p:nvCxnSpPr>
        <p:spPr>
          <a:xfrm rot="10800000">
            <a:off x="185833" y="4361735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3B99538-17AA-1558-E2AC-8923832FD9B5}"/>
              </a:ext>
            </a:extLst>
          </p:cNvPr>
          <p:cNvCxnSpPr>
            <a:cxnSpLocks/>
          </p:cNvCxnSpPr>
          <p:nvPr/>
        </p:nvCxnSpPr>
        <p:spPr>
          <a:xfrm rot="10800000">
            <a:off x="185833" y="4043447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6F308AE-A220-6D94-FE9B-8254F950FA95}"/>
              </a:ext>
            </a:extLst>
          </p:cNvPr>
          <p:cNvCxnSpPr>
            <a:cxnSpLocks/>
          </p:cNvCxnSpPr>
          <p:nvPr/>
        </p:nvCxnSpPr>
        <p:spPr>
          <a:xfrm rot="10800000">
            <a:off x="185833" y="2133719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921ED220-EDA1-ABE3-59AC-75141EF32334}"/>
              </a:ext>
            </a:extLst>
          </p:cNvPr>
          <p:cNvCxnSpPr>
            <a:cxnSpLocks/>
          </p:cNvCxnSpPr>
          <p:nvPr/>
        </p:nvCxnSpPr>
        <p:spPr>
          <a:xfrm rot="10800000">
            <a:off x="185833" y="6589751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40FCAB4-41E2-65EE-3131-866E40F6F989}"/>
              </a:ext>
            </a:extLst>
          </p:cNvPr>
          <p:cNvCxnSpPr>
            <a:cxnSpLocks/>
          </p:cNvCxnSpPr>
          <p:nvPr/>
        </p:nvCxnSpPr>
        <p:spPr>
          <a:xfrm rot="10800000">
            <a:off x="185833" y="5316599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1EAEEA76-A348-7376-4249-9B09CBA2B88B}"/>
              </a:ext>
            </a:extLst>
          </p:cNvPr>
          <p:cNvCxnSpPr>
            <a:cxnSpLocks/>
          </p:cNvCxnSpPr>
          <p:nvPr/>
        </p:nvCxnSpPr>
        <p:spPr>
          <a:xfrm rot="10800000">
            <a:off x="185833" y="5953175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BEC4812F-3A5D-7ADE-DA77-66DDA5DDB4BC}"/>
              </a:ext>
            </a:extLst>
          </p:cNvPr>
          <p:cNvCxnSpPr>
            <a:cxnSpLocks/>
          </p:cNvCxnSpPr>
          <p:nvPr/>
        </p:nvCxnSpPr>
        <p:spPr>
          <a:xfrm rot="10800000">
            <a:off x="185833" y="4680023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04F9D2B9-EBFE-988F-A43B-1A9021D04581}"/>
              </a:ext>
            </a:extLst>
          </p:cNvPr>
          <p:cNvCxnSpPr>
            <a:cxnSpLocks/>
          </p:cNvCxnSpPr>
          <p:nvPr/>
        </p:nvCxnSpPr>
        <p:spPr>
          <a:xfrm rot="10800000">
            <a:off x="185833" y="4998311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2016570-25DB-FD75-A42A-F42022AA7B0C}"/>
              </a:ext>
            </a:extLst>
          </p:cNvPr>
          <p:cNvCxnSpPr>
            <a:cxnSpLocks/>
          </p:cNvCxnSpPr>
          <p:nvPr/>
        </p:nvCxnSpPr>
        <p:spPr>
          <a:xfrm rot="10800000">
            <a:off x="185833" y="3406871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139FF05-BA19-2C9E-B92B-573E6914F7C7}"/>
              </a:ext>
            </a:extLst>
          </p:cNvPr>
          <p:cNvCxnSpPr>
            <a:cxnSpLocks/>
          </p:cNvCxnSpPr>
          <p:nvPr/>
        </p:nvCxnSpPr>
        <p:spPr>
          <a:xfrm rot="10800000">
            <a:off x="185833" y="3725159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98808F26-BCBF-B8D6-6FB8-1894B72E0EE0}"/>
              </a:ext>
            </a:extLst>
          </p:cNvPr>
          <p:cNvCxnSpPr>
            <a:cxnSpLocks/>
          </p:cNvCxnSpPr>
          <p:nvPr/>
        </p:nvCxnSpPr>
        <p:spPr>
          <a:xfrm rot="10800000">
            <a:off x="185833" y="2452007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712D4690-4F1B-15A2-26F0-2E738B03A040}"/>
              </a:ext>
            </a:extLst>
          </p:cNvPr>
          <p:cNvCxnSpPr>
            <a:cxnSpLocks/>
          </p:cNvCxnSpPr>
          <p:nvPr/>
        </p:nvCxnSpPr>
        <p:spPr>
          <a:xfrm rot="10800000">
            <a:off x="185833" y="2770295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FAD1714-9106-1D8F-B078-E39DF9CA5743}"/>
              </a:ext>
            </a:extLst>
          </p:cNvPr>
          <p:cNvCxnSpPr>
            <a:cxnSpLocks/>
          </p:cNvCxnSpPr>
          <p:nvPr/>
        </p:nvCxnSpPr>
        <p:spPr>
          <a:xfrm rot="10800000">
            <a:off x="185833" y="1497143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2" name="직선 연결선 4991">
            <a:extLst>
              <a:ext uri="{FF2B5EF4-FFF2-40B4-BE49-F238E27FC236}">
                <a16:creationId xmlns:a16="http://schemas.microsoft.com/office/drawing/2014/main" id="{437FBFC5-D263-C8F2-B1E0-F5347222FC08}"/>
              </a:ext>
            </a:extLst>
          </p:cNvPr>
          <p:cNvCxnSpPr>
            <a:cxnSpLocks/>
          </p:cNvCxnSpPr>
          <p:nvPr/>
        </p:nvCxnSpPr>
        <p:spPr>
          <a:xfrm rot="10800000">
            <a:off x="185833" y="1815431"/>
            <a:ext cx="57458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3" name="직선 연결선 4992">
            <a:extLst>
              <a:ext uri="{FF2B5EF4-FFF2-40B4-BE49-F238E27FC236}">
                <a16:creationId xmlns:a16="http://schemas.microsoft.com/office/drawing/2014/main" id="{93146C55-3548-C078-4DC5-65E839286508}"/>
              </a:ext>
            </a:extLst>
          </p:cNvPr>
          <p:cNvCxnSpPr>
            <a:cxnSpLocks/>
          </p:cNvCxnSpPr>
          <p:nvPr/>
        </p:nvCxnSpPr>
        <p:spPr>
          <a:xfrm rot="10800000">
            <a:off x="185833" y="1178855"/>
            <a:ext cx="574586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4" name="직선 연결선 4993">
            <a:extLst>
              <a:ext uri="{FF2B5EF4-FFF2-40B4-BE49-F238E27FC236}">
                <a16:creationId xmlns:a16="http://schemas.microsoft.com/office/drawing/2014/main" id="{B42544C1-4EAB-E697-80B3-B16A99706A2A}"/>
              </a:ext>
            </a:extLst>
          </p:cNvPr>
          <p:cNvCxnSpPr>
            <a:cxnSpLocks/>
          </p:cNvCxnSpPr>
          <p:nvPr/>
        </p:nvCxnSpPr>
        <p:spPr>
          <a:xfrm rot="10800000">
            <a:off x="185833" y="6908047"/>
            <a:ext cx="574586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04" name="그룹 5003">
            <a:extLst>
              <a:ext uri="{FF2B5EF4-FFF2-40B4-BE49-F238E27FC236}">
                <a16:creationId xmlns:a16="http://schemas.microsoft.com/office/drawing/2014/main" id="{842BC85B-D3E5-067F-12C0-5A7FAE236429}"/>
              </a:ext>
            </a:extLst>
          </p:cNvPr>
          <p:cNvGrpSpPr/>
          <p:nvPr/>
        </p:nvGrpSpPr>
        <p:grpSpPr>
          <a:xfrm>
            <a:off x="1122498" y="2102533"/>
            <a:ext cx="64227" cy="3882756"/>
            <a:chOff x="1122498" y="2102533"/>
            <a:chExt cx="64227" cy="3882756"/>
          </a:xfrm>
        </p:grpSpPr>
        <p:sp>
          <p:nvSpPr>
            <p:cNvPr id="4995" name="타원 4994">
              <a:extLst>
                <a:ext uri="{FF2B5EF4-FFF2-40B4-BE49-F238E27FC236}">
                  <a16:creationId xmlns:a16="http://schemas.microsoft.com/office/drawing/2014/main" id="{68565E7B-DE88-4EDA-FB82-C1CC678476F0}"/>
                </a:ext>
              </a:extLst>
            </p:cNvPr>
            <p:cNvSpPr/>
            <p:nvPr/>
          </p:nvSpPr>
          <p:spPr>
            <a:xfrm>
              <a:off x="1122498" y="2102533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6" name="타원 4995">
              <a:extLst>
                <a:ext uri="{FF2B5EF4-FFF2-40B4-BE49-F238E27FC236}">
                  <a16:creationId xmlns:a16="http://schemas.microsoft.com/office/drawing/2014/main" id="{EA4CF7E2-6E5F-62B5-6687-9ACA982A6E51}"/>
                </a:ext>
              </a:extLst>
            </p:cNvPr>
            <p:cNvSpPr/>
            <p:nvPr/>
          </p:nvSpPr>
          <p:spPr>
            <a:xfrm>
              <a:off x="1122498" y="4011951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7" name="타원 4996">
              <a:extLst>
                <a:ext uri="{FF2B5EF4-FFF2-40B4-BE49-F238E27FC236}">
                  <a16:creationId xmlns:a16="http://schemas.microsoft.com/office/drawing/2014/main" id="{417E9263-FF7F-3EFB-F546-6649DEEE9DE2}"/>
                </a:ext>
              </a:extLst>
            </p:cNvPr>
            <p:cNvSpPr/>
            <p:nvPr/>
          </p:nvSpPr>
          <p:spPr>
            <a:xfrm>
              <a:off x="1122498" y="5921062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05" name="그룹 5004">
            <a:extLst>
              <a:ext uri="{FF2B5EF4-FFF2-40B4-BE49-F238E27FC236}">
                <a16:creationId xmlns:a16="http://schemas.microsoft.com/office/drawing/2014/main" id="{10AE2B49-ADE1-6EB5-A231-CAFAD83AEE32}"/>
              </a:ext>
            </a:extLst>
          </p:cNvPr>
          <p:cNvGrpSpPr/>
          <p:nvPr/>
        </p:nvGrpSpPr>
        <p:grpSpPr>
          <a:xfrm>
            <a:off x="4939534" y="2102533"/>
            <a:ext cx="64227" cy="3882756"/>
            <a:chOff x="1122498" y="2102533"/>
            <a:chExt cx="64227" cy="3882756"/>
          </a:xfrm>
        </p:grpSpPr>
        <p:sp>
          <p:nvSpPr>
            <p:cNvPr id="5006" name="타원 5005">
              <a:extLst>
                <a:ext uri="{FF2B5EF4-FFF2-40B4-BE49-F238E27FC236}">
                  <a16:creationId xmlns:a16="http://schemas.microsoft.com/office/drawing/2014/main" id="{E38D28B0-9E32-B8E8-F82B-B04425842912}"/>
                </a:ext>
              </a:extLst>
            </p:cNvPr>
            <p:cNvSpPr/>
            <p:nvPr/>
          </p:nvSpPr>
          <p:spPr>
            <a:xfrm>
              <a:off x="1122498" y="2102533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7" name="타원 5006">
              <a:extLst>
                <a:ext uri="{FF2B5EF4-FFF2-40B4-BE49-F238E27FC236}">
                  <a16:creationId xmlns:a16="http://schemas.microsoft.com/office/drawing/2014/main" id="{97B45A9D-BFD6-3647-17A1-85054B9839F3}"/>
                </a:ext>
              </a:extLst>
            </p:cNvPr>
            <p:cNvSpPr/>
            <p:nvPr/>
          </p:nvSpPr>
          <p:spPr>
            <a:xfrm>
              <a:off x="1122498" y="4011951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8" name="타원 5007">
              <a:extLst>
                <a:ext uri="{FF2B5EF4-FFF2-40B4-BE49-F238E27FC236}">
                  <a16:creationId xmlns:a16="http://schemas.microsoft.com/office/drawing/2014/main" id="{1B77307D-26DB-8B66-2D8C-7E944AD3CD16}"/>
                </a:ext>
              </a:extLst>
            </p:cNvPr>
            <p:cNvSpPr/>
            <p:nvPr/>
          </p:nvSpPr>
          <p:spPr>
            <a:xfrm>
              <a:off x="1122498" y="5921062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14" name="그룹 5013">
            <a:extLst>
              <a:ext uri="{FF2B5EF4-FFF2-40B4-BE49-F238E27FC236}">
                <a16:creationId xmlns:a16="http://schemas.microsoft.com/office/drawing/2014/main" id="{6643348A-0924-36CF-8E0D-693E05620541}"/>
              </a:ext>
            </a:extLst>
          </p:cNvPr>
          <p:cNvGrpSpPr/>
          <p:nvPr/>
        </p:nvGrpSpPr>
        <p:grpSpPr>
          <a:xfrm>
            <a:off x="3028363" y="2102533"/>
            <a:ext cx="64227" cy="3882756"/>
            <a:chOff x="1122498" y="2102533"/>
            <a:chExt cx="64227" cy="3882756"/>
          </a:xfrm>
        </p:grpSpPr>
        <p:sp>
          <p:nvSpPr>
            <p:cNvPr id="5015" name="타원 5014">
              <a:extLst>
                <a:ext uri="{FF2B5EF4-FFF2-40B4-BE49-F238E27FC236}">
                  <a16:creationId xmlns:a16="http://schemas.microsoft.com/office/drawing/2014/main" id="{ECABFE80-C495-FE65-CDB4-704D6DD13130}"/>
                </a:ext>
              </a:extLst>
            </p:cNvPr>
            <p:cNvSpPr/>
            <p:nvPr/>
          </p:nvSpPr>
          <p:spPr>
            <a:xfrm>
              <a:off x="1122498" y="2102533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6" name="타원 5015">
              <a:extLst>
                <a:ext uri="{FF2B5EF4-FFF2-40B4-BE49-F238E27FC236}">
                  <a16:creationId xmlns:a16="http://schemas.microsoft.com/office/drawing/2014/main" id="{9C397C43-D6F9-CC66-F5A6-D1454554A280}"/>
                </a:ext>
              </a:extLst>
            </p:cNvPr>
            <p:cNvSpPr/>
            <p:nvPr/>
          </p:nvSpPr>
          <p:spPr>
            <a:xfrm>
              <a:off x="1122498" y="4011951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7" name="타원 5016">
              <a:extLst>
                <a:ext uri="{FF2B5EF4-FFF2-40B4-BE49-F238E27FC236}">
                  <a16:creationId xmlns:a16="http://schemas.microsoft.com/office/drawing/2014/main" id="{BB379E50-2A41-45D1-A7CF-204EAFE82667}"/>
                </a:ext>
              </a:extLst>
            </p:cNvPr>
            <p:cNvSpPr/>
            <p:nvPr/>
          </p:nvSpPr>
          <p:spPr>
            <a:xfrm>
              <a:off x="1122498" y="5921062"/>
              <a:ext cx="64227" cy="642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185">
            <a:hlinkClick r:id="rId4"/>
            <a:extLst>
              <a:ext uri="{FF2B5EF4-FFF2-40B4-BE49-F238E27FC236}">
                <a16:creationId xmlns:a16="http://schemas.microsoft.com/office/drawing/2014/main" id="{DB72AEF1-534C-D0C8-5678-AAD0E63C650E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87</cp:revision>
  <dcterms:created xsi:type="dcterms:W3CDTF">2021-10-29T04:43:38Z</dcterms:created>
  <dcterms:modified xsi:type="dcterms:W3CDTF">2022-10-08T08:34:11Z</dcterms:modified>
</cp:coreProperties>
</file>
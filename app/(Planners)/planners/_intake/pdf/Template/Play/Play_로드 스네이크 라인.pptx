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766" y="72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5170" name="자유형: 도형 5169">
            <a:extLst>
              <a:ext uri="{FF2B5EF4-FFF2-40B4-BE49-F238E27FC236}">
                <a16:creationId xmlns:a16="http://schemas.microsoft.com/office/drawing/2014/main" id="{83E6CBE8-0AB0-D593-66FE-838B2BE57093}"/>
              </a:ext>
            </a:extLst>
          </p:cNvPr>
          <p:cNvSpPr/>
          <p:nvPr/>
        </p:nvSpPr>
        <p:spPr>
          <a:xfrm>
            <a:off x="824865" y="1073168"/>
            <a:ext cx="4882207" cy="5880082"/>
          </a:xfrm>
          <a:custGeom>
            <a:avLst/>
            <a:gdLst>
              <a:gd name="connsiteX0" fmla="*/ 60960 w 4882207"/>
              <a:gd name="connsiteY0" fmla="*/ 336532 h 5880082"/>
              <a:gd name="connsiteX1" fmla="*/ 1165860 w 4882207"/>
              <a:gd name="connsiteY1" fmla="*/ 12682 h 5880082"/>
              <a:gd name="connsiteX2" fmla="*/ 2499360 w 4882207"/>
              <a:gd name="connsiteY2" fmla="*/ 107932 h 5880082"/>
              <a:gd name="connsiteX3" fmla="*/ 3766185 w 4882207"/>
              <a:gd name="connsiteY3" fmla="*/ 498457 h 5880082"/>
              <a:gd name="connsiteX4" fmla="*/ 4128135 w 4882207"/>
              <a:gd name="connsiteY4" fmla="*/ 1165207 h 5880082"/>
              <a:gd name="connsiteX5" fmla="*/ 3699510 w 4882207"/>
              <a:gd name="connsiteY5" fmla="*/ 1812907 h 5880082"/>
              <a:gd name="connsiteX6" fmla="*/ 2518410 w 4882207"/>
              <a:gd name="connsiteY6" fmla="*/ 1889107 h 5880082"/>
              <a:gd name="connsiteX7" fmla="*/ 1480185 w 4882207"/>
              <a:gd name="connsiteY7" fmla="*/ 1336657 h 5880082"/>
              <a:gd name="connsiteX8" fmla="*/ 622935 w 4882207"/>
              <a:gd name="connsiteY8" fmla="*/ 1431907 h 5880082"/>
              <a:gd name="connsiteX9" fmla="*/ 251460 w 4882207"/>
              <a:gd name="connsiteY9" fmla="*/ 2193907 h 5880082"/>
              <a:gd name="connsiteX10" fmla="*/ 794385 w 4882207"/>
              <a:gd name="connsiteY10" fmla="*/ 3022582 h 5880082"/>
              <a:gd name="connsiteX11" fmla="*/ 2661285 w 4882207"/>
              <a:gd name="connsiteY11" fmla="*/ 3384532 h 5880082"/>
              <a:gd name="connsiteX12" fmla="*/ 4290060 w 4882207"/>
              <a:gd name="connsiteY12" fmla="*/ 3079732 h 5880082"/>
              <a:gd name="connsiteX13" fmla="*/ 4880610 w 4882207"/>
              <a:gd name="connsiteY13" fmla="*/ 3832207 h 5880082"/>
              <a:gd name="connsiteX14" fmla="*/ 4147185 w 4882207"/>
              <a:gd name="connsiteY14" fmla="*/ 5356207 h 5880082"/>
              <a:gd name="connsiteX15" fmla="*/ 2585085 w 4882207"/>
              <a:gd name="connsiteY15" fmla="*/ 5280007 h 5880082"/>
              <a:gd name="connsiteX16" fmla="*/ 1642110 w 4882207"/>
              <a:gd name="connsiteY16" fmla="*/ 4584682 h 5880082"/>
              <a:gd name="connsiteX17" fmla="*/ 451485 w 4882207"/>
              <a:gd name="connsiteY17" fmla="*/ 4460857 h 5880082"/>
              <a:gd name="connsiteX18" fmla="*/ 3810 w 4882207"/>
              <a:gd name="connsiteY18" fmla="*/ 5175232 h 5880082"/>
              <a:gd name="connsiteX19" fmla="*/ 661035 w 4882207"/>
              <a:gd name="connsiteY19" fmla="*/ 5880082 h 5880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882207" h="5880082">
                <a:moveTo>
                  <a:pt x="60960" y="336532"/>
                </a:moveTo>
                <a:cubicBezTo>
                  <a:pt x="410210" y="193657"/>
                  <a:pt x="759460" y="50782"/>
                  <a:pt x="1165860" y="12682"/>
                </a:cubicBezTo>
                <a:cubicBezTo>
                  <a:pt x="1572260" y="-25418"/>
                  <a:pt x="2065973" y="26969"/>
                  <a:pt x="2499360" y="107932"/>
                </a:cubicBezTo>
                <a:cubicBezTo>
                  <a:pt x="2932748" y="188894"/>
                  <a:pt x="3494723" y="322244"/>
                  <a:pt x="3766185" y="498457"/>
                </a:cubicBezTo>
                <a:cubicBezTo>
                  <a:pt x="4037648" y="674670"/>
                  <a:pt x="4139247" y="946132"/>
                  <a:pt x="4128135" y="1165207"/>
                </a:cubicBezTo>
                <a:cubicBezTo>
                  <a:pt x="4117023" y="1384282"/>
                  <a:pt x="3967797" y="1692257"/>
                  <a:pt x="3699510" y="1812907"/>
                </a:cubicBezTo>
                <a:cubicBezTo>
                  <a:pt x="3431223" y="1933557"/>
                  <a:pt x="2888298" y="1968482"/>
                  <a:pt x="2518410" y="1889107"/>
                </a:cubicBezTo>
                <a:cubicBezTo>
                  <a:pt x="2148523" y="1809732"/>
                  <a:pt x="1796098" y="1412857"/>
                  <a:pt x="1480185" y="1336657"/>
                </a:cubicBezTo>
                <a:cubicBezTo>
                  <a:pt x="1164273" y="1260457"/>
                  <a:pt x="827722" y="1289032"/>
                  <a:pt x="622935" y="1431907"/>
                </a:cubicBezTo>
                <a:cubicBezTo>
                  <a:pt x="418148" y="1574782"/>
                  <a:pt x="222885" y="1928795"/>
                  <a:pt x="251460" y="2193907"/>
                </a:cubicBezTo>
                <a:cubicBezTo>
                  <a:pt x="280035" y="2459019"/>
                  <a:pt x="392747" y="2824144"/>
                  <a:pt x="794385" y="3022582"/>
                </a:cubicBezTo>
                <a:cubicBezTo>
                  <a:pt x="1196023" y="3221020"/>
                  <a:pt x="2078673" y="3375007"/>
                  <a:pt x="2661285" y="3384532"/>
                </a:cubicBezTo>
                <a:cubicBezTo>
                  <a:pt x="3243897" y="3394057"/>
                  <a:pt x="3920173" y="3005120"/>
                  <a:pt x="4290060" y="3079732"/>
                </a:cubicBezTo>
                <a:cubicBezTo>
                  <a:pt x="4659947" y="3154344"/>
                  <a:pt x="4904422" y="3452795"/>
                  <a:pt x="4880610" y="3832207"/>
                </a:cubicBezTo>
                <a:cubicBezTo>
                  <a:pt x="4856798" y="4211619"/>
                  <a:pt x="4529773" y="5114907"/>
                  <a:pt x="4147185" y="5356207"/>
                </a:cubicBezTo>
                <a:cubicBezTo>
                  <a:pt x="3764598" y="5597507"/>
                  <a:pt x="3002597" y="5408594"/>
                  <a:pt x="2585085" y="5280007"/>
                </a:cubicBezTo>
                <a:cubicBezTo>
                  <a:pt x="2167573" y="5151420"/>
                  <a:pt x="1997710" y="4721207"/>
                  <a:pt x="1642110" y="4584682"/>
                </a:cubicBezTo>
                <a:cubicBezTo>
                  <a:pt x="1286510" y="4448157"/>
                  <a:pt x="724535" y="4362432"/>
                  <a:pt x="451485" y="4460857"/>
                </a:cubicBezTo>
                <a:cubicBezTo>
                  <a:pt x="178435" y="4559282"/>
                  <a:pt x="-31115" y="4938695"/>
                  <a:pt x="3810" y="5175232"/>
                </a:cubicBezTo>
                <a:cubicBezTo>
                  <a:pt x="38735" y="5411769"/>
                  <a:pt x="349885" y="5645925"/>
                  <a:pt x="661035" y="5880082"/>
                </a:cubicBezTo>
              </a:path>
            </a:pathLst>
          </a:custGeom>
          <a:noFill/>
          <a:ln w="762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85">
            <a:hlinkClick r:id="rId4"/>
            <a:extLst>
              <a:ext uri="{FF2B5EF4-FFF2-40B4-BE49-F238E27FC236}">
                <a16:creationId xmlns:a16="http://schemas.microsoft.com/office/drawing/2014/main" id="{40E795FE-4827-529B-A7AF-5947C28F6C13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1ECA3A7D-6320-D7FA-7AF8-E53A16D30003}"/>
              </a:ext>
            </a:extLst>
          </p:cNvPr>
          <p:cNvSpPr/>
          <p:nvPr/>
        </p:nvSpPr>
        <p:spPr>
          <a:xfrm>
            <a:off x="493160" y="1135210"/>
            <a:ext cx="713657" cy="713657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D43FA7F-D119-873B-BCB1-B9B2589AF4F7}"/>
              </a:ext>
            </a:extLst>
          </p:cNvPr>
          <p:cNvSpPr/>
          <p:nvPr/>
        </p:nvSpPr>
        <p:spPr>
          <a:xfrm>
            <a:off x="1656322" y="716339"/>
            <a:ext cx="713657" cy="713657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EEB3B9B-1D9B-34AA-AC74-901557509F9B}"/>
              </a:ext>
            </a:extLst>
          </p:cNvPr>
          <p:cNvSpPr/>
          <p:nvPr/>
        </p:nvSpPr>
        <p:spPr>
          <a:xfrm>
            <a:off x="2909139" y="811213"/>
            <a:ext cx="713657" cy="713657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EA4510E-F385-4FE2-A819-48E38DBCD4ED}"/>
              </a:ext>
            </a:extLst>
          </p:cNvPr>
          <p:cNvSpPr/>
          <p:nvPr/>
        </p:nvSpPr>
        <p:spPr>
          <a:xfrm>
            <a:off x="1206817" y="6588275"/>
            <a:ext cx="713657" cy="713657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282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92</cp:revision>
  <dcterms:created xsi:type="dcterms:W3CDTF">2021-10-29T04:43:38Z</dcterms:created>
  <dcterms:modified xsi:type="dcterms:W3CDTF">2022-10-08T08:33:35Z</dcterms:modified>
</cp:coreProperties>
</file>
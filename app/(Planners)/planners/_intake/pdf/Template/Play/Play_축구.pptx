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9" name="직사각형 5498">
            <a:extLst>
              <a:ext uri="{FF2B5EF4-FFF2-40B4-BE49-F238E27FC236}">
                <a16:creationId xmlns:a16="http://schemas.microsoft.com/office/drawing/2014/main" id="{830B3C46-04C0-41CB-4371-C9E9BA37DA70}"/>
              </a:ext>
            </a:extLst>
          </p:cNvPr>
          <p:cNvSpPr/>
          <p:nvPr/>
        </p:nvSpPr>
        <p:spPr>
          <a:xfrm>
            <a:off x="896605" y="742916"/>
            <a:ext cx="4254735" cy="64972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500" name="직사각형 5499">
            <a:extLst>
              <a:ext uri="{FF2B5EF4-FFF2-40B4-BE49-F238E27FC236}">
                <a16:creationId xmlns:a16="http://schemas.microsoft.com/office/drawing/2014/main" id="{AA72EC7C-BE42-6732-EDEB-5931B1DF60E1}"/>
              </a:ext>
            </a:extLst>
          </p:cNvPr>
          <p:cNvSpPr/>
          <p:nvPr/>
        </p:nvSpPr>
        <p:spPr>
          <a:xfrm>
            <a:off x="2560391" y="674682"/>
            <a:ext cx="927162" cy="693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01" name="직사각형 5500">
            <a:extLst>
              <a:ext uri="{FF2B5EF4-FFF2-40B4-BE49-F238E27FC236}">
                <a16:creationId xmlns:a16="http://schemas.microsoft.com/office/drawing/2014/main" id="{9BD32580-5916-868D-3F2F-524460843324}"/>
              </a:ext>
            </a:extLst>
          </p:cNvPr>
          <p:cNvSpPr/>
          <p:nvPr/>
        </p:nvSpPr>
        <p:spPr>
          <a:xfrm>
            <a:off x="2560391" y="7239896"/>
            <a:ext cx="927162" cy="6854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02" name="직사각형 5501">
            <a:extLst>
              <a:ext uri="{FF2B5EF4-FFF2-40B4-BE49-F238E27FC236}">
                <a16:creationId xmlns:a16="http://schemas.microsoft.com/office/drawing/2014/main" id="{95B391EA-6C9F-3404-F3ED-43DA1A61E86F}"/>
              </a:ext>
            </a:extLst>
          </p:cNvPr>
          <p:cNvSpPr/>
          <p:nvPr/>
        </p:nvSpPr>
        <p:spPr>
          <a:xfrm>
            <a:off x="2223993" y="6723637"/>
            <a:ext cx="1599959" cy="5165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03" name="직사각형 5502">
            <a:extLst>
              <a:ext uri="{FF2B5EF4-FFF2-40B4-BE49-F238E27FC236}">
                <a16:creationId xmlns:a16="http://schemas.microsoft.com/office/drawing/2014/main" id="{6A1DB108-BA3A-6710-A02E-B0816C7829F9}"/>
              </a:ext>
            </a:extLst>
          </p:cNvPr>
          <p:cNvSpPr/>
          <p:nvPr/>
        </p:nvSpPr>
        <p:spPr>
          <a:xfrm>
            <a:off x="2223993" y="742916"/>
            <a:ext cx="1599959" cy="51656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D10A6D41-925A-CFD6-8E66-118FC4B3F31D}"/>
              </a:ext>
            </a:extLst>
          </p:cNvPr>
          <p:cNvSpPr/>
          <p:nvPr/>
        </p:nvSpPr>
        <p:spPr>
          <a:xfrm>
            <a:off x="1535861" y="742916"/>
            <a:ext cx="2976223" cy="104827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DE27BBE6-B9BB-6020-18EE-16F7EFB473CA}"/>
              </a:ext>
            </a:extLst>
          </p:cNvPr>
          <p:cNvSpPr/>
          <p:nvPr/>
        </p:nvSpPr>
        <p:spPr>
          <a:xfrm>
            <a:off x="1535861" y="6191933"/>
            <a:ext cx="2976223" cy="104827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0" name="직선 연결선 1029">
            <a:extLst>
              <a:ext uri="{FF2B5EF4-FFF2-40B4-BE49-F238E27FC236}">
                <a16:creationId xmlns:a16="http://schemas.microsoft.com/office/drawing/2014/main" id="{4A3047C8-7512-FE82-A615-480A9A79A513}"/>
              </a:ext>
            </a:extLst>
          </p:cNvPr>
          <p:cNvCxnSpPr>
            <a:cxnSpLocks/>
            <a:stCxn id="5499" idx="1"/>
            <a:endCxn id="5499" idx="3"/>
          </p:cNvCxnSpPr>
          <p:nvPr/>
        </p:nvCxnSpPr>
        <p:spPr>
          <a:xfrm>
            <a:off x="896605" y="3991560"/>
            <a:ext cx="4254735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1" name="타원 1030">
            <a:extLst>
              <a:ext uri="{FF2B5EF4-FFF2-40B4-BE49-F238E27FC236}">
                <a16:creationId xmlns:a16="http://schemas.microsoft.com/office/drawing/2014/main" id="{72E0BFEF-B576-B441-98D6-6BF47807757E}"/>
              </a:ext>
            </a:extLst>
          </p:cNvPr>
          <p:cNvSpPr/>
          <p:nvPr/>
        </p:nvSpPr>
        <p:spPr>
          <a:xfrm>
            <a:off x="2487530" y="3455117"/>
            <a:ext cx="1072885" cy="107288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A47C94C9-0F8E-49EB-7CA9-CDAF6020C36D}"/>
              </a:ext>
            </a:extLst>
          </p:cNvPr>
          <p:cNvSpPr/>
          <p:nvPr/>
        </p:nvSpPr>
        <p:spPr>
          <a:xfrm rot="10800000">
            <a:off x="2487530" y="1062774"/>
            <a:ext cx="1072886" cy="941814"/>
          </a:xfrm>
          <a:prstGeom prst="arc">
            <a:avLst>
              <a:gd name="adj1" fmla="val 12583174"/>
              <a:gd name="adj2" fmla="val 1980041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5" name="원호 4">
            <a:extLst>
              <a:ext uri="{FF2B5EF4-FFF2-40B4-BE49-F238E27FC236}">
                <a16:creationId xmlns:a16="http://schemas.microsoft.com/office/drawing/2014/main" id="{20D591AF-DB8F-6BCD-98B8-CAD0F8A5F734}"/>
              </a:ext>
            </a:extLst>
          </p:cNvPr>
          <p:cNvSpPr/>
          <p:nvPr/>
        </p:nvSpPr>
        <p:spPr>
          <a:xfrm>
            <a:off x="2487529" y="5978534"/>
            <a:ext cx="1072886" cy="941814"/>
          </a:xfrm>
          <a:prstGeom prst="arc">
            <a:avLst>
              <a:gd name="adj1" fmla="val 12583174"/>
              <a:gd name="adj2" fmla="val 1980041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3" name="TextBox 185">
            <a:hlinkClick r:id="rId4"/>
            <a:extLst>
              <a:ext uri="{FF2B5EF4-FFF2-40B4-BE49-F238E27FC236}">
                <a16:creationId xmlns:a16="http://schemas.microsoft.com/office/drawing/2014/main" id="{07A13F54-F06D-A0AA-FF1A-C2EB2213804F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103</cp:revision>
  <dcterms:created xsi:type="dcterms:W3CDTF">2021-10-29T04:43:38Z</dcterms:created>
  <dcterms:modified xsi:type="dcterms:W3CDTF">2022-10-08T08:36:03Z</dcterms:modified>
</cp:coreProperties>
</file>
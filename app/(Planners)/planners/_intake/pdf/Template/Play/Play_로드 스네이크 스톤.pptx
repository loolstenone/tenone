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096" y="58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13B15EEF-BCA5-6934-2AB3-35DDA943A3F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38" name="사각형: 둥근 모서리 5337">
            <a:extLst>
              <a:ext uri="{FF2B5EF4-FFF2-40B4-BE49-F238E27FC236}">
                <a16:creationId xmlns:a16="http://schemas.microsoft.com/office/drawing/2014/main" id="{A22568C7-30E7-E72F-5CEE-8C6CF6E5020F}"/>
              </a:ext>
            </a:extLst>
          </p:cNvPr>
          <p:cNvSpPr/>
          <p:nvPr/>
        </p:nvSpPr>
        <p:spPr>
          <a:xfrm>
            <a:off x="176252" y="547210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39" name="사각형: 둥근 모서리 5338">
            <a:extLst>
              <a:ext uri="{FF2B5EF4-FFF2-40B4-BE49-F238E27FC236}">
                <a16:creationId xmlns:a16="http://schemas.microsoft.com/office/drawing/2014/main" id="{119B71F7-36E1-BAAC-6C50-B3A810A656A7}"/>
              </a:ext>
            </a:extLst>
          </p:cNvPr>
          <p:cNvSpPr/>
          <p:nvPr/>
        </p:nvSpPr>
        <p:spPr>
          <a:xfrm>
            <a:off x="751074" y="547210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0" name="사각형: 둥근 모서리 5339">
            <a:extLst>
              <a:ext uri="{FF2B5EF4-FFF2-40B4-BE49-F238E27FC236}">
                <a16:creationId xmlns:a16="http://schemas.microsoft.com/office/drawing/2014/main" id="{2D57BC3A-0B2B-D1EB-3DF0-B8AD8270F4AC}"/>
              </a:ext>
            </a:extLst>
          </p:cNvPr>
          <p:cNvSpPr/>
          <p:nvPr/>
        </p:nvSpPr>
        <p:spPr>
          <a:xfrm>
            <a:off x="1325896" y="547210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1" name="사각형: 둥근 모서리 5340">
            <a:extLst>
              <a:ext uri="{FF2B5EF4-FFF2-40B4-BE49-F238E27FC236}">
                <a16:creationId xmlns:a16="http://schemas.microsoft.com/office/drawing/2014/main" id="{5BA21319-DEBF-EA0B-1480-463AAA2453E2}"/>
              </a:ext>
            </a:extLst>
          </p:cNvPr>
          <p:cNvSpPr/>
          <p:nvPr/>
        </p:nvSpPr>
        <p:spPr>
          <a:xfrm>
            <a:off x="1900718" y="547210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2" name="사각형: 둥근 모서리 5341">
            <a:extLst>
              <a:ext uri="{FF2B5EF4-FFF2-40B4-BE49-F238E27FC236}">
                <a16:creationId xmlns:a16="http://schemas.microsoft.com/office/drawing/2014/main" id="{5D222B4C-A285-0C71-534F-260F41D45CFD}"/>
              </a:ext>
            </a:extLst>
          </p:cNvPr>
          <p:cNvSpPr/>
          <p:nvPr/>
        </p:nvSpPr>
        <p:spPr>
          <a:xfrm>
            <a:off x="2475540" y="547210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3" name="사각형: 둥근 모서리 5342">
            <a:extLst>
              <a:ext uri="{FF2B5EF4-FFF2-40B4-BE49-F238E27FC236}">
                <a16:creationId xmlns:a16="http://schemas.microsoft.com/office/drawing/2014/main" id="{64C51656-B017-7073-2EDD-BB7A23470FC5}"/>
              </a:ext>
            </a:extLst>
          </p:cNvPr>
          <p:cNvSpPr/>
          <p:nvPr/>
        </p:nvSpPr>
        <p:spPr>
          <a:xfrm>
            <a:off x="3050362" y="547210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EE89387-8F87-12AB-DCD4-D7FF7DDC4FB2}"/>
              </a:ext>
            </a:extLst>
          </p:cNvPr>
          <p:cNvSpPr/>
          <p:nvPr/>
        </p:nvSpPr>
        <p:spPr>
          <a:xfrm>
            <a:off x="3625184" y="547210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5D235A6-878C-EED6-A909-FB0FD47DE982}"/>
              </a:ext>
            </a:extLst>
          </p:cNvPr>
          <p:cNvSpPr/>
          <p:nvPr/>
        </p:nvSpPr>
        <p:spPr>
          <a:xfrm>
            <a:off x="4200006" y="547210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D8E8202-994D-A961-CEA7-8E196DFD024E}"/>
              </a:ext>
            </a:extLst>
          </p:cNvPr>
          <p:cNvSpPr/>
          <p:nvPr/>
        </p:nvSpPr>
        <p:spPr>
          <a:xfrm>
            <a:off x="4774828" y="547210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8DE363B-8FAF-7B32-6C81-9FB6E737AE35}"/>
              </a:ext>
            </a:extLst>
          </p:cNvPr>
          <p:cNvSpPr/>
          <p:nvPr/>
        </p:nvSpPr>
        <p:spPr>
          <a:xfrm>
            <a:off x="5349647" y="547210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5" name="사각형: 둥근 모서리 5344">
            <a:extLst>
              <a:ext uri="{FF2B5EF4-FFF2-40B4-BE49-F238E27FC236}">
                <a16:creationId xmlns:a16="http://schemas.microsoft.com/office/drawing/2014/main" id="{2D5FD76C-DDD3-6F0E-27D1-B78AFC81C2FF}"/>
              </a:ext>
            </a:extLst>
          </p:cNvPr>
          <p:cNvSpPr/>
          <p:nvPr/>
        </p:nvSpPr>
        <p:spPr>
          <a:xfrm>
            <a:off x="3050362" y="1615168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6" name="사각형: 둥근 모서리 5345">
            <a:extLst>
              <a:ext uri="{FF2B5EF4-FFF2-40B4-BE49-F238E27FC236}">
                <a16:creationId xmlns:a16="http://schemas.microsoft.com/office/drawing/2014/main" id="{E6415747-3980-545F-171D-5740CAF66A0C}"/>
              </a:ext>
            </a:extLst>
          </p:cNvPr>
          <p:cNvSpPr/>
          <p:nvPr/>
        </p:nvSpPr>
        <p:spPr>
          <a:xfrm>
            <a:off x="2475540" y="1615168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7" name="사각형: 둥근 모서리 5346">
            <a:extLst>
              <a:ext uri="{FF2B5EF4-FFF2-40B4-BE49-F238E27FC236}">
                <a16:creationId xmlns:a16="http://schemas.microsoft.com/office/drawing/2014/main" id="{EA7A420D-8375-08D5-ED2F-A7CC7C477373}"/>
              </a:ext>
            </a:extLst>
          </p:cNvPr>
          <p:cNvSpPr/>
          <p:nvPr/>
        </p:nvSpPr>
        <p:spPr>
          <a:xfrm>
            <a:off x="176252" y="1615168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8" name="사각형: 둥근 모서리 5347">
            <a:extLst>
              <a:ext uri="{FF2B5EF4-FFF2-40B4-BE49-F238E27FC236}">
                <a16:creationId xmlns:a16="http://schemas.microsoft.com/office/drawing/2014/main" id="{FFD85190-F1D2-53CC-80AB-6AAB733D8743}"/>
              </a:ext>
            </a:extLst>
          </p:cNvPr>
          <p:cNvSpPr/>
          <p:nvPr/>
        </p:nvSpPr>
        <p:spPr>
          <a:xfrm>
            <a:off x="751074" y="1615168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9" name="사각형: 둥근 모서리 5348">
            <a:extLst>
              <a:ext uri="{FF2B5EF4-FFF2-40B4-BE49-F238E27FC236}">
                <a16:creationId xmlns:a16="http://schemas.microsoft.com/office/drawing/2014/main" id="{AED241E2-8053-6E48-4A29-56861E116477}"/>
              </a:ext>
            </a:extLst>
          </p:cNvPr>
          <p:cNvSpPr/>
          <p:nvPr/>
        </p:nvSpPr>
        <p:spPr>
          <a:xfrm>
            <a:off x="1325896" y="1615168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0" name="사각형: 둥근 모서리 5349">
            <a:extLst>
              <a:ext uri="{FF2B5EF4-FFF2-40B4-BE49-F238E27FC236}">
                <a16:creationId xmlns:a16="http://schemas.microsoft.com/office/drawing/2014/main" id="{FA52E6D8-4D68-26A3-54E1-61D623EB20CE}"/>
              </a:ext>
            </a:extLst>
          </p:cNvPr>
          <p:cNvSpPr/>
          <p:nvPr/>
        </p:nvSpPr>
        <p:spPr>
          <a:xfrm>
            <a:off x="1900718" y="1615168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A86419A-0C40-2A98-516F-BDFF45F88B38}"/>
              </a:ext>
            </a:extLst>
          </p:cNvPr>
          <p:cNvSpPr/>
          <p:nvPr/>
        </p:nvSpPr>
        <p:spPr>
          <a:xfrm>
            <a:off x="3625184" y="1615168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CFBBBFF-3518-B5DE-A455-0DA75070DC19}"/>
              </a:ext>
            </a:extLst>
          </p:cNvPr>
          <p:cNvSpPr/>
          <p:nvPr/>
        </p:nvSpPr>
        <p:spPr>
          <a:xfrm>
            <a:off x="5349647" y="1615168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BE68B27-08FB-144F-DD80-A5068EE380FA}"/>
              </a:ext>
            </a:extLst>
          </p:cNvPr>
          <p:cNvSpPr/>
          <p:nvPr/>
        </p:nvSpPr>
        <p:spPr>
          <a:xfrm>
            <a:off x="4774828" y="1615168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B712A63-C628-61CB-BB3A-ACFC97ED66EE}"/>
              </a:ext>
            </a:extLst>
          </p:cNvPr>
          <p:cNvSpPr/>
          <p:nvPr/>
        </p:nvSpPr>
        <p:spPr>
          <a:xfrm>
            <a:off x="4200006" y="1615168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D0005B4-5B1B-08C6-95FB-6D3F839A58D8}"/>
              </a:ext>
            </a:extLst>
          </p:cNvPr>
          <p:cNvSpPr/>
          <p:nvPr/>
        </p:nvSpPr>
        <p:spPr>
          <a:xfrm>
            <a:off x="5349647" y="1081189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4" name="사각형: 둥근 모서리 5363">
            <a:extLst>
              <a:ext uri="{FF2B5EF4-FFF2-40B4-BE49-F238E27FC236}">
                <a16:creationId xmlns:a16="http://schemas.microsoft.com/office/drawing/2014/main" id="{C5AD9312-FB46-D86A-1C5C-66D01F5F8FBB}"/>
              </a:ext>
            </a:extLst>
          </p:cNvPr>
          <p:cNvSpPr/>
          <p:nvPr/>
        </p:nvSpPr>
        <p:spPr>
          <a:xfrm>
            <a:off x="176252" y="2149147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750CB0C-EA71-E7E4-58BD-B5AE5D82B668}"/>
              </a:ext>
            </a:extLst>
          </p:cNvPr>
          <p:cNvSpPr/>
          <p:nvPr/>
        </p:nvSpPr>
        <p:spPr>
          <a:xfrm>
            <a:off x="5349647" y="3217105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2" name="사각형: 둥근 모서리 5351">
            <a:extLst>
              <a:ext uri="{FF2B5EF4-FFF2-40B4-BE49-F238E27FC236}">
                <a16:creationId xmlns:a16="http://schemas.microsoft.com/office/drawing/2014/main" id="{27E0CF78-6224-2C53-AA35-262B156E1F04}"/>
              </a:ext>
            </a:extLst>
          </p:cNvPr>
          <p:cNvSpPr/>
          <p:nvPr/>
        </p:nvSpPr>
        <p:spPr>
          <a:xfrm>
            <a:off x="751074" y="2683126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0" name="사각형: 둥근 모서리 5369">
            <a:extLst>
              <a:ext uri="{FF2B5EF4-FFF2-40B4-BE49-F238E27FC236}">
                <a16:creationId xmlns:a16="http://schemas.microsoft.com/office/drawing/2014/main" id="{FC1D9093-FB52-D7F0-D665-18F9A7F38328}"/>
              </a:ext>
            </a:extLst>
          </p:cNvPr>
          <p:cNvSpPr/>
          <p:nvPr/>
        </p:nvSpPr>
        <p:spPr>
          <a:xfrm>
            <a:off x="3050362" y="2683126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1" name="사각형: 둥근 모서리 5370">
            <a:extLst>
              <a:ext uri="{FF2B5EF4-FFF2-40B4-BE49-F238E27FC236}">
                <a16:creationId xmlns:a16="http://schemas.microsoft.com/office/drawing/2014/main" id="{153D3C3F-C9B7-84B2-0708-4124C32951A2}"/>
              </a:ext>
            </a:extLst>
          </p:cNvPr>
          <p:cNvSpPr/>
          <p:nvPr/>
        </p:nvSpPr>
        <p:spPr>
          <a:xfrm>
            <a:off x="2475540" y="2683126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2" name="사각형: 둥근 모서리 5371">
            <a:extLst>
              <a:ext uri="{FF2B5EF4-FFF2-40B4-BE49-F238E27FC236}">
                <a16:creationId xmlns:a16="http://schemas.microsoft.com/office/drawing/2014/main" id="{EE3D467D-832C-6848-5D45-816AD87F0726}"/>
              </a:ext>
            </a:extLst>
          </p:cNvPr>
          <p:cNvSpPr/>
          <p:nvPr/>
        </p:nvSpPr>
        <p:spPr>
          <a:xfrm>
            <a:off x="176252" y="2683126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3" name="사각형: 둥근 모서리 5372">
            <a:extLst>
              <a:ext uri="{FF2B5EF4-FFF2-40B4-BE49-F238E27FC236}">
                <a16:creationId xmlns:a16="http://schemas.microsoft.com/office/drawing/2014/main" id="{7A6C9F05-6C02-6566-B763-D311368D8E71}"/>
              </a:ext>
            </a:extLst>
          </p:cNvPr>
          <p:cNvSpPr/>
          <p:nvPr/>
        </p:nvSpPr>
        <p:spPr>
          <a:xfrm>
            <a:off x="1325896" y="2683126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4" name="사각형: 둥근 모서리 5373">
            <a:extLst>
              <a:ext uri="{FF2B5EF4-FFF2-40B4-BE49-F238E27FC236}">
                <a16:creationId xmlns:a16="http://schemas.microsoft.com/office/drawing/2014/main" id="{991F29B9-134E-2EA8-F580-02AC44787C8D}"/>
              </a:ext>
            </a:extLst>
          </p:cNvPr>
          <p:cNvSpPr/>
          <p:nvPr/>
        </p:nvSpPr>
        <p:spPr>
          <a:xfrm>
            <a:off x="1900718" y="2683126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4392A6B-33CA-AE3D-0AD8-A4735A215D94}"/>
              </a:ext>
            </a:extLst>
          </p:cNvPr>
          <p:cNvSpPr/>
          <p:nvPr/>
        </p:nvSpPr>
        <p:spPr>
          <a:xfrm>
            <a:off x="3625184" y="2683126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962CD83-D5F6-E8C4-2ACF-94D4FA0FD344}"/>
              </a:ext>
            </a:extLst>
          </p:cNvPr>
          <p:cNvSpPr/>
          <p:nvPr/>
        </p:nvSpPr>
        <p:spPr>
          <a:xfrm>
            <a:off x="5349647" y="2683126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71E7DFC-A6EE-3C55-95A6-A778AC9C21F4}"/>
              </a:ext>
            </a:extLst>
          </p:cNvPr>
          <p:cNvSpPr/>
          <p:nvPr/>
        </p:nvSpPr>
        <p:spPr>
          <a:xfrm>
            <a:off x="4774828" y="2683126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CF66A7F-2AC2-4F19-36D3-FF403EEC7B19}"/>
              </a:ext>
            </a:extLst>
          </p:cNvPr>
          <p:cNvSpPr/>
          <p:nvPr/>
        </p:nvSpPr>
        <p:spPr>
          <a:xfrm>
            <a:off x="4200006" y="2683126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4" name="사각형: 둥근 모서리 5353">
            <a:extLst>
              <a:ext uri="{FF2B5EF4-FFF2-40B4-BE49-F238E27FC236}">
                <a16:creationId xmlns:a16="http://schemas.microsoft.com/office/drawing/2014/main" id="{7091F2CE-0714-B00D-44F7-4319DF4813E7}"/>
              </a:ext>
            </a:extLst>
          </p:cNvPr>
          <p:cNvSpPr/>
          <p:nvPr/>
        </p:nvSpPr>
        <p:spPr>
          <a:xfrm>
            <a:off x="751074" y="3751083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5" name="사각형: 둥근 모서리 5374">
            <a:extLst>
              <a:ext uri="{FF2B5EF4-FFF2-40B4-BE49-F238E27FC236}">
                <a16:creationId xmlns:a16="http://schemas.microsoft.com/office/drawing/2014/main" id="{D4884D9B-90AB-3653-3233-7037FB0FED38}"/>
              </a:ext>
            </a:extLst>
          </p:cNvPr>
          <p:cNvSpPr/>
          <p:nvPr/>
        </p:nvSpPr>
        <p:spPr>
          <a:xfrm>
            <a:off x="3050362" y="3751083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6" name="사각형: 둥근 모서리 5375">
            <a:extLst>
              <a:ext uri="{FF2B5EF4-FFF2-40B4-BE49-F238E27FC236}">
                <a16:creationId xmlns:a16="http://schemas.microsoft.com/office/drawing/2014/main" id="{55AD5605-7299-27B8-E6F1-DBD3F0D5FF9D}"/>
              </a:ext>
            </a:extLst>
          </p:cNvPr>
          <p:cNvSpPr/>
          <p:nvPr/>
        </p:nvSpPr>
        <p:spPr>
          <a:xfrm>
            <a:off x="2475540" y="3751083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7" name="사각형: 둥근 모서리 5376">
            <a:extLst>
              <a:ext uri="{FF2B5EF4-FFF2-40B4-BE49-F238E27FC236}">
                <a16:creationId xmlns:a16="http://schemas.microsoft.com/office/drawing/2014/main" id="{4842BCD8-4403-32A2-1CC3-F55B7E034CFB}"/>
              </a:ext>
            </a:extLst>
          </p:cNvPr>
          <p:cNvSpPr/>
          <p:nvPr/>
        </p:nvSpPr>
        <p:spPr>
          <a:xfrm>
            <a:off x="176252" y="3751083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8" name="사각형: 둥근 모서리 5377">
            <a:extLst>
              <a:ext uri="{FF2B5EF4-FFF2-40B4-BE49-F238E27FC236}">
                <a16:creationId xmlns:a16="http://schemas.microsoft.com/office/drawing/2014/main" id="{BB6DEFA3-B90B-721C-54CD-07B1CE0DBC56}"/>
              </a:ext>
            </a:extLst>
          </p:cNvPr>
          <p:cNvSpPr/>
          <p:nvPr/>
        </p:nvSpPr>
        <p:spPr>
          <a:xfrm>
            <a:off x="1325896" y="3751083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9" name="사각형: 둥근 모서리 5378">
            <a:extLst>
              <a:ext uri="{FF2B5EF4-FFF2-40B4-BE49-F238E27FC236}">
                <a16:creationId xmlns:a16="http://schemas.microsoft.com/office/drawing/2014/main" id="{4DCAF549-7D48-8AC3-987D-11094E000617}"/>
              </a:ext>
            </a:extLst>
          </p:cNvPr>
          <p:cNvSpPr/>
          <p:nvPr/>
        </p:nvSpPr>
        <p:spPr>
          <a:xfrm>
            <a:off x="1900718" y="3751083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BADB20E-290E-9CE2-8F8C-20AAE9A42554}"/>
              </a:ext>
            </a:extLst>
          </p:cNvPr>
          <p:cNvSpPr/>
          <p:nvPr/>
        </p:nvSpPr>
        <p:spPr>
          <a:xfrm>
            <a:off x="3625184" y="3751083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8DC3472-3D6E-D2DB-EC8E-4336F596551E}"/>
              </a:ext>
            </a:extLst>
          </p:cNvPr>
          <p:cNvSpPr/>
          <p:nvPr/>
        </p:nvSpPr>
        <p:spPr>
          <a:xfrm>
            <a:off x="5349647" y="3751083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8702936-C97C-BAEE-9542-86A81472E8A2}"/>
              </a:ext>
            </a:extLst>
          </p:cNvPr>
          <p:cNvSpPr/>
          <p:nvPr/>
        </p:nvSpPr>
        <p:spPr>
          <a:xfrm>
            <a:off x="4774828" y="3751083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B272533-270A-7AB0-3A7F-8CC0486CFC41}"/>
              </a:ext>
            </a:extLst>
          </p:cNvPr>
          <p:cNvSpPr/>
          <p:nvPr/>
        </p:nvSpPr>
        <p:spPr>
          <a:xfrm>
            <a:off x="4200006" y="3751083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8E168DF-482E-92DB-15DF-0FA2B00F101F}"/>
              </a:ext>
            </a:extLst>
          </p:cNvPr>
          <p:cNvSpPr/>
          <p:nvPr/>
        </p:nvSpPr>
        <p:spPr>
          <a:xfrm>
            <a:off x="176252" y="4285062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A11A562-00E6-A626-B845-8219B1B9FF0F}"/>
              </a:ext>
            </a:extLst>
          </p:cNvPr>
          <p:cNvSpPr/>
          <p:nvPr/>
        </p:nvSpPr>
        <p:spPr>
          <a:xfrm>
            <a:off x="751074" y="4819041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CBA3A57-1623-389E-6FB9-A05DE0779343}"/>
              </a:ext>
            </a:extLst>
          </p:cNvPr>
          <p:cNvSpPr/>
          <p:nvPr/>
        </p:nvSpPr>
        <p:spPr>
          <a:xfrm>
            <a:off x="3050362" y="4819041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7543980-F4DC-6B3C-A3C8-164BBA005073}"/>
              </a:ext>
            </a:extLst>
          </p:cNvPr>
          <p:cNvSpPr/>
          <p:nvPr/>
        </p:nvSpPr>
        <p:spPr>
          <a:xfrm>
            <a:off x="2475540" y="4819041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FE88D54-8D5D-A861-BB9D-21923BE0E2C7}"/>
              </a:ext>
            </a:extLst>
          </p:cNvPr>
          <p:cNvSpPr/>
          <p:nvPr/>
        </p:nvSpPr>
        <p:spPr>
          <a:xfrm>
            <a:off x="176252" y="4819041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640A59C-9CCD-282E-4835-17BA39C5CE7E}"/>
              </a:ext>
            </a:extLst>
          </p:cNvPr>
          <p:cNvSpPr/>
          <p:nvPr/>
        </p:nvSpPr>
        <p:spPr>
          <a:xfrm>
            <a:off x="1325896" y="4819041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5249E2D-CE38-E561-95CD-C46011AB072C}"/>
              </a:ext>
            </a:extLst>
          </p:cNvPr>
          <p:cNvSpPr/>
          <p:nvPr/>
        </p:nvSpPr>
        <p:spPr>
          <a:xfrm>
            <a:off x="1900718" y="4819041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E37BB70-A425-7EFA-D484-C785CA398D2F}"/>
              </a:ext>
            </a:extLst>
          </p:cNvPr>
          <p:cNvSpPr/>
          <p:nvPr/>
        </p:nvSpPr>
        <p:spPr>
          <a:xfrm>
            <a:off x="3625184" y="4819041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A671026-2AD6-7871-541D-3E589C34F30C}"/>
              </a:ext>
            </a:extLst>
          </p:cNvPr>
          <p:cNvSpPr/>
          <p:nvPr/>
        </p:nvSpPr>
        <p:spPr>
          <a:xfrm>
            <a:off x="5349647" y="4819041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0" name="사각형: 둥근 모서리 5379">
            <a:extLst>
              <a:ext uri="{FF2B5EF4-FFF2-40B4-BE49-F238E27FC236}">
                <a16:creationId xmlns:a16="http://schemas.microsoft.com/office/drawing/2014/main" id="{2BFD4296-B3EB-A37F-3992-797F0FFA2CF0}"/>
              </a:ext>
            </a:extLst>
          </p:cNvPr>
          <p:cNvSpPr/>
          <p:nvPr/>
        </p:nvSpPr>
        <p:spPr>
          <a:xfrm>
            <a:off x="4774828" y="4819041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1" name="사각형: 둥근 모서리 5380">
            <a:extLst>
              <a:ext uri="{FF2B5EF4-FFF2-40B4-BE49-F238E27FC236}">
                <a16:creationId xmlns:a16="http://schemas.microsoft.com/office/drawing/2014/main" id="{54B169F9-10FE-B40A-3C3B-BF6CA0980A05}"/>
              </a:ext>
            </a:extLst>
          </p:cNvPr>
          <p:cNvSpPr/>
          <p:nvPr/>
        </p:nvSpPr>
        <p:spPr>
          <a:xfrm>
            <a:off x="4200006" y="4819041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82" name="사각형: 둥근 모서리 5381">
            <a:extLst>
              <a:ext uri="{FF2B5EF4-FFF2-40B4-BE49-F238E27FC236}">
                <a16:creationId xmlns:a16="http://schemas.microsoft.com/office/drawing/2014/main" id="{F56F192C-30A9-F63D-53D6-1353D5B25048}"/>
              </a:ext>
            </a:extLst>
          </p:cNvPr>
          <p:cNvSpPr/>
          <p:nvPr/>
        </p:nvSpPr>
        <p:spPr>
          <a:xfrm>
            <a:off x="5349647" y="5353020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09" name="사각형: 둥근 모서리 5408">
            <a:extLst>
              <a:ext uri="{FF2B5EF4-FFF2-40B4-BE49-F238E27FC236}">
                <a16:creationId xmlns:a16="http://schemas.microsoft.com/office/drawing/2014/main" id="{F54FA38F-DB92-8D2B-62FD-6B62FE57B14B}"/>
              </a:ext>
            </a:extLst>
          </p:cNvPr>
          <p:cNvSpPr/>
          <p:nvPr/>
        </p:nvSpPr>
        <p:spPr>
          <a:xfrm>
            <a:off x="751074" y="5886999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0" name="사각형: 둥근 모서리 5409">
            <a:extLst>
              <a:ext uri="{FF2B5EF4-FFF2-40B4-BE49-F238E27FC236}">
                <a16:creationId xmlns:a16="http://schemas.microsoft.com/office/drawing/2014/main" id="{C3A5E5A7-9323-C12D-D920-93016558AE39}"/>
              </a:ext>
            </a:extLst>
          </p:cNvPr>
          <p:cNvSpPr/>
          <p:nvPr/>
        </p:nvSpPr>
        <p:spPr>
          <a:xfrm>
            <a:off x="3050362" y="5886999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1" name="사각형: 둥근 모서리 5410">
            <a:extLst>
              <a:ext uri="{FF2B5EF4-FFF2-40B4-BE49-F238E27FC236}">
                <a16:creationId xmlns:a16="http://schemas.microsoft.com/office/drawing/2014/main" id="{EDACF61E-6FCC-B632-EFF9-8047A0FBB702}"/>
              </a:ext>
            </a:extLst>
          </p:cNvPr>
          <p:cNvSpPr/>
          <p:nvPr/>
        </p:nvSpPr>
        <p:spPr>
          <a:xfrm>
            <a:off x="2475540" y="5886999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2" name="사각형: 둥근 모서리 5411">
            <a:extLst>
              <a:ext uri="{FF2B5EF4-FFF2-40B4-BE49-F238E27FC236}">
                <a16:creationId xmlns:a16="http://schemas.microsoft.com/office/drawing/2014/main" id="{1004587B-32D8-4C36-1F75-E46C53B01075}"/>
              </a:ext>
            </a:extLst>
          </p:cNvPr>
          <p:cNvSpPr/>
          <p:nvPr/>
        </p:nvSpPr>
        <p:spPr>
          <a:xfrm>
            <a:off x="176252" y="5886999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3" name="사각형: 둥근 모서리 5412">
            <a:extLst>
              <a:ext uri="{FF2B5EF4-FFF2-40B4-BE49-F238E27FC236}">
                <a16:creationId xmlns:a16="http://schemas.microsoft.com/office/drawing/2014/main" id="{570A7B87-7AFB-B629-FF0D-203E4F0CFCA3}"/>
              </a:ext>
            </a:extLst>
          </p:cNvPr>
          <p:cNvSpPr/>
          <p:nvPr/>
        </p:nvSpPr>
        <p:spPr>
          <a:xfrm>
            <a:off x="1325896" y="5886999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4" name="사각형: 둥근 모서리 5413">
            <a:extLst>
              <a:ext uri="{FF2B5EF4-FFF2-40B4-BE49-F238E27FC236}">
                <a16:creationId xmlns:a16="http://schemas.microsoft.com/office/drawing/2014/main" id="{2BBA0756-7496-28F0-5B5B-A386C08DC52B}"/>
              </a:ext>
            </a:extLst>
          </p:cNvPr>
          <p:cNvSpPr/>
          <p:nvPr/>
        </p:nvSpPr>
        <p:spPr>
          <a:xfrm>
            <a:off x="1900718" y="5886999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5" name="사각형: 둥근 모서리 5414">
            <a:extLst>
              <a:ext uri="{FF2B5EF4-FFF2-40B4-BE49-F238E27FC236}">
                <a16:creationId xmlns:a16="http://schemas.microsoft.com/office/drawing/2014/main" id="{5E005606-B187-0C83-3C1B-C0AC19531D1D}"/>
              </a:ext>
            </a:extLst>
          </p:cNvPr>
          <p:cNvSpPr/>
          <p:nvPr/>
        </p:nvSpPr>
        <p:spPr>
          <a:xfrm>
            <a:off x="3625184" y="5886999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6" name="사각형: 둥근 모서리 5415">
            <a:extLst>
              <a:ext uri="{FF2B5EF4-FFF2-40B4-BE49-F238E27FC236}">
                <a16:creationId xmlns:a16="http://schemas.microsoft.com/office/drawing/2014/main" id="{00E49A6C-D637-6EC9-413C-9EED21EAA8AC}"/>
              </a:ext>
            </a:extLst>
          </p:cNvPr>
          <p:cNvSpPr/>
          <p:nvPr/>
        </p:nvSpPr>
        <p:spPr>
          <a:xfrm>
            <a:off x="5349647" y="5886999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7" name="사각형: 둥근 모서리 5416">
            <a:extLst>
              <a:ext uri="{FF2B5EF4-FFF2-40B4-BE49-F238E27FC236}">
                <a16:creationId xmlns:a16="http://schemas.microsoft.com/office/drawing/2014/main" id="{02569932-7CA8-3C1B-2C8A-DA070343BF45}"/>
              </a:ext>
            </a:extLst>
          </p:cNvPr>
          <p:cNvSpPr/>
          <p:nvPr/>
        </p:nvSpPr>
        <p:spPr>
          <a:xfrm>
            <a:off x="4774828" y="5886999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18" name="사각형: 둥근 모서리 5417">
            <a:extLst>
              <a:ext uri="{FF2B5EF4-FFF2-40B4-BE49-F238E27FC236}">
                <a16:creationId xmlns:a16="http://schemas.microsoft.com/office/drawing/2014/main" id="{8FE78F81-C7B7-7345-35D8-2B02ED0344DC}"/>
              </a:ext>
            </a:extLst>
          </p:cNvPr>
          <p:cNvSpPr/>
          <p:nvPr/>
        </p:nvSpPr>
        <p:spPr>
          <a:xfrm>
            <a:off x="4200006" y="5886999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25" name="사각형: 둥근 모서리 5424">
            <a:extLst>
              <a:ext uri="{FF2B5EF4-FFF2-40B4-BE49-F238E27FC236}">
                <a16:creationId xmlns:a16="http://schemas.microsoft.com/office/drawing/2014/main" id="{140CA146-DB64-41C6-6673-B3271E8791E0}"/>
              </a:ext>
            </a:extLst>
          </p:cNvPr>
          <p:cNvSpPr/>
          <p:nvPr/>
        </p:nvSpPr>
        <p:spPr>
          <a:xfrm>
            <a:off x="176252" y="6420978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2" name="사각형: 둥근 모서리 5431">
            <a:extLst>
              <a:ext uri="{FF2B5EF4-FFF2-40B4-BE49-F238E27FC236}">
                <a16:creationId xmlns:a16="http://schemas.microsoft.com/office/drawing/2014/main" id="{5F77A2D1-C388-0CF8-D674-996C19BAE53B}"/>
              </a:ext>
            </a:extLst>
          </p:cNvPr>
          <p:cNvSpPr/>
          <p:nvPr/>
        </p:nvSpPr>
        <p:spPr>
          <a:xfrm>
            <a:off x="751074" y="6954957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3" name="사각형: 둥근 모서리 5432">
            <a:extLst>
              <a:ext uri="{FF2B5EF4-FFF2-40B4-BE49-F238E27FC236}">
                <a16:creationId xmlns:a16="http://schemas.microsoft.com/office/drawing/2014/main" id="{B49EA4C3-D8A8-79AC-8F22-42C67C612F31}"/>
              </a:ext>
            </a:extLst>
          </p:cNvPr>
          <p:cNvSpPr/>
          <p:nvPr/>
        </p:nvSpPr>
        <p:spPr>
          <a:xfrm>
            <a:off x="3050362" y="6954957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4" name="사각형: 둥근 모서리 5433">
            <a:extLst>
              <a:ext uri="{FF2B5EF4-FFF2-40B4-BE49-F238E27FC236}">
                <a16:creationId xmlns:a16="http://schemas.microsoft.com/office/drawing/2014/main" id="{AE71891E-DDBF-9717-7DEC-DDC91FA14160}"/>
              </a:ext>
            </a:extLst>
          </p:cNvPr>
          <p:cNvSpPr/>
          <p:nvPr/>
        </p:nvSpPr>
        <p:spPr>
          <a:xfrm>
            <a:off x="2475540" y="6954957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5" name="사각형: 둥근 모서리 5434">
            <a:extLst>
              <a:ext uri="{FF2B5EF4-FFF2-40B4-BE49-F238E27FC236}">
                <a16:creationId xmlns:a16="http://schemas.microsoft.com/office/drawing/2014/main" id="{F443C541-BD46-4679-BA6B-5A7B831C8CC8}"/>
              </a:ext>
            </a:extLst>
          </p:cNvPr>
          <p:cNvSpPr/>
          <p:nvPr/>
        </p:nvSpPr>
        <p:spPr>
          <a:xfrm>
            <a:off x="176252" y="6954957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6" name="사각형: 둥근 모서리 5435">
            <a:extLst>
              <a:ext uri="{FF2B5EF4-FFF2-40B4-BE49-F238E27FC236}">
                <a16:creationId xmlns:a16="http://schemas.microsoft.com/office/drawing/2014/main" id="{03431642-59ED-3F18-6C84-76DB5AE621BA}"/>
              </a:ext>
            </a:extLst>
          </p:cNvPr>
          <p:cNvSpPr/>
          <p:nvPr/>
        </p:nvSpPr>
        <p:spPr>
          <a:xfrm>
            <a:off x="1325896" y="6954957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7" name="사각형: 둥근 모서리 5436">
            <a:extLst>
              <a:ext uri="{FF2B5EF4-FFF2-40B4-BE49-F238E27FC236}">
                <a16:creationId xmlns:a16="http://schemas.microsoft.com/office/drawing/2014/main" id="{54490009-62B6-EE8C-4E5F-3F66A0D2BA41}"/>
              </a:ext>
            </a:extLst>
          </p:cNvPr>
          <p:cNvSpPr/>
          <p:nvPr/>
        </p:nvSpPr>
        <p:spPr>
          <a:xfrm>
            <a:off x="1900718" y="6954957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8" name="사각형: 둥근 모서리 5437">
            <a:extLst>
              <a:ext uri="{FF2B5EF4-FFF2-40B4-BE49-F238E27FC236}">
                <a16:creationId xmlns:a16="http://schemas.microsoft.com/office/drawing/2014/main" id="{C82564B1-9168-BD78-1533-177AA592A96C}"/>
              </a:ext>
            </a:extLst>
          </p:cNvPr>
          <p:cNvSpPr/>
          <p:nvPr/>
        </p:nvSpPr>
        <p:spPr>
          <a:xfrm>
            <a:off x="3625184" y="6954957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39" name="사각형: 둥근 모서리 5438">
            <a:extLst>
              <a:ext uri="{FF2B5EF4-FFF2-40B4-BE49-F238E27FC236}">
                <a16:creationId xmlns:a16="http://schemas.microsoft.com/office/drawing/2014/main" id="{07B56CBA-3C8A-CE79-6F8F-99EB5919739E}"/>
              </a:ext>
            </a:extLst>
          </p:cNvPr>
          <p:cNvSpPr/>
          <p:nvPr/>
        </p:nvSpPr>
        <p:spPr>
          <a:xfrm>
            <a:off x="5349647" y="6954957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D703DA4-2A71-9F66-6CBC-AF95BF5EABD0}"/>
              </a:ext>
            </a:extLst>
          </p:cNvPr>
          <p:cNvSpPr/>
          <p:nvPr/>
        </p:nvSpPr>
        <p:spPr>
          <a:xfrm>
            <a:off x="4774828" y="6954957"/>
            <a:ext cx="554197" cy="5094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33EAF2BD-9B19-44A0-1EF4-78C234EAFD86}"/>
              </a:ext>
            </a:extLst>
          </p:cNvPr>
          <p:cNvSpPr/>
          <p:nvPr/>
        </p:nvSpPr>
        <p:spPr>
          <a:xfrm>
            <a:off x="4200006" y="6954957"/>
            <a:ext cx="554197" cy="50949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99</cp:revision>
  <dcterms:created xsi:type="dcterms:W3CDTF">2021-10-29T04:43:38Z</dcterms:created>
  <dcterms:modified xsi:type="dcterms:W3CDTF">2022-10-08T11:48:39Z</dcterms:modified>
</cp:coreProperties>
</file>
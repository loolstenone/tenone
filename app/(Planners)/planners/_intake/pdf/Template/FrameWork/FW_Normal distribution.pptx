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774" y="36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07F6DB98-06CE-4E49-AAFB-28188B1EC14D}"/>
              </a:ext>
            </a:extLst>
          </p:cNvPr>
          <p:cNvGrpSpPr/>
          <p:nvPr/>
        </p:nvGrpSpPr>
        <p:grpSpPr>
          <a:xfrm>
            <a:off x="302419" y="462531"/>
            <a:ext cx="5472112" cy="7019357"/>
            <a:chOff x="230188" y="462531"/>
            <a:chExt cx="5472112" cy="7019357"/>
          </a:xfrm>
        </p:grpSpPr>
        <p:cxnSp>
          <p:nvCxnSpPr>
            <p:cNvPr id="5897" name="직선 연결선 5896">
              <a:extLst>
                <a:ext uri="{FF2B5EF4-FFF2-40B4-BE49-F238E27FC236}">
                  <a16:creationId xmlns:a16="http://schemas.microsoft.com/office/drawing/2014/main" id="{6804E29B-EDCF-4517-BF68-B1A88F3E6908}"/>
                </a:ext>
              </a:extLst>
            </p:cNvPr>
            <p:cNvCxnSpPr>
              <a:cxnSpLocks/>
            </p:cNvCxnSpPr>
            <p:nvPr/>
          </p:nvCxnSpPr>
          <p:spPr>
            <a:xfrm>
              <a:off x="817696" y="3299863"/>
              <a:ext cx="4442769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98" name="직선 연결선 5897">
              <a:extLst>
                <a:ext uri="{FF2B5EF4-FFF2-40B4-BE49-F238E27FC236}">
                  <a16:creationId xmlns:a16="http://schemas.microsoft.com/office/drawing/2014/main" id="{624A3F50-F97F-493B-8509-92C33EB458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7555" y="963029"/>
              <a:ext cx="0" cy="2336834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99" name="자유형: 도형 5898">
              <a:extLst>
                <a:ext uri="{FF2B5EF4-FFF2-40B4-BE49-F238E27FC236}">
                  <a16:creationId xmlns:a16="http://schemas.microsoft.com/office/drawing/2014/main" id="{6F16392D-FAEB-4155-BBAF-8922B0F11282}"/>
                </a:ext>
              </a:extLst>
            </p:cNvPr>
            <p:cNvSpPr/>
            <p:nvPr/>
          </p:nvSpPr>
          <p:spPr>
            <a:xfrm>
              <a:off x="1226993" y="1601281"/>
              <a:ext cx="3753987" cy="1572421"/>
            </a:xfrm>
            <a:custGeom>
              <a:avLst/>
              <a:gdLst>
                <a:gd name="connsiteX0" fmla="*/ 0 w 5421600"/>
                <a:gd name="connsiteY0" fmla="*/ 2436832 h 2465632"/>
                <a:gd name="connsiteX1" fmla="*/ 1108800 w 5421600"/>
                <a:gd name="connsiteY1" fmla="*/ 2141632 h 2465632"/>
                <a:gd name="connsiteX2" fmla="*/ 2016000 w 5421600"/>
                <a:gd name="connsiteY2" fmla="*/ 500032 h 2465632"/>
                <a:gd name="connsiteX3" fmla="*/ 2736000 w 5421600"/>
                <a:gd name="connsiteY3" fmla="*/ 3232 h 2465632"/>
                <a:gd name="connsiteX4" fmla="*/ 3369600 w 5421600"/>
                <a:gd name="connsiteY4" fmla="*/ 384832 h 2465632"/>
                <a:gd name="connsiteX5" fmla="*/ 4255200 w 5421600"/>
                <a:gd name="connsiteY5" fmla="*/ 2055232 h 2465632"/>
                <a:gd name="connsiteX6" fmla="*/ 5421600 w 5421600"/>
                <a:gd name="connsiteY6" fmla="*/ 2465632 h 2465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421600" h="2465632">
                  <a:moveTo>
                    <a:pt x="0" y="2436832"/>
                  </a:moveTo>
                  <a:cubicBezTo>
                    <a:pt x="386400" y="2450632"/>
                    <a:pt x="772800" y="2464432"/>
                    <a:pt x="1108800" y="2141632"/>
                  </a:cubicBezTo>
                  <a:cubicBezTo>
                    <a:pt x="1444800" y="1818832"/>
                    <a:pt x="1744800" y="856432"/>
                    <a:pt x="2016000" y="500032"/>
                  </a:cubicBezTo>
                  <a:cubicBezTo>
                    <a:pt x="2287200" y="143632"/>
                    <a:pt x="2510400" y="22432"/>
                    <a:pt x="2736000" y="3232"/>
                  </a:cubicBezTo>
                  <a:cubicBezTo>
                    <a:pt x="2961600" y="-15968"/>
                    <a:pt x="3116400" y="42832"/>
                    <a:pt x="3369600" y="384832"/>
                  </a:cubicBezTo>
                  <a:cubicBezTo>
                    <a:pt x="3622800" y="726832"/>
                    <a:pt x="3913200" y="1708432"/>
                    <a:pt x="4255200" y="2055232"/>
                  </a:cubicBezTo>
                  <a:cubicBezTo>
                    <a:pt x="4597200" y="2402032"/>
                    <a:pt x="5009400" y="2433832"/>
                    <a:pt x="5421600" y="2465632"/>
                  </a:cubicBezTo>
                </a:path>
              </a:pathLst>
            </a:custGeom>
            <a:noFill/>
            <a:ln w="3175">
              <a:solidFill>
                <a:schemeClr val="bg1">
                  <a:lumMod val="9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43"/>
            </a:p>
          </p:txBody>
        </p:sp>
        <p:grpSp>
          <p:nvGrpSpPr>
            <p:cNvPr id="5900" name="그룹 5899">
              <a:extLst>
                <a:ext uri="{FF2B5EF4-FFF2-40B4-BE49-F238E27FC236}">
                  <a16:creationId xmlns:a16="http://schemas.microsoft.com/office/drawing/2014/main" id="{3F7B1F6E-209E-40A7-A6C8-9026A4378E9A}"/>
                </a:ext>
              </a:extLst>
            </p:cNvPr>
            <p:cNvGrpSpPr/>
            <p:nvPr/>
          </p:nvGrpSpPr>
          <p:grpSpPr>
            <a:xfrm>
              <a:off x="230188" y="3882775"/>
              <a:ext cx="5472112" cy="3599113"/>
              <a:chOff x="1481886" y="6040634"/>
              <a:chExt cx="6006114" cy="4894687"/>
            </a:xfrm>
          </p:grpSpPr>
          <p:cxnSp>
            <p:nvCxnSpPr>
              <p:cNvPr id="5901" name="직선 연결선 5900">
                <a:extLst>
                  <a:ext uri="{FF2B5EF4-FFF2-40B4-BE49-F238E27FC236}">
                    <a16:creationId xmlns:a16="http://schemas.microsoft.com/office/drawing/2014/main" id="{8E026882-D080-4DD9-ACC1-BAE204892769}"/>
                  </a:ext>
                </a:extLst>
              </p:cNvPr>
              <p:cNvCxnSpPr/>
              <p:nvPr/>
            </p:nvCxnSpPr>
            <p:spPr>
              <a:xfrm>
                <a:off x="1481886" y="6417148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02" name="직선 연결선 5901">
                <a:extLst>
                  <a:ext uri="{FF2B5EF4-FFF2-40B4-BE49-F238E27FC236}">
                    <a16:creationId xmlns:a16="http://schemas.microsoft.com/office/drawing/2014/main" id="{52C9D0C3-2D50-4589-843F-03CE1BD339E1}"/>
                  </a:ext>
                </a:extLst>
              </p:cNvPr>
              <p:cNvCxnSpPr/>
              <p:nvPr/>
            </p:nvCxnSpPr>
            <p:spPr>
              <a:xfrm>
                <a:off x="1481886" y="6793662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03" name="직선 연결선 5902">
                <a:extLst>
                  <a:ext uri="{FF2B5EF4-FFF2-40B4-BE49-F238E27FC236}">
                    <a16:creationId xmlns:a16="http://schemas.microsoft.com/office/drawing/2014/main" id="{4C3CF69B-AFA8-4B9D-B331-505205881593}"/>
                  </a:ext>
                </a:extLst>
              </p:cNvPr>
              <p:cNvCxnSpPr/>
              <p:nvPr/>
            </p:nvCxnSpPr>
            <p:spPr>
              <a:xfrm>
                <a:off x="1481886" y="7170176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04" name="직선 연결선 5903">
                <a:extLst>
                  <a:ext uri="{FF2B5EF4-FFF2-40B4-BE49-F238E27FC236}">
                    <a16:creationId xmlns:a16="http://schemas.microsoft.com/office/drawing/2014/main" id="{65D0AD85-BF12-49F7-80B4-3C3061E8CB72}"/>
                  </a:ext>
                </a:extLst>
              </p:cNvPr>
              <p:cNvCxnSpPr/>
              <p:nvPr/>
            </p:nvCxnSpPr>
            <p:spPr>
              <a:xfrm>
                <a:off x="1481886" y="6040634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05" name="직선 연결선 5904">
                <a:extLst>
                  <a:ext uri="{FF2B5EF4-FFF2-40B4-BE49-F238E27FC236}">
                    <a16:creationId xmlns:a16="http://schemas.microsoft.com/office/drawing/2014/main" id="{2105C1DB-363E-4D77-94B0-8D6DE34730CB}"/>
                  </a:ext>
                </a:extLst>
              </p:cNvPr>
              <p:cNvCxnSpPr/>
              <p:nvPr/>
            </p:nvCxnSpPr>
            <p:spPr>
              <a:xfrm>
                <a:off x="1481886" y="7546690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06" name="직선 연결선 5905">
                <a:extLst>
                  <a:ext uri="{FF2B5EF4-FFF2-40B4-BE49-F238E27FC236}">
                    <a16:creationId xmlns:a16="http://schemas.microsoft.com/office/drawing/2014/main" id="{B127616A-19C9-4C45-A66E-D026AF76DDF5}"/>
                  </a:ext>
                </a:extLst>
              </p:cNvPr>
              <p:cNvCxnSpPr/>
              <p:nvPr/>
            </p:nvCxnSpPr>
            <p:spPr>
              <a:xfrm>
                <a:off x="1481886" y="8299718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07" name="직선 연결선 5906">
                <a:extLst>
                  <a:ext uri="{FF2B5EF4-FFF2-40B4-BE49-F238E27FC236}">
                    <a16:creationId xmlns:a16="http://schemas.microsoft.com/office/drawing/2014/main" id="{09CCADD3-C731-43DB-A4F7-A2411194A067}"/>
                  </a:ext>
                </a:extLst>
              </p:cNvPr>
              <p:cNvCxnSpPr/>
              <p:nvPr/>
            </p:nvCxnSpPr>
            <p:spPr>
              <a:xfrm>
                <a:off x="1481886" y="8676232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08" name="직선 연결선 5907">
                <a:extLst>
                  <a:ext uri="{FF2B5EF4-FFF2-40B4-BE49-F238E27FC236}">
                    <a16:creationId xmlns:a16="http://schemas.microsoft.com/office/drawing/2014/main" id="{34F3E976-3AB0-440B-8C9B-D1F6E850838B}"/>
                  </a:ext>
                </a:extLst>
              </p:cNvPr>
              <p:cNvCxnSpPr/>
              <p:nvPr/>
            </p:nvCxnSpPr>
            <p:spPr>
              <a:xfrm>
                <a:off x="1481886" y="9052746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09" name="직선 연결선 5908">
                <a:extLst>
                  <a:ext uri="{FF2B5EF4-FFF2-40B4-BE49-F238E27FC236}">
                    <a16:creationId xmlns:a16="http://schemas.microsoft.com/office/drawing/2014/main" id="{A635A89E-AC11-49BC-BF1A-A7D1C4D24642}"/>
                  </a:ext>
                </a:extLst>
              </p:cNvPr>
              <p:cNvCxnSpPr/>
              <p:nvPr/>
            </p:nvCxnSpPr>
            <p:spPr>
              <a:xfrm>
                <a:off x="1481886" y="7923204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10" name="직선 연결선 5909">
                <a:extLst>
                  <a:ext uri="{FF2B5EF4-FFF2-40B4-BE49-F238E27FC236}">
                    <a16:creationId xmlns:a16="http://schemas.microsoft.com/office/drawing/2014/main" id="{24A24CDD-AD92-4506-A188-A3F7583A59A3}"/>
                  </a:ext>
                </a:extLst>
              </p:cNvPr>
              <p:cNvCxnSpPr/>
              <p:nvPr/>
            </p:nvCxnSpPr>
            <p:spPr>
              <a:xfrm>
                <a:off x="1481886" y="9429260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11" name="직선 연결선 5910">
                <a:extLst>
                  <a:ext uri="{FF2B5EF4-FFF2-40B4-BE49-F238E27FC236}">
                    <a16:creationId xmlns:a16="http://schemas.microsoft.com/office/drawing/2014/main" id="{FDF42368-2EE3-48C3-A389-F6BF6726D5D2}"/>
                  </a:ext>
                </a:extLst>
              </p:cNvPr>
              <p:cNvCxnSpPr/>
              <p:nvPr/>
            </p:nvCxnSpPr>
            <p:spPr>
              <a:xfrm>
                <a:off x="1481886" y="10182288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12" name="직선 연결선 5911">
                <a:extLst>
                  <a:ext uri="{FF2B5EF4-FFF2-40B4-BE49-F238E27FC236}">
                    <a16:creationId xmlns:a16="http://schemas.microsoft.com/office/drawing/2014/main" id="{A2F17F8F-83F9-479E-9674-3423E4884F6B}"/>
                  </a:ext>
                </a:extLst>
              </p:cNvPr>
              <p:cNvCxnSpPr/>
              <p:nvPr/>
            </p:nvCxnSpPr>
            <p:spPr>
              <a:xfrm>
                <a:off x="1481886" y="10558802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13" name="직선 연결선 5912">
                <a:extLst>
                  <a:ext uri="{FF2B5EF4-FFF2-40B4-BE49-F238E27FC236}">
                    <a16:creationId xmlns:a16="http://schemas.microsoft.com/office/drawing/2014/main" id="{860BBFBB-CCAB-492C-B431-20B71AB21330}"/>
                  </a:ext>
                </a:extLst>
              </p:cNvPr>
              <p:cNvCxnSpPr/>
              <p:nvPr/>
            </p:nvCxnSpPr>
            <p:spPr>
              <a:xfrm>
                <a:off x="1481886" y="10935321"/>
                <a:ext cx="6006114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14" name="직선 연결선 5913">
                <a:extLst>
                  <a:ext uri="{FF2B5EF4-FFF2-40B4-BE49-F238E27FC236}">
                    <a16:creationId xmlns:a16="http://schemas.microsoft.com/office/drawing/2014/main" id="{D5280356-C541-4E2F-85D2-A5155F8C1F7F}"/>
                  </a:ext>
                </a:extLst>
              </p:cNvPr>
              <p:cNvCxnSpPr/>
              <p:nvPr/>
            </p:nvCxnSpPr>
            <p:spPr>
              <a:xfrm>
                <a:off x="1481886" y="9805774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915" name="직선 연결선 5914">
              <a:extLst>
                <a:ext uri="{FF2B5EF4-FFF2-40B4-BE49-F238E27FC236}">
                  <a16:creationId xmlns:a16="http://schemas.microsoft.com/office/drawing/2014/main" id="{AFF02FB3-F391-4A77-8F36-3ED0E351530B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16" name="직선 연결선 5915">
              <a:extLst>
                <a:ext uri="{FF2B5EF4-FFF2-40B4-BE49-F238E27FC236}">
                  <a16:creationId xmlns:a16="http://schemas.microsoft.com/office/drawing/2014/main" id="{9F2D3496-9A72-4B8F-A78F-119AFA281827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17" name="자유형: 도형 5916">
              <a:extLst>
                <a:ext uri="{FF2B5EF4-FFF2-40B4-BE49-F238E27FC236}">
                  <a16:creationId xmlns:a16="http://schemas.microsoft.com/office/drawing/2014/main" id="{321A9DB3-1704-4B30-A02E-4439A78ABB53}"/>
                </a:ext>
              </a:extLst>
            </p:cNvPr>
            <p:cNvSpPr/>
            <p:nvPr/>
          </p:nvSpPr>
          <p:spPr>
            <a:xfrm>
              <a:off x="1226993" y="883993"/>
              <a:ext cx="3753987" cy="2289709"/>
            </a:xfrm>
            <a:custGeom>
              <a:avLst/>
              <a:gdLst>
                <a:gd name="connsiteX0" fmla="*/ 0 w 5421600"/>
                <a:gd name="connsiteY0" fmla="*/ 2436832 h 2465632"/>
                <a:gd name="connsiteX1" fmla="*/ 1108800 w 5421600"/>
                <a:gd name="connsiteY1" fmla="*/ 2141632 h 2465632"/>
                <a:gd name="connsiteX2" fmla="*/ 2016000 w 5421600"/>
                <a:gd name="connsiteY2" fmla="*/ 500032 h 2465632"/>
                <a:gd name="connsiteX3" fmla="*/ 2736000 w 5421600"/>
                <a:gd name="connsiteY3" fmla="*/ 3232 h 2465632"/>
                <a:gd name="connsiteX4" fmla="*/ 3369600 w 5421600"/>
                <a:gd name="connsiteY4" fmla="*/ 384832 h 2465632"/>
                <a:gd name="connsiteX5" fmla="*/ 4255200 w 5421600"/>
                <a:gd name="connsiteY5" fmla="*/ 2055232 h 2465632"/>
                <a:gd name="connsiteX6" fmla="*/ 5421600 w 5421600"/>
                <a:gd name="connsiteY6" fmla="*/ 2465632 h 2465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421600" h="2465632">
                  <a:moveTo>
                    <a:pt x="0" y="2436832"/>
                  </a:moveTo>
                  <a:cubicBezTo>
                    <a:pt x="386400" y="2450632"/>
                    <a:pt x="772800" y="2464432"/>
                    <a:pt x="1108800" y="2141632"/>
                  </a:cubicBezTo>
                  <a:cubicBezTo>
                    <a:pt x="1444800" y="1818832"/>
                    <a:pt x="1744800" y="856432"/>
                    <a:pt x="2016000" y="500032"/>
                  </a:cubicBezTo>
                  <a:cubicBezTo>
                    <a:pt x="2287200" y="143632"/>
                    <a:pt x="2510400" y="22432"/>
                    <a:pt x="2736000" y="3232"/>
                  </a:cubicBezTo>
                  <a:cubicBezTo>
                    <a:pt x="2961600" y="-15968"/>
                    <a:pt x="3116400" y="42832"/>
                    <a:pt x="3369600" y="384832"/>
                  </a:cubicBezTo>
                  <a:cubicBezTo>
                    <a:pt x="3622800" y="726832"/>
                    <a:pt x="3913200" y="1708432"/>
                    <a:pt x="4255200" y="2055232"/>
                  </a:cubicBezTo>
                  <a:cubicBezTo>
                    <a:pt x="4597200" y="2402032"/>
                    <a:pt x="5009400" y="2433832"/>
                    <a:pt x="5421600" y="2465632"/>
                  </a:cubicBezTo>
                </a:path>
              </a:pathLst>
            </a:custGeom>
            <a:noFill/>
            <a:ln w="3175">
              <a:solidFill>
                <a:schemeClr val="bg1">
                  <a:lumMod val="9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43"/>
            </a:p>
          </p:txBody>
        </p:sp>
        <p:sp>
          <p:nvSpPr>
            <p:cNvPr id="5938" name="자유형: 도형 5937">
              <a:extLst>
                <a:ext uri="{FF2B5EF4-FFF2-40B4-BE49-F238E27FC236}">
                  <a16:creationId xmlns:a16="http://schemas.microsoft.com/office/drawing/2014/main" id="{BE09E2CE-8A17-40F4-A1E5-5CE34E9EBDD7}"/>
                </a:ext>
              </a:extLst>
            </p:cNvPr>
            <p:cNvSpPr/>
            <p:nvPr/>
          </p:nvSpPr>
          <p:spPr>
            <a:xfrm>
              <a:off x="1979203" y="883993"/>
              <a:ext cx="2249566" cy="2289709"/>
            </a:xfrm>
            <a:custGeom>
              <a:avLst/>
              <a:gdLst>
                <a:gd name="connsiteX0" fmla="*/ 0 w 5421600"/>
                <a:gd name="connsiteY0" fmla="*/ 2436832 h 2465632"/>
                <a:gd name="connsiteX1" fmla="*/ 1108800 w 5421600"/>
                <a:gd name="connsiteY1" fmla="*/ 2141632 h 2465632"/>
                <a:gd name="connsiteX2" fmla="*/ 2016000 w 5421600"/>
                <a:gd name="connsiteY2" fmla="*/ 500032 h 2465632"/>
                <a:gd name="connsiteX3" fmla="*/ 2736000 w 5421600"/>
                <a:gd name="connsiteY3" fmla="*/ 3232 h 2465632"/>
                <a:gd name="connsiteX4" fmla="*/ 3369600 w 5421600"/>
                <a:gd name="connsiteY4" fmla="*/ 384832 h 2465632"/>
                <a:gd name="connsiteX5" fmla="*/ 4255200 w 5421600"/>
                <a:gd name="connsiteY5" fmla="*/ 2055232 h 2465632"/>
                <a:gd name="connsiteX6" fmla="*/ 5421600 w 5421600"/>
                <a:gd name="connsiteY6" fmla="*/ 2465632 h 2465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421600" h="2465632">
                  <a:moveTo>
                    <a:pt x="0" y="2436832"/>
                  </a:moveTo>
                  <a:cubicBezTo>
                    <a:pt x="386400" y="2450632"/>
                    <a:pt x="772800" y="2464432"/>
                    <a:pt x="1108800" y="2141632"/>
                  </a:cubicBezTo>
                  <a:cubicBezTo>
                    <a:pt x="1444800" y="1818832"/>
                    <a:pt x="1744800" y="856432"/>
                    <a:pt x="2016000" y="500032"/>
                  </a:cubicBezTo>
                  <a:cubicBezTo>
                    <a:pt x="2287200" y="143632"/>
                    <a:pt x="2510400" y="22432"/>
                    <a:pt x="2736000" y="3232"/>
                  </a:cubicBezTo>
                  <a:cubicBezTo>
                    <a:pt x="2961600" y="-15968"/>
                    <a:pt x="3116400" y="42832"/>
                    <a:pt x="3369600" y="384832"/>
                  </a:cubicBezTo>
                  <a:cubicBezTo>
                    <a:pt x="3622800" y="726832"/>
                    <a:pt x="3913200" y="1708432"/>
                    <a:pt x="4255200" y="2055232"/>
                  </a:cubicBezTo>
                  <a:cubicBezTo>
                    <a:pt x="4597200" y="2402032"/>
                    <a:pt x="5009400" y="2433832"/>
                    <a:pt x="5421600" y="2465632"/>
                  </a:cubicBezTo>
                </a:path>
              </a:pathLst>
            </a:custGeom>
            <a:noFill/>
            <a:ln w="3175">
              <a:solidFill>
                <a:schemeClr val="bg1">
                  <a:lumMod val="9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43"/>
            </a:p>
          </p:txBody>
        </p:sp>
        <p:sp>
          <p:nvSpPr>
            <p:cNvPr id="5939" name="자유형: 도형 5938">
              <a:extLst>
                <a:ext uri="{FF2B5EF4-FFF2-40B4-BE49-F238E27FC236}">
                  <a16:creationId xmlns:a16="http://schemas.microsoft.com/office/drawing/2014/main" id="{1B006E9F-B2CD-447E-984A-3631F595D9F6}"/>
                </a:ext>
              </a:extLst>
            </p:cNvPr>
            <p:cNvSpPr/>
            <p:nvPr/>
          </p:nvSpPr>
          <p:spPr>
            <a:xfrm>
              <a:off x="1226993" y="836287"/>
              <a:ext cx="2249566" cy="2289709"/>
            </a:xfrm>
            <a:custGeom>
              <a:avLst/>
              <a:gdLst>
                <a:gd name="connsiteX0" fmla="*/ 0 w 5421600"/>
                <a:gd name="connsiteY0" fmla="*/ 2436832 h 2465632"/>
                <a:gd name="connsiteX1" fmla="*/ 1108800 w 5421600"/>
                <a:gd name="connsiteY1" fmla="*/ 2141632 h 2465632"/>
                <a:gd name="connsiteX2" fmla="*/ 2016000 w 5421600"/>
                <a:gd name="connsiteY2" fmla="*/ 500032 h 2465632"/>
                <a:gd name="connsiteX3" fmla="*/ 2736000 w 5421600"/>
                <a:gd name="connsiteY3" fmla="*/ 3232 h 2465632"/>
                <a:gd name="connsiteX4" fmla="*/ 3369600 w 5421600"/>
                <a:gd name="connsiteY4" fmla="*/ 384832 h 2465632"/>
                <a:gd name="connsiteX5" fmla="*/ 4255200 w 5421600"/>
                <a:gd name="connsiteY5" fmla="*/ 2055232 h 2465632"/>
                <a:gd name="connsiteX6" fmla="*/ 5421600 w 5421600"/>
                <a:gd name="connsiteY6" fmla="*/ 2465632 h 2465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421600" h="2465632">
                  <a:moveTo>
                    <a:pt x="0" y="2436832"/>
                  </a:moveTo>
                  <a:cubicBezTo>
                    <a:pt x="386400" y="2450632"/>
                    <a:pt x="772800" y="2464432"/>
                    <a:pt x="1108800" y="2141632"/>
                  </a:cubicBezTo>
                  <a:cubicBezTo>
                    <a:pt x="1444800" y="1818832"/>
                    <a:pt x="1744800" y="856432"/>
                    <a:pt x="2016000" y="500032"/>
                  </a:cubicBezTo>
                  <a:cubicBezTo>
                    <a:pt x="2287200" y="143632"/>
                    <a:pt x="2510400" y="22432"/>
                    <a:pt x="2736000" y="3232"/>
                  </a:cubicBezTo>
                  <a:cubicBezTo>
                    <a:pt x="2961600" y="-15968"/>
                    <a:pt x="3116400" y="42832"/>
                    <a:pt x="3369600" y="384832"/>
                  </a:cubicBezTo>
                  <a:cubicBezTo>
                    <a:pt x="3622800" y="726832"/>
                    <a:pt x="3913200" y="1708432"/>
                    <a:pt x="4255200" y="2055232"/>
                  </a:cubicBezTo>
                  <a:cubicBezTo>
                    <a:pt x="4597200" y="2402032"/>
                    <a:pt x="5009400" y="2433832"/>
                    <a:pt x="5421600" y="2465632"/>
                  </a:cubicBezTo>
                </a:path>
              </a:pathLst>
            </a:custGeom>
            <a:noFill/>
            <a:ln w="3175">
              <a:solidFill>
                <a:schemeClr val="bg1">
                  <a:lumMod val="9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43"/>
            </a:p>
          </p:txBody>
        </p:sp>
        <p:sp>
          <p:nvSpPr>
            <p:cNvPr id="5940" name="자유형: 도형 5939">
              <a:extLst>
                <a:ext uri="{FF2B5EF4-FFF2-40B4-BE49-F238E27FC236}">
                  <a16:creationId xmlns:a16="http://schemas.microsoft.com/office/drawing/2014/main" id="{4AE5BDBA-06D0-4B39-A32F-BF98054A4D60}"/>
                </a:ext>
              </a:extLst>
            </p:cNvPr>
            <p:cNvSpPr/>
            <p:nvPr/>
          </p:nvSpPr>
          <p:spPr>
            <a:xfrm>
              <a:off x="2731414" y="836287"/>
              <a:ext cx="2249566" cy="2289709"/>
            </a:xfrm>
            <a:custGeom>
              <a:avLst/>
              <a:gdLst>
                <a:gd name="connsiteX0" fmla="*/ 0 w 5421600"/>
                <a:gd name="connsiteY0" fmla="*/ 2436832 h 2465632"/>
                <a:gd name="connsiteX1" fmla="*/ 1108800 w 5421600"/>
                <a:gd name="connsiteY1" fmla="*/ 2141632 h 2465632"/>
                <a:gd name="connsiteX2" fmla="*/ 2016000 w 5421600"/>
                <a:gd name="connsiteY2" fmla="*/ 500032 h 2465632"/>
                <a:gd name="connsiteX3" fmla="*/ 2736000 w 5421600"/>
                <a:gd name="connsiteY3" fmla="*/ 3232 h 2465632"/>
                <a:gd name="connsiteX4" fmla="*/ 3369600 w 5421600"/>
                <a:gd name="connsiteY4" fmla="*/ 384832 h 2465632"/>
                <a:gd name="connsiteX5" fmla="*/ 4255200 w 5421600"/>
                <a:gd name="connsiteY5" fmla="*/ 2055232 h 2465632"/>
                <a:gd name="connsiteX6" fmla="*/ 5421600 w 5421600"/>
                <a:gd name="connsiteY6" fmla="*/ 2465632 h 2465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421600" h="2465632">
                  <a:moveTo>
                    <a:pt x="0" y="2436832"/>
                  </a:moveTo>
                  <a:cubicBezTo>
                    <a:pt x="386400" y="2450632"/>
                    <a:pt x="772800" y="2464432"/>
                    <a:pt x="1108800" y="2141632"/>
                  </a:cubicBezTo>
                  <a:cubicBezTo>
                    <a:pt x="1444800" y="1818832"/>
                    <a:pt x="1744800" y="856432"/>
                    <a:pt x="2016000" y="500032"/>
                  </a:cubicBezTo>
                  <a:cubicBezTo>
                    <a:pt x="2287200" y="143632"/>
                    <a:pt x="2510400" y="22432"/>
                    <a:pt x="2736000" y="3232"/>
                  </a:cubicBezTo>
                  <a:cubicBezTo>
                    <a:pt x="2961600" y="-15968"/>
                    <a:pt x="3116400" y="42832"/>
                    <a:pt x="3369600" y="384832"/>
                  </a:cubicBezTo>
                  <a:cubicBezTo>
                    <a:pt x="3622800" y="726832"/>
                    <a:pt x="3913200" y="1708432"/>
                    <a:pt x="4255200" y="2055232"/>
                  </a:cubicBezTo>
                  <a:cubicBezTo>
                    <a:pt x="4597200" y="2402032"/>
                    <a:pt x="5009400" y="2433832"/>
                    <a:pt x="5421600" y="2465632"/>
                  </a:cubicBezTo>
                </a:path>
              </a:pathLst>
            </a:custGeom>
            <a:noFill/>
            <a:ln w="3175">
              <a:solidFill>
                <a:schemeClr val="bg1">
                  <a:lumMod val="9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43"/>
            </a:p>
          </p:txBody>
        </p:sp>
        <p:sp>
          <p:nvSpPr>
            <p:cNvPr id="5941" name="Line 10">
              <a:extLst>
                <a:ext uri="{FF2B5EF4-FFF2-40B4-BE49-F238E27FC236}">
                  <a16:creationId xmlns:a16="http://schemas.microsoft.com/office/drawing/2014/main" id="{4BC4FFC9-1257-46FF-AC4A-D55A364F8A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03986" y="3245260"/>
              <a:ext cx="0" cy="126161"/>
            </a:xfrm>
            <a:prstGeom prst="line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sz="1643"/>
            </a:p>
          </p:txBody>
        </p:sp>
      </p:grpSp>
      <p:sp>
        <p:nvSpPr>
          <p:cNvPr id="29" name="TextBox 185">
            <a:hlinkClick r:id="rId2"/>
            <a:extLst>
              <a:ext uri="{FF2B5EF4-FFF2-40B4-BE49-F238E27FC236}">
                <a16:creationId xmlns:a16="http://schemas.microsoft.com/office/drawing/2014/main" id="{E0A2A849-D3E2-43FD-9BDD-D4802BA25862}"/>
              </a:ext>
            </a:extLst>
          </p:cNvPr>
          <p:cNvSpPr txBox="1"/>
          <p:nvPr/>
        </p:nvSpPr>
        <p:spPr>
          <a:xfrm>
            <a:off x="5233839" y="7553348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0" name="TextBox 186">
            <a:hlinkClick r:id="rId3"/>
            <a:extLst>
              <a:ext uri="{FF2B5EF4-FFF2-40B4-BE49-F238E27FC236}">
                <a16:creationId xmlns:a16="http://schemas.microsoft.com/office/drawing/2014/main" id="{7321ABBC-195B-4AAD-A409-65135CCDA34B}"/>
              </a:ext>
            </a:extLst>
          </p:cNvPr>
          <p:cNvSpPr txBox="1"/>
          <p:nvPr/>
        </p:nvSpPr>
        <p:spPr>
          <a:xfrm>
            <a:off x="2525732" y="7553348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1" name="TextBox 184">
            <a:hlinkClick r:id="rId4"/>
            <a:extLst>
              <a:ext uri="{FF2B5EF4-FFF2-40B4-BE49-F238E27FC236}">
                <a16:creationId xmlns:a16="http://schemas.microsoft.com/office/drawing/2014/main" id="{0AA75180-D785-4884-9C08-A99D8D7AD383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272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99</cp:revision>
  <dcterms:created xsi:type="dcterms:W3CDTF">2021-10-29T04:43:38Z</dcterms:created>
  <dcterms:modified xsi:type="dcterms:W3CDTF">2021-12-14T04:33:15Z</dcterms:modified>
</cp:coreProperties>
</file>
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0" name="그룹 23889">
            <a:extLst>
              <a:ext uri="{FF2B5EF4-FFF2-40B4-BE49-F238E27FC236}">
                <a16:creationId xmlns:a16="http://schemas.microsoft.com/office/drawing/2014/main" id="{FE210948-9279-41C8-AD18-FE384333FC9E}"/>
              </a:ext>
            </a:extLst>
          </p:cNvPr>
          <p:cNvGrpSpPr/>
          <p:nvPr/>
        </p:nvGrpSpPr>
        <p:grpSpPr>
          <a:xfrm>
            <a:off x="302419" y="462531"/>
            <a:ext cx="5472112" cy="7019355"/>
            <a:chOff x="230188" y="462531"/>
            <a:chExt cx="5472112" cy="7019355"/>
          </a:xfrm>
        </p:grpSpPr>
        <p:grpSp>
          <p:nvGrpSpPr>
            <p:cNvPr id="5601" name="그룹 5600">
              <a:extLst>
                <a:ext uri="{FF2B5EF4-FFF2-40B4-BE49-F238E27FC236}">
                  <a16:creationId xmlns:a16="http://schemas.microsoft.com/office/drawing/2014/main" id="{84093C57-7DB9-42C4-AC45-6997A83C794F}"/>
                </a:ext>
              </a:extLst>
            </p:cNvPr>
            <p:cNvGrpSpPr/>
            <p:nvPr/>
          </p:nvGrpSpPr>
          <p:grpSpPr>
            <a:xfrm>
              <a:off x="525680" y="718807"/>
              <a:ext cx="4881128" cy="3383808"/>
              <a:chOff x="251183" y="579803"/>
              <a:chExt cx="6392758" cy="4431733"/>
            </a:xfrm>
          </p:grpSpPr>
          <p:cxnSp>
            <p:nvCxnSpPr>
              <p:cNvPr id="5602" name="직선 연결선 5601">
                <a:extLst>
                  <a:ext uri="{FF2B5EF4-FFF2-40B4-BE49-F238E27FC236}">
                    <a16:creationId xmlns:a16="http://schemas.microsoft.com/office/drawing/2014/main" id="{F76091F9-9992-42C8-B042-D83F699681A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4540698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3" name="직선 연결선 5602">
                <a:extLst>
                  <a:ext uri="{FF2B5EF4-FFF2-40B4-BE49-F238E27FC236}">
                    <a16:creationId xmlns:a16="http://schemas.microsoft.com/office/drawing/2014/main" id="{48EE1600-A50E-4C03-AB73-51A3274D7D7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423186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4" name="직선 연결선 5603">
                <a:extLst>
                  <a:ext uri="{FF2B5EF4-FFF2-40B4-BE49-F238E27FC236}">
                    <a16:creationId xmlns:a16="http://schemas.microsoft.com/office/drawing/2014/main" id="{1AC35AAA-FFA1-444E-8581-B7E9FB9A8E4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3923022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5" name="직선 연결선 5604">
                <a:extLst>
                  <a:ext uri="{FF2B5EF4-FFF2-40B4-BE49-F238E27FC236}">
                    <a16:creationId xmlns:a16="http://schemas.microsoft.com/office/drawing/2014/main" id="{B8DA05D2-505D-4637-8137-2AD08137D51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3614184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6" name="직선 연결선 5605">
                <a:extLst>
                  <a:ext uri="{FF2B5EF4-FFF2-40B4-BE49-F238E27FC236}">
                    <a16:creationId xmlns:a16="http://schemas.microsoft.com/office/drawing/2014/main" id="{B71BC67E-BC89-4AFE-8379-B29E50ECC8B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3305346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7" name="직선 연결선 5606">
                <a:extLst>
                  <a:ext uri="{FF2B5EF4-FFF2-40B4-BE49-F238E27FC236}">
                    <a16:creationId xmlns:a16="http://schemas.microsoft.com/office/drawing/2014/main" id="{8AE61911-1733-471A-8955-CDAE2DFB74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2996508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8" name="직선 연결선 5607">
                <a:extLst>
                  <a:ext uri="{FF2B5EF4-FFF2-40B4-BE49-F238E27FC236}">
                    <a16:creationId xmlns:a16="http://schemas.microsoft.com/office/drawing/2014/main" id="{BA86FCA7-2000-41AC-8AE3-0A5D1EB4F9A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268767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9" name="직선 연결선 5608">
                <a:extLst>
                  <a:ext uri="{FF2B5EF4-FFF2-40B4-BE49-F238E27FC236}">
                    <a16:creationId xmlns:a16="http://schemas.microsoft.com/office/drawing/2014/main" id="{341A4D39-5597-405A-9301-49B2B102A45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2378832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0" name="직선 연결선 5609">
                <a:extLst>
                  <a:ext uri="{FF2B5EF4-FFF2-40B4-BE49-F238E27FC236}">
                    <a16:creationId xmlns:a16="http://schemas.microsoft.com/office/drawing/2014/main" id="{8B61EA6E-ECFE-453F-BFCA-8DAB2620288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2069994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1" name="직선 연결선 5610">
                <a:extLst>
                  <a:ext uri="{FF2B5EF4-FFF2-40B4-BE49-F238E27FC236}">
                    <a16:creationId xmlns:a16="http://schemas.microsoft.com/office/drawing/2014/main" id="{31C8465B-B5AE-4540-BDC4-AD2C76BD29C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1761156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2" name="직선 연결선 5611">
                <a:extLst>
                  <a:ext uri="{FF2B5EF4-FFF2-40B4-BE49-F238E27FC236}">
                    <a16:creationId xmlns:a16="http://schemas.microsoft.com/office/drawing/2014/main" id="{AF290C98-A150-4F06-BBCE-C8B0C048B09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1452318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3" name="직선 연결선 5612">
                <a:extLst>
                  <a:ext uri="{FF2B5EF4-FFF2-40B4-BE49-F238E27FC236}">
                    <a16:creationId xmlns:a16="http://schemas.microsoft.com/office/drawing/2014/main" id="{BDF4B98E-C742-4E65-84B6-886E929D7A9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1143480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4" name="직선 연결선 5613">
                <a:extLst>
                  <a:ext uri="{FF2B5EF4-FFF2-40B4-BE49-F238E27FC236}">
                    <a16:creationId xmlns:a16="http://schemas.microsoft.com/office/drawing/2014/main" id="{871AFFD4-4FEC-417F-9F78-375D9D41CEA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834642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5" name="직선 연결선 5614">
                <a:extLst>
                  <a:ext uri="{FF2B5EF4-FFF2-40B4-BE49-F238E27FC236}">
                    <a16:creationId xmlns:a16="http://schemas.microsoft.com/office/drawing/2014/main" id="{2EEB95A4-1758-43C9-8531-5E7099DF9EA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525804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6" name="직선 연결선 5615">
                <a:extLst>
                  <a:ext uri="{FF2B5EF4-FFF2-40B4-BE49-F238E27FC236}">
                    <a16:creationId xmlns:a16="http://schemas.microsoft.com/office/drawing/2014/main" id="{E97C9D4A-1023-40CF-A259-1BA44C20C2D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4713376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7" name="직선 연결선 5616">
                <a:extLst>
                  <a:ext uri="{FF2B5EF4-FFF2-40B4-BE49-F238E27FC236}">
                    <a16:creationId xmlns:a16="http://schemas.microsoft.com/office/drawing/2014/main" id="{435664A7-E043-48B3-AE94-7B2417E3EE0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4404539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8" name="직선 연결선 5617">
                <a:extLst>
                  <a:ext uri="{FF2B5EF4-FFF2-40B4-BE49-F238E27FC236}">
                    <a16:creationId xmlns:a16="http://schemas.microsoft.com/office/drawing/2014/main" id="{3E523393-CD71-4834-80C7-17F426CFA37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4095701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9" name="직선 연결선 5618">
                <a:extLst>
                  <a:ext uri="{FF2B5EF4-FFF2-40B4-BE49-F238E27FC236}">
                    <a16:creationId xmlns:a16="http://schemas.microsoft.com/office/drawing/2014/main" id="{0734B5B6-A40A-405E-8865-35DABB2BD61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3786863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0" name="직선 연결선 5619">
                <a:extLst>
                  <a:ext uri="{FF2B5EF4-FFF2-40B4-BE49-F238E27FC236}">
                    <a16:creationId xmlns:a16="http://schemas.microsoft.com/office/drawing/2014/main" id="{50107716-A12C-4A1F-B643-87CC2169FF4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3478025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1" name="직선 연결선 5620">
                <a:extLst>
                  <a:ext uri="{FF2B5EF4-FFF2-40B4-BE49-F238E27FC236}">
                    <a16:creationId xmlns:a16="http://schemas.microsoft.com/office/drawing/2014/main" id="{C3509E49-FBDA-42CF-AE5A-01E4D9666AB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3169187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2" name="직선 연결선 5621">
                <a:extLst>
                  <a:ext uri="{FF2B5EF4-FFF2-40B4-BE49-F238E27FC236}">
                    <a16:creationId xmlns:a16="http://schemas.microsoft.com/office/drawing/2014/main" id="{20CADE06-C237-4EA3-BED5-1A5F1E7A04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2860349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3" name="직선 연결선 5622">
                <a:extLst>
                  <a:ext uri="{FF2B5EF4-FFF2-40B4-BE49-F238E27FC236}">
                    <a16:creationId xmlns:a16="http://schemas.microsoft.com/office/drawing/2014/main" id="{7E652B6A-7DC0-4B7A-816F-A10BC27C745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2551511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4" name="직선 연결선 5623">
                <a:extLst>
                  <a:ext uri="{FF2B5EF4-FFF2-40B4-BE49-F238E27FC236}">
                    <a16:creationId xmlns:a16="http://schemas.microsoft.com/office/drawing/2014/main" id="{E3B52CD4-BB05-43D5-800F-4373FE3AD04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2242673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5" name="직선 연결선 5624">
                <a:extLst>
                  <a:ext uri="{FF2B5EF4-FFF2-40B4-BE49-F238E27FC236}">
                    <a16:creationId xmlns:a16="http://schemas.microsoft.com/office/drawing/2014/main" id="{02B4374D-E33C-4629-9CD5-4797779D5B0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1933835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6" name="직선 연결선 5625">
                <a:extLst>
                  <a:ext uri="{FF2B5EF4-FFF2-40B4-BE49-F238E27FC236}">
                    <a16:creationId xmlns:a16="http://schemas.microsoft.com/office/drawing/2014/main" id="{3352B90B-FEFB-45CA-8F08-9278E4FAF9A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1624997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7" name="직선 연결선 5626">
                <a:extLst>
                  <a:ext uri="{FF2B5EF4-FFF2-40B4-BE49-F238E27FC236}">
                    <a16:creationId xmlns:a16="http://schemas.microsoft.com/office/drawing/2014/main" id="{F0CABAF6-10D7-4A16-971D-137B7F8AF93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1316159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8" name="직선 연결선 5627">
                <a:extLst>
                  <a:ext uri="{FF2B5EF4-FFF2-40B4-BE49-F238E27FC236}">
                    <a16:creationId xmlns:a16="http://schemas.microsoft.com/office/drawing/2014/main" id="{27A7D4FA-CF55-4516-9C0E-EF42AEBD890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1007321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9" name="직선 연결선 5628">
                <a:extLst>
                  <a:ext uri="{FF2B5EF4-FFF2-40B4-BE49-F238E27FC236}">
                    <a16:creationId xmlns:a16="http://schemas.microsoft.com/office/drawing/2014/main" id="{98C945E7-DD56-46F3-A896-304FE0BCAD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3442" y="698483"/>
                <a:ext cx="0" cy="71482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0" name="직선 연결선 5629">
                <a:extLst>
                  <a:ext uri="{FF2B5EF4-FFF2-40B4-BE49-F238E27FC236}">
                    <a16:creationId xmlns:a16="http://schemas.microsoft.com/office/drawing/2014/main" id="{7350CA7C-A87A-44E5-8D72-424627A763D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4540697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1" name="직선 연결선 5630">
                <a:extLst>
                  <a:ext uri="{FF2B5EF4-FFF2-40B4-BE49-F238E27FC236}">
                    <a16:creationId xmlns:a16="http://schemas.microsoft.com/office/drawing/2014/main" id="{E1751359-B760-4891-AB2C-368D66FFF46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4231859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2" name="직선 연결선 5631">
                <a:extLst>
                  <a:ext uri="{FF2B5EF4-FFF2-40B4-BE49-F238E27FC236}">
                    <a16:creationId xmlns:a16="http://schemas.microsoft.com/office/drawing/2014/main" id="{747853FF-A777-44BF-8EA7-1F387574E4A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3923021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3" name="직선 연결선 5632">
                <a:extLst>
                  <a:ext uri="{FF2B5EF4-FFF2-40B4-BE49-F238E27FC236}">
                    <a16:creationId xmlns:a16="http://schemas.microsoft.com/office/drawing/2014/main" id="{BFD07F47-C45A-46B8-9F6A-0FEB269387A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3614183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4" name="직선 연결선 5633">
                <a:extLst>
                  <a:ext uri="{FF2B5EF4-FFF2-40B4-BE49-F238E27FC236}">
                    <a16:creationId xmlns:a16="http://schemas.microsoft.com/office/drawing/2014/main" id="{CD128A8C-8C97-4BC2-A766-2503F1F912F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3305345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5" name="직선 연결선 5634">
                <a:extLst>
                  <a:ext uri="{FF2B5EF4-FFF2-40B4-BE49-F238E27FC236}">
                    <a16:creationId xmlns:a16="http://schemas.microsoft.com/office/drawing/2014/main" id="{41282402-7C9E-4C0C-B566-6940A4D30D1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2996507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6" name="직선 연결선 5635">
                <a:extLst>
                  <a:ext uri="{FF2B5EF4-FFF2-40B4-BE49-F238E27FC236}">
                    <a16:creationId xmlns:a16="http://schemas.microsoft.com/office/drawing/2014/main" id="{4CA99CB2-8CF4-45F6-8C8B-883EE3E4E51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2687669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7" name="직선 연결선 5636">
                <a:extLst>
                  <a:ext uri="{FF2B5EF4-FFF2-40B4-BE49-F238E27FC236}">
                    <a16:creationId xmlns:a16="http://schemas.microsoft.com/office/drawing/2014/main" id="{D7E4B8B1-DBC8-48F5-9D4C-643E37F8915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2378831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8" name="직선 연결선 5637">
                <a:extLst>
                  <a:ext uri="{FF2B5EF4-FFF2-40B4-BE49-F238E27FC236}">
                    <a16:creationId xmlns:a16="http://schemas.microsoft.com/office/drawing/2014/main" id="{D43C3B35-F18A-434B-B679-56EAB1ED68E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2069993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9" name="직선 연결선 5638">
                <a:extLst>
                  <a:ext uri="{FF2B5EF4-FFF2-40B4-BE49-F238E27FC236}">
                    <a16:creationId xmlns:a16="http://schemas.microsoft.com/office/drawing/2014/main" id="{1B30CDC4-5BEF-41E9-B037-C802A3F968F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1761155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0" name="직선 연결선 5639">
                <a:extLst>
                  <a:ext uri="{FF2B5EF4-FFF2-40B4-BE49-F238E27FC236}">
                    <a16:creationId xmlns:a16="http://schemas.microsoft.com/office/drawing/2014/main" id="{2F71199B-0AA8-40B9-AEF2-DD6E90F9054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1452317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1" name="직선 연결선 5640">
                <a:extLst>
                  <a:ext uri="{FF2B5EF4-FFF2-40B4-BE49-F238E27FC236}">
                    <a16:creationId xmlns:a16="http://schemas.microsoft.com/office/drawing/2014/main" id="{3D198615-0044-46C9-890E-94C6D1E6FB3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1143479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2" name="직선 연결선 5641">
                <a:extLst>
                  <a:ext uri="{FF2B5EF4-FFF2-40B4-BE49-F238E27FC236}">
                    <a16:creationId xmlns:a16="http://schemas.microsoft.com/office/drawing/2014/main" id="{A32F0C2C-D683-4EF2-8496-04966C1FB40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834641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3" name="직선 연결선 5642">
                <a:extLst>
                  <a:ext uri="{FF2B5EF4-FFF2-40B4-BE49-F238E27FC236}">
                    <a16:creationId xmlns:a16="http://schemas.microsoft.com/office/drawing/2014/main" id="{E37A32DC-6550-4FEE-93BD-601D12BA73F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525803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4" name="직선 연결선 5643">
                <a:extLst>
                  <a:ext uri="{FF2B5EF4-FFF2-40B4-BE49-F238E27FC236}">
                    <a16:creationId xmlns:a16="http://schemas.microsoft.com/office/drawing/2014/main" id="{65526517-D2BE-427A-BAA9-2F0FDE07DA2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4713117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5" name="직선 연결선 5644">
                <a:extLst>
                  <a:ext uri="{FF2B5EF4-FFF2-40B4-BE49-F238E27FC236}">
                    <a16:creationId xmlns:a16="http://schemas.microsoft.com/office/drawing/2014/main" id="{A10C6489-D220-443A-84C9-66FE8199F59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4404279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6" name="직선 연결선 5645">
                <a:extLst>
                  <a:ext uri="{FF2B5EF4-FFF2-40B4-BE49-F238E27FC236}">
                    <a16:creationId xmlns:a16="http://schemas.microsoft.com/office/drawing/2014/main" id="{AFBB2394-BEE5-4480-BD35-2519376FBF7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4095441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7" name="직선 연결선 5646">
                <a:extLst>
                  <a:ext uri="{FF2B5EF4-FFF2-40B4-BE49-F238E27FC236}">
                    <a16:creationId xmlns:a16="http://schemas.microsoft.com/office/drawing/2014/main" id="{B220F068-A580-4046-88E1-644D47A1D12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3786603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8" name="직선 연결선 5647">
                <a:extLst>
                  <a:ext uri="{FF2B5EF4-FFF2-40B4-BE49-F238E27FC236}">
                    <a16:creationId xmlns:a16="http://schemas.microsoft.com/office/drawing/2014/main" id="{4A12B3BA-D1F1-401C-B5B8-7367558BB3B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3477765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9" name="직선 연결선 5648">
                <a:extLst>
                  <a:ext uri="{FF2B5EF4-FFF2-40B4-BE49-F238E27FC236}">
                    <a16:creationId xmlns:a16="http://schemas.microsoft.com/office/drawing/2014/main" id="{8A084E7B-B38A-48CE-8EFD-CE706EBC2E4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3168927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0" name="직선 연결선 5649">
                <a:extLst>
                  <a:ext uri="{FF2B5EF4-FFF2-40B4-BE49-F238E27FC236}">
                    <a16:creationId xmlns:a16="http://schemas.microsoft.com/office/drawing/2014/main" id="{3FA0F72A-B7D9-4AB9-9A65-D522427531A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2860089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1" name="직선 연결선 5650">
                <a:extLst>
                  <a:ext uri="{FF2B5EF4-FFF2-40B4-BE49-F238E27FC236}">
                    <a16:creationId xmlns:a16="http://schemas.microsoft.com/office/drawing/2014/main" id="{5646D415-54C9-4ECC-A197-BCFACB7DD6D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2551251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2" name="직선 연결선 5651">
                <a:extLst>
                  <a:ext uri="{FF2B5EF4-FFF2-40B4-BE49-F238E27FC236}">
                    <a16:creationId xmlns:a16="http://schemas.microsoft.com/office/drawing/2014/main" id="{45D5D1F3-7FF9-4020-A5B0-4F4B5C1F6D4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2242413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3" name="직선 연결선 5652">
                <a:extLst>
                  <a:ext uri="{FF2B5EF4-FFF2-40B4-BE49-F238E27FC236}">
                    <a16:creationId xmlns:a16="http://schemas.microsoft.com/office/drawing/2014/main" id="{327ADC43-FBF4-4DF1-B93F-0DBFE723B2D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1933575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4" name="직선 연결선 5653">
                <a:extLst>
                  <a:ext uri="{FF2B5EF4-FFF2-40B4-BE49-F238E27FC236}">
                    <a16:creationId xmlns:a16="http://schemas.microsoft.com/office/drawing/2014/main" id="{96DACD21-A9F5-453E-A381-E0229EF8608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1624737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5" name="직선 연결선 5654">
                <a:extLst>
                  <a:ext uri="{FF2B5EF4-FFF2-40B4-BE49-F238E27FC236}">
                    <a16:creationId xmlns:a16="http://schemas.microsoft.com/office/drawing/2014/main" id="{997A441A-6423-4831-9334-D2D8570319A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1315899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6" name="직선 연결선 5655">
                <a:extLst>
                  <a:ext uri="{FF2B5EF4-FFF2-40B4-BE49-F238E27FC236}">
                    <a16:creationId xmlns:a16="http://schemas.microsoft.com/office/drawing/2014/main" id="{1038DD32-2EB3-4A9F-BDAF-F5174B7630B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1007061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7" name="직선 연결선 5656">
                <a:extLst>
                  <a:ext uri="{FF2B5EF4-FFF2-40B4-BE49-F238E27FC236}">
                    <a16:creationId xmlns:a16="http://schemas.microsoft.com/office/drawing/2014/main" id="{6DB7A08C-0C5D-45DD-A988-4D8744FF5C3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71941" y="698223"/>
                <a:ext cx="0" cy="72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8" name="직선 연결선 5657">
                <a:extLst>
                  <a:ext uri="{FF2B5EF4-FFF2-40B4-BE49-F238E27FC236}">
                    <a16:creationId xmlns:a16="http://schemas.microsoft.com/office/drawing/2014/main" id="{F59B16B2-CB2D-4F56-AB79-C5A322B4B4DD}"/>
                  </a:ext>
                </a:extLst>
              </p:cNvPr>
              <p:cNvCxnSpPr/>
              <p:nvPr/>
            </p:nvCxnSpPr>
            <p:spPr>
              <a:xfrm rot="16200000">
                <a:off x="3447560" y="1506319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9" name="직선 연결선 5658">
                <a:extLst>
                  <a:ext uri="{FF2B5EF4-FFF2-40B4-BE49-F238E27FC236}">
                    <a16:creationId xmlns:a16="http://schemas.microsoft.com/office/drawing/2014/main" id="{CD75707A-9A3F-48C6-B4EC-B6810831AFFB}"/>
                  </a:ext>
                </a:extLst>
              </p:cNvPr>
              <p:cNvCxnSpPr/>
              <p:nvPr/>
            </p:nvCxnSpPr>
            <p:spPr>
              <a:xfrm rot="16200000">
                <a:off x="3447560" y="1197481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0" name="직선 연결선 5659">
                <a:extLst>
                  <a:ext uri="{FF2B5EF4-FFF2-40B4-BE49-F238E27FC236}">
                    <a16:creationId xmlns:a16="http://schemas.microsoft.com/office/drawing/2014/main" id="{58B8B29E-46DB-4AF0-9468-F85D6B441876}"/>
                  </a:ext>
                </a:extLst>
              </p:cNvPr>
              <p:cNvCxnSpPr/>
              <p:nvPr/>
            </p:nvCxnSpPr>
            <p:spPr>
              <a:xfrm rot="16200000">
                <a:off x="3447560" y="888643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1" name="직선 연결선 5660">
                <a:extLst>
                  <a:ext uri="{FF2B5EF4-FFF2-40B4-BE49-F238E27FC236}">
                    <a16:creationId xmlns:a16="http://schemas.microsoft.com/office/drawing/2014/main" id="{CAC94D2E-1E7F-4916-A88D-62AC54248A18}"/>
                  </a:ext>
                </a:extLst>
              </p:cNvPr>
              <p:cNvCxnSpPr/>
              <p:nvPr/>
            </p:nvCxnSpPr>
            <p:spPr>
              <a:xfrm rot="16200000">
                <a:off x="3447560" y="579805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2" name="직선 연결선 5661">
                <a:extLst>
                  <a:ext uri="{FF2B5EF4-FFF2-40B4-BE49-F238E27FC236}">
                    <a16:creationId xmlns:a16="http://schemas.microsoft.com/office/drawing/2014/main" id="{D9981F8C-1640-4699-8674-661BE82F58D9}"/>
                  </a:ext>
                </a:extLst>
              </p:cNvPr>
              <p:cNvCxnSpPr/>
              <p:nvPr/>
            </p:nvCxnSpPr>
            <p:spPr>
              <a:xfrm rot="16200000">
                <a:off x="3447560" y="270967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3" name="직선 연결선 5662">
                <a:extLst>
                  <a:ext uri="{FF2B5EF4-FFF2-40B4-BE49-F238E27FC236}">
                    <a16:creationId xmlns:a16="http://schemas.microsoft.com/office/drawing/2014/main" id="{6BCD3CE8-2DCD-4504-84E7-36A39B414D7E}"/>
                  </a:ext>
                </a:extLst>
              </p:cNvPr>
              <p:cNvCxnSpPr/>
              <p:nvPr/>
            </p:nvCxnSpPr>
            <p:spPr>
              <a:xfrm rot="16200000">
                <a:off x="3447560" y="-37871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4" name="직선 연결선 5663">
                <a:extLst>
                  <a:ext uri="{FF2B5EF4-FFF2-40B4-BE49-F238E27FC236}">
                    <a16:creationId xmlns:a16="http://schemas.microsoft.com/office/drawing/2014/main" id="{BB6CA1BD-9BEA-45B6-9CD9-DF945F2BE779}"/>
                  </a:ext>
                </a:extLst>
              </p:cNvPr>
              <p:cNvCxnSpPr/>
              <p:nvPr/>
            </p:nvCxnSpPr>
            <p:spPr>
              <a:xfrm rot="16200000">
                <a:off x="3447560" y="-346709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5" name="직선 연결선 5664">
                <a:extLst>
                  <a:ext uri="{FF2B5EF4-FFF2-40B4-BE49-F238E27FC236}">
                    <a16:creationId xmlns:a16="http://schemas.microsoft.com/office/drawing/2014/main" id="{9A94BD40-28E9-4EF5-A8FE-9A1B0B6DDB58}"/>
                  </a:ext>
                </a:extLst>
              </p:cNvPr>
              <p:cNvCxnSpPr/>
              <p:nvPr/>
            </p:nvCxnSpPr>
            <p:spPr>
              <a:xfrm rot="16200000">
                <a:off x="3447560" y="-655547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6" name="직선 연결선 5665">
                <a:extLst>
                  <a:ext uri="{FF2B5EF4-FFF2-40B4-BE49-F238E27FC236}">
                    <a16:creationId xmlns:a16="http://schemas.microsoft.com/office/drawing/2014/main" id="{25D5BD7A-D070-4730-B0CB-0C8F14E39433}"/>
                  </a:ext>
                </a:extLst>
              </p:cNvPr>
              <p:cNvCxnSpPr/>
              <p:nvPr/>
            </p:nvCxnSpPr>
            <p:spPr>
              <a:xfrm rot="16200000">
                <a:off x="3447560" y="-964385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7" name="직선 연결선 5666">
                <a:extLst>
                  <a:ext uri="{FF2B5EF4-FFF2-40B4-BE49-F238E27FC236}">
                    <a16:creationId xmlns:a16="http://schemas.microsoft.com/office/drawing/2014/main" id="{7A2A52D5-0FFB-471A-9295-8D9A39882EA5}"/>
                  </a:ext>
                </a:extLst>
              </p:cNvPr>
              <p:cNvCxnSpPr/>
              <p:nvPr/>
            </p:nvCxnSpPr>
            <p:spPr>
              <a:xfrm rot="16200000">
                <a:off x="3447560" y="-1273223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8" name="직선 연결선 5667">
                <a:extLst>
                  <a:ext uri="{FF2B5EF4-FFF2-40B4-BE49-F238E27FC236}">
                    <a16:creationId xmlns:a16="http://schemas.microsoft.com/office/drawing/2014/main" id="{7DDCFAE6-766B-48EC-85D1-A1A0E59E65DA}"/>
                  </a:ext>
                </a:extLst>
              </p:cNvPr>
              <p:cNvCxnSpPr/>
              <p:nvPr/>
            </p:nvCxnSpPr>
            <p:spPr>
              <a:xfrm rot="16200000">
                <a:off x="3447560" y="-1582061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9" name="직선 연결선 5668">
                <a:extLst>
                  <a:ext uri="{FF2B5EF4-FFF2-40B4-BE49-F238E27FC236}">
                    <a16:creationId xmlns:a16="http://schemas.microsoft.com/office/drawing/2014/main" id="{6A1C799A-B7D2-49FD-B8E3-FFDAEBAAFFE5}"/>
                  </a:ext>
                </a:extLst>
              </p:cNvPr>
              <p:cNvCxnSpPr/>
              <p:nvPr/>
            </p:nvCxnSpPr>
            <p:spPr>
              <a:xfrm rot="16200000">
                <a:off x="3447560" y="-1890899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0" name="직선 연결선 5669">
                <a:extLst>
                  <a:ext uri="{FF2B5EF4-FFF2-40B4-BE49-F238E27FC236}">
                    <a16:creationId xmlns:a16="http://schemas.microsoft.com/office/drawing/2014/main" id="{22F4A70D-3B77-47EB-B076-3189E3CEFD81}"/>
                  </a:ext>
                </a:extLst>
              </p:cNvPr>
              <p:cNvCxnSpPr/>
              <p:nvPr/>
            </p:nvCxnSpPr>
            <p:spPr>
              <a:xfrm rot="16200000">
                <a:off x="3447560" y="-2199737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1" name="직선 연결선 5670">
                <a:extLst>
                  <a:ext uri="{FF2B5EF4-FFF2-40B4-BE49-F238E27FC236}">
                    <a16:creationId xmlns:a16="http://schemas.microsoft.com/office/drawing/2014/main" id="{834EED93-19C4-49B5-9864-4664E9F7D61B}"/>
                  </a:ext>
                </a:extLst>
              </p:cNvPr>
              <p:cNvCxnSpPr/>
              <p:nvPr/>
            </p:nvCxnSpPr>
            <p:spPr>
              <a:xfrm rot="16200000">
                <a:off x="3447560" y="-2508575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2" name="직선 연결선 5671">
                <a:extLst>
                  <a:ext uri="{FF2B5EF4-FFF2-40B4-BE49-F238E27FC236}">
                    <a16:creationId xmlns:a16="http://schemas.microsoft.com/office/drawing/2014/main" id="{4331241C-C844-4B39-98BB-1C145067A77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47561" y="1660738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3" name="직선 연결선 5672">
                <a:extLst>
                  <a:ext uri="{FF2B5EF4-FFF2-40B4-BE49-F238E27FC236}">
                    <a16:creationId xmlns:a16="http://schemas.microsoft.com/office/drawing/2014/main" id="{DCEF88CC-3633-4292-ABB1-1F442F97CCBB}"/>
                  </a:ext>
                </a:extLst>
              </p:cNvPr>
              <p:cNvCxnSpPr/>
              <p:nvPr/>
            </p:nvCxnSpPr>
            <p:spPr>
              <a:xfrm rot="16200000">
                <a:off x="3447561" y="1351900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4" name="직선 연결선 5673">
                <a:extLst>
                  <a:ext uri="{FF2B5EF4-FFF2-40B4-BE49-F238E27FC236}">
                    <a16:creationId xmlns:a16="http://schemas.microsoft.com/office/drawing/2014/main" id="{25E1DE23-B9F7-41B0-8714-8BEDA6674F22}"/>
                  </a:ext>
                </a:extLst>
              </p:cNvPr>
              <p:cNvCxnSpPr/>
              <p:nvPr/>
            </p:nvCxnSpPr>
            <p:spPr>
              <a:xfrm rot="16200000">
                <a:off x="3447561" y="1043062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5" name="직선 연결선 5674">
                <a:extLst>
                  <a:ext uri="{FF2B5EF4-FFF2-40B4-BE49-F238E27FC236}">
                    <a16:creationId xmlns:a16="http://schemas.microsoft.com/office/drawing/2014/main" id="{BCC03F60-9448-4D3E-BE90-84DF83C11294}"/>
                  </a:ext>
                </a:extLst>
              </p:cNvPr>
              <p:cNvCxnSpPr/>
              <p:nvPr/>
            </p:nvCxnSpPr>
            <p:spPr>
              <a:xfrm rot="16200000">
                <a:off x="3447561" y="734224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6" name="직선 연결선 5675">
                <a:extLst>
                  <a:ext uri="{FF2B5EF4-FFF2-40B4-BE49-F238E27FC236}">
                    <a16:creationId xmlns:a16="http://schemas.microsoft.com/office/drawing/2014/main" id="{F21024CB-3AAD-4AD5-8E45-36C37104AF05}"/>
                  </a:ext>
                </a:extLst>
              </p:cNvPr>
              <p:cNvCxnSpPr/>
              <p:nvPr/>
            </p:nvCxnSpPr>
            <p:spPr>
              <a:xfrm rot="16200000">
                <a:off x="3447561" y="425386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7" name="직선 연결선 5676">
                <a:extLst>
                  <a:ext uri="{FF2B5EF4-FFF2-40B4-BE49-F238E27FC236}">
                    <a16:creationId xmlns:a16="http://schemas.microsoft.com/office/drawing/2014/main" id="{86BFCF9D-EAC7-4D7F-8045-F521D9F18626}"/>
                  </a:ext>
                </a:extLst>
              </p:cNvPr>
              <p:cNvCxnSpPr/>
              <p:nvPr/>
            </p:nvCxnSpPr>
            <p:spPr>
              <a:xfrm rot="16200000">
                <a:off x="3447561" y="116548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8" name="직선 연결선 5677">
                <a:extLst>
                  <a:ext uri="{FF2B5EF4-FFF2-40B4-BE49-F238E27FC236}">
                    <a16:creationId xmlns:a16="http://schemas.microsoft.com/office/drawing/2014/main" id="{1CAF88B8-16AF-4AAC-AD82-11976747CECC}"/>
                  </a:ext>
                </a:extLst>
              </p:cNvPr>
              <p:cNvCxnSpPr/>
              <p:nvPr/>
            </p:nvCxnSpPr>
            <p:spPr>
              <a:xfrm rot="16200000">
                <a:off x="3447561" y="-192290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9" name="직선 연결선 5678">
                <a:extLst>
                  <a:ext uri="{FF2B5EF4-FFF2-40B4-BE49-F238E27FC236}">
                    <a16:creationId xmlns:a16="http://schemas.microsoft.com/office/drawing/2014/main" id="{E2C10F32-3CE9-4C85-B7F7-A6566A64D6B9}"/>
                  </a:ext>
                </a:extLst>
              </p:cNvPr>
              <p:cNvCxnSpPr/>
              <p:nvPr/>
            </p:nvCxnSpPr>
            <p:spPr>
              <a:xfrm rot="16200000">
                <a:off x="3447561" y="-501128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0" name="직선 연결선 5679">
                <a:extLst>
                  <a:ext uri="{FF2B5EF4-FFF2-40B4-BE49-F238E27FC236}">
                    <a16:creationId xmlns:a16="http://schemas.microsoft.com/office/drawing/2014/main" id="{2CDF0BDD-9A27-443C-9DF2-40F244B5C7B7}"/>
                  </a:ext>
                </a:extLst>
              </p:cNvPr>
              <p:cNvCxnSpPr/>
              <p:nvPr/>
            </p:nvCxnSpPr>
            <p:spPr>
              <a:xfrm rot="16200000">
                <a:off x="3447561" y="-809966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1" name="직선 연결선 5680">
                <a:extLst>
                  <a:ext uri="{FF2B5EF4-FFF2-40B4-BE49-F238E27FC236}">
                    <a16:creationId xmlns:a16="http://schemas.microsoft.com/office/drawing/2014/main" id="{5E3B7C58-7685-429E-9C9A-F09E5AAD539D}"/>
                  </a:ext>
                </a:extLst>
              </p:cNvPr>
              <p:cNvCxnSpPr/>
              <p:nvPr/>
            </p:nvCxnSpPr>
            <p:spPr>
              <a:xfrm rot="16200000">
                <a:off x="3447561" y="-1118804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2" name="직선 연결선 5681">
                <a:extLst>
                  <a:ext uri="{FF2B5EF4-FFF2-40B4-BE49-F238E27FC236}">
                    <a16:creationId xmlns:a16="http://schemas.microsoft.com/office/drawing/2014/main" id="{F3A9DCDA-6840-4982-B30B-5B4AA31B3A79}"/>
                  </a:ext>
                </a:extLst>
              </p:cNvPr>
              <p:cNvCxnSpPr/>
              <p:nvPr/>
            </p:nvCxnSpPr>
            <p:spPr>
              <a:xfrm rot="16200000">
                <a:off x="3447561" y="-1427642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3" name="직선 연결선 5682">
                <a:extLst>
                  <a:ext uri="{FF2B5EF4-FFF2-40B4-BE49-F238E27FC236}">
                    <a16:creationId xmlns:a16="http://schemas.microsoft.com/office/drawing/2014/main" id="{CDA9EDDF-91F9-4520-A7CC-9A05B3ED8695}"/>
                  </a:ext>
                </a:extLst>
              </p:cNvPr>
              <p:cNvCxnSpPr/>
              <p:nvPr/>
            </p:nvCxnSpPr>
            <p:spPr>
              <a:xfrm rot="16200000">
                <a:off x="3447561" y="-1736480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4" name="직선 연결선 5683">
                <a:extLst>
                  <a:ext uri="{FF2B5EF4-FFF2-40B4-BE49-F238E27FC236}">
                    <a16:creationId xmlns:a16="http://schemas.microsoft.com/office/drawing/2014/main" id="{07B2D21F-8BCA-4ABB-9622-233E2E8F04E7}"/>
                  </a:ext>
                </a:extLst>
              </p:cNvPr>
              <p:cNvCxnSpPr/>
              <p:nvPr/>
            </p:nvCxnSpPr>
            <p:spPr>
              <a:xfrm rot="16200000">
                <a:off x="3447561" y="-2045318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5" name="직선 연결선 5684">
                <a:extLst>
                  <a:ext uri="{FF2B5EF4-FFF2-40B4-BE49-F238E27FC236}">
                    <a16:creationId xmlns:a16="http://schemas.microsoft.com/office/drawing/2014/main" id="{A009FF95-02E9-41C3-A63F-3C06F2C7D7C0}"/>
                  </a:ext>
                </a:extLst>
              </p:cNvPr>
              <p:cNvCxnSpPr/>
              <p:nvPr/>
            </p:nvCxnSpPr>
            <p:spPr>
              <a:xfrm rot="16200000">
                <a:off x="3447561" y="-2354156"/>
                <a:ext cx="0" cy="6176758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6" name="직선 연결선 5685">
                <a:extLst>
                  <a:ext uri="{FF2B5EF4-FFF2-40B4-BE49-F238E27FC236}">
                    <a16:creationId xmlns:a16="http://schemas.microsoft.com/office/drawing/2014/main" id="{18B2974E-D3A1-4554-87B1-A7A69D86677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447560" y="1815157"/>
                <a:ext cx="0" cy="617675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7" name="직선 연결선 5686">
                <a:extLst>
                  <a:ext uri="{FF2B5EF4-FFF2-40B4-BE49-F238E27FC236}">
                    <a16:creationId xmlns:a16="http://schemas.microsoft.com/office/drawing/2014/main" id="{9D06E4B8-E4D6-41D8-A698-3226557ED5B4}"/>
                  </a:ext>
                </a:extLst>
              </p:cNvPr>
              <p:cNvCxnSpPr/>
              <p:nvPr/>
            </p:nvCxnSpPr>
            <p:spPr>
              <a:xfrm rot="10800000">
                <a:off x="4374076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8" name="직선 연결선 5687">
                <a:extLst>
                  <a:ext uri="{FF2B5EF4-FFF2-40B4-BE49-F238E27FC236}">
                    <a16:creationId xmlns:a16="http://schemas.microsoft.com/office/drawing/2014/main" id="{9164D8CA-D664-41FC-9487-C5E2C4A3F0CC}"/>
                  </a:ext>
                </a:extLst>
              </p:cNvPr>
              <p:cNvCxnSpPr/>
              <p:nvPr/>
            </p:nvCxnSpPr>
            <p:spPr>
              <a:xfrm rot="10800000">
                <a:off x="4065238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9" name="직선 연결선 5688">
                <a:extLst>
                  <a:ext uri="{FF2B5EF4-FFF2-40B4-BE49-F238E27FC236}">
                    <a16:creationId xmlns:a16="http://schemas.microsoft.com/office/drawing/2014/main" id="{94AAA7E2-ED39-4113-8C87-6C82A61A34C6}"/>
                  </a:ext>
                </a:extLst>
              </p:cNvPr>
              <p:cNvCxnSpPr/>
              <p:nvPr/>
            </p:nvCxnSpPr>
            <p:spPr>
              <a:xfrm rot="10800000">
                <a:off x="3756400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0" name="직선 연결선 5689">
                <a:extLst>
                  <a:ext uri="{FF2B5EF4-FFF2-40B4-BE49-F238E27FC236}">
                    <a16:creationId xmlns:a16="http://schemas.microsoft.com/office/drawing/2014/main" id="{093FC207-CEDD-413D-A128-14DB46E3F7CE}"/>
                  </a:ext>
                </a:extLst>
              </p:cNvPr>
              <p:cNvCxnSpPr/>
              <p:nvPr/>
            </p:nvCxnSpPr>
            <p:spPr>
              <a:xfrm rot="10800000">
                <a:off x="3447562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1" name="직선 연결선 5690">
                <a:extLst>
                  <a:ext uri="{FF2B5EF4-FFF2-40B4-BE49-F238E27FC236}">
                    <a16:creationId xmlns:a16="http://schemas.microsoft.com/office/drawing/2014/main" id="{7C1D4925-66DF-4717-8E39-7DD21B1211BB}"/>
                  </a:ext>
                </a:extLst>
              </p:cNvPr>
              <p:cNvCxnSpPr/>
              <p:nvPr/>
            </p:nvCxnSpPr>
            <p:spPr>
              <a:xfrm rot="10800000">
                <a:off x="3138724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2" name="직선 연결선 5691">
                <a:extLst>
                  <a:ext uri="{FF2B5EF4-FFF2-40B4-BE49-F238E27FC236}">
                    <a16:creationId xmlns:a16="http://schemas.microsoft.com/office/drawing/2014/main" id="{AA4B6105-C637-4B5E-A46B-D7C21D4286EE}"/>
                  </a:ext>
                </a:extLst>
              </p:cNvPr>
              <p:cNvCxnSpPr/>
              <p:nvPr/>
            </p:nvCxnSpPr>
            <p:spPr>
              <a:xfrm rot="10800000">
                <a:off x="2829886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3" name="직선 연결선 5692">
                <a:extLst>
                  <a:ext uri="{FF2B5EF4-FFF2-40B4-BE49-F238E27FC236}">
                    <a16:creationId xmlns:a16="http://schemas.microsoft.com/office/drawing/2014/main" id="{38EBE684-632B-41C4-AA12-E41C7C84ED35}"/>
                  </a:ext>
                </a:extLst>
              </p:cNvPr>
              <p:cNvCxnSpPr/>
              <p:nvPr/>
            </p:nvCxnSpPr>
            <p:spPr>
              <a:xfrm rot="10800000">
                <a:off x="2521048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4" name="직선 연결선 5693">
                <a:extLst>
                  <a:ext uri="{FF2B5EF4-FFF2-40B4-BE49-F238E27FC236}">
                    <a16:creationId xmlns:a16="http://schemas.microsoft.com/office/drawing/2014/main" id="{E1239C64-FA8F-41B0-9936-9FA4D831F930}"/>
                  </a:ext>
                </a:extLst>
              </p:cNvPr>
              <p:cNvCxnSpPr/>
              <p:nvPr/>
            </p:nvCxnSpPr>
            <p:spPr>
              <a:xfrm rot="10800000">
                <a:off x="2212210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5" name="직선 연결선 5694">
                <a:extLst>
                  <a:ext uri="{FF2B5EF4-FFF2-40B4-BE49-F238E27FC236}">
                    <a16:creationId xmlns:a16="http://schemas.microsoft.com/office/drawing/2014/main" id="{F219302C-3C21-4DB1-8806-4B83D9CD742A}"/>
                  </a:ext>
                </a:extLst>
              </p:cNvPr>
              <p:cNvCxnSpPr/>
              <p:nvPr/>
            </p:nvCxnSpPr>
            <p:spPr>
              <a:xfrm rot="10800000">
                <a:off x="1903372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6" name="직선 연결선 5695">
                <a:extLst>
                  <a:ext uri="{FF2B5EF4-FFF2-40B4-BE49-F238E27FC236}">
                    <a16:creationId xmlns:a16="http://schemas.microsoft.com/office/drawing/2014/main" id="{3345526D-6CA7-4857-8704-D31CD72626FF}"/>
                  </a:ext>
                </a:extLst>
              </p:cNvPr>
              <p:cNvCxnSpPr/>
              <p:nvPr/>
            </p:nvCxnSpPr>
            <p:spPr>
              <a:xfrm rot="10800000">
                <a:off x="1594534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7" name="직선 연결선 5696">
                <a:extLst>
                  <a:ext uri="{FF2B5EF4-FFF2-40B4-BE49-F238E27FC236}">
                    <a16:creationId xmlns:a16="http://schemas.microsoft.com/office/drawing/2014/main" id="{7A869575-4895-40BF-9788-5A5CEB821838}"/>
                  </a:ext>
                </a:extLst>
              </p:cNvPr>
              <p:cNvCxnSpPr/>
              <p:nvPr/>
            </p:nvCxnSpPr>
            <p:spPr>
              <a:xfrm rot="10800000">
                <a:off x="1285696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8" name="직선 연결선 5697">
                <a:extLst>
                  <a:ext uri="{FF2B5EF4-FFF2-40B4-BE49-F238E27FC236}">
                    <a16:creationId xmlns:a16="http://schemas.microsoft.com/office/drawing/2014/main" id="{F1CB59E1-5FE7-4AE1-A031-D675EAFAEB23}"/>
                  </a:ext>
                </a:extLst>
              </p:cNvPr>
              <p:cNvCxnSpPr/>
              <p:nvPr/>
            </p:nvCxnSpPr>
            <p:spPr>
              <a:xfrm rot="10800000">
                <a:off x="976858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9" name="직선 연결선 5698">
                <a:extLst>
                  <a:ext uri="{FF2B5EF4-FFF2-40B4-BE49-F238E27FC236}">
                    <a16:creationId xmlns:a16="http://schemas.microsoft.com/office/drawing/2014/main" id="{E98D96EA-1B49-4D48-83A6-728B8184F39D}"/>
                  </a:ext>
                </a:extLst>
              </p:cNvPr>
              <p:cNvCxnSpPr/>
              <p:nvPr/>
            </p:nvCxnSpPr>
            <p:spPr>
              <a:xfrm rot="10800000">
                <a:off x="668020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0" name="직선 연결선 5699">
                <a:extLst>
                  <a:ext uri="{FF2B5EF4-FFF2-40B4-BE49-F238E27FC236}">
                    <a16:creationId xmlns:a16="http://schemas.microsoft.com/office/drawing/2014/main" id="{D51F953B-DA0A-44E9-BD8B-FC1CD67BC63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59182" y="579806"/>
                <a:ext cx="0" cy="4323721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1" name="직선 연결선 5700">
                <a:extLst>
                  <a:ext uri="{FF2B5EF4-FFF2-40B4-BE49-F238E27FC236}">
                    <a16:creationId xmlns:a16="http://schemas.microsoft.com/office/drawing/2014/main" id="{EB514BA1-5A9F-4342-AD08-998ABDD826C4}"/>
                  </a:ext>
                </a:extLst>
              </p:cNvPr>
              <p:cNvCxnSpPr/>
              <p:nvPr/>
            </p:nvCxnSpPr>
            <p:spPr>
              <a:xfrm rot="10800000">
                <a:off x="4528495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2" name="직선 연결선 5701">
                <a:extLst>
                  <a:ext uri="{FF2B5EF4-FFF2-40B4-BE49-F238E27FC236}">
                    <a16:creationId xmlns:a16="http://schemas.microsoft.com/office/drawing/2014/main" id="{A385EC31-37B0-4108-932F-CE7B74E5C8D0}"/>
                  </a:ext>
                </a:extLst>
              </p:cNvPr>
              <p:cNvCxnSpPr/>
              <p:nvPr/>
            </p:nvCxnSpPr>
            <p:spPr>
              <a:xfrm rot="10800000">
                <a:off x="4219657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3" name="직선 연결선 5702">
                <a:extLst>
                  <a:ext uri="{FF2B5EF4-FFF2-40B4-BE49-F238E27FC236}">
                    <a16:creationId xmlns:a16="http://schemas.microsoft.com/office/drawing/2014/main" id="{F780224F-CBAB-4615-A2AE-662DD0BDC7F3}"/>
                  </a:ext>
                </a:extLst>
              </p:cNvPr>
              <p:cNvCxnSpPr/>
              <p:nvPr/>
            </p:nvCxnSpPr>
            <p:spPr>
              <a:xfrm rot="10800000">
                <a:off x="3910819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4" name="직선 연결선 5703">
                <a:extLst>
                  <a:ext uri="{FF2B5EF4-FFF2-40B4-BE49-F238E27FC236}">
                    <a16:creationId xmlns:a16="http://schemas.microsoft.com/office/drawing/2014/main" id="{2D668077-B5D6-405A-9433-971F24284B81}"/>
                  </a:ext>
                </a:extLst>
              </p:cNvPr>
              <p:cNvCxnSpPr/>
              <p:nvPr/>
            </p:nvCxnSpPr>
            <p:spPr>
              <a:xfrm rot="10800000">
                <a:off x="3601981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5" name="직선 연결선 5704">
                <a:extLst>
                  <a:ext uri="{FF2B5EF4-FFF2-40B4-BE49-F238E27FC236}">
                    <a16:creationId xmlns:a16="http://schemas.microsoft.com/office/drawing/2014/main" id="{AEEB03AF-E89A-4C5F-865D-A54C6B501E16}"/>
                  </a:ext>
                </a:extLst>
              </p:cNvPr>
              <p:cNvCxnSpPr/>
              <p:nvPr/>
            </p:nvCxnSpPr>
            <p:spPr>
              <a:xfrm rot="10800000">
                <a:off x="3293143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6" name="직선 연결선 5705">
                <a:extLst>
                  <a:ext uri="{FF2B5EF4-FFF2-40B4-BE49-F238E27FC236}">
                    <a16:creationId xmlns:a16="http://schemas.microsoft.com/office/drawing/2014/main" id="{7298996E-284C-43A2-96F2-898B46BBDB1D}"/>
                  </a:ext>
                </a:extLst>
              </p:cNvPr>
              <p:cNvCxnSpPr/>
              <p:nvPr/>
            </p:nvCxnSpPr>
            <p:spPr>
              <a:xfrm rot="10800000">
                <a:off x="2984305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7" name="직선 연결선 5706">
                <a:extLst>
                  <a:ext uri="{FF2B5EF4-FFF2-40B4-BE49-F238E27FC236}">
                    <a16:creationId xmlns:a16="http://schemas.microsoft.com/office/drawing/2014/main" id="{772003EE-7238-432D-9152-437BA411446A}"/>
                  </a:ext>
                </a:extLst>
              </p:cNvPr>
              <p:cNvCxnSpPr/>
              <p:nvPr/>
            </p:nvCxnSpPr>
            <p:spPr>
              <a:xfrm rot="10800000">
                <a:off x="2675467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8" name="직선 연결선 5707">
                <a:extLst>
                  <a:ext uri="{FF2B5EF4-FFF2-40B4-BE49-F238E27FC236}">
                    <a16:creationId xmlns:a16="http://schemas.microsoft.com/office/drawing/2014/main" id="{5190098E-6C41-4688-A8E1-44EF84A9311B}"/>
                  </a:ext>
                </a:extLst>
              </p:cNvPr>
              <p:cNvCxnSpPr/>
              <p:nvPr/>
            </p:nvCxnSpPr>
            <p:spPr>
              <a:xfrm rot="10800000">
                <a:off x="2366629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9" name="직선 연결선 5708">
                <a:extLst>
                  <a:ext uri="{FF2B5EF4-FFF2-40B4-BE49-F238E27FC236}">
                    <a16:creationId xmlns:a16="http://schemas.microsoft.com/office/drawing/2014/main" id="{5A5883BD-4ECA-4569-BDC0-79DC784DFA79}"/>
                  </a:ext>
                </a:extLst>
              </p:cNvPr>
              <p:cNvCxnSpPr/>
              <p:nvPr/>
            </p:nvCxnSpPr>
            <p:spPr>
              <a:xfrm rot="10800000">
                <a:off x="2057791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0" name="직선 연결선 5709">
                <a:extLst>
                  <a:ext uri="{FF2B5EF4-FFF2-40B4-BE49-F238E27FC236}">
                    <a16:creationId xmlns:a16="http://schemas.microsoft.com/office/drawing/2014/main" id="{90EDB1CD-E0B9-4370-B565-92F55C357E65}"/>
                  </a:ext>
                </a:extLst>
              </p:cNvPr>
              <p:cNvCxnSpPr/>
              <p:nvPr/>
            </p:nvCxnSpPr>
            <p:spPr>
              <a:xfrm rot="10800000">
                <a:off x="1748953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1" name="직선 연결선 5710">
                <a:extLst>
                  <a:ext uri="{FF2B5EF4-FFF2-40B4-BE49-F238E27FC236}">
                    <a16:creationId xmlns:a16="http://schemas.microsoft.com/office/drawing/2014/main" id="{C3D58B18-E49A-4858-A5D5-57DBE2875BD1}"/>
                  </a:ext>
                </a:extLst>
              </p:cNvPr>
              <p:cNvCxnSpPr/>
              <p:nvPr/>
            </p:nvCxnSpPr>
            <p:spPr>
              <a:xfrm rot="10800000">
                <a:off x="1440115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2" name="직선 연결선 5711">
                <a:extLst>
                  <a:ext uri="{FF2B5EF4-FFF2-40B4-BE49-F238E27FC236}">
                    <a16:creationId xmlns:a16="http://schemas.microsoft.com/office/drawing/2014/main" id="{EB2EEDE8-5ED4-4D00-9CF9-9CF269DAD9EB}"/>
                  </a:ext>
                </a:extLst>
              </p:cNvPr>
              <p:cNvCxnSpPr/>
              <p:nvPr/>
            </p:nvCxnSpPr>
            <p:spPr>
              <a:xfrm rot="10800000">
                <a:off x="1131277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3" name="직선 연결선 5712">
                <a:extLst>
                  <a:ext uri="{FF2B5EF4-FFF2-40B4-BE49-F238E27FC236}">
                    <a16:creationId xmlns:a16="http://schemas.microsoft.com/office/drawing/2014/main" id="{7DF2F0A9-D2FA-4167-BC3F-DA698AB06094}"/>
                  </a:ext>
                </a:extLst>
              </p:cNvPr>
              <p:cNvCxnSpPr/>
              <p:nvPr/>
            </p:nvCxnSpPr>
            <p:spPr>
              <a:xfrm rot="10800000">
                <a:off x="822439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4" name="직선 연결선 5713">
                <a:extLst>
                  <a:ext uri="{FF2B5EF4-FFF2-40B4-BE49-F238E27FC236}">
                    <a16:creationId xmlns:a16="http://schemas.microsoft.com/office/drawing/2014/main" id="{DC700E9B-D275-4735-B730-4A75985062CE}"/>
                  </a:ext>
                </a:extLst>
              </p:cNvPr>
              <p:cNvCxnSpPr/>
              <p:nvPr/>
            </p:nvCxnSpPr>
            <p:spPr>
              <a:xfrm rot="10800000">
                <a:off x="513601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5" name="직선 연결선 5714">
                <a:extLst>
                  <a:ext uri="{FF2B5EF4-FFF2-40B4-BE49-F238E27FC236}">
                    <a16:creationId xmlns:a16="http://schemas.microsoft.com/office/drawing/2014/main" id="{824C61C7-570B-457D-B0AE-9665A81E4A8A}"/>
                  </a:ext>
                </a:extLst>
              </p:cNvPr>
              <p:cNvCxnSpPr/>
              <p:nvPr/>
            </p:nvCxnSpPr>
            <p:spPr>
              <a:xfrm rot="10800000">
                <a:off x="6227104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6" name="직선 연결선 5715">
                <a:extLst>
                  <a:ext uri="{FF2B5EF4-FFF2-40B4-BE49-F238E27FC236}">
                    <a16:creationId xmlns:a16="http://schemas.microsoft.com/office/drawing/2014/main" id="{B44D8A83-27C2-4E82-AF3D-BDEF6510AA0F}"/>
                  </a:ext>
                </a:extLst>
              </p:cNvPr>
              <p:cNvCxnSpPr/>
              <p:nvPr/>
            </p:nvCxnSpPr>
            <p:spPr>
              <a:xfrm rot="10800000">
                <a:off x="5918266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7" name="직선 연결선 5716">
                <a:extLst>
                  <a:ext uri="{FF2B5EF4-FFF2-40B4-BE49-F238E27FC236}">
                    <a16:creationId xmlns:a16="http://schemas.microsoft.com/office/drawing/2014/main" id="{4C3B73F7-2674-46EE-B1F0-3FE02D7AF5D5}"/>
                  </a:ext>
                </a:extLst>
              </p:cNvPr>
              <p:cNvCxnSpPr/>
              <p:nvPr/>
            </p:nvCxnSpPr>
            <p:spPr>
              <a:xfrm rot="10800000">
                <a:off x="5609428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8" name="직선 연결선 5717">
                <a:extLst>
                  <a:ext uri="{FF2B5EF4-FFF2-40B4-BE49-F238E27FC236}">
                    <a16:creationId xmlns:a16="http://schemas.microsoft.com/office/drawing/2014/main" id="{DAC69611-7F1F-45B7-A7E9-2385B9C29FBB}"/>
                  </a:ext>
                </a:extLst>
              </p:cNvPr>
              <p:cNvCxnSpPr/>
              <p:nvPr/>
            </p:nvCxnSpPr>
            <p:spPr>
              <a:xfrm rot="10800000">
                <a:off x="5300590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9" name="직선 연결선 5718">
                <a:extLst>
                  <a:ext uri="{FF2B5EF4-FFF2-40B4-BE49-F238E27FC236}">
                    <a16:creationId xmlns:a16="http://schemas.microsoft.com/office/drawing/2014/main" id="{27C52848-F107-4F16-A2D3-8948B7F19F2F}"/>
                  </a:ext>
                </a:extLst>
              </p:cNvPr>
              <p:cNvCxnSpPr/>
              <p:nvPr/>
            </p:nvCxnSpPr>
            <p:spPr>
              <a:xfrm rot="10800000">
                <a:off x="4991752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0" name="직선 연결선 5719">
                <a:extLst>
                  <a:ext uri="{FF2B5EF4-FFF2-40B4-BE49-F238E27FC236}">
                    <a16:creationId xmlns:a16="http://schemas.microsoft.com/office/drawing/2014/main" id="{669BF445-D7C7-4B8E-A4EB-9535875B9BD9}"/>
                  </a:ext>
                </a:extLst>
              </p:cNvPr>
              <p:cNvCxnSpPr/>
              <p:nvPr/>
            </p:nvCxnSpPr>
            <p:spPr>
              <a:xfrm rot="10800000">
                <a:off x="4682914" y="579806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1" name="직선 연결선 5720">
                <a:extLst>
                  <a:ext uri="{FF2B5EF4-FFF2-40B4-BE49-F238E27FC236}">
                    <a16:creationId xmlns:a16="http://schemas.microsoft.com/office/drawing/2014/main" id="{0DECEB47-C0B6-41DF-95A7-D7E116FB8FC8}"/>
                  </a:ext>
                </a:extLst>
              </p:cNvPr>
              <p:cNvCxnSpPr/>
              <p:nvPr/>
            </p:nvCxnSpPr>
            <p:spPr>
              <a:xfrm rot="10800000">
                <a:off x="6072685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2" name="직선 연결선 5721">
                <a:extLst>
                  <a:ext uri="{FF2B5EF4-FFF2-40B4-BE49-F238E27FC236}">
                    <a16:creationId xmlns:a16="http://schemas.microsoft.com/office/drawing/2014/main" id="{B08FC3BF-5514-47AB-83EF-CD884129CE64}"/>
                  </a:ext>
                </a:extLst>
              </p:cNvPr>
              <p:cNvCxnSpPr/>
              <p:nvPr/>
            </p:nvCxnSpPr>
            <p:spPr>
              <a:xfrm rot="10800000">
                <a:off x="5763847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3" name="직선 연결선 5722">
                <a:extLst>
                  <a:ext uri="{FF2B5EF4-FFF2-40B4-BE49-F238E27FC236}">
                    <a16:creationId xmlns:a16="http://schemas.microsoft.com/office/drawing/2014/main" id="{68BA0EA7-D524-4F06-BDC8-849F9D3A21A5}"/>
                  </a:ext>
                </a:extLst>
              </p:cNvPr>
              <p:cNvCxnSpPr/>
              <p:nvPr/>
            </p:nvCxnSpPr>
            <p:spPr>
              <a:xfrm rot="10800000">
                <a:off x="5455009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4" name="직선 연결선 5723">
                <a:extLst>
                  <a:ext uri="{FF2B5EF4-FFF2-40B4-BE49-F238E27FC236}">
                    <a16:creationId xmlns:a16="http://schemas.microsoft.com/office/drawing/2014/main" id="{332051AC-9E12-4DF8-BFAC-C5BA6989CE98}"/>
                  </a:ext>
                </a:extLst>
              </p:cNvPr>
              <p:cNvCxnSpPr/>
              <p:nvPr/>
            </p:nvCxnSpPr>
            <p:spPr>
              <a:xfrm rot="10800000">
                <a:off x="5146171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5" name="직선 연결선 5724">
                <a:extLst>
                  <a:ext uri="{FF2B5EF4-FFF2-40B4-BE49-F238E27FC236}">
                    <a16:creationId xmlns:a16="http://schemas.microsoft.com/office/drawing/2014/main" id="{AE6FA37C-0ABB-43B3-BF4B-BC8B83E1EBF7}"/>
                  </a:ext>
                </a:extLst>
              </p:cNvPr>
              <p:cNvCxnSpPr/>
              <p:nvPr/>
            </p:nvCxnSpPr>
            <p:spPr>
              <a:xfrm rot="10800000">
                <a:off x="4837333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6" name="직선 연결선 5725">
                <a:extLst>
                  <a:ext uri="{FF2B5EF4-FFF2-40B4-BE49-F238E27FC236}">
                    <a16:creationId xmlns:a16="http://schemas.microsoft.com/office/drawing/2014/main" id="{E08ABE69-77C3-463B-BF66-9B404416018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535942" y="579806"/>
                <a:ext cx="0" cy="4323721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7" name="직선 연결선 5726">
                <a:extLst>
                  <a:ext uri="{FF2B5EF4-FFF2-40B4-BE49-F238E27FC236}">
                    <a16:creationId xmlns:a16="http://schemas.microsoft.com/office/drawing/2014/main" id="{581337CF-331C-4888-A436-EF6F8EC50D49}"/>
                  </a:ext>
                </a:extLst>
              </p:cNvPr>
              <p:cNvCxnSpPr/>
              <p:nvPr/>
            </p:nvCxnSpPr>
            <p:spPr>
              <a:xfrm rot="10800000">
                <a:off x="6381523" y="579805"/>
                <a:ext cx="0" cy="432372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8" name="직선 연결선 5727">
                <a:extLst>
                  <a:ext uri="{FF2B5EF4-FFF2-40B4-BE49-F238E27FC236}">
                    <a16:creationId xmlns:a16="http://schemas.microsoft.com/office/drawing/2014/main" id="{8C4A495A-056D-4D68-BF09-34A779CDEB0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05183" y="4849536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29" name="그룹 5728">
                <a:extLst>
                  <a:ext uri="{FF2B5EF4-FFF2-40B4-BE49-F238E27FC236}">
                    <a16:creationId xmlns:a16="http://schemas.microsoft.com/office/drawing/2014/main" id="{FDFE6C67-F874-4ECF-A18C-CE6A969D5A0A}"/>
                  </a:ext>
                </a:extLst>
              </p:cNvPr>
              <p:cNvGrpSpPr/>
              <p:nvPr/>
            </p:nvGrpSpPr>
            <p:grpSpPr>
              <a:xfrm>
                <a:off x="359180" y="4903536"/>
                <a:ext cx="6176758" cy="108000"/>
                <a:chOff x="359180" y="4926730"/>
                <a:chExt cx="6176758" cy="108000"/>
              </a:xfrm>
            </p:grpSpPr>
            <p:cxnSp>
              <p:nvCxnSpPr>
                <p:cNvPr id="5731" name="직선 연결선 5730">
                  <a:extLst>
                    <a:ext uri="{FF2B5EF4-FFF2-40B4-BE49-F238E27FC236}">
                      <a16:creationId xmlns:a16="http://schemas.microsoft.com/office/drawing/2014/main" id="{8D9B1CDA-C8AD-470D-99EC-212D1682D4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374074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2" name="직선 연결선 5731">
                  <a:extLst>
                    <a:ext uri="{FF2B5EF4-FFF2-40B4-BE49-F238E27FC236}">
                      <a16:creationId xmlns:a16="http://schemas.microsoft.com/office/drawing/2014/main" id="{8C130A0C-E5AD-4AEE-A51A-F423745E1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065236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3" name="직선 연결선 5732">
                  <a:extLst>
                    <a:ext uri="{FF2B5EF4-FFF2-40B4-BE49-F238E27FC236}">
                      <a16:creationId xmlns:a16="http://schemas.microsoft.com/office/drawing/2014/main" id="{6B367A78-5DC6-4D96-90C5-40A67AD057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756398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4" name="직선 연결선 5733">
                  <a:extLst>
                    <a:ext uri="{FF2B5EF4-FFF2-40B4-BE49-F238E27FC236}">
                      <a16:creationId xmlns:a16="http://schemas.microsoft.com/office/drawing/2014/main" id="{B4C4A8C4-3985-4272-9918-C3892C64CC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447560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5" name="직선 연결선 5734">
                  <a:extLst>
                    <a:ext uri="{FF2B5EF4-FFF2-40B4-BE49-F238E27FC236}">
                      <a16:creationId xmlns:a16="http://schemas.microsoft.com/office/drawing/2014/main" id="{E8D3D233-DF82-4451-9070-92CD4FDDEE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138722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6" name="직선 연결선 5735">
                  <a:extLst>
                    <a:ext uri="{FF2B5EF4-FFF2-40B4-BE49-F238E27FC236}">
                      <a16:creationId xmlns:a16="http://schemas.microsoft.com/office/drawing/2014/main" id="{8B03C11C-89D4-41C0-B365-60B239009B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829884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7" name="직선 연결선 5736">
                  <a:extLst>
                    <a:ext uri="{FF2B5EF4-FFF2-40B4-BE49-F238E27FC236}">
                      <a16:creationId xmlns:a16="http://schemas.microsoft.com/office/drawing/2014/main" id="{CAEAF410-55D0-41BF-9CBC-54182C6160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521046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8" name="직선 연결선 5737">
                  <a:extLst>
                    <a:ext uri="{FF2B5EF4-FFF2-40B4-BE49-F238E27FC236}">
                      <a16:creationId xmlns:a16="http://schemas.microsoft.com/office/drawing/2014/main" id="{1A359D65-750B-4E2B-B3F8-C18956F64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212208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9" name="직선 연결선 5738">
                  <a:extLst>
                    <a:ext uri="{FF2B5EF4-FFF2-40B4-BE49-F238E27FC236}">
                      <a16:creationId xmlns:a16="http://schemas.microsoft.com/office/drawing/2014/main" id="{6BF85C4D-9650-452F-86C5-0449ABC4C8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903370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0" name="직선 연결선 5739">
                  <a:extLst>
                    <a:ext uri="{FF2B5EF4-FFF2-40B4-BE49-F238E27FC236}">
                      <a16:creationId xmlns:a16="http://schemas.microsoft.com/office/drawing/2014/main" id="{40417F2F-B0B0-4569-A9B1-E54DD54C12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594532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1" name="직선 연결선 5740">
                  <a:extLst>
                    <a:ext uri="{FF2B5EF4-FFF2-40B4-BE49-F238E27FC236}">
                      <a16:creationId xmlns:a16="http://schemas.microsoft.com/office/drawing/2014/main" id="{449EAFFF-D0FA-4667-97D5-10E82E062A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285694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2" name="직선 연결선 5741">
                  <a:extLst>
                    <a:ext uri="{FF2B5EF4-FFF2-40B4-BE49-F238E27FC236}">
                      <a16:creationId xmlns:a16="http://schemas.microsoft.com/office/drawing/2014/main" id="{97400C66-1B5D-4193-A5C5-C2530A9DBA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976856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3" name="직선 연결선 5742">
                  <a:extLst>
                    <a:ext uri="{FF2B5EF4-FFF2-40B4-BE49-F238E27FC236}">
                      <a16:creationId xmlns:a16="http://schemas.microsoft.com/office/drawing/2014/main" id="{527714FF-8984-47C9-95AC-ADD97D67A1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68018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4" name="직선 연결선 5743">
                  <a:extLst>
                    <a:ext uri="{FF2B5EF4-FFF2-40B4-BE49-F238E27FC236}">
                      <a16:creationId xmlns:a16="http://schemas.microsoft.com/office/drawing/2014/main" id="{AA25E607-67EC-4A43-B10E-52D0DC0128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59180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5" name="직선 연결선 5744">
                  <a:extLst>
                    <a:ext uri="{FF2B5EF4-FFF2-40B4-BE49-F238E27FC236}">
                      <a16:creationId xmlns:a16="http://schemas.microsoft.com/office/drawing/2014/main" id="{1916BFD0-8D25-46CC-B238-421983799F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528493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6" name="직선 연결선 5745">
                  <a:extLst>
                    <a:ext uri="{FF2B5EF4-FFF2-40B4-BE49-F238E27FC236}">
                      <a16:creationId xmlns:a16="http://schemas.microsoft.com/office/drawing/2014/main" id="{4B589C87-E72C-412E-96CC-F9F2ABC0B0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219656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7" name="직선 연결선 5746">
                  <a:extLst>
                    <a:ext uri="{FF2B5EF4-FFF2-40B4-BE49-F238E27FC236}">
                      <a16:creationId xmlns:a16="http://schemas.microsoft.com/office/drawing/2014/main" id="{0D1E6F00-DF9A-4E08-A510-FA3B7DD19C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910818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8" name="직선 연결선 5747">
                  <a:extLst>
                    <a:ext uri="{FF2B5EF4-FFF2-40B4-BE49-F238E27FC236}">
                      <a16:creationId xmlns:a16="http://schemas.microsoft.com/office/drawing/2014/main" id="{875C0F72-1DBE-43E3-AB2B-BC9358BEAE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601980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9" name="직선 연결선 5748">
                  <a:extLst>
                    <a:ext uri="{FF2B5EF4-FFF2-40B4-BE49-F238E27FC236}">
                      <a16:creationId xmlns:a16="http://schemas.microsoft.com/office/drawing/2014/main" id="{F1D8F7D0-0771-4DCC-8D59-5F1217E17E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293142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0" name="직선 연결선 5749">
                  <a:extLst>
                    <a:ext uri="{FF2B5EF4-FFF2-40B4-BE49-F238E27FC236}">
                      <a16:creationId xmlns:a16="http://schemas.microsoft.com/office/drawing/2014/main" id="{F5076AEF-F703-4D4A-AA44-D1610EAB06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984304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1" name="직선 연결선 5750">
                  <a:extLst>
                    <a:ext uri="{FF2B5EF4-FFF2-40B4-BE49-F238E27FC236}">
                      <a16:creationId xmlns:a16="http://schemas.microsoft.com/office/drawing/2014/main" id="{66C6B454-F61E-4D64-8B8D-FCAC2BF96B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675466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2" name="직선 연결선 5751">
                  <a:extLst>
                    <a:ext uri="{FF2B5EF4-FFF2-40B4-BE49-F238E27FC236}">
                      <a16:creationId xmlns:a16="http://schemas.microsoft.com/office/drawing/2014/main" id="{951496EA-0D6F-4169-AE13-B946C0A74D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366628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3" name="직선 연결선 5752">
                  <a:extLst>
                    <a:ext uri="{FF2B5EF4-FFF2-40B4-BE49-F238E27FC236}">
                      <a16:creationId xmlns:a16="http://schemas.microsoft.com/office/drawing/2014/main" id="{DB59787A-2A8D-47EE-B312-29D0A94994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057790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4" name="직선 연결선 5753">
                  <a:extLst>
                    <a:ext uri="{FF2B5EF4-FFF2-40B4-BE49-F238E27FC236}">
                      <a16:creationId xmlns:a16="http://schemas.microsoft.com/office/drawing/2014/main" id="{AA57CC68-12A7-4D80-BEFD-8557C4FD6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748952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5" name="직선 연결선 5754">
                  <a:extLst>
                    <a:ext uri="{FF2B5EF4-FFF2-40B4-BE49-F238E27FC236}">
                      <a16:creationId xmlns:a16="http://schemas.microsoft.com/office/drawing/2014/main" id="{F5B33818-986B-48A5-9D31-666E50D2CC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440114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6" name="직선 연결선 5755">
                  <a:extLst>
                    <a:ext uri="{FF2B5EF4-FFF2-40B4-BE49-F238E27FC236}">
                      <a16:creationId xmlns:a16="http://schemas.microsoft.com/office/drawing/2014/main" id="{262D724A-8E0E-44D5-B804-BB1374BE02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131276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7" name="직선 연결선 5756">
                  <a:extLst>
                    <a:ext uri="{FF2B5EF4-FFF2-40B4-BE49-F238E27FC236}">
                      <a16:creationId xmlns:a16="http://schemas.microsoft.com/office/drawing/2014/main" id="{903EB600-39E6-4785-A8A3-C5FBF239FC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822438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8" name="직선 연결선 5757">
                  <a:extLst>
                    <a:ext uri="{FF2B5EF4-FFF2-40B4-BE49-F238E27FC236}">
                      <a16:creationId xmlns:a16="http://schemas.microsoft.com/office/drawing/2014/main" id="{46FC5D93-FEC7-46B6-AB33-D8244BB099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13600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9" name="직선 연결선 5758">
                  <a:extLst>
                    <a:ext uri="{FF2B5EF4-FFF2-40B4-BE49-F238E27FC236}">
                      <a16:creationId xmlns:a16="http://schemas.microsoft.com/office/drawing/2014/main" id="{68B37598-099E-45A9-8842-F258F398F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682912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0" name="직선 연결선 5759">
                  <a:extLst>
                    <a:ext uri="{FF2B5EF4-FFF2-40B4-BE49-F238E27FC236}">
                      <a16:creationId xmlns:a16="http://schemas.microsoft.com/office/drawing/2014/main" id="{C900D5A6-2D58-48C0-B5D4-4B76ECD04B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818900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1" name="직선 연결선 5760">
                  <a:extLst>
                    <a:ext uri="{FF2B5EF4-FFF2-40B4-BE49-F238E27FC236}">
                      <a16:creationId xmlns:a16="http://schemas.microsoft.com/office/drawing/2014/main" id="{EE116DC2-27C0-4581-8F45-6646A4DC28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535938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2" name="직선 연결선 5761">
                  <a:extLst>
                    <a:ext uri="{FF2B5EF4-FFF2-40B4-BE49-F238E27FC236}">
                      <a16:creationId xmlns:a16="http://schemas.microsoft.com/office/drawing/2014/main" id="{41A22D37-7BBC-4B90-AD69-C271A16C96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27100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3" name="직선 연결선 5762">
                  <a:extLst>
                    <a:ext uri="{FF2B5EF4-FFF2-40B4-BE49-F238E27FC236}">
                      <a16:creationId xmlns:a16="http://schemas.microsoft.com/office/drawing/2014/main" id="{07723DD4-D3D5-486B-9E97-0E2C28B364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918262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4" name="직선 연결선 5763">
                  <a:extLst>
                    <a:ext uri="{FF2B5EF4-FFF2-40B4-BE49-F238E27FC236}">
                      <a16:creationId xmlns:a16="http://schemas.microsoft.com/office/drawing/2014/main" id="{04EC71B3-F2C2-42C1-963C-859480B28A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609424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5" name="직선 연결선 5764">
                  <a:extLst>
                    <a:ext uri="{FF2B5EF4-FFF2-40B4-BE49-F238E27FC236}">
                      <a16:creationId xmlns:a16="http://schemas.microsoft.com/office/drawing/2014/main" id="{7621A8BB-AABD-4C57-AB4A-8C76D7ABE0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300586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6" name="직선 연결선 5765">
                  <a:extLst>
                    <a:ext uri="{FF2B5EF4-FFF2-40B4-BE49-F238E27FC236}">
                      <a16:creationId xmlns:a16="http://schemas.microsoft.com/office/drawing/2014/main" id="{4D28F90A-14EE-458E-9325-5601F01893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991748" y="4926730"/>
                  <a:ext cx="0" cy="10800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7" name="직선 연결선 5766">
                  <a:extLst>
                    <a:ext uri="{FF2B5EF4-FFF2-40B4-BE49-F238E27FC236}">
                      <a16:creationId xmlns:a16="http://schemas.microsoft.com/office/drawing/2014/main" id="{5ED3DE2D-1A49-4638-AC1B-CF3977F983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381520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8" name="직선 연결선 5767">
                  <a:extLst>
                    <a:ext uri="{FF2B5EF4-FFF2-40B4-BE49-F238E27FC236}">
                      <a16:creationId xmlns:a16="http://schemas.microsoft.com/office/drawing/2014/main" id="{52416D26-28AF-46E6-B405-6AF181E2D2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072682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9" name="직선 연결선 5768">
                  <a:extLst>
                    <a:ext uri="{FF2B5EF4-FFF2-40B4-BE49-F238E27FC236}">
                      <a16:creationId xmlns:a16="http://schemas.microsoft.com/office/drawing/2014/main" id="{F08BA0AE-D08C-4AC1-A431-E6066EBC8F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763844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70" name="직선 연결선 5769">
                  <a:extLst>
                    <a:ext uri="{FF2B5EF4-FFF2-40B4-BE49-F238E27FC236}">
                      <a16:creationId xmlns:a16="http://schemas.microsoft.com/office/drawing/2014/main" id="{5D817BD5-06BA-47F5-ADAD-08B037EB66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455006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71" name="직선 연결선 5770">
                  <a:extLst>
                    <a:ext uri="{FF2B5EF4-FFF2-40B4-BE49-F238E27FC236}">
                      <a16:creationId xmlns:a16="http://schemas.microsoft.com/office/drawing/2014/main" id="{1FCC3752-5910-411B-9A8D-4274B8318C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146168" y="4926730"/>
                  <a:ext cx="0" cy="71482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30" name="직선 연결선 5729">
                <a:extLst>
                  <a:ext uri="{FF2B5EF4-FFF2-40B4-BE49-F238E27FC236}">
                    <a16:creationId xmlns:a16="http://schemas.microsoft.com/office/drawing/2014/main" id="{4FE4BD49-EA3C-4326-9A91-9AF2BE6D12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89941" y="4849536"/>
                <a:ext cx="0" cy="10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72" name="직선 연결선 5771">
              <a:extLst>
                <a:ext uri="{FF2B5EF4-FFF2-40B4-BE49-F238E27FC236}">
                  <a16:creationId xmlns:a16="http://schemas.microsoft.com/office/drawing/2014/main" id="{3DFACAE1-D7C9-47DA-8EDF-EE8BCCDC26B5}"/>
                </a:ext>
              </a:extLst>
            </p:cNvPr>
            <p:cNvCxnSpPr/>
            <p:nvPr/>
          </p:nvCxnSpPr>
          <p:spPr>
            <a:xfrm>
              <a:off x="230188" y="443648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3" name="직선 연결선 5772">
              <a:extLst>
                <a:ext uri="{FF2B5EF4-FFF2-40B4-BE49-F238E27FC236}">
                  <a16:creationId xmlns:a16="http://schemas.microsoft.com/office/drawing/2014/main" id="{406F8575-78D7-44FB-A340-6AC515C68E90}"/>
                </a:ext>
              </a:extLst>
            </p:cNvPr>
            <p:cNvCxnSpPr/>
            <p:nvPr/>
          </p:nvCxnSpPr>
          <p:spPr>
            <a:xfrm>
              <a:off x="230188" y="471333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4" name="직선 연결선 5773">
              <a:extLst>
                <a:ext uri="{FF2B5EF4-FFF2-40B4-BE49-F238E27FC236}">
                  <a16:creationId xmlns:a16="http://schemas.microsoft.com/office/drawing/2014/main" id="{6543A0C0-84E1-4C68-B1D4-DF0DD0AC61D4}"/>
                </a:ext>
              </a:extLst>
            </p:cNvPr>
            <p:cNvCxnSpPr/>
            <p:nvPr/>
          </p:nvCxnSpPr>
          <p:spPr>
            <a:xfrm>
              <a:off x="230188" y="499019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5" name="직선 연결선 5774">
              <a:extLst>
                <a:ext uri="{FF2B5EF4-FFF2-40B4-BE49-F238E27FC236}">
                  <a16:creationId xmlns:a16="http://schemas.microsoft.com/office/drawing/2014/main" id="{1400A3E5-32F9-4361-AF0C-FB8D126F1ABC}"/>
                </a:ext>
              </a:extLst>
            </p:cNvPr>
            <p:cNvCxnSpPr/>
            <p:nvPr/>
          </p:nvCxnSpPr>
          <p:spPr>
            <a:xfrm>
              <a:off x="230188" y="554390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6" name="직선 연결선 5775">
              <a:extLst>
                <a:ext uri="{FF2B5EF4-FFF2-40B4-BE49-F238E27FC236}">
                  <a16:creationId xmlns:a16="http://schemas.microsoft.com/office/drawing/2014/main" id="{73EAC283-FF00-4B77-B3B9-BB17FFDB34D4}"/>
                </a:ext>
              </a:extLst>
            </p:cNvPr>
            <p:cNvCxnSpPr/>
            <p:nvPr/>
          </p:nvCxnSpPr>
          <p:spPr>
            <a:xfrm>
              <a:off x="230188" y="582075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7" name="직선 연결선 5776">
              <a:extLst>
                <a:ext uri="{FF2B5EF4-FFF2-40B4-BE49-F238E27FC236}">
                  <a16:creationId xmlns:a16="http://schemas.microsoft.com/office/drawing/2014/main" id="{AE7CB050-5088-41D3-9236-4471A84E18BF}"/>
                </a:ext>
              </a:extLst>
            </p:cNvPr>
            <p:cNvCxnSpPr/>
            <p:nvPr/>
          </p:nvCxnSpPr>
          <p:spPr>
            <a:xfrm>
              <a:off x="230188" y="609761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8" name="직선 연결선 5777">
              <a:extLst>
                <a:ext uri="{FF2B5EF4-FFF2-40B4-BE49-F238E27FC236}">
                  <a16:creationId xmlns:a16="http://schemas.microsoft.com/office/drawing/2014/main" id="{42591D6F-AD00-468C-BC93-8A77942042E2}"/>
                </a:ext>
              </a:extLst>
            </p:cNvPr>
            <p:cNvCxnSpPr/>
            <p:nvPr/>
          </p:nvCxnSpPr>
          <p:spPr>
            <a:xfrm>
              <a:off x="230188" y="526704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9" name="직선 연결선 5778">
              <a:extLst>
                <a:ext uri="{FF2B5EF4-FFF2-40B4-BE49-F238E27FC236}">
                  <a16:creationId xmlns:a16="http://schemas.microsoft.com/office/drawing/2014/main" id="{33C079A3-F582-4E4A-9C53-A5CCB5CEDBEE}"/>
                </a:ext>
              </a:extLst>
            </p:cNvPr>
            <p:cNvCxnSpPr/>
            <p:nvPr/>
          </p:nvCxnSpPr>
          <p:spPr>
            <a:xfrm>
              <a:off x="230188" y="637446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0" name="직선 연결선 5779">
              <a:extLst>
                <a:ext uri="{FF2B5EF4-FFF2-40B4-BE49-F238E27FC236}">
                  <a16:creationId xmlns:a16="http://schemas.microsoft.com/office/drawing/2014/main" id="{C0AD097E-9938-40ED-9287-222EF29F5EFD}"/>
                </a:ext>
              </a:extLst>
            </p:cNvPr>
            <p:cNvCxnSpPr/>
            <p:nvPr/>
          </p:nvCxnSpPr>
          <p:spPr>
            <a:xfrm>
              <a:off x="230188" y="692817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1" name="직선 연결선 5780">
              <a:extLst>
                <a:ext uri="{FF2B5EF4-FFF2-40B4-BE49-F238E27FC236}">
                  <a16:creationId xmlns:a16="http://schemas.microsoft.com/office/drawing/2014/main" id="{84A992F4-217E-4DDD-A6C0-E5AD9EA9DFFD}"/>
                </a:ext>
              </a:extLst>
            </p:cNvPr>
            <p:cNvCxnSpPr/>
            <p:nvPr/>
          </p:nvCxnSpPr>
          <p:spPr>
            <a:xfrm>
              <a:off x="230188" y="720502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2" name="직선 연결선 5781">
              <a:extLst>
                <a:ext uri="{FF2B5EF4-FFF2-40B4-BE49-F238E27FC236}">
                  <a16:creationId xmlns:a16="http://schemas.microsoft.com/office/drawing/2014/main" id="{11F49AD6-9A64-4778-9073-E1A063A12DBF}"/>
                </a:ext>
              </a:extLst>
            </p:cNvPr>
            <p:cNvCxnSpPr/>
            <p:nvPr/>
          </p:nvCxnSpPr>
          <p:spPr>
            <a:xfrm>
              <a:off x="230188" y="7481886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3" name="직선 연결선 5782">
              <a:extLst>
                <a:ext uri="{FF2B5EF4-FFF2-40B4-BE49-F238E27FC236}">
                  <a16:creationId xmlns:a16="http://schemas.microsoft.com/office/drawing/2014/main" id="{34177A7F-BD9C-4D11-A46E-1C20DC43EDA2}"/>
                </a:ext>
              </a:extLst>
            </p:cNvPr>
            <p:cNvCxnSpPr/>
            <p:nvPr/>
          </p:nvCxnSpPr>
          <p:spPr>
            <a:xfrm>
              <a:off x="230188" y="665131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4" name="직선 연결선 5783">
              <a:extLst>
                <a:ext uri="{FF2B5EF4-FFF2-40B4-BE49-F238E27FC236}">
                  <a16:creationId xmlns:a16="http://schemas.microsoft.com/office/drawing/2014/main" id="{A19C0520-B9EC-4AD0-80E5-936A2509069C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5" name="직선 연결선 5784">
              <a:extLst>
                <a:ext uri="{FF2B5EF4-FFF2-40B4-BE49-F238E27FC236}">
                  <a16:creationId xmlns:a16="http://schemas.microsoft.com/office/drawing/2014/main" id="{7213AECE-9548-4BA7-9244-CB82AEDC830E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9" name="TextBox 185">
            <a:hlinkClick r:id="rId2"/>
            <a:extLst>
              <a:ext uri="{FF2B5EF4-FFF2-40B4-BE49-F238E27FC236}">
                <a16:creationId xmlns:a16="http://schemas.microsoft.com/office/drawing/2014/main" id="{67564AE9-022B-46EC-A6E7-A5BE3D98F414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0" name="TextBox 186">
            <a:hlinkClick r:id="rId3"/>
            <a:extLst>
              <a:ext uri="{FF2B5EF4-FFF2-40B4-BE49-F238E27FC236}">
                <a16:creationId xmlns:a16="http://schemas.microsoft.com/office/drawing/2014/main" id="{90EC0320-7265-44A1-B234-299D60FE330F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1" name="TextBox 184">
            <a:hlinkClick r:id="rId4"/>
            <a:extLst>
              <a:ext uri="{FF2B5EF4-FFF2-40B4-BE49-F238E27FC236}">
                <a16:creationId xmlns:a16="http://schemas.microsoft.com/office/drawing/2014/main" id="{EA9CDECE-F8ED-4CF1-A36D-8E570DC427C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93</cp:revision>
  <dcterms:created xsi:type="dcterms:W3CDTF">2021-10-29T04:43:38Z</dcterms:created>
  <dcterms:modified xsi:type="dcterms:W3CDTF">2021-12-14T04:40:09Z</dcterms:modified>
</cp:coreProperties>
</file>
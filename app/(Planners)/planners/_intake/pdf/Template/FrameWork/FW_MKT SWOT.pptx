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3" name="직선 연결선 5422">
            <a:extLst>
              <a:ext uri="{FF2B5EF4-FFF2-40B4-BE49-F238E27FC236}">
                <a16:creationId xmlns:a16="http://schemas.microsoft.com/office/drawing/2014/main" id="{C89AFA12-5DEA-4255-8B25-06148E65CF1D}"/>
              </a:ext>
            </a:extLst>
          </p:cNvPr>
          <p:cNvCxnSpPr>
            <a:cxnSpLocks/>
          </p:cNvCxnSpPr>
          <p:nvPr/>
        </p:nvCxnSpPr>
        <p:spPr>
          <a:xfrm>
            <a:off x="3698917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4" name="직선 연결선 5423">
            <a:extLst>
              <a:ext uri="{FF2B5EF4-FFF2-40B4-BE49-F238E27FC236}">
                <a16:creationId xmlns:a16="http://schemas.microsoft.com/office/drawing/2014/main" id="{41AC7E01-74F9-4330-A7BA-F4054B615832}"/>
              </a:ext>
            </a:extLst>
          </p:cNvPr>
          <p:cNvCxnSpPr>
            <a:cxnSpLocks/>
          </p:cNvCxnSpPr>
          <p:nvPr/>
        </p:nvCxnSpPr>
        <p:spPr>
          <a:xfrm>
            <a:off x="310474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83386CA7-CF18-476D-ABC7-7B605D263C33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41CA4FA3-5AE1-4BCE-AE26-4733A2AA32BD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Line 11">
            <a:extLst>
              <a:ext uri="{FF2B5EF4-FFF2-40B4-BE49-F238E27FC236}">
                <a16:creationId xmlns:a16="http://schemas.microsoft.com/office/drawing/2014/main" id="{0019C10F-FA2B-4B78-AF93-39BCEC57C7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9" y="7484042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5" name="Line 10">
            <a:extLst>
              <a:ext uri="{FF2B5EF4-FFF2-40B4-BE49-F238E27FC236}">
                <a16:creationId xmlns:a16="http://schemas.microsoft.com/office/drawing/2014/main" id="{A74ACA92-5E72-4EAF-9834-F2739C6AF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7568" y="3587979"/>
            <a:ext cx="0" cy="3896063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6" name="Line 11">
            <a:extLst>
              <a:ext uri="{FF2B5EF4-FFF2-40B4-BE49-F238E27FC236}">
                <a16:creationId xmlns:a16="http://schemas.microsoft.com/office/drawing/2014/main" id="{F7972353-903B-44B1-B216-CA85C7994D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474" y="3898852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8" name="Line 10">
            <a:extLst>
              <a:ext uri="{FF2B5EF4-FFF2-40B4-BE49-F238E27FC236}">
                <a16:creationId xmlns:a16="http://schemas.microsoft.com/office/drawing/2014/main" id="{DE7BA7AD-AFAB-4ADF-B91F-32CDA4C3AA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660" y="3587979"/>
            <a:ext cx="0" cy="3896063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19" name="Line 11">
            <a:extLst>
              <a:ext uri="{FF2B5EF4-FFF2-40B4-BE49-F238E27FC236}">
                <a16:creationId xmlns:a16="http://schemas.microsoft.com/office/drawing/2014/main" id="{4BD1302D-65FA-4886-BFE8-334B8F2858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474" y="3587979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20" name="Line 11">
            <a:extLst>
              <a:ext uri="{FF2B5EF4-FFF2-40B4-BE49-F238E27FC236}">
                <a16:creationId xmlns:a16="http://schemas.microsoft.com/office/drawing/2014/main" id="{65EBB02C-1FB9-4C6E-9124-CABC7AF718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419" y="5691447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21" name="Line 10">
            <a:extLst>
              <a:ext uri="{FF2B5EF4-FFF2-40B4-BE49-F238E27FC236}">
                <a16:creationId xmlns:a16="http://schemas.microsoft.com/office/drawing/2014/main" id="{4BF32B99-31D1-4163-96D8-5BF309D788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6477" y="3587979"/>
            <a:ext cx="0" cy="3896063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22" name="Line 10">
            <a:extLst>
              <a:ext uri="{FF2B5EF4-FFF2-40B4-BE49-F238E27FC236}">
                <a16:creationId xmlns:a16="http://schemas.microsoft.com/office/drawing/2014/main" id="{4B330E26-265B-452E-944C-A3B067C127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419" y="3587979"/>
            <a:ext cx="0" cy="3896063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D209F-ACED-457F-8F64-3F9AA4E27751}"/>
              </a:ext>
            </a:extLst>
          </p:cNvPr>
          <p:cNvSpPr txBox="1"/>
          <p:nvPr/>
        </p:nvSpPr>
        <p:spPr>
          <a:xfrm>
            <a:off x="1565102" y="3620305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Strength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11F431A-AD0C-4CAB-8F6A-14FBF84F37DB}"/>
              </a:ext>
            </a:extLst>
          </p:cNvPr>
          <p:cNvSpPr txBox="1"/>
          <p:nvPr/>
        </p:nvSpPr>
        <p:spPr>
          <a:xfrm>
            <a:off x="4091530" y="3620305"/>
            <a:ext cx="7809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Weakness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E7A7C4-16C7-405E-A8CC-D0C1B17B958F}"/>
              </a:ext>
            </a:extLst>
          </p:cNvPr>
          <p:cNvSpPr txBox="1"/>
          <p:nvPr/>
        </p:nvSpPr>
        <p:spPr>
          <a:xfrm rot="16200000">
            <a:off x="15739" y="4672039"/>
            <a:ext cx="8996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Opportunity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D4AAD78-07D6-42E7-BA62-A3E611E75A43}"/>
              </a:ext>
            </a:extLst>
          </p:cNvPr>
          <p:cNvSpPr txBox="1"/>
          <p:nvPr/>
        </p:nvSpPr>
        <p:spPr>
          <a:xfrm rot="16200000">
            <a:off x="182450" y="6464634"/>
            <a:ext cx="5661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Threat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1D23E66-3CC7-4971-A792-3F0167800964}"/>
              </a:ext>
            </a:extLst>
          </p:cNvPr>
          <p:cNvSpPr txBox="1"/>
          <p:nvPr/>
        </p:nvSpPr>
        <p:spPr>
          <a:xfrm>
            <a:off x="1650061" y="4595095"/>
            <a:ext cx="526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SO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BFB8FE1-1D71-460D-8871-5EB55C913C4C}"/>
              </a:ext>
            </a:extLst>
          </p:cNvPr>
          <p:cNvSpPr txBox="1"/>
          <p:nvPr/>
        </p:nvSpPr>
        <p:spPr>
          <a:xfrm>
            <a:off x="4156452" y="4595095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WO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4957E61-3467-4022-86B6-4A3972EB64C4}"/>
              </a:ext>
            </a:extLst>
          </p:cNvPr>
          <p:cNvSpPr txBox="1"/>
          <p:nvPr/>
        </p:nvSpPr>
        <p:spPr>
          <a:xfrm>
            <a:off x="1681320" y="6384203"/>
            <a:ext cx="463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ST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715A5AF-111B-487A-A09D-5F82AF48B923}"/>
              </a:ext>
            </a:extLst>
          </p:cNvPr>
          <p:cNvSpPr txBox="1"/>
          <p:nvPr/>
        </p:nvSpPr>
        <p:spPr>
          <a:xfrm>
            <a:off x="4187711" y="638420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WT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01F69D4-2B73-4817-9B41-C8B50A3A847E}"/>
              </a:ext>
            </a:extLst>
          </p:cNvPr>
          <p:cNvSpPr txBox="1"/>
          <p:nvPr/>
        </p:nvSpPr>
        <p:spPr>
          <a:xfrm>
            <a:off x="310474" y="512299"/>
            <a:ext cx="7344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Strength: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9102016-042E-47C7-B4DB-C3883A5B2894}"/>
              </a:ext>
            </a:extLst>
          </p:cNvPr>
          <p:cNvSpPr txBox="1"/>
          <p:nvPr/>
        </p:nvSpPr>
        <p:spPr>
          <a:xfrm>
            <a:off x="310474" y="1248125"/>
            <a:ext cx="8194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Weakness: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DB6985D-65ED-4610-BD51-A34257DCEE55}"/>
              </a:ext>
            </a:extLst>
          </p:cNvPr>
          <p:cNvSpPr txBox="1"/>
          <p:nvPr/>
        </p:nvSpPr>
        <p:spPr>
          <a:xfrm>
            <a:off x="310474" y="1983951"/>
            <a:ext cx="9380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Opportunity: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04C4561-542B-4794-A115-FC17F5D77FE1}"/>
              </a:ext>
            </a:extLst>
          </p:cNvPr>
          <p:cNvSpPr txBox="1"/>
          <p:nvPr/>
        </p:nvSpPr>
        <p:spPr>
          <a:xfrm>
            <a:off x="310474" y="2719777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Threat: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5" name="Line 11">
            <a:extLst>
              <a:ext uri="{FF2B5EF4-FFF2-40B4-BE49-F238E27FC236}">
                <a16:creationId xmlns:a16="http://schemas.microsoft.com/office/drawing/2014/main" id="{577CB3E5-94A3-4142-B8A4-9A451A472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474" y="512299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36" name="Line 11">
            <a:extLst>
              <a:ext uri="{FF2B5EF4-FFF2-40B4-BE49-F238E27FC236}">
                <a16:creationId xmlns:a16="http://schemas.microsoft.com/office/drawing/2014/main" id="{D91DA254-FD73-46CC-A9E5-AD2C1510EC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474" y="1248125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37" name="Line 11">
            <a:extLst>
              <a:ext uri="{FF2B5EF4-FFF2-40B4-BE49-F238E27FC236}">
                <a16:creationId xmlns:a16="http://schemas.microsoft.com/office/drawing/2014/main" id="{34A211B4-CCDB-4F09-8754-39CB7C4850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474" y="1983951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38" name="Line 11">
            <a:extLst>
              <a:ext uri="{FF2B5EF4-FFF2-40B4-BE49-F238E27FC236}">
                <a16:creationId xmlns:a16="http://schemas.microsoft.com/office/drawing/2014/main" id="{FF9636F1-5E3A-45E6-9960-4EA63BA9FE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474" y="2719777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139" name="Line 11">
            <a:extLst>
              <a:ext uri="{FF2B5EF4-FFF2-40B4-BE49-F238E27FC236}">
                <a16:creationId xmlns:a16="http://schemas.microsoft.com/office/drawing/2014/main" id="{8D48A6A7-A949-47A9-9A24-5566D919DC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474" y="3455604"/>
            <a:ext cx="5456003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43"/>
          </a:p>
        </p:txBody>
      </p:sp>
      <p:sp>
        <p:nvSpPr>
          <p:cNvPr id="32" name="TextBox 184">
            <a:hlinkClick r:id="rId4"/>
            <a:extLst>
              <a:ext uri="{FF2B5EF4-FFF2-40B4-BE49-F238E27FC236}">
                <a16:creationId xmlns:a16="http://schemas.microsoft.com/office/drawing/2014/main" id="{A7CCAFF4-166C-4371-BEEC-59D02093C7B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</TotalTime>
  <Words>24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93</cp:revision>
  <dcterms:created xsi:type="dcterms:W3CDTF">2021-10-29T04:43:38Z</dcterms:created>
  <dcterms:modified xsi:type="dcterms:W3CDTF">2021-12-14T04:33:55Z</dcterms:modified>
</cp:coreProperties>
</file>
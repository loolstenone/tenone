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78" y="342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14" name="직선 연결선 6313">
            <a:extLst>
              <a:ext uri="{FF2B5EF4-FFF2-40B4-BE49-F238E27FC236}">
                <a16:creationId xmlns:a16="http://schemas.microsoft.com/office/drawing/2014/main" id="{8A369023-775E-4B92-9F90-E30335212E0A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5" name="직선 연결선 6314">
            <a:extLst>
              <a:ext uri="{FF2B5EF4-FFF2-40B4-BE49-F238E27FC236}">
                <a16:creationId xmlns:a16="http://schemas.microsoft.com/office/drawing/2014/main" id="{EE6C44E2-2A19-4CE9-B92D-74999D47EAC4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185">
            <a:hlinkClick r:id="rId2"/>
            <a:extLst>
              <a:ext uri="{FF2B5EF4-FFF2-40B4-BE49-F238E27FC236}">
                <a16:creationId xmlns:a16="http://schemas.microsoft.com/office/drawing/2014/main" id="{0BF18A65-1F2F-438D-9600-640B73625BBB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TextBox 186">
            <a:hlinkClick r:id="rId3"/>
            <a:extLst>
              <a:ext uri="{FF2B5EF4-FFF2-40B4-BE49-F238E27FC236}">
                <a16:creationId xmlns:a16="http://schemas.microsoft.com/office/drawing/2014/main" id="{136BAF3D-67B8-45F0-A3CE-9DDDEC64353C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B92B4476-1EC4-4BCF-BC66-6C62A8AB97EA}"/>
              </a:ext>
            </a:extLst>
          </p:cNvPr>
          <p:cNvGrpSpPr/>
          <p:nvPr/>
        </p:nvGrpSpPr>
        <p:grpSpPr>
          <a:xfrm>
            <a:off x="312196" y="1161462"/>
            <a:ext cx="5452558" cy="5441538"/>
            <a:chOff x="1441871" y="4316377"/>
            <a:chExt cx="10503063" cy="10481843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48C49E31-11CD-4D2A-BAC4-5BDF85650013}"/>
                </a:ext>
              </a:extLst>
            </p:cNvPr>
            <p:cNvSpPr/>
            <p:nvPr/>
          </p:nvSpPr>
          <p:spPr>
            <a:xfrm>
              <a:off x="1441871" y="4316377"/>
              <a:ext cx="10503063" cy="10481843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AAC5E11-B463-4BFC-80D6-090E37F06AA5}"/>
                </a:ext>
              </a:extLst>
            </p:cNvPr>
            <p:cNvSpPr/>
            <p:nvPr/>
          </p:nvSpPr>
          <p:spPr>
            <a:xfrm>
              <a:off x="1587163" y="4461375"/>
              <a:ext cx="10212478" cy="10191846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0F358E6B-281E-40D7-97F2-F30409759F78}"/>
                </a:ext>
              </a:extLst>
            </p:cNvPr>
            <p:cNvSpPr/>
            <p:nvPr/>
          </p:nvSpPr>
          <p:spPr>
            <a:xfrm rot="900000">
              <a:off x="2739468" y="5611352"/>
              <a:ext cx="7907869" cy="7891893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61C4B659-88EA-4B09-8FDD-97821D1D3B43}"/>
                </a:ext>
              </a:extLst>
            </p:cNvPr>
            <p:cNvSpPr/>
            <p:nvPr/>
          </p:nvSpPr>
          <p:spPr>
            <a:xfrm rot="1800000">
              <a:off x="4345497" y="7214137"/>
              <a:ext cx="4695810" cy="4686323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E8737AC-15D7-4254-946F-1C71E820F23B}"/>
                </a:ext>
              </a:extLst>
            </p:cNvPr>
            <p:cNvSpPr/>
            <p:nvPr/>
          </p:nvSpPr>
          <p:spPr>
            <a:xfrm rot="3600000">
              <a:off x="5461782" y="8328167"/>
              <a:ext cx="2463240" cy="2458262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1686F3AE-6E67-42EB-8102-8189A66258B5}"/>
                </a:ext>
              </a:extLst>
            </p:cNvPr>
            <p:cNvCxnSpPr>
              <a:cxnSpLocks/>
              <a:stCxn id="37" idx="2"/>
              <a:endCxn id="38" idx="2"/>
            </p:cNvCxnSpPr>
            <p:nvPr/>
          </p:nvCxnSpPr>
          <p:spPr>
            <a:xfrm flipV="1">
              <a:off x="1441871" y="9557298"/>
              <a:ext cx="145292" cy="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556AA733-C29C-4EC5-AF40-6DB2EFB3E382}"/>
                </a:ext>
              </a:extLst>
            </p:cNvPr>
            <p:cNvCxnSpPr>
              <a:cxnSpLocks/>
              <a:stCxn id="38" idx="1"/>
              <a:endCxn id="37" idx="1"/>
            </p:cNvCxnSpPr>
            <p:nvPr/>
          </p:nvCxnSpPr>
          <p:spPr>
            <a:xfrm flipH="1" flipV="1">
              <a:off x="2980009" y="5851407"/>
              <a:ext cx="102737" cy="10252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1D5B4C01-FA7A-4E83-B88C-CD345B7273FB}"/>
                </a:ext>
              </a:extLst>
            </p:cNvPr>
            <p:cNvCxnSpPr>
              <a:cxnSpLocks/>
              <a:endCxn id="37" idx="4"/>
            </p:cNvCxnSpPr>
            <p:nvPr/>
          </p:nvCxnSpPr>
          <p:spPr>
            <a:xfrm>
              <a:off x="6693403" y="14653221"/>
              <a:ext cx="0" cy="14499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9CBA8699-F271-47F5-8979-5B49FD66E2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45507" y="12114248"/>
              <a:ext cx="113129" cy="652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1CBFE2E5-56E1-477D-B5D6-3DDB15FCC2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67635" y="13971503"/>
              <a:ext cx="77227" cy="13375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DC9EBC2E-70E5-4607-8B16-31151E19A4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8733" y="14478313"/>
              <a:ext cx="41420" cy="15520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56F9B080-168E-4B4B-B54C-906D2204FD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19250" y="10872016"/>
              <a:ext cx="147638" cy="394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4945A1B9-BE6A-4C59-BCBB-774153332E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54035" y="6936495"/>
              <a:ext cx="117726" cy="6796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4F3A895F-BE1D-4A97-BC05-A7141F3A1E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9250" y="8192180"/>
              <a:ext cx="147640" cy="3972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7E56DAB0-49BF-43C1-A111-68BFF1DE23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67635" y="5019933"/>
              <a:ext cx="77224" cy="13344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D8FEC22C-B0FA-4956-9B5F-7AB62E1A45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0943" y="4492783"/>
              <a:ext cx="37411" cy="139074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0B818134-5D06-4748-88EC-8B329E35D054}"/>
                </a:ext>
              </a:extLst>
            </p:cNvPr>
            <p:cNvCxnSpPr>
              <a:cxnSpLocks/>
              <a:stCxn id="37" idx="0"/>
              <a:endCxn id="38" idx="0"/>
            </p:cNvCxnSpPr>
            <p:nvPr/>
          </p:nvCxnSpPr>
          <p:spPr>
            <a:xfrm flipH="1">
              <a:off x="6693402" y="4316377"/>
              <a:ext cx="1" cy="14499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65DBB51B-BABE-44B7-92B7-3DBCC043FA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7833" y="4491066"/>
              <a:ext cx="37572" cy="14079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2868738C-ACD6-4035-AC3B-938EBF3324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41946" y="5019617"/>
              <a:ext cx="71289" cy="12347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9F991CE2-ED45-4391-8348-018BE64E54D2}"/>
                </a:ext>
              </a:extLst>
            </p:cNvPr>
            <p:cNvCxnSpPr>
              <a:cxnSpLocks/>
              <a:stCxn id="37" idx="3"/>
              <a:endCxn id="38" idx="3"/>
            </p:cNvCxnSpPr>
            <p:nvPr/>
          </p:nvCxnSpPr>
          <p:spPr>
            <a:xfrm flipV="1">
              <a:off x="2980009" y="13160660"/>
              <a:ext cx="102737" cy="10253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5385FA25-C5FF-4ECA-9B4F-4CBC179EDA24}"/>
                </a:ext>
              </a:extLst>
            </p:cNvPr>
            <p:cNvCxnSpPr>
              <a:cxnSpLocks/>
              <a:stCxn id="38" idx="7"/>
              <a:endCxn id="37" idx="7"/>
            </p:cNvCxnSpPr>
            <p:nvPr/>
          </p:nvCxnSpPr>
          <p:spPr>
            <a:xfrm flipV="1">
              <a:off x="10304058" y="5851407"/>
              <a:ext cx="102738" cy="10252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CE3EB3CF-A7C7-48BB-83B2-1F352D686A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24828" y="6936495"/>
              <a:ext cx="117933" cy="6796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603F851F-40E0-49F4-A2B9-A06ADAE9CB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6635" y="8200957"/>
              <a:ext cx="139256" cy="3716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0B1BD484-FEBD-4AB8-BBFF-D6948749BF26}"/>
                </a:ext>
              </a:extLst>
            </p:cNvPr>
            <p:cNvCxnSpPr>
              <a:cxnSpLocks/>
              <a:stCxn id="38" idx="6"/>
              <a:endCxn id="37" idx="6"/>
            </p:cNvCxnSpPr>
            <p:nvPr/>
          </p:nvCxnSpPr>
          <p:spPr>
            <a:xfrm>
              <a:off x="11799641" y="9557298"/>
              <a:ext cx="145293" cy="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A8590EC5-EF86-45AB-A285-ECC3BD2DB0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1932" y="10877858"/>
              <a:ext cx="173960" cy="4680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5404CDD6-3F43-4D41-BADF-D43785E892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24828" y="12115784"/>
              <a:ext cx="117934" cy="6808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5628C641-94E2-4530-943A-E4C872B55A2C}"/>
                </a:ext>
              </a:extLst>
            </p:cNvPr>
            <p:cNvCxnSpPr>
              <a:cxnSpLocks/>
              <a:stCxn id="37" idx="5"/>
              <a:endCxn id="38" idx="5"/>
            </p:cNvCxnSpPr>
            <p:nvPr/>
          </p:nvCxnSpPr>
          <p:spPr>
            <a:xfrm flipH="1" flipV="1">
              <a:off x="10304058" y="13160660"/>
              <a:ext cx="102738" cy="10253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6DF4F626-F961-45F9-835D-F8A1F1C5C0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41946" y="13961217"/>
              <a:ext cx="71289" cy="12318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70978CDC-978A-453C-B341-13E3D0434C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7319" y="14478313"/>
              <a:ext cx="35386" cy="131525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0D1F72E0-575E-4C85-A7B6-8694B7099F87}"/>
                </a:ext>
              </a:extLst>
            </p:cNvPr>
            <p:cNvSpPr/>
            <p:nvPr/>
          </p:nvSpPr>
          <p:spPr>
            <a:xfrm rot="3600000">
              <a:off x="6623050" y="9487088"/>
              <a:ext cx="140704" cy="14042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</p:grpSp>
      <p:sp>
        <p:nvSpPr>
          <p:cNvPr id="67" name="TextBox 184">
            <a:hlinkClick r:id="rId4"/>
            <a:extLst>
              <a:ext uri="{FF2B5EF4-FFF2-40B4-BE49-F238E27FC236}">
                <a16:creationId xmlns:a16="http://schemas.microsoft.com/office/drawing/2014/main" id="{070D7E8D-CC08-4DDA-BB0A-549DE630823E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297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111</cp:revision>
  <dcterms:created xsi:type="dcterms:W3CDTF">2021-10-29T04:43:38Z</dcterms:created>
  <dcterms:modified xsi:type="dcterms:W3CDTF">2021-12-14T04:43:33Z</dcterms:modified>
</cp:coreProperties>
</file>
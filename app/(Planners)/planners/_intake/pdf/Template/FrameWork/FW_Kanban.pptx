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88" name="그룹 23887">
            <a:extLst>
              <a:ext uri="{FF2B5EF4-FFF2-40B4-BE49-F238E27FC236}">
                <a16:creationId xmlns:a16="http://schemas.microsoft.com/office/drawing/2014/main" id="{BDDFABBF-18E9-4298-9971-6BE388013BA8}"/>
              </a:ext>
            </a:extLst>
          </p:cNvPr>
          <p:cNvGrpSpPr/>
          <p:nvPr/>
        </p:nvGrpSpPr>
        <p:grpSpPr>
          <a:xfrm>
            <a:off x="302419" y="462531"/>
            <a:ext cx="5472112" cy="7019355"/>
            <a:chOff x="230188" y="462531"/>
            <a:chExt cx="5472112" cy="7019355"/>
          </a:xfrm>
        </p:grpSpPr>
        <p:sp>
          <p:nvSpPr>
            <p:cNvPr id="5425" name="Rectangle 19">
              <a:extLst>
                <a:ext uri="{FF2B5EF4-FFF2-40B4-BE49-F238E27FC236}">
                  <a16:creationId xmlns:a16="http://schemas.microsoft.com/office/drawing/2014/main" id="{0F0A8663-A159-4C5B-991D-E4241F2B9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188" y="544670"/>
              <a:ext cx="5472112" cy="5398930"/>
            </a:xfrm>
            <a:prstGeom prst="rect">
              <a:avLst/>
            </a:prstGeom>
            <a:noFill/>
            <a:ln w="12700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643"/>
            </a:p>
          </p:txBody>
        </p:sp>
        <p:sp>
          <p:nvSpPr>
            <p:cNvPr id="5426" name="Line 11">
              <a:extLst>
                <a:ext uri="{FF2B5EF4-FFF2-40B4-BE49-F238E27FC236}">
                  <a16:creationId xmlns:a16="http://schemas.microsoft.com/office/drawing/2014/main" id="{107F236A-28E1-4F29-AEFE-3E31F12CBE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188" y="4442459"/>
              <a:ext cx="5456003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43"/>
            </a:p>
          </p:txBody>
        </p:sp>
        <p:sp>
          <p:nvSpPr>
            <p:cNvPr id="5427" name="Line 10">
              <a:extLst>
                <a:ext uri="{FF2B5EF4-FFF2-40B4-BE49-F238E27FC236}">
                  <a16:creationId xmlns:a16="http://schemas.microsoft.com/office/drawing/2014/main" id="{12979415-C9C5-456B-9EFF-4719E24130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4202" y="546396"/>
              <a:ext cx="0" cy="3896063"/>
            </a:xfrm>
            <a:prstGeom prst="lin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43"/>
            </a:p>
          </p:txBody>
        </p:sp>
        <p:sp>
          <p:nvSpPr>
            <p:cNvPr id="5428" name="Line 10">
              <a:extLst>
                <a:ext uri="{FF2B5EF4-FFF2-40B4-BE49-F238E27FC236}">
                  <a16:creationId xmlns:a16="http://schemas.microsoft.com/office/drawing/2014/main" id="{280054F9-88CB-4E3C-85E7-BC70FB6155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2230" y="546396"/>
              <a:ext cx="0" cy="3896063"/>
            </a:xfrm>
            <a:prstGeom prst="lin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43"/>
            </a:p>
          </p:txBody>
        </p:sp>
        <p:sp>
          <p:nvSpPr>
            <p:cNvPr id="5429" name="Line 10">
              <a:extLst>
                <a:ext uri="{FF2B5EF4-FFF2-40B4-BE49-F238E27FC236}">
                  <a16:creationId xmlns:a16="http://schemas.microsoft.com/office/drawing/2014/main" id="{F000FA85-AE39-41D7-8DE0-80D0923CF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0258" y="546396"/>
              <a:ext cx="0" cy="3896063"/>
            </a:xfrm>
            <a:prstGeom prst="lin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43"/>
            </a:p>
          </p:txBody>
        </p:sp>
        <p:sp>
          <p:nvSpPr>
            <p:cNvPr id="5430" name="Line 10">
              <a:extLst>
                <a:ext uri="{FF2B5EF4-FFF2-40B4-BE49-F238E27FC236}">
                  <a16:creationId xmlns:a16="http://schemas.microsoft.com/office/drawing/2014/main" id="{D3A20870-40F1-45B5-A152-B95DBF8D60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18286" y="546396"/>
              <a:ext cx="0" cy="3896063"/>
            </a:xfrm>
            <a:prstGeom prst="lin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43"/>
            </a:p>
          </p:txBody>
        </p:sp>
        <p:sp>
          <p:nvSpPr>
            <p:cNvPr id="5431" name="Line 11">
              <a:extLst>
                <a:ext uri="{FF2B5EF4-FFF2-40B4-BE49-F238E27FC236}">
                  <a16:creationId xmlns:a16="http://schemas.microsoft.com/office/drawing/2014/main" id="{9B0F6E64-A5AD-4C29-A1CE-7D9C20BA0A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188" y="1519117"/>
              <a:ext cx="5456003" cy="0"/>
            </a:xfrm>
            <a:prstGeom prst="lin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43"/>
            </a:p>
          </p:txBody>
        </p:sp>
        <p:sp>
          <p:nvSpPr>
            <p:cNvPr id="5432" name="Line 11">
              <a:extLst>
                <a:ext uri="{FF2B5EF4-FFF2-40B4-BE49-F238E27FC236}">
                  <a16:creationId xmlns:a16="http://schemas.microsoft.com/office/drawing/2014/main" id="{93DD2B98-2FCB-4BF5-89B6-C8B7173E95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6297" y="3468011"/>
              <a:ext cx="5456003" cy="0"/>
            </a:xfrm>
            <a:prstGeom prst="line">
              <a:avLst/>
            </a:prstGeom>
            <a:noFill/>
            <a:ln w="3175">
              <a:solidFill>
                <a:schemeClr val="bg1">
                  <a:lumMod val="85000"/>
                </a:schemeClr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43"/>
            </a:p>
          </p:txBody>
        </p:sp>
        <p:sp>
          <p:nvSpPr>
            <p:cNvPr id="5433" name="Line 10">
              <a:extLst>
                <a:ext uri="{FF2B5EF4-FFF2-40B4-BE49-F238E27FC236}">
                  <a16:creationId xmlns:a16="http://schemas.microsoft.com/office/drawing/2014/main" id="{95BFE25B-9F45-4F0E-9549-2171A7DB55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6244" y="546396"/>
              <a:ext cx="0" cy="3896063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43"/>
            </a:p>
          </p:txBody>
        </p:sp>
        <p:sp>
          <p:nvSpPr>
            <p:cNvPr id="5434" name="Line 11">
              <a:extLst>
                <a:ext uri="{FF2B5EF4-FFF2-40B4-BE49-F238E27FC236}">
                  <a16:creationId xmlns:a16="http://schemas.microsoft.com/office/drawing/2014/main" id="{3A4B463C-684A-49F4-959A-5CE55970B3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188" y="2493564"/>
              <a:ext cx="5456003" cy="0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43"/>
            </a:p>
          </p:txBody>
        </p:sp>
        <p:sp>
          <p:nvSpPr>
            <p:cNvPr id="5435" name="Line 10">
              <a:extLst>
                <a:ext uri="{FF2B5EF4-FFF2-40B4-BE49-F238E27FC236}">
                  <a16:creationId xmlns:a16="http://schemas.microsoft.com/office/drawing/2014/main" id="{22E1F8E0-F5E1-4BD7-83DD-DBA3BA1968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34272" y="546396"/>
              <a:ext cx="0" cy="3896063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43"/>
            </a:p>
          </p:txBody>
        </p:sp>
        <p:sp>
          <p:nvSpPr>
            <p:cNvPr id="5436" name="Line 10">
              <a:extLst>
                <a:ext uri="{FF2B5EF4-FFF2-40B4-BE49-F238E27FC236}">
                  <a16:creationId xmlns:a16="http://schemas.microsoft.com/office/drawing/2014/main" id="{B36A95D7-60FF-4227-8BD9-1B64D20160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98216" y="546396"/>
              <a:ext cx="0" cy="3896063"/>
            </a:xfrm>
            <a:prstGeom prst="line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ko-KR" altLang="en-US" sz="1643"/>
            </a:p>
          </p:txBody>
        </p:sp>
        <p:cxnSp>
          <p:nvCxnSpPr>
            <p:cNvPr id="5437" name="직선 연결선 5436">
              <a:extLst>
                <a:ext uri="{FF2B5EF4-FFF2-40B4-BE49-F238E27FC236}">
                  <a16:creationId xmlns:a16="http://schemas.microsoft.com/office/drawing/2014/main" id="{217F2285-D703-4047-B353-34192E629AA1}"/>
                </a:ext>
              </a:extLst>
            </p:cNvPr>
            <p:cNvCxnSpPr/>
            <p:nvPr/>
          </p:nvCxnSpPr>
          <p:spPr>
            <a:xfrm>
              <a:off x="230188" y="6374465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8" name="직선 연결선 5437">
              <a:extLst>
                <a:ext uri="{FF2B5EF4-FFF2-40B4-BE49-F238E27FC236}">
                  <a16:creationId xmlns:a16="http://schemas.microsoft.com/office/drawing/2014/main" id="{F7C2C062-9B79-4BA1-80F4-FB44E83AEA27}"/>
                </a:ext>
              </a:extLst>
            </p:cNvPr>
            <p:cNvCxnSpPr/>
            <p:nvPr/>
          </p:nvCxnSpPr>
          <p:spPr>
            <a:xfrm>
              <a:off x="230188" y="6928174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9" name="직선 연결선 5438">
              <a:extLst>
                <a:ext uri="{FF2B5EF4-FFF2-40B4-BE49-F238E27FC236}">
                  <a16:creationId xmlns:a16="http://schemas.microsoft.com/office/drawing/2014/main" id="{5661FEB0-3767-4F5B-82B0-968BFA4F1297}"/>
                </a:ext>
              </a:extLst>
            </p:cNvPr>
            <p:cNvCxnSpPr/>
            <p:nvPr/>
          </p:nvCxnSpPr>
          <p:spPr>
            <a:xfrm>
              <a:off x="230188" y="7205028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0" name="직선 연결선 5439">
              <a:extLst>
                <a:ext uri="{FF2B5EF4-FFF2-40B4-BE49-F238E27FC236}">
                  <a16:creationId xmlns:a16="http://schemas.microsoft.com/office/drawing/2014/main" id="{3FFEE597-4528-4D3D-8711-807925E95C8B}"/>
                </a:ext>
              </a:extLst>
            </p:cNvPr>
            <p:cNvCxnSpPr/>
            <p:nvPr/>
          </p:nvCxnSpPr>
          <p:spPr>
            <a:xfrm>
              <a:off x="230188" y="7481886"/>
              <a:ext cx="5472112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1" name="직선 연결선 5440">
              <a:extLst>
                <a:ext uri="{FF2B5EF4-FFF2-40B4-BE49-F238E27FC236}">
                  <a16:creationId xmlns:a16="http://schemas.microsoft.com/office/drawing/2014/main" id="{5205D343-CC06-4F50-B89A-6C9FB0A06DD1}"/>
                </a:ext>
              </a:extLst>
            </p:cNvPr>
            <p:cNvCxnSpPr/>
            <p:nvPr/>
          </p:nvCxnSpPr>
          <p:spPr>
            <a:xfrm>
              <a:off x="230188" y="6651319"/>
              <a:ext cx="5472112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2" name="직선 연결선 5441">
              <a:extLst>
                <a:ext uri="{FF2B5EF4-FFF2-40B4-BE49-F238E27FC236}">
                  <a16:creationId xmlns:a16="http://schemas.microsoft.com/office/drawing/2014/main" id="{DFBF9279-251E-4284-A4BA-A4FBCB54E09D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3" name="직선 연결선 5442">
              <a:extLst>
                <a:ext uri="{FF2B5EF4-FFF2-40B4-BE49-F238E27FC236}">
                  <a16:creationId xmlns:a16="http://schemas.microsoft.com/office/drawing/2014/main" id="{C893423B-8E5F-4253-B71C-81D8FDB41F44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185">
            <a:hlinkClick r:id="rId2"/>
            <a:extLst>
              <a:ext uri="{FF2B5EF4-FFF2-40B4-BE49-F238E27FC236}">
                <a16:creationId xmlns:a16="http://schemas.microsoft.com/office/drawing/2014/main" id="{D29F5C2F-6144-4974-AC26-6340B21145A9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" name="TextBox 186">
            <a:hlinkClick r:id="rId3"/>
            <a:extLst>
              <a:ext uri="{FF2B5EF4-FFF2-40B4-BE49-F238E27FC236}">
                <a16:creationId xmlns:a16="http://schemas.microsoft.com/office/drawing/2014/main" id="{E67A6418-2FCD-47E4-A5ED-2361543E74D1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5" name="TextBox 184">
            <a:hlinkClick r:id="rId4"/>
            <a:extLst>
              <a:ext uri="{FF2B5EF4-FFF2-40B4-BE49-F238E27FC236}">
                <a16:creationId xmlns:a16="http://schemas.microsoft.com/office/drawing/2014/main" id="{6BC0FADF-54E8-4C6D-9494-C413C77C2596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244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91</cp:revision>
  <dcterms:created xsi:type="dcterms:W3CDTF">2021-10-29T04:43:38Z</dcterms:created>
  <dcterms:modified xsi:type="dcterms:W3CDTF">2021-12-14T04:38:28Z</dcterms:modified>
</cp:coreProperties>
</file>
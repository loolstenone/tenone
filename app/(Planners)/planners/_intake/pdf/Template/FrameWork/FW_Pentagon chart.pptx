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5" name="그룹 23904">
            <a:extLst>
              <a:ext uri="{FF2B5EF4-FFF2-40B4-BE49-F238E27FC236}">
                <a16:creationId xmlns:a16="http://schemas.microsoft.com/office/drawing/2014/main" id="{5241D328-5F5E-44CC-A5E6-446DA2CBCC32}"/>
              </a:ext>
            </a:extLst>
          </p:cNvPr>
          <p:cNvGrpSpPr/>
          <p:nvPr/>
        </p:nvGrpSpPr>
        <p:grpSpPr>
          <a:xfrm>
            <a:off x="302419" y="419106"/>
            <a:ext cx="5472112" cy="7062782"/>
            <a:chOff x="230188" y="419106"/>
            <a:chExt cx="5472112" cy="7062782"/>
          </a:xfrm>
        </p:grpSpPr>
        <p:grpSp>
          <p:nvGrpSpPr>
            <p:cNvPr id="6317" name="그룹 6316">
              <a:extLst>
                <a:ext uri="{FF2B5EF4-FFF2-40B4-BE49-F238E27FC236}">
                  <a16:creationId xmlns:a16="http://schemas.microsoft.com/office/drawing/2014/main" id="{03717AF4-1DE6-42FA-AEF0-B0BC12F4EBAA}"/>
                </a:ext>
              </a:extLst>
            </p:cNvPr>
            <p:cNvGrpSpPr/>
            <p:nvPr/>
          </p:nvGrpSpPr>
          <p:grpSpPr>
            <a:xfrm>
              <a:off x="230188" y="4293943"/>
              <a:ext cx="5472112" cy="3187945"/>
              <a:chOff x="230188" y="4148437"/>
              <a:chExt cx="5472112" cy="3187945"/>
            </a:xfrm>
          </p:grpSpPr>
          <p:cxnSp>
            <p:nvCxnSpPr>
              <p:cNvPr id="6318" name="직선 연결선 6317">
                <a:extLst>
                  <a:ext uri="{FF2B5EF4-FFF2-40B4-BE49-F238E27FC236}">
                    <a16:creationId xmlns:a16="http://schemas.microsoft.com/office/drawing/2014/main" id="{91F0F896-33A2-42C5-8232-B5F12AF7FC2C}"/>
                  </a:ext>
                </a:extLst>
              </p:cNvPr>
              <p:cNvCxnSpPr/>
              <p:nvPr/>
            </p:nvCxnSpPr>
            <p:spPr>
              <a:xfrm>
                <a:off x="230188" y="4148437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9" name="직선 연결선 6318">
                <a:extLst>
                  <a:ext uri="{FF2B5EF4-FFF2-40B4-BE49-F238E27FC236}">
                    <a16:creationId xmlns:a16="http://schemas.microsoft.com/office/drawing/2014/main" id="{DB15A92D-5A2D-44CE-ADCA-10D2937D7514}"/>
                  </a:ext>
                </a:extLst>
              </p:cNvPr>
              <p:cNvCxnSpPr/>
              <p:nvPr/>
            </p:nvCxnSpPr>
            <p:spPr>
              <a:xfrm>
                <a:off x="230188" y="4414099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0" name="직선 연결선 6319">
                <a:extLst>
                  <a:ext uri="{FF2B5EF4-FFF2-40B4-BE49-F238E27FC236}">
                    <a16:creationId xmlns:a16="http://schemas.microsoft.com/office/drawing/2014/main" id="{D13E6673-436B-4EC5-AA28-262DF038B671}"/>
                  </a:ext>
                </a:extLst>
              </p:cNvPr>
              <p:cNvCxnSpPr/>
              <p:nvPr/>
            </p:nvCxnSpPr>
            <p:spPr>
              <a:xfrm>
                <a:off x="230188" y="4679760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1" name="직선 연결선 6320">
                <a:extLst>
                  <a:ext uri="{FF2B5EF4-FFF2-40B4-BE49-F238E27FC236}">
                    <a16:creationId xmlns:a16="http://schemas.microsoft.com/office/drawing/2014/main" id="{261FFBE1-B234-4C1A-8A2E-80D9F95BBF94}"/>
                  </a:ext>
                </a:extLst>
              </p:cNvPr>
              <p:cNvCxnSpPr/>
              <p:nvPr/>
            </p:nvCxnSpPr>
            <p:spPr>
              <a:xfrm>
                <a:off x="230188" y="4945422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2" name="직선 연결선 6321">
                <a:extLst>
                  <a:ext uri="{FF2B5EF4-FFF2-40B4-BE49-F238E27FC236}">
                    <a16:creationId xmlns:a16="http://schemas.microsoft.com/office/drawing/2014/main" id="{ECADD218-E9D5-4D89-B5E2-EF24195D7CA1}"/>
                  </a:ext>
                </a:extLst>
              </p:cNvPr>
              <p:cNvCxnSpPr/>
              <p:nvPr/>
            </p:nvCxnSpPr>
            <p:spPr>
              <a:xfrm>
                <a:off x="230188" y="5476746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3" name="직선 연결선 6322">
                <a:extLst>
                  <a:ext uri="{FF2B5EF4-FFF2-40B4-BE49-F238E27FC236}">
                    <a16:creationId xmlns:a16="http://schemas.microsoft.com/office/drawing/2014/main" id="{2C25C191-CDE1-4D5A-B0EB-D5292336438F}"/>
                  </a:ext>
                </a:extLst>
              </p:cNvPr>
              <p:cNvCxnSpPr/>
              <p:nvPr/>
            </p:nvCxnSpPr>
            <p:spPr>
              <a:xfrm>
                <a:off x="230188" y="5742408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4" name="직선 연결선 6323">
                <a:extLst>
                  <a:ext uri="{FF2B5EF4-FFF2-40B4-BE49-F238E27FC236}">
                    <a16:creationId xmlns:a16="http://schemas.microsoft.com/office/drawing/2014/main" id="{FBAA6DE5-30D8-4F6E-9984-8B712D423F06}"/>
                  </a:ext>
                </a:extLst>
              </p:cNvPr>
              <p:cNvCxnSpPr/>
              <p:nvPr/>
            </p:nvCxnSpPr>
            <p:spPr>
              <a:xfrm>
                <a:off x="230188" y="6008069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5" name="직선 연결선 6324">
                <a:extLst>
                  <a:ext uri="{FF2B5EF4-FFF2-40B4-BE49-F238E27FC236}">
                    <a16:creationId xmlns:a16="http://schemas.microsoft.com/office/drawing/2014/main" id="{5BF0A582-FE73-4594-BB85-FF291D9FF238}"/>
                  </a:ext>
                </a:extLst>
              </p:cNvPr>
              <p:cNvCxnSpPr/>
              <p:nvPr/>
            </p:nvCxnSpPr>
            <p:spPr>
              <a:xfrm>
                <a:off x="230188" y="5211084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6" name="직선 연결선 6325">
                <a:extLst>
                  <a:ext uri="{FF2B5EF4-FFF2-40B4-BE49-F238E27FC236}">
                    <a16:creationId xmlns:a16="http://schemas.microsoft.com/office/drawing/2014/main" id="{DDC7A7FA-6A57-4861-98F0-4DBD7FC3CA6F}"/>
                  </a:ext>
                </a:extLst>
              </p:cNvPr>
              <p:cNvCxnSpPr/>
              <p:nvPr/>
            </p:nvCxnSpPr>
            <p:spPr>
              <a:xfrm>
                <a:off x="230188" y="6273731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7" name="직선 연결선 6326">
                <a:extLst>
                  <a:ext uri="{FF2B5EF4-FFF2-40B4-BE49-F238E27FC236}">
                    <a16:creationId xmlns:a16="http://schemas.microsoft.com/office/drawing/2014/main" id="{B34A6F08-0D0D-4A52-B7CF-15D85E5C50EA}"/>
                  </a:ext>
                </a:extLst>
              </p:cNvPr>
              <p:cNvCxnSpPr/>
              <p:nvPr/>
            </p:nvCxnSpPr>
            <p:spPr>
              <a:xfrm>
                <a:off x="230188" y="6805055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8" name="직선 연결선 6327">
                <a:extLst>
                  <a:ext uri="{FF2B5EF4-FFF2-40B4-BE49-F238E27FC236}">
                    <a16:creationId xmlns:a16="http://schemas.microsoft.com/office/drawing/2014/main" id="{DE7D357A-C420-40C2-A243-EE06AE6B0FDB}"/>
                  </a:ext>
                </a:extLst>
              </p:cNvPr>
              <p:cNvCxnSpPr/>
              <p:nvPr/>
            </p:nvCxnSpPr>
            <p:spPr>
              <a:xfrm>
                <a:off x="230188" y="7070717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9" name="직선 연결선 6328">
                <a:extLst>
                  <a:ext uri="{FF2B5EF4-FFF2-40B4-BE49-F238E27FC236}">
                    <a16:creationId xmlns:a16="http://schemas.microsoft.com/office/drawing/2014/main" id="{4D9536FD-E0EA-4FC0-8E91-E21FFF8F43B5}"/>
                  </a:ext>
                </a:extLst>
              </p:cNvPr>
              <p:cNvCxnSpPr/>
              <p:nvPr/>
            </p:nvCxnSpPr>
            <p:spPr>
              <a:xfrm>
                <a:off x="230188" y="7336382"/>
                <a:ext cx="5472112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0" name="직선 연결선 6329">
                <a:extLst>
                  <a:ext uri="{FF2B5EF4-FFF2-40B4-BE49-F238E27FC236}">
                    <a16:creationId xmlns:a16="http://schemas.microsoft.com/office/drawing/2014/main" id="{B2D959E5-791B-423A-BBF5-4CDDCD9508B9}"/>
                  </a:ext>
                </a:extLst>
              </p:cNvPr>
              <p:cNvCxnSpPr/>
              <p:nvPr/>
            </p:nvCxnSpPr>
            <p:spPr>
              <a:xfrm>
                <a:off x="230188" y="6539393"/>
                <a:ext cx="5472112" cy="0"/>
              </a:xfrm>
              <a:prstGeom prst="line">
                <a:avLst/>
              </a:prstGeom>
              <a:ln w="3175">
                <a:solidFill>
                  <a:schemeClr val="bg1">
                    <a:lumMod val="6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31" name="직선 연결선 6330">
              <a:extLst>
                <a:ext uri="{FF2B5EF4-FFF2-40B4-BE49-F238E27FC236}">
                  <a16:creationId xmlns:a16="http://schemas.microsoft.com/office/drawing/2014/main" id="{55790F4C-33F2-4F4D-8FC6-1707E0C7ABC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2" name="직선 연결선 6331">
              <a:extLst>
                <a:ext uri="{FF2B5EF4-FFF2-40B4-BE49-F238E27FC236}">
                  <a16:creationId xmlns:a16="http://schemas.microsoft.com/office/drawing/2014/main" id="{0BAF3C00-AE90-4BCB-8618-F2999608E8F5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33" name="오각형 6332">
              <a:extLst>
                <a:ext uri="{FF2B5EF4-FFF2-40B4-BE49-F238E27FC236}">
                  <a16:creationId xmlns:a16="http://schemas.microsoft.com/office/drawing/2014/main" id="{7B1323F9-324E-4937-BD45-ADF6E9CA6A2A}"/>
                </a:ext>
              </a:extLst>
            </p:cNvPr>
            <p:cNvSpPr/>
            <p:nvPr/>
          </p:nvSpPr>
          <p:spPr>
            <a:xfrm>
              <a:off x="1076225" y="419106"/>
              <a:ext cx="3666220" cy="3491640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4" name="오각형 6333">
              <a:extLst>
                <a:ext uri="{FF2B5EF4-FFF2-40B4-BE49-F238E27FC236}">
                  <a16:creationId xmlns:a16="http://schemas.microsoft.com/office/drawing/2014/main" id="{68301EB1-B4AE-483D-A615-F592CBB219F7}"/>
                </a:ext>
              </a:extLst>
            </p:cNvPr>
            <p:cNvSpPr/>
            <p:nvPr/>
          </p:nvSpPr>
          <p:spPr>
            <a:xfrm>
              <a:off x="1337158" y="667615"/>
              <a:ext cx="3144354" cy="2994622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5" name="오각형 6334">
              <a:extLst>
                <a:ext uri="{FF2B5EF4-FFF2-40B4-BE49-F238E27FC236}">
                  <a16:creationId xmlns:a16="http://schemas.microsoft.com/office/drawing/2014/main" id="{14E57330-5975-4630-9DE5-7E2536CD3A09}"/>
                </a:ext>
              </a:extLst>
            </p:cNvPr>
            <p:cNvSpPr/>
            <p:nvPr/>
          </p:nvSpPr>
          <p:spPr>
            <a:xfrm>
              <a:off x="1580045" y="898935"/>
              <a:ext cx="2658580" cy="2531982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6" name="오각형 6335">
              <a:extLst>
                <a:ext uri="{FF2B5EF4-FFF2-40B4-BE49-F238E27FC236}">
                  <a16:creationId xmlns:a16="http://schemas.microsoft.com/office/drawing/2014/main" id="{883BFA59-12F4-4633-A4E1-0F85E4B8AA12}"/>
                </a:ext>
              </a:extLst>
            </p:cNvPr>
            <p:cNvSpPr/>
            <p:nvPr/>
          </p:nvSpPr>
          <p:spPr>
            <a:xfrm>
              <a:off x="1841982" y="1148399"/>
              <a:ext cx="2134706" cy="2033054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7" name="오각형 6336">
              <a:extLst>
                <a:ext uri="{FF2B5EF4-FFF2-40B4-BE49-F238E27FC236}">
                  <a16:creationId xmlns:a16="http://schemas.microsoft.com/office/drawing/2014/main" id="{1F14CFCA-5369-4DCB-AF62-5BA631DEE042}"/>
                </a:ext>
              </a:extLst>
            </p:cNvPr>
            <p:cNvSpPr/>
            <p:nvPr/>
          </p:nvSpPr>
          <p:spPr>
            <a:xfrm>
              <a:off x="2099157" y="1393327"/>
              <a:ext cx="1620356" cy="1543198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8" name="오각형 6337">
              <a:extLst>
                <a:ext uri="{FF2B5EF4-FFF2-40B4-BE49-F238E27FC236}">
                  <a16:creationId xmlns:a16="http://schemas.microsoft.com/office/drawing/2014/main" id="{C7481FE6-1F7F-4B5F-A3E2-E76C481A4530}"/>
                </a:ext>
              </a:extLst>
            </p:cNvPr>
            <p:cNvSpPr/>
            <p:nvPr/>
          </p:nvSpPr>
          <p:spPr>
            <a:xfrm>
              <a:off x="2353951" y="1635989"/>
              <a:ext cx="1110768" cy="1057874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9" name="오각형 6338">
              <a:extLst>
                <a:ext uri="{FF2B5EF4-FFF2-40B4-BE49-F238E27FC236}">
                  <a16:creationId xmlns:a16="http://schemas.microsoft.com/office/drawing/2014/main" id="{C6A01881-FA88-4D64-B4A1-6CDAD3AAD088}"/>
                </a:ext>
              </a:extLst>
            </p:cNvPr>
            <p:cNvSpPr/>
            <p:nvPr/>
          </p:nvSpPr>
          <p:spPr>
            <a:xfrm>
              <a:off x="2606364" y="1876382"/>
              <a:ext cx="605942" cy="577088"/>
            </a:xfrm>
            <a:prstGeom prst="pentagon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40" name="직선 연결선 6339">
              <a:extLst>
                <a:ext uri="{FF2B5EF4-FFF2-40B4-BE49-F238E27FC236}">
                  <a16:creationId xmlns:a16="http://schemas.microsoft.com/office/drawing/2014/main" id="{E411BEAF-DC9F-43A0-854B-34ED0903A4E5}"/>
                </a:ext>
              </a:extLst>
            </p:cNvPr>
            <p:cNvCxnSpPr>
              <a:cxnSpLocks/>
            </p:cNvCxnSpPr>
            <p:nvPr/>
          </p:nvCxnSpPr>
          <p:spPr>
            <a:xfrm>
              <a:off x="2909335" y="419106"/>
              <a:ext cx="0" cy="174622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1" name="직선 연결선 6340">
              <a:extLst>
                <a:ext uri="{FF2B5EF4-FFF2-40B4-BE49-F238E27FC236}">
                  <a16:creationId xmlns:a16="http://schemas.microsoft.com/office/drawing/2014/main" id="{FEE37863-98D8-440D-AB5A-7924475AE903}"/>
                </a:ext>
              </a:extLst>
            </p:cNvPr>
            <p:cNvCxnSpPr>
              <a:cxnSpLocks/>
              <a:stCxn id="6333" idx="1"/>
            </p:cNvCxnSpPr>
            <p:nvPr/>
          </p:nvCxnSpPr>
          <p:spPr>
            <a:xfrm>
              <a:off x="1076229" y="1752790"/>
              <a:ext cx="1833102" cy="41254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2" name="직선 연결선 6341">
              <a:extLst>
                <a:ext uri="{FF2B5EF4-FFF2-40B4-BE49-F238E27FC236}">
                  <a16:creationId xmlns:a16="http://schemas.microsoft.com/office/drawing/2014/main" id="{3A6ECAD1-A8BB-4072-AE5B-2DA44D9FE96E}"/>
                </a:ext>
              </a:extLst>
            </p:cNvPr>
            <p:cNvCxnSpPr>
              <a:cxnSpLocks/>
              <a:stCxn id="6333" idx="2"/>
            </p:cNvCxnSpPr>
            <p:nvPr/>
          </p:nvCxnSpPr>
          <p:spPr>
            <a:xfrm flipV="1">
              <a:off x="1776413" y="2165341"/>
              <a:ext cx="1132922" cy="17453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3" name="직선 연결선 6342">
              <a:extLst>
                <a:ext uri="{FF2B5EF4-FFF2-40B4-BE49-F238E27FC236}">
                  <a16:creationId xmlns:a16="http://schemas.microsoft.com/office/drawing/2014/main" id="{81B9D045-EB28-4325-9CB4-DDD2EDFDCE80}"/>
                </a:ext>
              </a:extLst>
            </p:cNvPr>
            <p:cNvCxnSpPr>
              <a:cxnSpLocks/>
              <a:endCxn id="6333" idx="5"/>
            </p:cNvCxnSpPr>
            <p:nvPr/>
          </p:nvCxnSpPr>
          <p:spPr>
            <a:xfrm flipV="1">
              <a:off x="2909331" y="1752790"/>
              <a:ext cx="1833110" cy="41254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4" name="직선 연결선 6343">
              <a:extLst>
                <a:ext uri="{FF2B5EF4-FFF2-40B4-BE49-F238E27FC236}">
                  <a16:creationId xmlns:a16="http://schemas.microsoft.com/office/drawing/2014/main" id="{21BBABA0-B6A5-42F9-8077-F31875314B03}"/>
                </a:ext>
              </a:extLst>
            </p:cNvPr>
            <p:cNvCxnSpPr>
              <a:cxnSpLocks/>
              <a:endCxn id="6333" idx="4"/>
            </p:cNvCxnSpPr>
            <p:nvPr/>
          </p:nvCxnSpPr>
          <p:spPr>
            <a:xfrm>
              <a:off x="2909335" y="2165341"/>
              <a:ext cx="1132922" cy="17453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185">
            <a:hlinkClick r:id="rId2"/>
            <a:extLst>
              <a:ext uri="{FF2B5EF4-FFF2-40B4-BE49-F238E27FC236}">
                <a16:creationId xmlns:a16="http://schemas.microsoft.com/office/drawing/2014/main" id="{EB306902-05A7-4EFA-BC84-3996B94ED928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3" name="TextBox 186">
            <a:hlinkClick r:id="rId3"/>
            <a:extLst>
              <a:ext uri="{FF2B5EF4-FFF2-40B4-BE49-F238E27FC236}">
                <a16:creationId xmlns:a16="http://schemas.microsoft.com/office/drawing/2014/main" id="{9027B7F2-D042-4FB3-8B4C-DEDA67F5F592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184">
            <a:hlinkClick r:id="rId4"/>
            <a:extLst>
              <a:ext uri="{FF2B5EF4-FFF2-40B4-BE49-F238E27FC236}">
                <a16:creationId xmlns:a16="http://schemas.microsoft.com/office/drawing/2014/main" id="{CEBEF6E0-1F7B-4ECB-9A7E-CA5266B7B54C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110</cp:revision>
  <dcterms:created xsi:type="dcterms:W3CDTF">2021-10-29T04:43:38Z</dcterms:created>
  <dcterms:modified xsi:type="dcterms:W3CDTF">2021-12-14T04:32:38Z</dcterms:modified>
</cp:coreProperties>
</file>
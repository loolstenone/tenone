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774" y="36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98" name="그룹 23897">
            <a:extLst>
              <a:ext uri="{FF2B5EF4-FFF2-40B4-BE49-F238E27FC236}">
                <a16:creationId xmlns:a16="http://schemas.microsoft.com/office/drawing/2014/main" id="{D4915ADC-4DD1-4050-97DF-26E556E9093E}"/>
              </a:ext>
            </a:extLst>
          </p:cNvPr>
          <p:cNvGrpSpPr/>
          <p:nvPr/>
        </p:nvGrpSpPr>
        <p:grpSpPr>
          <a:xfrm>
            <a:off x="302419" y="462531"/>
            <a:ext cx="5472112" cy="7019357"/>
            <a:chOff x="302419" y="462531"/>
            <a:chExt cx="5472112" cy="7019357"/>
          </a:xfrm>
        </p:grpSpPr>
        <p:cxnSp>
          <p:nvCxnSpPr>
            <p:cNvPr id="5974" name="직선 연결선 5973">
              <a:extLst>
                <a:ext uri="{FF2B5EF4-FFF2-40B4-BE49-F238E27FC236}">
                  <a16:creationId xmlns:a16="http://schemas.microsoft.com/office/drawing/2014/main" id="{6AC1A143-26AF-409B-A06E-9774E3F2F3E6}"/>
                </a:ext>
              </a:extLst>
            </p:cNvPr>
            <p:cNvCxnSpPr>
              <a:cxnSpLocks/>
            </p:cNvCxnSpPr>
            <p:nvPr/>
          </p:nvCxnSpPr>
          <p:spPr>
            <a:xfrm>
              <a:off x="710536" y="3499855"/>
              <a:ext cx="4800339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75" name="그룹 5974">
              <a:extLst>
                <a:ext uri="{FF2B5EF4-FFF2-40B4-BE49-F238E27FC236}">
                  <a16:creationId xmlns:a16="http://schemas.microsoft.com/office/drawing/2014/main" id="{AEC9F395-6565-4A27-AAE5-D458E22C205E}"/>
                </a:ext>
              </a:extLst>
            </p:cNvPr>
            <p:cNvGrpSpPr/>
            <p:nvPr/>
          </p:nvGrpSpPr>
          <p:grpSpPr>
            <a:xfrm>
              <a:off x="302419" y="4028281"/>
              <a:ext cx="5472112" cy="3453607"/>
              <a:chOff x="1481886" y="6040634"/>
              <a:chExt cx="6006114" cy="4894687"/>
            </a:xfrm>
          </p:grpSpPr>
          <p:cxnSp>
            <p:nvCxnSpPr>
              <p:cNvPr id="5976" name="직선 연결선 5975">
                <a:extLst>
                  <a:ext uri="{FF2B5EF4-FFF2-40B4-BE49-F238E27FC236}">
                    <a16:creationId xmlns:a16="http://schemas.microsoft.com/office/drawing/2014/main" id="{1F2EB352-B6F0-4BC6-91AF-D231697DF1D3}"/>
                  </a:ext>
                </a:extLst>
              </p:cNvPr>
              <p:cNvCxnSpPr/>
              <p:nvPr/>
            </p:nvCxnSpPr>
            <p:spPr>
              <a:xfrm>
                <a:off x="1481886" y="6417148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77" name="직선 연결선 5976">
                <a:extLst>
                  <a:ext uri="{FF2B5EF4-FFF2-40B4-BE49-F238E27FC236}">
                    <a16:creationId xmlns:a16="http://schemas.microsoft.com/office/drawing/2014/main" id="{97CBAB3D-9B06-40BC-9E55-5A119171C9CA}"/>
                  </a:ext>
                </a:extLst>
              </p:cNvPr>
              <p:cNvCxnSpPr/>
              <p:nvPr/>
            </p:nvCxnSpPr>
            <p:spPr>
              <a:xfrm>
                <a:off x="1481886" y="6793662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78" name="직선 연결선 5977">
                <a:extLst>
                  <a:ext uri="{FF2B5EF4-FFF2-40B4-BE49-F238E27FC236}">
                    <a16:creationId xmlns:a16="http://schemas.microsoft.com/office/drawing/2014/main" id="{F9B8981D-CF81-409E-A59A-F886DAA40BD3}"/>
                  </a:ext>
                </a:extLst>
              </p:cNvPr>
              <p:cNvCxnSpPr/>
              <p:nvPr/>
            </p:nvCxnSpPr>
            <p:spPr>
              <a:xfrm>
                <a:off x="1481886" y="7170176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79" name="직선 연결선 5978">
                <a:extLst>
                  <a:ext uri="{FF2B5EF4-FFF2-40B4-BE49-F238E27FC236}">
                    <a16:creationId xmlns:a16="http://schemas.microsoft.com/office/drawing/2014/main" id="{92DE124E-6ABA-464D-9B0D-01FEE94172C4}"/>
                  </a:ext>
                </a:extLst>
              </p:cNvPr>
              <p:cNvCxnSpPr/>
              <p:nvPr/>
            </p:nvCxnSpPr>
            <p:spPr>
              <a:xfrm>
                <a:off x="1481886" y="6040634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80" name="직선 연결선 5979">
                <a:extLst>
                  <a:ext uri="{FF2B5EF4-FFF2-40B4-BE49-F238E27FC236}">
                    <a16:creationId xmlns:a16="http://schemas.microsoft.com/office/drawing/2014/main" id="{3F1FA577-FA24-443F-90DF-A1E0AFF541BF}"/>
                  </a:ext>
                </a:extLst>
              </p:cNvPr>
              <p:cNvCxnSpPr/>
              <p:nvPr/>
            </p:nvCxnSpPr>
            <p:spPr>
              <a:xfrm>
                <a:off x="1481886" y="7546690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81" name="직선 연결선 5980">
                <a:extLst>
                  <a:ext uri="{FF2B5EF4-FFF2-40B4-BE49-F238E27FC236}">
                    <a16:creationId xmlns:a16="http://schemas.microsoft.com/office/drawing/2014/main" id="{4B08CB22-6540-4E03-9520-93A6924F0B15}"/>
                  </a:ext>
                </a:extLst>
              </p:cNvPr>
              <p:cNvCxnSpPr/>
              <p:nvPr/>
            </p:nvCxnSpPr>
            <p:spPr>
              <a:xfrm>
                <a:off x="1481886" y="8299718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82" name="직선 연결선 5981">
                <a:extLst>
                  <a:ext uri="{FF2B5EF4-FFF2-40B4-BE49-F238E27FC236}">
                    <a16:creationId xmlns:a16="http://schemas.microsoft.com/office/drawing/2014/main" id="{DE24854D-E612-4E02-AA3D-CC58ECF49848}"/>
                  </a:ext>
                </a:extLst>
              </p:cNvPr>
              <p:cNvCxnSpPr/>
              <p:nvPr/>
            </p:nvCxnSpPr>
            <p:spPr>
              <a:xfrm>
                <a:off x="1481886" y="8676232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83" name="직선 연결선 5982">
                <a:extLst>
                  <a:ext uri="{FF2B5EF4-FFF2-40B4-BE49-F238E27FC236}">
                    <a16:creationId xmlns:a16="http://schemas.microsoft.com/office/drawing/2014/main" id="{CBFEA030-29C1-4EAA-86B3-BEDBDBE553FE}"/>
                  </a:ext>
                </a:extLst>
              </p:cNvPr>
              <p:cNvCxnSpPr/>
              <p:nvPr/>
            </p:nvCxnSpPr>
            <p:spPr>
              <a:xfrm>
                <a:off x="1481886" y="9052746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84" name="직선 연결선 5983">
                <a:extLst>
                  <a:ext uri="{FF2B5EF4-FFF2-40B4-BE49-F238E27FC236}">
                    <a16:creationId xmlns:a16="http://schemas.microsoft.com/office/drawing/2014/main" id="{5EA83B3D-6431-4DBC-832D-8413DC1A6D79}"/>
                  </a:ext>
                </a:extLst>
              </p:cNvPr>
              <p:cNvCxnSpPr/>
              <p:nvPr/>
            </p:nvCxnSpPr>
            <p:spPr>
              <a:xfrm>
                <a:off x="1481886" y="7923204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85" name="직선 연결선 5984">
                <a:extLst>
                  <a:ext uri="{FF2B5EF4-FFF2-40B4-BE49-F238E27FC236}">
                    <a16:creationId xmlns:a16="http://schemas.microsoft.com/office/drawing/2014/main" id="{9BFA705B-C118-497C-9868-D482EBCE2D49}"/>
                  </a:ext>
                </a:extLst>
              </p:cNvPr>
              <p:cNvCxnSpPr/>
              <p:nvPr/>
            </p:nvCxnSpPr>
            <p:spPr>
              <a:xfrm>
                <a:off x="1481886" y="9429260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86" name="직선 연결선 5985">
                <a:extLst>
                  <a:ext uri="{FF2B5EF4-FFF2-40B4-BE49-F238E27FC236}">
                    <a16:creationId xmlns:a16="http://schemas.microsoft.com/office/drawing/2014/main" id="{CF09314D-3202-4F53-8D8B-E68A46CF36FD}"/>
                  </a:ext>
                </a:extLst>
              </p:cNvPr>
              <p:cNvCxnSpPr/>
              <p:nvPr/>
            </p:nvCxnSpPr>
            <p:spPr>
              <a:xfrm>
                <a:off x="1481886" y="10182288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87" name="직선 연결선 5986">
                <a:extLst>
                  <a:ext uri="{FF2B5EF4-FFF2-40B4-BE49-F238E27FC236}">
                    <a16:creationId xmlns:a16="http://schemas.microsoft.com/office/drawing/2014/main" id="{667260B5-7A30-45AA-9D53-318090C5EF2C}"/>
                  </a:ext>
                </a:extLst>
              </p:cNvPr>
              <p:cNvCxnSpPr/>
              <p:nvPr/>
            </p:nvCxnSpPr>
            <p:spPr>
              <a:xfrm>
                <a:off x="1481886" y="10558802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88" name="직선 연결선 5987">
                <a:extLst>
                  <a:ext uri="{FF2B5EF4-FFF2-40B4-BE49-F238E27FC236}">
                    <a16:creationId xmlns:a16="http://schemas.microsoft.com/office/drawing/2014/main" id="{F22A97FF-9E2F-462C-B819-AF8C657539BF}"/>
                  </a:ext>
                </a:extLst>
              </p:cNvPr>
              <p:cNvCxnSpPr/>
              <p:nvPr/>
            </p:nvCxnSpPr>
            <p:spPr>
              <a:xfrm>
                <a:off x="1481886" y="10935321"/>
                <a:ext cx="6006114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89" name="직선 연결선 5988">
                <a:extLst>
                  <a:ext uri="{FF2B5EF4-FFF2-40B4-BE49-F238E27FC236}">
                    <a16:creationId xmlns:a16="http://schemas.microsoft.com/office/drawing/2014/main" id="{C6C8C79A-3CFF-478F-9290-688684D82C5C}"/>
                  </a:ext>
                </a:extLst>
              </p:cNvPr>
              <p:cNvCxnSpPr/>
              <p:nvPr/>
            </p:nvCxnSpPr>
            <p:spPr>
              <a:xfrm>
                <a:off x="1481886" y="9805774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90" name="자유형: 도형 5989">
              <a:extLst>
                <a:ext uri="{FF2B5EF4-FFF2-40B4-BE49-F238E27FC236}">
                  <a16:creationId xmlns:a16="http://schemas.microsoft.com/office/drawing/2014/main" id="{AA404125-D533-4092-8181-7982B00BFC6C}"/>
                </a:ext>
              </a:extLst>
            </p:cNvPr>
            <p:cNvSpPr/>
            <p:nvPr/>
          </p:nvSpPr>
          <p:spPr>
            <a:xfrm rot="431363">
              <a:off x="1540337" y="835675"/>
              <a:ext cx="3393088" cy="2398444"/>
            </a:xfrm>
            <a:custGeom>
              <a:avLst/>
              <a:gdLst>
                <a:gd name="connsiteX0" fmla="*/ 0 w 4438650"/>
                <a:gd name="connsiteY0" fmla="*/ 2566987 h 2566987"/>
                <a:gd name="connsiteX1" fmla="*/ 842962 w 4438650"/>
                <a:gd name="connsiteY1" fmla="*/ 2405062 h 2566987"/>
                <a:gd name="connsiteX2" fmla="*/ 1495425 w 4438650"/>
                <a:gd name="connsiteY2" fmla="*/ 2076450 h 2566987"/>
                <a:gd name="connsiteX3" fmla="*/ 2062162 w 4438650"/>
                <a:gd name="connsiteY3" fmla="*/ 1466850 h 2566987"/>
                <a:gd name="connsiteX4" fmla="*/ 2319337 w 4438650"/>
                <a:gd name="connsiteY4" fmla="*/ 1119187 h 2566987"/>
                <a:gd name="connsiteX5" fmla="*/ 2786062 w 4438650"/>
                <a:gd name="connsiteY5" fmla="*/ 571500 h 2566987"/>
                <a:gd name="connsiteX6" fmla="*/ 3295650 w 4438650"/>
                <a:gd name="connsiteY6" fmla="*/ 247650 h 2566987"/>
                <a:gd name="connsiteX7" fmla="*/ 3929062 w 4438650"/>
                <a:gd name="connsiteY7" fmla="*/ 47625 h 2566987"/>
                <a:gd name="connsiteX8" fmla="*/ 4438650 w 4438650"/>
                <a:gd name="connsiteY8" fmla="*/ 0 h 2566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38650" h="2566987">
                  <a:moveTo>
                    <a:pt x="0" y="2566987"/>
                  </a:moveTo>
                  <a:cubicBezTo>
                    <a:pt x="296862" y="2526902"/>
                    <a:pt x="593725" y="2486818"/>
                    <a:pt x="842962" y="2405062"/>
                  </a:cubicBezTo>
                  <a:cubicBezTo>
                    <a:pt x="1092200" y="2323306"/>
                    <a:pt x="1292225" y="2232819"/>
                    <a:pt x="1495425" y="2076450"/>
                  </a:cubicBezTo>
                  <a:cubicBezTo>
                    <a:pt x="1698625" y="1920081"/>
                    <a:pt x="1924843" y="1626394"/>
                    <a:pt x="2062162" y="1466850"/>
                  </a:cubicBezTo>
                  <a:cubicBezTo>
                    <a:pt x="2199481" y="1307306"/>
                    <a:pt x="2198687" y="1268412"/>
                    <a:pt x="2319337" y="1119187"/>
                  </a:cubicBezTo>
                  <a:cubicBezTo>
                    <a:pt x="2439987" y="969962"/>
                    <a:pt x="2623343" y="716756"/>
                    <a:pt x="2786062" y="571500"/>
                  </a:cubicBezTo>
                  <a:cubicBezTo>
                    <a:pt x="2948781" y="426244"/>
                    <a:pt x="3105150" y="334962"/>
                    <a:pt x="3295650" y="247650"/>
                  </a:cubicBezTo>
                  <a:cubicBezTo>
                    <a:pt x="3486150" y="160338"/>
                    <a:pt x="3738562" y="88900"/>
                    <a:pt x="3929062" y="47625"/>
                  </a:cubicBezTo>
                  <a:cubicBezTo>
                    <a:pt x="4119562" y="6350"/>
                    <a:pt x="4279106" y="3175"/>
                    <a:pt x="4438650" y="0"/>
                  </a:cubicBezTo>
                </a:path>
              </a:pathLst>
            </a:custGeom>
            <a:noFill/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43"/>
            </a:p>
          </p:txBody>
        </p:sp>
        <p:cxnSp>
          <p:nvCxnSpPr>
            <p:cNvPr id="5991" name="직선 연결선 5990">
              <a:extLst>
                <a:ext uri="{FF2B5EF4-FFF2-40B4-BE49-F238E27FC236}">
                  <a16:creationId xmlns:a16="http://schemas.microsoft.com/office/drawing/2014/main" id="{2BC00B0C-578E-447D-974E-FE288D1203B9}"/>
                </a:ext>
              </a:extLst>
            </p:cNvPr>
            <p:cNvCxnSpPr/>
            <p:nvPr/>
          </p:nvCxnSpPr>
          <p:spPr>
            <a:xfrm>
              <a:off x="3706971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2" name="직선 연결선 5991">
              <a:extLst>
                <a:ext uri="{FF2B5EF4-FFF2-40B4-BE49-F238E27FC236}">
                  <a16:creationId xmlns:a16="http://schemas.microsoft.com/office/drawing/2014/main" id="{A6A3D148-638F-4BFB-BF1F-12BA8388BC48}"/>
                </a:ext>
              </a:extLst>
            </p:cNvPr>
            <p:cNvCxnSpPr/>
            <p:nvPr/>
          </p:nvCxnSpPr>
          <p:spPr>
            <a:xfrm>
              <a:off x="302419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94" name="자유형: 도형 5993">
              <a:extLst>
                <a:ext uri="{FF2B5EF4-FFF2-40B4-BE49-F238E27FC236}">
                  <a16:creationId xmlns:a16="http://schemas.microsoft.com/office/drawing/2014/main" id="{51C48A59-D3CF-4C75-A1EF-26F33CB07922}"/>
                </a:ext>
              </a:extLst>
            </p:cNvPr>
            <p:cNvSpPr/>
            <p:nvPr/>
          </p:nvSpPr>
          <p:spPr>
            <a:xfrm rot="1310439">
              <a:off x="1340549" y="654263"/>
              <a:ext cx="3792664" cy="2762044"/>
            </a:xfrm>
            <a:custGeom>
              <a:avLst/>
              <a:gdLst>
                <a:gd name="connsiteX0" fmla="*/ 0 w 4438650"/>
                <a:gd name="connsiteY0" fmla="*/ 2566987 h 2566987"/>
                <a:gd name="connsiteX1" fmla="*/ 842962 w 4438650"/>
                <a:gd name="connsiteY1" fmla="*/ 2405062 h 2566987"/>
                <a:gd name="connsiteX2" fmla="*/ 1495425 w 4438650"/>
                <a:gd name="connsiteY2" fmla="*/ 2076450 h 2566987"/>
                <a:gd name="connsiteX3" fmla="*/ 2062162 w 4438650"/>
                <a:gd name="connsiteY3" fmla="*/ 1466850 h 2566987"/>
                <a:gd name="connsiteX4" fmla="*/ 2319337 w 4438650"/>
                <a:gd name="connsiteY4" fmla="*/ 1119187 h 2566987"/>
                <a:gd name="connsiteX5" fmla="*/ 2786062 w 4438650"/>
                <a:gd name="connsiteY5" fmla="*/ 571500 h 2566987"/>
                <a:gd name="connsiteX6" fmla="*/ 3295650 w 4438650"/>
                <a:gd name="connsiteY6" fmla="*/ 247650 h 2566987"/>
                <a:gd name="connsiteX7" fmla="*/ 3929062 w 4438650"/>
                <a:gd name="connsiteY7" fmla="*/ 47625 h 2566987"/>
                <a:gd name="connsiteX8" fmla="*/ 4438650 w 4438650"/>
                <a:gd name="connsiteY8" fmla="*/ 0 h 2566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38650" h="2566987">
                  <a:moveTo>
                    <a:pt x="0" y="2566987"/>
                  </a:moveTo>
                  <a:cubicBezTo>
                    <a:pt x="296862" y="2526902"/>
                    <a:pt x="593725" y="2486818"/>
                    <a:pt x="842962" y="2405062"/>
                  </a:cubicBezTo>
                  <a:cubicBezTo>
                    <a:pt x="1092200" y="2323306"/>
                    <a:pt x="1292225" y="2232819"/>
                    <a:pt x="1495425" y="2076450"/>
                  </a:cubicBezTo>
                  <a:cubicBezTo>
                    <a:pt x="1698625" y="1920081"/>
                    <a:pt x="1924843" y="1626394"/>
                    <a:pt x="2062162" y="1466850"/>
                  </a:cubicBezTo>
                  <a:cubicBezTo>
                    <a:pt x="2199481" y="1307306"/>
                    <a:pt x="2198687" y="1268412"/>
                    <a:pt x="2319337" y="1119187"/>
                  </a:cubicBezTo>
                  <a:cubicBezTo>
                    <a:pt x="2439987" y="969962"/>
                    <a:pt x="2623343" y="716756"/>
                    <a:pt x="2786062" y="571500"/>
                  </a:cubicBezTo>
                  <a:cubicBezTo>
                    <a:pt x="2948781" y="426244"/>
                    <a:pt x="3105150" y="334962"/>
                    <a:pt x="3295650" y="247650"/>
                  </a:cubicBezTo>
                  <a:cubicBezTo>
                    <a:pt x="3486150" y="160338"/>
                    <a:pt x="3738562" y="88900"/>
                    <a:pt x="3929062" y="47625"/>
                  </a:cubicBezTo>
                  <a:cubicBezTo>
                    <a:pt x="4119562" y="6350"/>
                    <a:pt x="4279106" y="3175"/>
                    <a:pt x="4438650" y="0"/>
                  </a:cubicBezTo>
                </a:path>
              </a:pathLst>
            </a:custGeom>
            <a:noFill/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43"/>
            </a:p>
          </p:txBody>
        </p:sp>
        <p:sp>
          <p:nvSpPr>
            <p:cNvPr id="5995" name="자유형: 도형 5994">
              <a:extLst>
                <a:ext uri="{FF2B5EF4-FFF2-40B4-BE49-F238E27FC236}">
                  <a16:creationId xmlns:a16="http://schemas.microsoft.com/office/drawing/2014/main" id="{1C95C945-51DA-4E32-A15E-7EE8BED4D59D}"/>
                </a:ext>
              </a:extLst>
            </p:cNvPr>
            <p:cNvSpPr/>
            <p:nvPr/>
          </p:nvSpPr>
          <p:spPr>
            <a:xfrm rot="20797341">
              <a:off x="2130599" y="991270"/>
              <a:ext cx="2212564" cy="2162891"/>
            </a:xfrm>
            <a:custGeom>
              <a:avLst/>
              <a:gdLst>
                <a:gd name="connsiteX0" fmla="*/ 0 w 4438650"/>
                <a:gd name="connsiteY0" fmla="*/ 2566987 h 2566987"/>
                <a:gd name="connsiteX1" fmla="*/ 842962 w 4438650"/>
                <a:gd name="connsiteY1" fmla="*/ 2405062 h 2566987"/>
                <a:gd name="connsiteX2" fmla="*/ 1495425 w 4438650"/>
                <a:gd name="connsiteY2" fmla="*/ 2076450 h 2566987"/>
                <a:gd name="connsiteX3" fmla="*/ 2062162 w 4438650"/>
                <a:gd name="connsiteY3" fmla="*/ 1466850 h 2566987"/>
                <a:gd name="connsiteX4" fmla="*/ 2319337 w 4438650"/>
                <a:gd name="connsiteY4" fmla="*/ 1119187 h 2566987"/>
                <a:gd name="connsiteX5" fmla="*/ 2786062 w 4438650"/>
                <a:gd name="connsiteY5" fmla="*/ 571500 h 2566987"/>
                <a:gd name="connsiteX6" fmla="*/ 3295650 w 4438650"/>
                <a:gd name="connsiteY6" fmla="*/ 247650 h 2566987"/>
                <a:gd name="connsiteX7" fmla="*/ 3929062 w 4438650"/>
                <a:gd name="connsiteY7" fmla="*/ 47625 h 2566987"/>
                <a:gd name="connsiteX8" fmla="*/ 4438650 w 4438650"/>
                <a:gd name="connsiteY8" fmla="*/ 0 h 2566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38650" h="2566987">
                  <a:moveTo>
                    <a:pt x="0" y="2566987"/>
                  </a:moveTo>
                  <a:cubicBezTo>
                    <a:pt x="296862" y="2526902"/>
                    <a:pt x="593725" y="2486818"/>
                    <a:pt x="842962" y="2405062"/>
                  </a:cubicBezTo>
                  <a:cubicBezTo>
                    <a:pt x="1092200" y="2323306"/>
                    <a:pt x="1292225" y="2232819"/>
                    <a:pt x="1495425" y="2076450"/>
                  </a:cubicBezTo>
                  <a:cubicBezTo>
                    <a:pt x="1698625" y="1920081"/>
                    <a:pt x="1924843" y="1626394"/>
                    <a:pt x="2062162" y="1466850"/>
                  </a:cubicBezTo>
                  <a:cubicBezTo>
                    <a:pt x="2199481" y="1307306"/>
                    <a:pt x="2198687" y="1268412"/>
                    <a:pt x="2319337" y="1119187"/>
                  </a:cubicBezTo>
                  <a:cubicBezTo>
                    <a:pt x="2439987" y="969962"/>
                    <a:pt x="2623343" y="716756"/>
                    <a:pt x="2786062" y="571500"/>
                  </a:cubicBezTo>
                  <a:cubicBezTo>
                    <a:pt x="2948781" y="426244"/>
                    <a:pt x="3105150" y="334962"/>
                    <a:pt x="3295650" y="247650"/>
                  </a:cubicBezTo>
                  <a:cubicBezTo>
                    <a:pt x="3486150" y="160338"/>
                    <a:pt x="3738562" y="88900"/>
                    <a:pt x="3929062" y="47625"/>
                  </a:cubicBezTo>
                  <a:cubicBezTo>
                    <a:pt x="4119562" y="6350"/>
                    <a:pt x="4279106" y="3175"/>
                    <a:pt x="4438650" y="0"/>
                  </a:cubicBezTo>
                </a:path>
              </a:pathLst>
            </a:custGeom>
            <a:noFill/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43"/>
            </a:p>
          </p:txBody>
        </p:sp>
      </p:grpSp>
      <p:sp>
        <p:nvSpPr>
          <p:cNvPr id="25" name="TextBox 185">
            <a:hlinkClick r:id="rId2"/>
            <a:extLst>
              <a:ext uri="{FF2B5EF4-FFF2-40B4-BE49-F238E27FC236}">
                <a16:creationId xmlns:a16="http://schemas.microsoft.com/office/drawing/2014/main" id="{F257D084-05A6-407F-98DD-F160E37AB0DB}"/>
              </a:ext>
            </a:extLst>
          </p:cNvPr>
          <p:cNvSpPr txBox="1"/>
          <p:nvPr/>
        </p:nvSpPr>
        <p:spPr>
          <a:xfrm>
            <a:off x="5233839" y="7553348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" name="TextBox 186">
            <a:hlinkClick r:id="rId3"/>
            <a:extLst>
              <a:ext uri="{FF2B5EF4-FFF2-40B4-BE49-F238E27FC236}">
                <a16:creationId xmlns:a16="http://schemas.microsoft.com/office/drawing/2014/main" id="{EF4C75C9-CDD7-4963-881B-BBB8A8579E5B}"/>
              </a:ext>
            </a:extLst>
          </p:cNvPr>
          <p:cNvSpPr txBox="1"/>
          <p:nvPr/>
        </p:nvSpPr>
        <p:spPr>
          <a:xfrm>
            <a:off x="2525732" y="7553348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" name="TextBox 184">
            <a:hlinkClick r:id="rId4"/>
            <a:extLst>
              <a:ext uri="{FF2B5EF4-FFF2-40B4-BE49-F238E27FC236}">
                <a16:creationId xmlns:a16="http://schemas.microsoft.com/office/drawing/2014/main" id="{9384CED2-6D8B-4400-998C-F04FBBE4392C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272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103</cp:revision>
  <dcterms:created xsi:type="dcterms:W3CDTF">2021-10-29T04:43:38Z</dcterms:created>
  <dcterms:modified xsi:type="dcterms:W3CDTF">2021-12-14T04:30:30Z</dcterms:modified>
</cp:coreProperties>
</file>
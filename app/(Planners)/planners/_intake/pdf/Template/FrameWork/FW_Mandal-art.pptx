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774" y="36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00" name="그룹 23899">
            <a:extLst>
              <a:ext uri="{FF2B5EF4-FFF2-40B4-BE49-F238E27FC236}">
                <a16:creationId xmlns:a16="http://schemas.microsoft.com/office/drawing/2014/main" id="{70C72A66-D385-4820-A931-7DB4D0E68B49}"/>
              </a:ext>
            </a:extLst>
          </p:cNvPr>
          <p:cNvGrpSpPr/>
          <p:nvPr/>
        </p:nvGrpSpPr>
        <p:grpSpPr>
          <a:xfrm>
            <a:off x="301594" y="462531"/>
            <a:ext cx="5473762" cy="7019357"/>
            <a:chOff x="230187" y="462531"/>
            <a:chExt cx="5473762" cy="7019357"/>
          </a:xfrm>
        </p:grpSpPr>
        <p:cxnSp>
          <p:nvCxnSpPr>
            <p:cNvPr id="6083" name="직선 연결선 6082">
              <a:extLst>
                <a:ext uri="{FF2B5EF4-FFF2-40B4-BE49-F238E27FC236}">
                  <a16:creationId xmlns:a16="http://schemas.microsoft.com/office/drawing/2014/main" id="{A9C6720B-40C1-44D1-887B-308EB851C22E}"/>
                </a:ext>
              </a:extLst>
            </p:cNvPr>
            <p:cNvCxnSpPr/>
            <p:nvPr/>
          </p:nvCxnSpPr>
          <p:spPr>
            <a:xfrm>
              <a:off x="230188" y="6381237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4" name="직선 연결선 6083">
              <a:extLst>
                <a:ext uri="{FF2B5EF4-FFF2-40B4-BE49-F238E27FC236}">
                  <a16:creationId xmlns:a16="http://schemas.microsoft.com/office/drawing/2014/main" id="{BB88304F-1329-4378-AC75-3957CB7AC1D4}"/>
                </a:ext>
              </a:extLst>
            </p:cNvPr>
            <p:cNvCxnSpPr/>
            <p:nvPr/>
          </p:nvCxnSpPr>
          <p:spPr>
            <a:xfrm>
              <a:off x="230188" y="6931561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5" name="직선 연결선 6084">
              <a:extLst>
                <a:ext uri="{FF2B5EF4-FFF2-40B4-BE49-F238E27FC236}">
                  <a16:creationId xmlns:a16="http://schemas.microsoft.com/office/drawing/2014/main" id="{48462085-47D2-43D7-8DCB-A6D231ED92AE}"/>
                </a:ext>
              </a:extLst>
            </p:cNvPr>
            <p:cNvCxnSpPr/>
            <p:nvPr/>
          </p:nvCxnSpPr>
          <p:spPr>
            <a:xfrm>
              <a:off x="230188" y="7206723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6" name="직선 연결선 6085">
              <a:extLst>
                <a:ext uri="{FF2B5EF4-FFF2-40B4-BE49-F238E27FC236}">
                  <a16:creationId xmlns:a16="http://schemas.microsoft.com/office/drawing/2014/main" id="{DF553370-18AA-473C-853E-49F6BD2AFED9}"/>
                </a:ext>
              </a:extLst>
            </p:cNvPr>
            <p:cNvCxnSpPr/>
            <p:nvPr/>
          </p:nvCxnSpPr>
          <p:spPr>
            <a:xfrm>
              <a:off x="230188" y="7481888"/>
              <a:ext cx="547211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7" name="직선 연결선 6086">
              <a:extLst>
                <a:ext uri="{FF2B5EF4-FFF2-40B4-BE49-F238E27FC236}">
                  <a16:creationId xmlns:a16="http://schemas.microsoft.com/office/drawing/2014/main" id="{469C987A-9410-440B-945E-D9441E9DA8F5}"/>
                </a:ext>
              </a:extLst>
            </p:cNvPr>
            <p:cNvCxnSpPr/>
            <p:nvPr/>
          </p:nvCxnSpPr>
          <p:spPr>
            <a:xfrm>
              <a:off x="230188" y="6656399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88" name="직사각형 6087">
              <a:extLst>
                <a:ext uri="{FF2B5EF4-FFF2-40B4-BE49-F238E27FC236}">
                  <a16:creationId xmlns:a16="http://schemas.microsoft.com/office/drawing/2014/main" id="{4026E2BF-6384-4C2D-8A4A-B7E00948C701}"/>
                </a:ext>
              </a:extLst>
            </p:cNvPr>
            <p:cNvSpPr/>
            <p:nvPr/>
          </p:nvSpPr>
          <p:spPr>
            <a:xfrm>
              <a:off x="2672704" y="1137929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089" name="직사각형 6088">
              <a:extLst>
                <a:ext uri="{FF2B5EF4-FFF2-40B4-BE49-F238E27FC236}">
                  <a16:creationId xmlns:a16="http://schemas.microsoft.com/office/drawing/2014/main" id="{A9A81D34-62EE-458E-8746-0A32AD6AC9FE}"/>
                </a:ext>
              </a:extLst>
            </p:cNvPr>
            <p:cNvSpPr/>
            <p:nvPr/>
          </p:nvSpPr>
          <p:spPr>
            <a:xfrm>
              <a:off x="3276526" y="1137929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090" name="직사각형 6089">
              <a:extLst>
                <a:ext uri="{FF2B5EF4-FFF2-40B4-BE49-F238E27FC236}">
                  <a16:creationId xmlns:a16="http://schemas.microsoft.com/office/drawing/2014/main" id="{FA395A08-3917-428A-A819-A0E0AC468F37}"/>
                </a:ext>
              </a:extLst>
            </p:cNvPr>
            <p:cNvSpPr/>
            <p:nvPr/>
          </p:nvSpPr>
          <p:spPr>
            <a:xfrm>
              <a:off x="2073880" y="1137929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091" name="직사각형 6090">
              <a:extLst>
                <a:ext uri="{FF2B5EF4-FFF2-40B4-BE49-F238E27FC236}">
                  <a16:creationId xmlns:a16="http://schemas.microsoft.com/office/drawing/2014/main" id="{BB31D7FA-EE48-43A9-96BB-9427A9DB592F}"/>
                </a:ext>
              </a:extLst>
            </p:cNvPr>
            <p:cNvSpPr/>
            <p:nvPr/>
          </p:nvSpPr>
          <p:spPr>
            <a:xfrm>
              <a:off x="2672704" y="1742458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092" name="직사각형 6091">
              <a:extLst>
                <a:ext uri="{FF2B5EF4-FFF2-40B4-BE49-F238E27FC236}">
                  <a16:creationId xmlns:a16="http://schemas.microsoft.com/office/drawing/2014/main" id="{34B4269B-6C15-4E3B-827C-9182320CA8BD}"/>
                </a:ext>
              </a:extLst>
            </p:cNvPr>
            <p:cNvSpPr/>
            <p:nvPr/>
          </p:nvSpPr>
          <p:spPr>
            <a:xfrm>
              <a:off x="3276526" y="1742458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093" name="직사각형 6092">
              <a:extLst>
                <a:ext uri="{FF2B5EF4-FFF2-40B4-BE49-F238E27FC236}">
                  <a16:creationId xmlns:a16="http://schemas.microsoft.com/office/drawing/2014/main" id="{BC2C285C-5406-4FB2-B69A-CE30D50416EA}"/>
                </a:ext>
              </a:extLst>
            </p:cNvPr>
            <p:cNvSpPr/>
            <p:nvPr/>
          </p:nvSpPr>
          <p:spPr>
            <a:xfrm>
              <a:off x="2073880" y="1742458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094" name="직사각형 6093">
              <a:extLst>
                <a:ext uri="{FF2B5EF4-FFF2-40B4-BE49-F238E27FC236}">
                  <a16:creationId xmlns:a16="http://schemas.microsoft.com/office/drawing/2014/main" id="{E3A59858-B289-41B2-A530-3ECAADF398DC}"/>
                </a:ext>
              </a:extLst>
            </p:cNvPr>
            <p:cNvSpPr/>
            <p:nvPr/>
          </p:nvSpPr>
          <p:spPr>
            <a:xfrm>
              <a:off x="2672704" y="533400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095" name="직사각형 6094">
              <a:extLst>
                <a:ext uri="{FF2B5EF4-FFF2-40B4-BE49-F238E27FC236}">
                  <a16:creationId xmlns:a16="http://schemas.microsoft.com/office/drawing/2014/main" id="{B5F70C70-DFF7-4ADB-987A-E196C543F7EE}"/>
                </a:ext>
              </a:extLst>
            </p:cNvPr>
            <p:cNvSpPr/>
            <p:nvPr/>
          </p:nvSpPr>
          <p:spPr>
            <a:xfrm>
              <a:off x="3276526" y="533400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096" name="직사각형 6095">
              <a:extLst>
                <a:ext uri="{FF2B5EF4-FFF2-40B4-BE49-F238E27FC236}">
                  <a16:creationId xmlns:a16="http://schemas.microsoft.com/office/drawing/2014/main" id="{A60797D3-4632-4163-94C2-773FF6EAB402}"/>
                </a:ext>
              </a:extLst>
            </p:cNvPr>
            <p:cNvSpPr/>
            <p:nvPr/>
          </p:nvSpPr>
          <p:spPr>
            <a:xfrm>
              <a:off x="2073880" y="533400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097" name="직사각형 6096">
              <a:extLst>
                <a:ext uri="{FF2B5EF4-FFF2-40B4-BE49-F238E27FC236}">
                  <a16:creationId xmlns:a16="http://schemas.microsoft.com/office/drawing/2014/main" id="{010FF4B4-8FA6-4A33-BF7F-7D3E42089F2D}"/>
                </a:ext>
              </a:extLst>
            </p:cNvPr>
            <p:cNvSpPr/>
            <p:nvPr/>
          </p:nvSpPr>
          <p:spPr>
            <a:xfrm>
              <a:off x="4516396" y="1137929"/>
              <a:ext cx="582081" cy="582081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098" name="직사각형 6097">
              <a:extLst>
                <a:ext uri="{FF2B5EF4-FFF2-40B4-BE49-F238E27FC236}">
                  <a16:creationId xmlns:a16="http://schemas.microsoft.com/office/drawing/2014/main" id="{B4F63F17-BA97-4F92-9F49-CCFF0793D38C}"/>
                </a:ext>
              </a:extLst>
            </p:cNvPr>
            <p:cNvSpPr/>
            <p:nvPr/>
          </p:nvSpPr>
          <p:spPr>
            <a:xfrm>
              <a:off x="5120219" y="1137929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099" name="직사각형 6098">
              <a:extLst>
                <a:ext uri="{FF2B5EF4-FFF2-40B4-BE49-F238E27FC236}">
                  <a16:creationId xmlns:a16="http://schemas.microsoft.com/office/drawing/2014/main" id="{2BCCAAA0-46AF-45E9-8D2E-B9314B6B6DD0}"/>
                </a:ext>
              </a:extLst>
            </p:cNvPr>
            <p:cNvSpPr/>
            <p:nvPr/>
          </p:nvSpPr>
          <p:spPr>
            <a:xfrm>
              <a:off x="3917573" y="1137929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00" name="직사각형 6099">
              <a:extLst>
                <a:ext uri="{FF2B5EF4-FFF2-40B4-BE49-F238E27FC236}">
                  <a16:creationId xmlns:a16="http://schemas.microsoft.com/office/drawing/2014/main" id="{6EDE2224-E5A4-4CBF-B6FA-FF7EE9FFDC48}"/>
                </a:ext>
              </a:extLst>
            </p:cNvPr>
            <p:cNvSpPr/>
            <p:nvPr/>
          </p:nvSpPr>
          <p:spPr>
            <a:xfrm>
              <a:off x="4516396" y="1742458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01" name="직사각형 6100">
              <a:extLst>
                <a:ext uri="{FF2B5EF4-FFF2-40B4-BE49-F238E27FC236}">
                  <a16:creationId xmlns:a16="http://schemas.microsoft.com/office/drawing/2014/main" id="{4420D026-B7E9-42A8-AD19-345EA9B7681D}"/>
                </a:ext>
              </a:extLst>
            </p:cNvPr>
            <p:cNvSpPr/>
            <p:nvPr/>
          </p:nvSpPr>
          <p:spPr>
            <a:xfrm>
              <a:off x="5120219" y="1742458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02" name="직사각형 6101">
              <a:extLst>
                <a:ext uri="{FF2B5EF4-FFF2-40B4-BE49-F238E27FC236}">
                  <a16:creationId xmlns:a16="http://schemas.microsoft.com/office/drawing/2014/main" id="{07B480BE-D6AE-4DA9-983A-80CF4B23E979}"/>
                </a:ext>
              </a:extLst>
            </p:cNvPr>
            <p:cNvSpPr/>
            <p:nvPr/>
          </p:nvSpPr>
          <p:spPr>
            <a:xfrm>
              <a:off x="3917573" y="1742458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03" name="직사각형 6102">
              <a:extLst>
                <a:ext uri="{FF2B5EF4-FFF2-40B4-BE49-F238E27FC236}">
                  <a16:creationId xmlns:a16="http://schemas.microsoft.com/office/drawing/2014/main" id="{70370BED-2D65-4B4A-BDB0-A380F277CFFE}"/>
                </a:ext>
              </a:extLst>
            </p:cNvPr>
            <p:cNvSpPr/>
            <p:nvPr/>
          </p:nvSpPr>
          <p:spPr>
            <a:xfrm>
              <a:off x="4516396" y="533400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04" name="직사각형 6103">
              <a:extLst>
                <a:ext uri="{FF2B5EF4-FFF2-40B4-BE49-F238E27FC236}">
                  <a16:creationId xmlns:a16="http://schemas.microsoft.com/office/drawing/2014/main" id="{6EA5F276-C058-46E8-8765-E52A8C372609}"/>
                </a:ext>
              </a:extLst>
            </p:cNvPr>
            <p:cNvSpPr/>
            <p:nvPr/>
          </p:nvSpPr>
          <p:spPr>
            <a:xfrm>
              <a:off x="5120219" y="533400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05" name="직사각형 6104">
              <a:extLst>
                <a:ext uri="{FF2B5EF4-FFF2-40B4-BE49-F238E27FC236}">
                  <a16:creationId xmlns:a16="http://schemas.microsoft.com/office/drawing/2014/main" id="{CF174243-5185-4950-9DCA-E3FF7A38F7D3}"/>
                </a:ext>
              </a:extLst>
            </p:cNvPr>
            <p:cNvSpPr/>
            <p:nvPr/>
          </p:nvSpPr>
          <p:spPr>
            <a:xfrm>
              <a:off x="3917573" y="533400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06" name="직사각형 6105">
              <a:extLst>
                <a:ext uri="{FF2B5EF4-FFF2-40B4-BE49-F238E27FC236}">
                  <a16:creationId xmlns:a16="http://schemas.microsoft.com/office/drawing/2014/main" id="{E1D9B63D-25F6-4597-AD3D-D0627DE2E2F9}"/>
                </a:ext>
              </a:extLst>
            </p:cNvPr>
            <p:cNvSpPr/>
            <p:nvPr/>
          </p:nvSpPr>
          <p:spPr>
            <a:xfrm>
              <a:off x="4516396" y="2993019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07" name="직사각형 6106">
              <a:extLst>
                <a:ext uri="{FF2B5EF4-FFF2-40B4-BE49-F238E27FC236}">
                  <a16:creationId xmlns:a16="http://schemas.microsoft.com/office/drawing/2014/main" id="{C66FEAF9-8C73-4B6D-BD4E-28DBDA3A85F1}"/>
                </a:ext>
              </a:extLst>
            </p:cNvPr>
            <p:cNvSpPr/>
            <p:nvPr/>
          </p:nvSpPr>
          <p:spPr>
            <a:xfrm>
              <a:off x="5120219" y="2993019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08" name="직사각형 6107">
              <a:extLst>
                <a:ext uri="{FF2B5EF4-FFF2-40B4-BE49-F238E27FC236}">
                  <a16:creationId xmlns:a16="http://schemas.microsoft.com/office/drawing/2014/main" id="{BCF5B472-736A-42F2-AAEA-A00962ABB3E1}"/>
                </a:ext>
              </a:extLst>
            </p:cNvPr>
            <p:cNvSpPr/>
            <p:nvPr/>
          </p:nvSpPr>
          <p:spPr>
            <a:xfrm>
              <a:off x="3917573" y="2993019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09" name="직사각형 6108">
              <a:extLst>
                <a:ext uri="{FF2B5EF4-FFF2-40B4-BE49-F238E27FC236}">
                  <a16:creationId xmlns:a16="http://schemas.microsoft.com/office/drawing/2014/main" id="{73545B34-9120-4C5A-BE9F-5F14DB33328A}"/>
                </a:ext>
              </a:extLst>
            </p:cNvPr>
            <p:cNvSpPr/>
            <p:nvPr/>
          </p:nvSpPr>
          <p:spPr>
            <a:xfrm>
              <a:off x="4516396" y="3597548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10" name="직사각형 6109">
              <a:extLst>
                <a:ext uri="{FF2B5EF4-FFF2-40B4-BE49-F238E27FC236}">
                  <a16:creationId xmlns:a16="http://schemas.microsoft.com/office/drawing/2014/main" id="{3E692DBC-2C00-4D8D-83AA-01BA67FFB5B7}"/>
                </a:ext>
              </a:extLst>
            </p:cNvPr>
            <p:cNvSpPr/>
            <p:nvPr/>
          </p:nvSpPr>
          <p:spPr>
            <a:xfrm>
              <a:off x="5120219" y="3597548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11" name="직사각형 6110">
              <a:extLst>
                <a:ext uri="{FF2B5EF4-FFF2-40B4-BE49-F238E27FC236}">
                  <a16:creationId xmlns:a16="http://schemas.microsoft.com/office/drawing/2014/main" id="{3E1E2F42-17CB-4C0B-95B3-DF98EEAD9F8D}"/>
                </a:ext>
              </a:extLst>
            </p:cNvPr>
            <p:cNvSpPr/>
            <p:nvPr/>
          </p:nvSpPr>
          <p:spPr>
            <a:xfrm>
              <a:off x="3917573" y="3597548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12" name="직사각형 6111">
              <a:extLst>
                <a:ext uri="{FF2B5EF4-FFF2-40B4-BE49-F238E27FC236}">
                  <a16:creationId xmlns:a16="http://schemas.microsoft.com/office/drawing/2014/main" id="{54B7F0CE-BCD1-423C-BB25-0DBBD000E712}"/>
                </a:ext>
              </a:extLst>
            </p:cNvPr>
            <p:cNvSpPr/>
            <p:nvPr/>
          </p:nvSpPr>
          <p:spPr>
            <a:xfrm>
              <a:off x="4516396" y="2388489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13" name="직사각형 6112">
              <a:extLst>
                <a:ext uri="{FF2B5EF4-FFF2-40B4-BE49-F238E27FC236}">
                  <a16:creationId xmlns:a16="http://schemas.microsoft.com/office/drawing/2014/main" id="{3657FACE-F7BF-45BD-B556-F4D6EED2FAD0}"/>
                </a:ext>
              </a:extLst>
            </p:cNvPr>
            <p:cNvSpPr/>
            <p:nvPr/>
          </p:nvSpPr>
          <p:spPr>
            <a:xfrm>
              <a:off x="5120219" y="2388489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14" name="직사각형 6113">
              <a:extLst>
                <a:ext uri="{FF2B5EF4-FFF2-40B4-BE49-F238E27FC236}">
                  <a16:creationId xmlns:a16="http://schemas.microsoft.com/office/drawing/2014/main" id="{FF47049C-B4B0-453E-B6FE-C90099F88613}"/>
                </a:ext>
              </a:extLst>
            </p:cNvPr>
            <p:cNvSpPr/>
            <p:nvPr/>
          </p:nvSpPr>
          <p:spPr>
            <a:xfrm>
              <a:off x="3917573" y="2388489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15" name="직사각형 6114">
              <a:extLst>
                <a:ext uri="{FF2B5EF4-FFF2-40B4-BE49-F238E27FC236}">
                  <a16:creationId xmlns:a16="http://schemas.microsoft.com/office/drawing/2014/main" id="{A943D185-8219-4AB8-854C-486D6682F3FB}"/>
                </a:ext>
              </a:extLst>
            </p:cNvPr>
            <p:cNvSpPr/>
            <p:nvPr/>
          </p:nvSpPr>
          <p:spPr>
            <a:xfrm>
              <a:off x="2672704" y="2993019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16" name="직사각형 6115">
              <a:extLst>
                <a:ext uri="{FF2B5EF4-FFF2-40B4-BE49-F238E27FC236}">
                  <a16:creationId xmlns:a16="http://schemas.microsoft.com/office/drawing/2014/main" id="{CA5FBE01-518B-4C21-B318-7527195C7C99}"/>
                </a:ext>
              </a:extLst>
            </p:cNvPr>
            <p:cNvSpPr/>
            <p:nvPr/>
          </p:nvSpPr>
          <p:spPr>
            <a:xfrm>
              <a:off x="3276526" y="2993019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17" name="직사각형 6116">
              <a:extLst>
                <a:ext uri="{FF2B5EF4-FFF2-40B4-BE49-F238E27FC236}">
                  <a16:creationId xmlns:a16="http://schemas.microsoft.com/office/drawing/2014/main" id="{EB507E2A-7508-4AAB-9DD8-34348EE8A752}"/>
                </a:ext>
              </a:extLst>
            </p:cNvPr>
            <p:cNvSpPr/>
            <p:nvPr/>
          </p:nvSpPr>
          <p:spPr>
            <a:xfrm>
              <a:off x="2073880" y="2993019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18" name="직사각형 6117">
              <a:extLst>
                <a:ext uri="{FF2B5EF4-FFF2-40B4-BE49-F238E27FC236}">
                  <a16:creationId xmlns:a16="http://schemas.microsoft.com/office/drawing/2014/main" id="{F12534B6-589A-48AB-BA51-55085B8BE0CF}"/>
                </a:ext>
              </a:extLst>
            </p:cNvPr>
            <p:cNvSpPr/>
            <p:nvPr/>
          </p:nvSpPr>
          <p:spPr>
            <a:xfrm>
              <a:off x="2672704" y="3597548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19" name="직사각형 6118">
              <a:extLst>
                <a:ext uri="{FF2B5EF4-FFF2-40B4-BE49-F238E27FC236}">
                  <a16:creationId xmlns:a16="http://schemas.microsoft.com/office/drawing/2014/main" id="{8EDB9DD5-B38E-43E7-9575-02EAB9AD481E}"/>
                </a:ext>
              </a:extLst>
            </p:cNvPr>
            <p:cNvSpPr/>
            <p:nvPr/>
          </p:nvSpPr>
          <p:spPr>
            <a:xfrm>
              <a:off x="3276526" y="3597548"/>
              <a:ext cx="582081" cy="58208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20" name="직사각형 6119">
              <a:extLst>
                <a:ext uri="{FF2B5EF4-FFF2-40B4-BE49-F238E27FC236}">
                  <a16:creationId xmlns:a16="http://schemas.microsoft.com/office/drawing/2014/main" id="{9056CF03-96E4-4DB6-BC90-B9CE56C4E3C7}"/>
                </a:ext>
              </a:extLst>
            </p:cNvPr>
            <p:cNvSpPr/>
            <p:nvPr/>
          </p:nvSpPr>
          <p:spPr>
            <a:xfrm>
              <a:off x="2073880" y="3597548"/>
              <a:ext cx="582081" cy="58208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21" name="직사각형 6120">
              <a:extLst>
                <a:ext uri="{FF2B5EF4-FFF2-40B4-BE49-F238E27FC236}">
                  <a16:creationId xmlns:a16="http://schemas.microsoft.com/office/drawing/2014/main" id="{F6D56524-88FE-49FC-9C49-8CA2082DAF07}"/>
                </a:ext>
              </a:extLst>
            </p:cNvPr>
            <p:cNvSpPr/>
            <p:nvPr/>
          </p:nvSpPr>
          <p:spPr>
            <a:xfrm>
              <a:off x="2672704" y="2388489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22" name="직사각형 6121">
              <a:extLst>
                <a:ext uri="{FF2B5EF4-FFF2-40B4-BE49-F238E27FC236}">
                  <a16:creationId xmlns:a16="http://schemas.microsoft.com/office/drawing/2014/main" id="{BCDE584C-1AFD-40F9-B202-927C0ABD4204}"/>
                </a:ext>
              </a:extLst>
            </p:cNvPr>
            <p:cNvSpPr/>
            <p:nvPr/>
          </p:nvSpPr>
          <p:spPr>
            <a:xfrm>
              <a:off x="3276526" y="2388489"/>
              <a:ext cx="582081" cy="582081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23" name="직사각형 6122">
              <a:extLst>
                <a:ext uri="{FF2B5EF4-FFF2-40B4-BE49-F238E27FC236}">
                  <a16:creationId xmlns:a16="http://schemas.microsoft.com/office/drawing/2014/main" id="{D46283C6-1C6D-4650-B811-AF0752E2436C}"/>
                </a:ext>
              </a:extLst>
            </p:cNvPr>
            <p:cNvSpPr/>
            <p:nvPr/>
          </p:nvSpPr>
          <p:spPr>
            <a:xfrm>
              <a:off x="2073880" y="2388489"/>
              <a:ext cx="582081" cy="58208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24" name="직사각형 6123">
              <a:extLst>
                <a:ext uri="{FF2B5EF4-FFF2-40B4-BE49-F238E27FC236}">
                  <a16:creationId xmlns:a16="http://schemas.microsoft.com/office/drawing/2014/main" id="{42ACC866-CC82-4D8F-9D67-A40A8E4F2B82}"/>
                </a:ext>
              </a:extLst>
            </p:cNvPr>
            <p:cNvSpPr/>
            <p:nvPr/>
          </p:nvSpPr>
          <p:spPr>
            <a:xfrm>
              <a:off x="829012" y="2993019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25" name="직사각형 6124">
              <a:extLst>
                <a:ext uri="{FF2B5EF4-FFF2-40B4-BE49-F238E27FC236}">
                  <a16:creationId xmlns:a16="http://schemas.microsoft.com/office/drawing/2014/main" id="{F6A7AA57-DF13-4C2D-8D7F-42BE1BA96EFB}"/>
                </a:ext>
              </a:extLst>
            </p:cNvPr>
            <p:cNvSpPr/>
            <p:nvPr/>
          </p:nvSpPr>
          <p:spPr>
            <a:xfrm>
              <a:off x="1432834" y="2993019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26" name="직사각형 6125">
              <a:extLst>
                <a:ext uri="{FF2B5EF4-FFF2-40B4-BE49-F238E27FC236}">
                  <a16:creationId xmlns:a16="http://schemas.microsoft.com/office/drawing/2014/main" id="{794C6FCA-2EA1-46BD-A3E1-644F41E3C7A0}"/>
                </a:ext>
              </a:extLst>
            </p:cNvPr>
            <p:cNvSpPr/>
            <p:nvPr/>
          </p:nvSpPr>
          <p:spPr>
            <a:xfrm>
              <a:off x="230188" y="2993019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27" name="직사각형 6126">
              <a:extLst>
                <a:ext uri="{FF2B5EF4-FFF2-40B4-BE49-F238E27FC236}">
                  <a16:creationId xmlns:a16="http://schemas.microsoft.com/office/drawing/2014/main" id="{45E89B5B-7D6F-4812-9C4A-81836B7A06D2}"/>
                </a:ext>
              </a:extLst>
            </p:cNvPr>
            <p:cNvSpPr/>
            <p:nvPr/>
          </p:nvSpPr>
          <p:spPr>
            <a:xfrm>
              <a:off x="829012" y="3597548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28" name="직사각형 6127">
              <a:extLst>
                <a:ext uri="{FF2B5EF4-FFF2-40B4-BE49-F238E27FC236}">
                  <a16:creationId xmlns:a16="http://schemas.microsoft.com/office/drawing/2014/main" id="{6EE4FEB3-3B24-424E-B8A1-865D1CF59A17}"/>
                </a:ext>
              </a:extLst>
            </p:cNvPr>
            <p:cNvSpPr/>
            <p:nvPr/>
          </p:nvSpPr>
          <p:spPr>
            <a:xfrm>
              <a:off x="1432834" y="3597548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29" name="직사각형 6128">
              <a:extLst>
                <a:ext uri="{FF2B5EF4-FFF2-40B4-BE49-F238E27FC236}">
                  <a16:creationId xmlns:a16="http://schemas.microsoft.com/office/drawing/2014/main" id="{4965F23F-557B-463E-9C76-B71D7096F3F5}"/>
                </a:ext>
              </a:extLst>
            </p:cNvPr>
            <p:cNvSpPr/>
            <p:nvPr/>
          </p:nvSpPr>
          <p:spPr>
            <a:xfrm>
              <a:off x="230188" y="3597548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30" name="직사각형 6129">
              <a:extLst>
                <a:ext uri="{FF2B5EF4-FFF2-40B4-BE49-F238E27FC236}">
                  <a16:creationId xmlns:a16="http://schemas.microsoft.com/office/drawing/2014/main" id="{FC4A950B-CDD6-4085-82D5-B16179718327}"/>
                </a:ext>
              </a:extLst>
            </p:cNvPr>
            <p:cNvSpPr/>
            <p:nvPr/>
          </p:nvSpPr>
          <p:spPr>
            <a:xfrm>
              <a:off x="829012" y="2388489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31" name="직사각형 6130">
              <a:extLst>
                <a:ext uri="{FF2B5EF4-FFF2-40B4-BE49-F238E27FC236}">
                  <a16:creationId xmlns:a16="http://schemas.microsoft.com/office/drawing/2014/main" id="{B5215642-B470-4080-913B-033628779FDD}"/>
                </a:ext>
              </a:extLst>
            </p:cNvPr>
            <p:cNvSpPr/>
            <p:nvPr/>
          </p:nvSpPr>
          <p:spPr>
            <a:xfrm>
              <a:off x="1432834" y="2388489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32" name="직사각형 6131">
              <a:extLst>
                <a:ext uri="{FF2B5EF4-FFF2-40B4-BE49-F238E27FC236}">
                  <a16:creationId xmlns:a16="http://schemas.microsoft.com/office/drawing/2014/main" id="{623CC8E9-AEFA-465B-B419-E4381220002E}"/>
                </a:ext>
              </a:extLst>
            </p:cNvPr>
            <p:cNvSpPr/>
            <p:nvPr/>
          </p:nvSpPr>
          <p:spPr>
            <a:xfrm>
              <a:off x="230188" y="2388489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33" name="직사각형 6132">
              <a:extLst>
                <a:ext uri="{FF2B5EF4-FFF2-40B4-BE49-F238E27FC236}">
                  <a16:creationId xmlns:a16="http://schemas.microsoft.com/office/drawing/2014/main" id="{B7583E8B-0D8A-41C7-9DAD-32A1EAD21A84}"/>
                </a:ext>
              </a:extLst>
            </p:cNvPr>
            <p:cNvSpPr/>
            <p:nvPr/>
          </p:nvSpPr>
          <p:spPr>
            <a:xfrm>
              <a:off x="829012" y="1137929"/>
              <a:ext cx="582081" cy="58208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34" name="직사각형 6133">
              <a:extLst>
                <a:ext uri="{FF2B5EF4-FFF2-40B4-BE49-F238E27FC236}">
                  <a16:creationId xmlns:a16="http://schemas.microsoft.com/office/drawing/2014/main" id="{1C6F9F0C-C71C-4B4A-8E49-7F8223160B44}"/>
                </a:ext>
              </a:extLst>
            </p:cNvPr>
            <p:cNvSpPr/>
            <p:nvPr/>
          </p:nvSpPr>
          <p:spPr>
            <a:xfrm>
              <a:off x="1432834" y="1137929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35" name="직사각형 6134">
              <a:extLst>
                <a:ext uri="{FF2B5EF4-FFF2-40B4-BE49-F238E27FC236}">
                  <a16:creationId xmlns:a16="http://schemas.microsoft.com/office/drawing/2014/main" id="{0EE3C25B-7A0B-4D44-AC7F-4BA70EB3ACA4}"/>
                </a:ext>
              </a:extLst>
            </p:cNvPr>
            <p:cNvSpPr/>
            <p:nvPr/>
          </p:nvSpPr>
          <p:spPr>
            <a:xfrm>
              <a:off x="230188" y="1137929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36" name="직사각형 6135">
              <a:extLst>
                <a:ext uri="{FF2B5EF4-FFF2-40B4-BE49-F238E27FC236}">
                  <a16:creationId xmlns:a16="http://schemas.microsoft.com/office/drawing/2014/main" id="{B30C5753-B675-418C-933C-689C1524FD41}"/>
                </a:ext>
              </a:extLst>
            </p:cNvPr>
            <p:cNvSpPr/>
            <p:nvPr/>
          </p:nvSpPr>
          <p:spPr>
            <a:xfrm>
              <a:off x="829012" y="1742458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37" name="직사각형 6136">
              <a:extLst>
                <a:ext uri="{FF2B5EF4-FFF2-40B4-BE49-F238E27FC236}">
                  <a16:creationId xmlns:a16="http://schemas.microsoft.com/office/drawing/2014/main" id="{3766E2C5-3078-4ACB-A065-BABF7C6E588D}"/>
                </a:ext>
              </a:extLst>
            </p:cNvPr>
            <p:cNvSpPr/>
            <p:nvPr/>
          </p:nvSpPr>
          <p:spPr>
            <a:xfrm>
              <a:off x="1432834" y="1742458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38" name="직사각형 6137">
              <a:extLst>
                <a:ext uri="{FF2B5EF4-FFF2-40B4-BE49-F238E27FC236}">
                  <a16:creationId xmlns:a16="http://schemas.microsoft.com/office/drawing/2014/main" id="{E2C8A609-1F91-4175-A9AF-106BCB560EB7}"/>
                </a:ext>
              </a:extLst>
            </p:cNvPr>
            <p:cNvSpPr/>
            <p:nvPr/>
          </p:nvSpPr>
          <p:spPr>
            <a:xfrm>
              <a:off x="230188" y="1742458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39" name="직사각형 6138">
              <a:extLst>
                <a:ext uri="{FF2B5EF4-FFF2-40B4-BE49-F238E27FC236}">
                  <a16:creationId xmlns:a16="http://schemas.microsoft.com/office/drawing/2014/main" id="{5A7DB544-95BC-483C-9B6B-AC0C6A2D86FD}"/>
                </a:ext>
              </a:extLst>
            </p:cNvPr>
            <p:cNvSpPr/>
            <p:nvPr/>
          </p:nvSpPr>
          <p:spPr>
            <a:xfrm>
              <a:off x="829012" y="533400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40" name="직사각형 6139">
              <a:extLst>
                <a:ext uri="{FF2B5EF4-FFF2-40B4-BE49-F238E27FC236}">
                  <a16:creationId xmlns:a16="http://schemas.microsoft.com/office/drawing/2014/main" id="{13C011A4-D8CE-414C-BDC2-30AE4F89249C}"/>
                </a:ext>
              </a:extLst>
            </p:cNvPr>
            <p:cNvSpPr/>
            <p:nvPr/>
          </p:nvSpPr>
          <p:spPr>
            <a:xfrm>
              <a:off x="1432834" y="533400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41" name="직사각형 6140">
              <a:extLst>
                <a:ext uri="{FF2B5EF4-FFF2-40B4-BE49-F238E27FC236}">
                  <a16:creationId xmlns:a16="http://schemas.microsoft.com/office/drawing/2014/main" id="{6DE8F8A7-D8B8-4699-9520-6C09DC49EA75}"/>
                </a:ext>
              </a:extLst>
            </p:cNvPr>
            <p:cNvSpPr/>
            <p:nvPr/>
          </p:nvSpPr>
          <p:spPr>
            <a:xfrm>
              <a:off x="230188" y="533400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42" name="직사각형 6141">
              <a:extLst>
                <a:ext uri="{FF2B5EF4-FFF2-40B4-BE49-F238E27FC236}">
                  <a16:creationId xmlns:a16="http://schemas.microsoft.com/office/drawing/2014/main" id="{9E6F9C40-00A7-4C11-A921-B40E0AEDB698}"/>
                </a:ext>
              </a:extLst>
            </p:cNvPr>
            <p:cNvSpPr/>
            <p:nvPr/>
          </p:nvSpPr>
          <p:spPr>
            <a:xfrm>
              <a:off x="4516396" y="4848108"/>
              <a:ext cx="582081" cy="58208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43" name="직사각형 6142">
              <a:extLst>
                <a:ext uri="{FF2B5EF4-FFF2-40B4-BE49-F238E27FC236}">
                  <a16:creationId xmlns:a16="http://schemas.microsoft.com/office/drawing/2014/main" id="{59E134A2-895C-46ED-ACA8-63B9A96423EC}"/>
                </a:ext>
              </a:extLst>
            </p:cNvPr>
            <p:cNvSpPr/>
            <p:nvPr/>
          </p:nvSpPr>
          <p:spPr>
            <a:xfrm>
              <a:off x="5120219" y="4848108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44" name="직사각형 6143">
              <a:extLst>
                <a:ext uri="{FF2B5EF4-FFF2-40B4-BE49-F238E27FC236}">
                  <a16:creationId xmlns:a16="http://schemas.microsoft.com/office/drawing/2014/main" id="{4C2532C0-439A-4845-8505-3E425B4DF19E}"/>
                </a:ext>
              </a:extLst>
            </p:cNvPr>
            <p:cNvSpPr/>
            <p:nvPr/>
          </p:nvSpPr>
          <p:spPr>
            <a:xfrm>
              <a:off x="3917573" y="4848108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45" name="직사각형 6144">
              <a:extLst>
                <a:ext uri="{FF2B5EF4-FFF2-40B4-BE49-F238E27FC236}">
                  <a16:creationId xmlns:a16="http://schemas.microsoft.com/office/drawing/2014/main" id="{C2913DD9-29C7-4FD3-8153-1D8C6C5F8E20}"/>
                </a:ext>
              </a:extLst>
            </p:cNvPr>
            <p:cNvSpPr/>
            <p:nvPr/>
          </p:nvSpPr>
          <p:spPr>
            <a:xfrm>
              <a:off x="4516396" y="5452637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46" name="직사각형 6145">
              <a:extLst>
                <a:ext uri="{FF2B5EF4-FFF2-40B4-BE49-F238E27FC236}">
                  <a16:creationId xmlns:a16="http://schemas.microsoft.com/office/drawing/2014/main" id="{940F329D-375E-49FE-84EE-53ED88537E4F}"/>
                </a:ext>
              </a:extLst>
            </p:cNvPr>
            <p:cNvSpPr/>
            <p:nvPr/>
          </p:nvSpPr>
          <p:spPr>
            <a:xfrm>
              <a:off x="5120219" y="5452637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47" name="직사각형 6146">
              <a:extLst>
                <a:ext uri="{FF2B5EF4-FFF2-40B4-BE49-F238E27FC236}">
                  <a16:creationId xmlns:a16="http://schemas.microsoft.com/office/drawing/2014/main" id="{ED657EF2-E22F-43B6-A0F8-E5CC4383620F}"/>
                </a:ext>
              </a:extLst>
            </p:cNvPr>
            <p:cNvSpPr/>
            <p:nvPr/>
          </p:nvSpPr>
          <p:spPr>
            <a:xfrm>
              <a:off x="3917573" y="5452637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48" name="직사각형 6147">
              <a:extLst>
                <a:ext uri="{FF2B5EF4-FFF2-40B4-BE49-F238E27FC236}">
                  <a16:creationId xmlns:a16="http://schemas.microsoft.com/office/drawing/2014/main" id="{90BCA845-00FC-4059-939B-E0BEE405F452}"/>
                </a:ext>
              </a:extLst>
            </p:cNvPr>
            <p:cNvSpPr/>
            <p:nvPr/>
          </p:nvSpPr>
          <p:spPr>
            <a:xfrm>
              <a:off x="4516396" y="4243578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49" name="직사각형 6148">
              <a:extLst>
                <a:ext uri="{FF2B5EF4-FFF2-40B4-BE49-F238E27FC236}">
                  <a16:creationId xmlns:a16="http://schemas.microsoft.com/office/drawing/2014/main" id="{37B66348-197E-4B49-B656-A25908605163}"/>
                </a:ext>
              </a:extLst>
            </p:cNvPr>
            <p:cNvSpPr/>
            <p:nvPr/>
          </p:nvSpPr>
          <p:spPr>
            <a:xfrm>
              <a:off x="5120219" y="4243578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50" name="직사각형 6149">
              <a:extLst>
                <a:ext uri="{FF2B5EF4-FFF2-40B4-BE49-F238E27FC236}">
                  <a16:creationId xmlns:a16="http://schemas.microsoft.com/office/drawing/2014/main" id="{E56493EE-CB10-4CEE-B8C7-8B5C11A0A59C}"/>
                </a:ext>
              </a:extLst>
            </p:cNvPr>
            <p:cNvSpPr/>
            <p:nvPr/>
          </p:nvSpPr>
          <p:spPr>
            <a:xfrm>
              <a:off x="3917573" y="4243578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51" name="직사각형 6150">
              <a:extLst>
                <a:ext uri="{FF2B5EF4-FFF2-40B4-BE49-F238E27FC236}">
                  <a16:creationId xmlns:a16="http://schemas.microsoft.com/office/drawing/2014/main" id="{704E8474-4B3F-47F5-9F7E-41B31B577A40}"/>
                </a:ext>
              </a:extLst>
            </p:cNvPr>
            <p:cNvSpPr/>
            <p:nvPr/>
          </p:nvSpPr>
          <p:spPr>
            <a:xfrm>
              <a:off x="2672704" y="4848108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52" name="직사각형 6151">
              <a:extLst>
                <a:ext uri="{FF2B5EF4-FFF2-40B4-BE49-F238E27FC236}">
                  <a16:creationId xmlns:a16="http://schemas.microsoft.com/office/drawing/2014/main" id="{9ED7AE58-8BEC-4655-A294-0D2CF811A526}"/>
                </a:ext>
              </a:extLst>
            </p:cNvPr>
            <p:cNvSpPr/>
            <p:nvPr/>
          </p:nvSpPr>
          <p:spPr>
            <a:xfrm>
              <a:off x="3276526" y="4848108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53" name="직사각형 6152">
              <a:extLst>
                <a:ext uri="{FF2B5EF4-FFF2-40B4-BE49-F238E27FC236}">
                  <a16:creationId xmlns:a16="http://schemas.microsoft.com/office/drawing/2014/main" id="{829FCCCF-F0E9-407F-A5F0-7C41F553B1D3}"/>
                </a:ext>
              </a:extLst>
            </p:cNvPr>
            <p:cNvSpPr/>
            <p:nvPr/>
          </p:nvSpPr>
          <p:spPr>
            <a:xfrm>
              <a:off x="2073880" y="4848108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54" name="직사각형 6153">
              <a:extLst>
                <a:ext uri="{FF2B5EF4-FFF2-40B4-BE49-F238E27FC236}">
                  <a16:creationId xmlns:a16="http://schemas.microsoft.com/office/drawing/2014/main" id="{56C79B11-2C8F-4603-AE23-B84EB88E5B80}"/>
                </a:ext>
              </a:extLst>
            </p:cNvPr>
            <p:cNvSpPr/>
            <p:nvPr/>
          </p:nvSpPr>
          <p:spPr>
            <a:xfrm>
              <a:off x="2672704" y="5452637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55" name="직사각형 6154">
              <a:extLst>
                <a:ext uri="{FF2B5EF4-FFF2-40B4-BE49-F238E27FC236}">
                  <a16:creationId xmlns:a16="http://schemas.microsoft.com/office/drawing/2014/main" id="{D3ADBACF-B4E9-4486-B93A-D2B5818C818D}"/>
                </a:ext>
              </a:extLst>
            </p:cNvPr>
            <p:cNvSpPr/>
            <p:nvPr/>
          </p:nvSpPr>
          <p:spPr>
            <a:xfrm>
              <a:off x="3276526" y="5452637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56" name="직사각형 6155">
              <a:extLst>
                <a:ext uri="{FF2B5EF4-FFF2-40B4-BE49-F238E27FC236}">
                  <a16:creationId xmlns:a16="http://schemas.microsoft.com/office/drawing/2014/main" id="{384BF66A-7C11-4661-B076-905E1AAAE3C8}"/>
                </a:ext>
              </a:extLst>
            </p:cNvPr>
            <p:cNvSpPr/>
            <p:nvPr/>
          </p:nvSpPr>
          <p:spPr>
            <a:xfrm>
              <a:off x="2073880" y="5452637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57" name="직사각형 6156">
              <a:extLst>
                <a:ext uri="{FF2B5EF4-FFF2-40B4-BE49-F238E27FC236}">
                  <a16:creationId xmlns:a16="http://schemas.microsoft.com/office/drawing/2014/main" id="{7435F8AA-42A0-4271-B381-F13B25F10A6C}"/>
                </a:ext>
              </a:extLst>
            </p:cNvPr>
            <p:cNvSpPr/>
            <p:nvPr/>
          </p:nvSpPr>
          <p:spPr>
            <a:xfrm>
              <a:off x="2672704" y="4243578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58" name="직사각형 6157">
              <a:extLst>
                <a:ext uri="{FF2B5EF4-FFF2-40B4-BE49-F238E27FC236}">
                  <a16:creationId xmlns:a16="http://schemas.microsoft.com/office/drawing/2014/main" id="{C54CD6AF-D4B8-4B14-94C8-8F5DD698FCDC}"/>
                </a:ext>
              </a:extLst>
            </p:cNvPr>
            <p:cNvSpPr/>
            <p:nvPr/>
          </p:nvSpPr>
          <p:spPr>
            <a:xfrm>
              <a:off x="3276526" y="4243578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59" name="직사각형 6158">
              <a:extLst>
                <a:ext uri="{FF2B5EF4-FFF2-40B4-BE49-F238E27FC236}">
                  <a16:creationId xmlns:a16="http://schemas.microsoft.com/office/drawing/2014/main" id="{59E96239-ACB3-40F0-8945-0111CF1FA906}"/>
                </a:ext>
              </a:extLst>
            </p:cNvPr>
            <p:cNvSpPr/>
            <p:nvPr/>
          </p:nvSpPr>
          <p:spPr>
            <a:xfrm>
              <a:off x="2073880" y="4243578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60" name="직사각형 6159">
              <a:extLst>
                <a:ext uri="{FF2B5EF4-FFF2-40B4-BE49-F238E27FC236}">
                  <a16:creationId xmlns:a16="http://schemas.microsoft.com/office/drawing/2014/main" id="{CE96D363-CF3B-4599-844F-6A8989D66540}"/>
                </a:ext>
              </a:extLst>
            </p:cNvPr>
            <p:cNvSpPr/>
            <p:nvPr/>
          </p:nvSpPr>
          <p:spPr>
            <a:xfrm>
              <a:off x="829012" y="4848108"/>
              <a:ext cx="582081" cy="58208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61" name="직사각형 6160">
              <a:extLst>
                <a:ext uri="{FF2B5EF4-FFF2-40B4-BE49-F238E27FC236}">
                  <a16:creationId xmlns:a16="http://schemas.microsoft.com/office/drawing/2014/main" id="{9AC6E864-1DEC-4ABD-9D31-938EDE2850CC}"/>
                </a:ext>
              </a:extLst>
            </p:cNvPr>
            <p:cNvSpPr/>
            <p:nvPr/>
          </p:nvSpPr>
          <p:spPr>
            <a:xfrm>
              <a:off x="1432834" y="4848108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62" name="직사각형 6161">
              <a:extLst>
                <a:ext uri="{FF2B5EF4-FFF2-40B4-BE49-F238E27FC236}">
                  <a16:creationId xmlns:a16="http://schemas.microsoft.com/office/drawing/2014/main" id="{54A0F3F8-ACAA-4826-B3C6-E9980F51CB73}"/>
                </a:ext>
              </a:extLst>
            </p:cNvPr>
            <p:cNvSpPr/>
            <p:nvPr/>
          </p:nvSpPr>
          <p:spPr>
            <a:xfrm>
              <a:off x="230188" y="4848108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63" name="직사각형 6162">
              <a:extLst>
                <a:ext uri="{FF2B5EF4-FFF2-40B4-BE49-F238E27FC236}">
                  <a16:creationId xmlns:a16="http://schemas.microsoft.com/office/drawing/2014/main" id="{2F86E31A-7EEA-49DF-8593-6EDB4F6A3AB7}"/>
                </a:ext>
              </a:extLst>
            </p:cNvPr>
            <p:cNvSpPr/>
            <p:nvPr/>
          </p:nvSpPr>
          <p:spPr>
            <a:xfrm>
              <a:off x="829012" y="5452637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64" name="직사각형 6163">
              <a:extLst>
                <a:ext uri="{FF2B5EF4-FFF2-40B4-BE49-F238E27FC236}">
                  <a16:creationId xmlns:a16="http://schemas.microsoft.com/office/drawing/2014/main" id="{A912C91D-EA88-4BB3-9A62-70A97653841B}"/>
                </a:ext>
              </a:extLst>
            </p:cNvPr>
            <p:cNvSpPr/>
            <p:nvPr/>
          </p:nvSpPr>
          <p:spPr>
            <a:xfrm>
              <a:off x="1432834" y="5452637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65" name="직사각형 6164">
              <a:extLst>
                <a:ext uri="{FF2B5EF4-FFF2-40B4-BE49-F238E27FC236}">
                  <a16:creationId xmlns:a16="http://schemas.microsoft.com/office/drawing/2014/main" id="{FF6F1464-F2B1-4543-9BD2-2FF5238C0FF8}"/>
                </a:ext>
              </a:extLst>
            </p:cNvPr>
            <p:cNvSpPr/>
            <p:nvPr/>
          </p:nvSpPr>
          <p:spPr>
            <a:xfrm>
              <a:off x="230188" y="5452637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66" name="직사각형 6165">
              <a:extLst>
                <a:ext uri="{FF2B5EF4-FFF2-40B4-BE49-F238E27FC236}">
                  <a16:creationId xmlns:a16="http://schemas.microsoft.com/office/drawing/2014/main" id="{68CCBF8A-7A77-4155-8423-3DD54A634DD3}"/>
                </a:ext>
              </a:extLst>
            </p:cNvPr>
            <p:cNvSpPr/>
            <p:nvPr/>
          </p:nvSpPr>
          <p:spPr>
            <a:xfrm>
              <a:off x="829012" y="4243578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67" name="직사각형 6166">
              <a:extLst>
                <a:ext uri="{FF2B5EF4-FFF2-40B4-BE49-F238E27FC236}">
                  <a16:creationId xmlns:a16="http://schemas.microsoft.com/office/drawing/2014/main" id="{05382511-4DD2-43B4-BB2D-EA7136460103}"/>
                </a:ext>
              </a:extLst>
            </p:cNvPr>
            <p:cNvSpPr/>
            <p:nvPr/>
          </p:nvSpPr>
          <p:spPr>
            <a:xfrm>
              <a:off x="1432834" y="4243578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68" name="직사각형 6167">
              <a:extLst>
                <a:ext uri="{FF2B5EF4-FFF2-40B4-BE49-F238E27FC236}">
                  <a16:creationId xmlns:a16="http://schemas.microsoft.com/office/drawing/2014/main" id="{746C594A-52D8-42A6-85A5-5DB7636717EC}"/>
                </a:ext>
              </a:extLst>
            </p:cNvPr>
            <p:cNvSpPr/>
            <p:nvPr/>
          </p:nvSpPr>
          <p:spPr>
            <a:xfrm>
              <a:off x="230188" y="4243578"/>
              <a:ext cx="582081" cy="582081"/>
            </a:xfrm>
            <a:prstGeom prst="rect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808"/>
            </a:p>
          </p:txBody>
        </p:sp>
        <p:sp>
          <p:nvSpPr>
            <p:cNvPr id="6169" name="직사각형 6168">
              <a:extLst>
                <a:ext uri="{FF2B5EF4-FFF2-40B4-BE49-F238E27FC236}">
                  <a16:creationId xmlns:a16="http://schemas.microsoft.com/office/drawing/2014/main" id="{F0F40E70-8AC3-430C-8295-ACA8172BB3E2}"/>
                </a:ext>
              </a:extLst>
            </p:cNvPr>
            <p:cNvSpPr/>
            <p:nvPr/>
          </p:nvSpPr>
          <p:spPr>
            <a:xfrm>
              <a:off x="230187" y="533399"/>
              <a:ext cx="1791139" cy="1791139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70" name="직사각형 6169">
              <a:extLst>
                <a:ext uri="{FF2B5EF4-FFF2-40B4-BE49-F238E27FC236}">
                  <a16:creationId xmlns:a16="http://schemas.microsoft.com/office/drawing/2014/main" id="{1A765C4B-C6EF-45C9-811B-0D7F5FC388F1}"/>
                </a:ext>
              </a:extLst>
            </p:cNvPr>
            <p:cNvSpPr/>
            <p:nvPr/>
          </p:nvSpPr>
          <p:spPr>
            <a:xfrm>
              <a:off x="2073880" y="533399"/>
              <a:ext cx="1791139" cy="1791139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71" name="직사각형 6170">
              <a:extLst>
                <a:ext uri="{FF2B5EF4-FFF2-40B4-BE49-F238E27FC236}">
                  <a16:creationId xmlns:a16="http://schemas.microsoft.com/office/drawing/2014/main" id="{0F4C013A-3CE6-43ED-88A2-BE29874598DA}"/>
                </a:ext>
              </a:extLst>
            </p:cNvPr>
            <p:cNvSpPr/>
            <p:nvPr/>
          </p:nvSpPr>
          <p:spPr>
            <a:xfrm>
              <a:off x="3912810" y="533399"/>
              <a:ext cx="1791139" cy="1791139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72" name="직사각형 6171">
              <a:extLst>
                <a:ext uri="{FF2B5EF4-FFF2-40B4-BE49-F238E27FC236}">
                  <a16:creationId xmlns:a16="http://schemas.microsoft.com/office/drawing/2014/main" id="{21CDF6E1-9BDA-4EDF-A39F-43009A4B129F}"/>
                </a:ext>
              </a:extLst>
            </p:cNvPr>
            <p:cNvSpPr/>
            <p:nvPr/>
          </p:nvSpPr>
          <p:spPr>
            <a:xfrm>
              <a:off x="230187" y="2386633"/>
              <a:ext cx="1791139" cy="1791139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73" name="직사각형 6172">
              <a:extLst>
                <a:ext uri="{FF2B5EF4-FFF2-40B4-BE49-F238E27FC236}">
                  <a16:creationId xmlns:a16="http://schemas.microsoft.com/office/drawing/2014/main" id="{21D5FD0A-CB25-4829-A3A9-A6DA147963D2}"/>
                </a:ext>
              </a:extLst>
            </p:cNvPr>
            <p:cNvSpPr/>
            <p:nvPr/>
          </p:nvSpPr>
          <p:spPr>
            <a:xfrm>
              <a:off x="2073880" y="2386633"/>
              <a:ext cx="1791139" cy="1791139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74" name="직사각형 6173">
              <a:extLst>
                <a:ext uri="{FF2B5EF4-FFF2-40B4-BE49-F238E27FC236}">
                  <a16:creationId xmlns:a16="http://schemas.microsoft.com/office/drawing/2014/main" id="{DAEA0683-A6F3-4596-AC6E-7965C0B3963A}"/>
                </a:ext>
              </a:extLst>
            </p:cNvPr>
            <p:cNvSpPr/>
            <p:nvPr/>
          </p:nvSpPr>
          <p:spPr>
            <a:xfrm>
              <a:off x="3912810" y="2386633"/>
              <a:ext cx="1791139" cy="1791139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75" name="직사각형 6174">
              <a:extLst>
                <a:ext uri="{FF2B5EF4-FFF2-40B4-BE49-F238E27FC236}">
                  <a16:creationId xmlns:a16="http://schemas.microsoft.com/office/drawing/2014/main" id="{9B585CD4-56AC-4BDA-B9CC-BB5C2ADC2EA2}"/>
                </a:ext>
              </a:extLst>
            </p:cNvPr>
            <p:cNvSpPr/>
            <p:nvPr/>
          </p:nvSpPr>
          <p:spPr>
            <a:xfrm>
              <a:off x="230187" y="4249572"/>
              <a:ext cx="1791139" cy="1791139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76" name="직사각형 6175">
              <a:extLst>
                <a:ext uri="{FF2B5EF4-FFF2-40B4-BE49-F238E27FC236}">
                  <a16:creationId xmlns:a16="http://schemas.microsoft.com/office/drawing/2014/main" id="{E55DA4A9-D508-471A-907D-3E464D32C958}"/>
                </a:ext>
              </a:extLst>
            </p:cNvPr>
            <p:cNvSpPr/>
            <p:nvPr/>
          </p:nvSpPr>
          <p:spPr>
            <a:xfrm>
              <a:off x="2073880" y="4249572"/>
              <a:ext cx="1791139" cy="1791139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77" name="직사각형 6176">
              <a:extLst>
                <a:ext uri="{FF2B5EF4-FFF2-40B4-BE49-F238E27FC236}">
                  <a16:creationId xmlns:a16="http://schemas.microsoft.com/office/drawing/2014/main" id="{CF074D3C-2B18-4A73-83B3-B8F4FB72F54F}"/>
                </a:ext>
              </a:extLst>
            </p:cNvPr>
            <p:cNvSpPr/>
            <p:nvPr/>
          </p:nvSpPr>
          <p:spPr>
            <a:xfrm>
              <a:off x="3912810" y="4249572"/>
              <a:ext cx="1791139" cy="1791139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178" name="직선 연결선 6177">
              <a:extLst>
                <a:ext uri="{FF2B5EF4-FFF2-40B4-BE49-F238E27FC236}">
                  <a16:creationId xmlns:a16="http://schemas.microsoft.com/office/drawing/2014/main" id="{E5253F85-37CF-42A8-B45D-41BD5792C4BB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79" name="직선 연결선 6178">
              <a:extLst>
                <a:ext uri="{FF2B5EF4-FFF2-40B4-BE49-F238E27FC236}">
                  <a16:creationId xmlns:a16="http://schemas.microsoft.com/office/drawing/2014/main" id="{BBE0BDC0-8937-4863-B7DC-2A21C95A2252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1" name="TextBox 185">
            <a:hlinkClick r:id="rId2"/>
            <a:extLst>
              <a:ext uri="{FF2B5EF4-FFF2-40B4-BE49-F238E27FC236}">
                <a16:creationId xmlns:a16="http://schemas.microsoft.com/office/drawing/2014/main" id="{FB445967-3DA2-4180-A246-74A02EE0693F}"/>
              </a:ext>
            </a:extLst>
          </p:cNvPr>
          <p:cNvSpPr txBox="1"/>
          <p:nvPr/>
        </p:nvSpPr>
        <p:spPr>
          <a:xfrm>
            <a:off x="5233839" y="7553348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2" name="TextBox 186">
            <a:hlinkClick r:id="rId3"/>
            <a:extLst>
              <a:ext uri="{FF2B5EF4-FFF2-40B4-BE49-F238E27FC236}">
                <a16:creationId xmlns:a16="http://schemas.microsoft.com/office/drawing/2014/main" id="{79008400-ED31-45BF-95C3-727CECB0A2B3}"/>
              </a:ext>
            </a:extLst>
          </p:cNvPr>
          <p:cNvSpPr txBox="1"/>
          <p:nvPr/>
        </p:nvSpPr>
        <p:spPr>
          <a:xfrm>
            <a:off x="2525732" y="7553348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3" name="TextBox 184">
            <a:hlinkClick r:id="rId4"/>
            <a:extLst>
              <a:ext uri="{FF2B5EF4-FFF2-40B4-BE49-F238E27FC236}">
                <a16:creationId xmlns:a16="http://schemas.microsoft.com/office/drawing/2014/main" id="{BB5EFF99-8CE6-4520-8583-0CF14BFB67AD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284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105</cp:revision>
  <dcterms:created xsi:type="dcterms:W3CDTF">2021-10-29T04:43:38Z</dcterms:created>
  <dcterms:modified xsi:type="dcterms:W3CDTF">2021-12-14T04:38:11Z</dcterms:modified>
</cp:coreProperties>
</file>
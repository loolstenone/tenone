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02" name="그룹 23901">
            <a:extLst>
              <a:ext uri="{FF2B5EF4-FFF2-40B4-BE49-F238E27FC236}">
                <a16:creationId xmlns:a16="http://schemas.microsoft.com/office/drawing/2014/main" id="{CAD5683E-B797-4EC4-92E4-A86507443A77}"/>
              </a:ext>
            </a:extLst>
          </p:cNvPr>
          <p:cNvGrpSpPr/>
          <p:nvPr/>
        </p:nvGrpSpPr>
        <p:grpSpPr>
          <a:xfrm>
            <a:off x="302419" y="440383"/>
            <a:ext cx="5472112" cy="7041505"/>
            <a:chOff x="230188" y="440383"/>
            <a:chExt cx="5472112" cy="7041505"/>
          </a:xfrm>
        </p:grpSpPr>
        <p:sp>
          <p:nvSpPr>
            <p:cNvPr id="6217" name="직사각형 6216">
              <a:extLst>
                <a:ext uri="{FF2B5EF4-FFF2-40B4-BE49-F238E27FC236}">
                  <a16:creationId xmlns:a16="http://schemas.microsoft.com/office/drawing/2014/main" id="{AC4CE916-70E6-4C5C-B1DD-9F20BD6DEC7F}"/>
                </a:ext>
              </a:extLst>
            </p:cNvPr>
            <p:cNvSpPr/>
            <p:nvPr/>
          </p:nvSpPr>
          <p:spPr>
            <a:xfrm>
              <a:off x="1103660" y="669419"/>
              <a:ext cx="3869632" cy="936137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sp>
          <p:nvSpPr>
            <p:cNvPr id="6218" name="직사각형 6217">
              <a:extLst>
                <a:ext uri="{FF2B5EF4-FFF2-40B4-BE49-F238E27FC236}">
                  <a16:creationId xmlns:a16="http://schemas.microsoft.com/office/drawing/2014/main" id="{72481932-F56C-48E6-8B3F-5D4DD9270B86}"/>
                </a:ext>
              </a:extLst>
            </p:cNvPr>
            <p:cNvSpPr/>
            <p:nvPr/>
          </p:nvSpPr>
          <p:spPr>
            <a:xfrm>
              <a:off x="486039" y="2019888"/>
              <a:ext cx="1662464" cy="1605381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sp>
          <p:nvSpPr>
            <p:cNvPr id="6219" name="직사각형 6218">
              <a:extLst>
                <a:ext uri="{FF2B5EF4-FFF2-40B4-BE49-F238E27FC236}">
                  <a16:creationId xmlns:a16="http://schemas.microsoft.com/office/drawing/2014/main" id="{2217D409-7D87-410D-B6AE-F1A18EC4F804}"/>
                </a:ext>
              </a:extLst>
            </p:cNvPr>
            <p:cNvSpPr/>
            <p:nvPr/>
          </p:nvSpPr>
          <p:spPr>
            <a:xfrm>
              <a:off x="2200564" y="2019888"/>
              <a:ext cx="1662464" cy="1605381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sp>
          <p:nvSpPr>
            <p:cNvPr id="6220" name="직사각형 6219">
              <a:extLst>
                <a:ext uri="{FF2B5EF4-FFF2-40B4-BE49-F238E27FC236}">
                  <a16:creationId xmlns:a16="http://schemas.microsoft.com/office/drawing/2014/main" id="{A17FBDE0-438C-488C-9868-92C883B30AAC}"/>
                </a:ext>
              </a:extLst>
            </p:cNvPr>
            <p:cNvSpPr/>
            <p:nvPr/>
          </p:nvSpPr>
          <p:spPr>
            <a:xfrm>
              <a:off x="3915088" y="2019888"/>
              <a:ext cx="1662464" cy="1605381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sp>
          <p:nvSpPr>
            <p:cNvPr id="6221" name="TextBox 6220">
              <a:extLst>
                <a:ext uri="{FF2B5EF4-FFF2-40B4-BE49-F238E27FC236}">
                  <a16:creationId xmlns:a16="http://schemas.microsoft.com/office/drawing/2014/main" id="{C0C790C1-21F7-4727-B96A-F0AA1E733745}"/>
                </a:ext>
              </a:extLst>
            </p:cNvPr>
            <p:cNvSpPr txBox="1"/>
            <p:nvPr/>
          </p:nvSpPr>
          <p:spPr>
            <a:xfrm>
              <a:off x="1103659" y="440383"/>
              <a:ext cx="792205" cy="2609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96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Objective</a:t>
              </a:r>
              <a:endParaRPr lang="ko-KR" altLang="en-US" sz="1096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6222" name="직선 연결선 6221">
              <a:extLst>
                <a:ext uri="{FF2B5EF4-FFF2-40B4-BE49-F238E27FC236}">
                  <a16:creationId xmlns:a16="http://schemas.microsoft.com/office/drawing/2014/main" id="{79E05E8C-AB84-48A6-BBF5-66879E2FF4B9}"/>
                </a:ext>
              </a:extLst>
            </p:cNvPr>
            <p:cNvCxnSpPr/>
            <p:nvPr/>
          </p:nvCxnSpPr>
          <p:spPr>
            <a:xfrm>
              <a:off x="1183071" y="990568"/>
              <a:ext cx="3697448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23" name="직선 연결선 6222">
              <a:extLst>
                <a:ext uri="{FF2B5EF4-FFF2-40B4-BE49-F238E27FC236}">
                  <a16:creationId xmlns:a16="http://schemas.microsoft.com/office/drawing/2014/main" id="{72B24ECB-0485-4A13-992B-16D0AB7D83DB}"/>
                </a:ext>
              </a:extLst>
            </p:cNvPr>
            <p:cNvCxnSpPr/>
            <p:nvPr/>
          </p:nvCxnSpPr>
          <p:spPr>
            <a:xfrm>
              <a:off x="1183071" y="1308297"/>
              <a:ext cx="3697448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24" name="직선 연결선 6223">
              <a:extLst>
                <a:ext uri="{FF2B5EF4-FFF2-40B4-BE49-F238E27FC236}">
                  <a16:creationId xmlns:a16="http://schemas.microsoft.com/office/drawing/2014/main" id="{094817F7-AA15-49FC-AED5-26EE16221D21}"/>
                </a:ext>
              </a:extLst>
            </p:cNvPr>
            <p:cNvCxnSpPr>
              <a:cxnSpLocks/>
            </p:cNvCxnSpPr>
            <p:nvPr/>
          </p:nvCxnSpPr>
          <p:spPr>
            <a:xfrm>
              <a:off x="594816" y="2347370"/>
              <a:ext cx="1444910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25" name="직선 연결선 6224">
              <a:extLst>
                <a:ext uri="{FF2B5EF4-FFF2-40B4-BE49-F238E27FC236}">
                  <a16:creationId xmlns:a16="http://schemas.microsoft.com/office/drawing/2014/main" id="{66B3A80C-B45E-4038-AEA7-81EC6A21108D}"/>
                </a:ext>
              </a:extLst>
            </p:cNvPr>
            <p:cNvCxnSpPr>
              <a:cxnSpLocks/>
            </p:cNvCxnSpPr>
            <p:nvPr/>
          </p:nvCxnSpPr>
          <p:spPr>
            <a:xfrm>
              <a:off x="594816" y="2670237"/>
              <a:ext cx="1444910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26" name="직선 연결선 6225">
              <a:extLst>
                <a:ext uri="{FF2B5EF4-FFF2-40B4-BE49-F238E27FC236}">
                  <a16:creationId xmlns:a16="http://schemas.microsoft.com/office/drawing/2014/main" id="{13BAE1DC-363F-481A-96AA-C941A191F331}"/>
                </a:ext>
              </a:extLst>
            </p:cNvPr>
            <p:cNvCxnSpPr>
              <a:cxnSpLocks/>
            </p:cNvCxnSpPr>
            <p:nvPr/>
          </p:nvCxnSpPr>
          <p:spPr>
            <a:xfrm>
              <a:off x="594816" y="2993104"/>
              <a:ext cx="1444910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27" name="직선 연결선 6226">
              <a:extLst>
                <a:ext uri="{FF2B5EF4-FFF2-40B4-BE49-F238E27FC236}">
                  <a16:creationId xmlns:a16="http://schemas.microsoft.com/office/drawing/2014/main" id="{B29DCFF0-F6B0-46F1-A3E5-5DD4B87D36ED}"/>
                </a:ext>
              </a:extLst>
            </p:cNvPr>
            <p:cNvCxnSpPr>
              <a:cxnSpLocks/>
            </p:cNvCxnSpPr>
            <p:nvPr/>
          </p:nvCxnSpPr>
          <p:spPr>
            <a:xfrm>
              <a:off x="594816" y="3315971"/>
              <a:ext cx="1444910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28" name="직선 연결선 6227">
              <a:extLst>
                <a:ext uri="{FF2B5EF4-FFF2-40B4-BE49-F238E27FC236}">
                  <a16:creationId xmlns:a16="http://schemas.microsoft.com/office/drawing/2014/main" id="{CA40B4D2-66CD-482F-8F44-33AC106D106E}"/>
                </a:ext>
              </a:extLst>
            </p:cNvPr>
            <p:cNvCxnSpPr>
              <a:cxnSpLocks/>
            </p:cNvCxnSpPr>
            <p:nvPr/>
          </p:nvCxnSpPr>
          <p:spPr>
            <a:xfrm>
              <a:off x="2309341" y="2347370"/>
              <a:ext cx="1444910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29" name="직선 연결선 6228">
              <a:extLst>
                <a:ext uri="{FF2B5EF4-FFF2-40B4-BE49-F238E27FC236}">
                  <a16:creationId xmlns:a16="http://schemas.microsoft.com/office/drawing/2014/main" id="{A244E45A-C296-4FC4-A3CC-2CC2F84FFA9C}"/>
                </a:ext>
              </a:extLst>
            </p:cNvPr>
            <p:cNvCxnSpPr>
              <a:cxnSpLocks/>
            </p:cNvCxnSpPr>
            <p:nvPr/>
          </p:nvCxnSpPr>
          <p:spPr>
            <a:xfrm>
              <a:off x="2309341" y="2670237"/>
              <a:ext cx="1444910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30" name="직선 연결선 6229">
              <a:extLst>
                <a:ext uri="{FF2B5EF4-FFF2-40B4-BE49-F238E27FC236}">
                  <a16:creationId xmlns:a16="http://schemas.microsoft.com/office/drawing/2014/main" id="{F85DCAD6-A187-469C-9004-EBABDB13AB6D}"/>
                </a:ext>
              </a:extLst>
            </p:cNvPr>
            <p:cNvCxnSpPr>
              <a:cxnSpLocks/>
            </p:cNvCxnSpPr>
            <p:nvPr/>
          </p:nvCxnSpPr>
          <p:spPr>
            <a:xfrm>
              <a:off x="2309341" y="2993104"/>
              <a:ext cx="1444910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31" name="직선 연결선 6230">
              <a:extLst>
                <a:ext uri="{FF2B5EF4-FFF2-40B4-BE49-F238E27FC236}">
                  <a16:creationId xmlns:a16="http://schemas.microsoft.com/office/drawing/2014/main" id="{873C7605-5E4A-45A2-928D-DFD056DE8F0E}"/>
                </a:ext>
              </a:extLst>
            </p:cNvPr>
            <p:cNvCxnSpPr>
              <a:cxnSpLocks/>
            </p:cNvCxnSpPr>
            <p:nvPr/>
          </p:nvCxnSpPr>
          <p:spPr>
            <a:xfrm>
              <a:off x="2309341" y="3315971"/>
              <a:ext cx="1444910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32" name="직선 연결선 6231">
              <a:extLst>
                <a:ext uri="{FF2B5EF4-FFF2-40B4-BE49-F238E27FC236}">
                  <a16:creationId xmlns:a16="http://schemas.microsoft.com/office/drawing/2014/main" id="{53D67AC9-94E3-47EA-AA70-2ABF6027507F}"/>
                </a:ext>
              </a:extLst>
            </p:cNvPr>
            <p:cNvCxnSpPr>
              <a:cxnSpLocks/>
            </p:cNvCxnSpPr>
            <p:nvPr/>
          </p:nvCxnSpPr>
          <p:spPr>
            <a:xfrm>
              <a:off x="4023865" y="2347370"/>
              <a:ext cx="1444910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33" name="직선 연결선 6232">
              <a:extLst>
                <a:ext uri="{FF2B5EF4-FFF2-40B4-BE49-F238E27FC236}">
                  <a16:creationId xmlns:a16="http://schemas.microsoft.com/office/drawing/2014/main" id="{9922E5CA-5E85-4747-8ABA-039849228D8A}"/>
                </a:ext>
              </a:extLst>
            </p:cNvPr>
            <p:cNvCxnSpPr>
              <a:cxnSpLocks/>
            </p:cNvCxnSpPr>
            <p:nvPr/>
          </p:nvCxnSpPr>
          <p:spPr>
            <a:xfrm>
              <a:off x="4023865" y="2670237"/>
              <a:ext cx="1444910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34" name="직선 연결선 6233">
              <a:extLst>
                <a:ext uri="{FF2B5EF4-FFF2-40B4-BE49-F238E27FC236}">
                  <a16:creationId xmlns:a16="http://schemas.microsoft.com/office/drawing/2014/main" id="{EC3D9747-2B84-4C09-A02C-BCCE01D78447}"/>
                </a:ext>
              </a:extLst>
            </p:cNvPr>
            <p:cNvCxnSpPr>
              <a:cxnSpLocks/>
            </p:cNvCxnSpPr>
            <p:nvPr/>
          </p:nvCxnSpPr>
          <p:spPr>
            <a:xfrm>
              <a:off x="4023865" y="2993104"/>
              <a:ext cx="1444910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35" name="직선 연결선 6234">
              <a:extLst>
                <a:ext uri="{FF2B5EF4-FFF2-40B4-BE49-F238E27FC236}">
                  <a16:creationId xmlns:a16="http://schemas.microsoft.com/office/drawing/2014/main" id="{B1FEF973-544A-42E6-9C85-C5C6E40ACCFD}"/>
                </a:ext>
              </a:extLst>
            </p:cNvPr>
            <p:cNvCxnSpPr>
              <a:cxnSpLocks/>
            </p:cNvCxnSpPr>
            <p:nvPr/>
          </p:nvCxnSpPr>
          <p:spPr>
            <a:xfrm>
              <a:off x="4023865" y="3315971"/>
              <a:ext cx="1444910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36" name="TextBox 6235">
              <a:extLst>
                <a:ext uri="{FF2B5EF4-FFF2-40B4-BE49-F238E27FC236}">
                  <a16:creationId xmlns:a16="http://schemas.microsoft.com/office/drawing/2014/main" id="{C91E2E78-F132-459F-832A-E8C2F1C11FFD}"/>
                </a:ext>
              </a:extLst>
            </p:cNvPr>
            <p:cNvSpPr txBox="1"/>
            <p:nvPr/>
          </p:nvSpPr>
          <p:spPr>
            <a:xfrm>
              <a:off x="486039" y="1802416"/>
              <a:ext cx="976549" cy="2609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96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Key Result 1</a:t>
              </a:r>
              <a:endParaRPr lang="ko-KR" altLang="en-US" sz="1096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37" name="TextBox 6236">
              <a:extLst>
                <a:ext uri="{FF2B5EF4-FFF2-40B4-BE49-F238E27FC236}">
                  <a16:creationId xmlns:a16="http://schemas.microsoft.com/office/drawing/2014/main" id="{B12B4ABC-E009-4B5F-A998-5746073007F2}"/>
                </a:ext>
              </a:extLst>
            </p:cNvPr>
            <p:cNvSpPr txBox="1"/>
            <p:nvPr/>
          </p:nvSpPr>
          <p:spPr>
            <a:xfrm>
              <a:off x="2193094" y="1802416"/>
              <a:ext cx="976549" cy="2609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96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Key Result 2</a:t>
              </a:r>
              <a:endParaRPr lang="ko-KR" altLang="en-US" sz="1096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38" name="TextBox 6237">
              <a:extLst>
                <a:ext uri="{FF2B5EF4-FFF2-40B4-BE49-F238E27FC236}">
                  <a16:creationId xmlns:a16="http://schemas.microsoft.com/office/drawing/2014/main" id="{5F050CEB-D17A-4567-9878-35CEE23A8D54}"/>
                </a:ext>
              </a:extLst>
            </p:cNvPr>
            <p:cNvSpPr txBox="1"/>
            <p:nvPr/>
          </p:nvSpPr>
          <p:spPr>
            <a:xfrm>
              <a:off x="3900149" y="1802416"/>
              <a:ext cx="976549" cy="2609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96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Key Result 3</a:t>
              </a:r>
              <a:endParaRPr lang="ko-KR" altLang="en-US" sz="1096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6239" name="그룹 6238">
              <a:extLst>
                <a:ext uri="{FF2B5EF4-FFF2-40B4-BE49-F238E27FC236}">
                  <a16:creationId xmlns:a16="http://schemas.microsoft.com/office/drawing/2014/main" id="{8217DCF8-6F15-4E67-B237-4D79A16265E2}"/>
                </a:ext>
              </a:extLst>
            </p:cNvPr>
            <p:cNvGrpSpPr/>
            <p:nvPr/>
          </p:nvGrpSpPr>
          <p:grpSpPr>
            <a:xfrm>
              <a:off x="230188" y="3882775"/>
              <a:ext cx="5472112" cy="3599113"/>
              <a:chOff x="1481886" y="6040634"/>
              <a:chExt cx="6006114" cy="4894687"/>
            </a:xfrm>
          </p:grpSpPr>
          <p:cxnSp>
            <p:nvCxnSpPr>
              <p:cNvPr id="6240" name="직선 연결선 6239">
                <a:extLst>
                  <a:ext uri="{FF2B5EF4-FFF2-40B4-BE49-F238E27FC236}">
                    <a16:creationId xmlns:a16="http://schemas.microsoft.com/office/drawing/2014/main" id="{BC134815-72E5-4980-923C-F59075F1AAB5}"/>
                  </a:ext>
                </a:extLst>
              </p:cNvPr>
              <p:cNvCxnSpPr/>
              <p:nvPr/>
            </p:nvCxnSpPr>
            <p:spPr>
              <a:xfrm>
                <a:off x="1481886" y="641714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1" name="직선 연결선 6240">
                <a:extLst>
                  <a:ext uri="{FF2B5EF4-FFF2-40B4-BE49-F238E27FC236}">
                    <a16:creationId xmlns:a16="http://schemas.microsoft.com/office/drawing/2014/main" id="{BE9B4D11-CC91-42E7-8189-1B5D8B8E623F}"/>
                  </a:ext>
                </a:extLst>
              </p:cNvPr>
              <p:cNvCxnSpPr/>
              <p:nvPr/>
            </p:nvCxnSpPr>
            <p:spPr>
              <a:xfrm>
                <a:off x="1481886" y="679366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2" name="직선 연결선 6241">
                <a:extLst>
                  <a:ext uri="{FF2B5EF4-FFF2-40B4-BE49-F238E27FC236}">
                    <a16:creationId xmlns:a16="http://schemas.microsoft.com/office/drawing/2014/main" id="{C16C136B-2E85-4BDD-99B4-4040BA890E98}"/>
                  </a:ext>
                </a:extLst>
              </p:cNvPr>
              <p:cNvCxnSpPr/>
              <p:nvPr/>
            </p:nvCxnSpPr>
            <p:spPr>
              <a:xfrm>
                <a:off x="1481886" y="717017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3" name="직선 연결선 6242">
                <a:extLst>
                  <a:ext uri="{FF2B5EF4-FFF2-40B4-BE49-F238E27FC236}">
                    <a16:creationId xmlns:a16="http://schemas.microsoft.com/office/drawing/2014/main" id="{CD03D335-DF15-4091-B19D-3DFF6963FC72}"/>
                  </a:ext>
                </a:extLst>
              </p:cNvPr>
              <p:cNvCxnSpPr/>
              <p:nvPr/>
            </p:nvCxnSpPr>
            <p:spPr>
              <a:xfrm>
                <a:off x="1481886" y="604063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4" name="직선 연결선 6243">
                <a:extLst>
                  <a:ext uri="{FF2B5EF4-FFF2-40B4-BE49-F238E27FC236}">
                    <a16:creationId xmlns:a16="http://schemas.microsoft.com/office/drawing/2014/main" id="{88C33D81-372C-4366-AC65-1550AAE83CF5}"/>
                  </a:ext>
                </a:extLst>
              </p:cNvPr>
              <p:cNvCxnSpPr/>
              <p:nvPr/>
            </p:nvCxnSpPr>
            <p:spPr>
              <a:xfrm>
                <a:off x="1481886" y="754669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5" name="직선 연결선 6244">
                <a:extLst>
                  <a:ext uri="{FF2B5EF4-FFF2-40B4-BE49-F238E27FC236}">
                    <a16:creationId xmlns:a16="http://schemas.microsoft.com/office/drawing/2014/main" id="{36115BDA-3E69-4A56-AD86-7AF3AE5D1426}"/>
                  </a:ext>
                </a:extLst>
              </p:cNvPr>
              <p:cNvCxnSpPr/>
              <p:nvPr/>
            </p:nvCxnSpPr>
            <p:spPr>
              <a:xfrm>
                <a:off x="1481886" y="829971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6" name="직선 연결선 6245">
                <a:extLst>
                  <a:ext uri="{FF2B5EF4-FFF2-40B4-BE49-F238E27FC236}">
                    <a16:creationId xmlns:a16="http://schemas.microsoft.com/office/drawing/2014/main" id="{DA20A9CE-FBCF-4507-9934-53074DD9D3B3}"/>
                  </a:ext>
                </a:extLst>
              </p:cNvPr>
              <p:cNvCxnSpPr/>
              <p:nvPr/>
            </p:nvCxnSpPr>
            <p:spPr>
              <a:xfrm>
                <a:off x="1481886" y="867623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7" name="직선 연결선 6246">
                <a:extLst>
                  <a:ext uri="{FF2B5EF4-FFF2-40B4-BE49-F238E27FC236}">
                    <a16:creationId xmlns:a16="http://schemas.microsoft.com/office/drawing/2014/main" id="{C92EC8EF-5EE8-4543-B87A-C77EB05FB247}"/>
                  </a:ext>
                </a:extLst>
              </p:cNvPr>
              <p:cNvCxnSpPr/>
              <p:nvPr/>
            </p:nvCxnSpPr>
            <p:spPr>
              <a:xfrm>
                <a:off x="1481886" y="905274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8" name="직선 연결선 6247">
                <a:extLst>
                  <a:ext uri="{FF2B5EF4-FFF2-40B4-BE49-F238E27FC236}">
                    <a16:creationId xmlns:a16="http://schemas.microsoft.com/office/drawing/2014/main" id="{22830A39-1FBA-4514-92D4-1BABACA06AC4}"/>
                  </a:ext>
                </a:extLst>
              </p:cNvPr>
              <p:cNvCxnSpPr/>
              <p:nvPr/>
            </p:nvCxnSpPr>
            <p:spPr>
              <a:xfrm>
                <a:off x="1481886" y="792320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9" name="직선 연결선 6248">
                <a:extLst>
                  <a:ext uri="{FF2B5EF4-FFF2-40B4-BE49-F238E27FC236}">
                    <a16:creationId xmlns:a16="http://schemas.microsoft.com/office/drawing/2014/main" id="{9786AF9F-858F-4B0B-82C7-879E5B21F56C}"/>
                  </a:ext>
                </a:extLst>
              </p:cNvPr>
              <p:cNvCxnSpPr/>
              <p:nvPr/>
            </p:nvCxnSpPr>
            <p:spPr>
              <a:xfrm>
                <a:off x="1481886" y="942926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50" name="직선 연결선 6249">
                <a:extLst>
                  <a:ext uri="{FF2B5EF4-FFF2-40B4-BE49-F238E27FC236}">
                    <a16:creationId xmlns:a16="http://schemas.microsoft.com/office/drawing/2014/main" id="{7CD9D8E8-817B-4C4D-BE08-CB395CBD80DB}"/>
                  </a:ext>
                </a:extLst>
              </p:cNvPr>
              <p:cNvCxnSpPr/>
              <p:nvPr/>
            </p:nvCxnSpPr>
            <p:spPr>
              <a:xfrm>
                <a:off x="1481886" y="1018228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51" name="직선 연결선 6250">
                <a:extLst>
                  <a:ext uri="{FF2B5EF4-FFF2-40B4-BE49-F238E27FC236}">
                    <a16:creationId xmlns:a16="http://schemas.microsoft.com/office/drawing/2014/main" id="{422037C6-5D88-4E61-88FC-7A8843051FB5}"/>
                  </a:ext>
                </a:extLst>
              </p:cNvPr>
              <p:cNvCxnSpPr/>
              <p:nvPr/>
            </p:nvCxnSpPr>
            <p:spPr>
              <a:xfrm>
                <a:off x="1481886" y="1055880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52" name="직선 연결선 6251">
                <a:extLst>
                  <a:ext uri="{FF2B5EF4-FFF2-40B4-BE49-F238E27FC236}">
                    <a16:creationId xmlns:a16="http://schemas.microsoft.com/office/drawing/2014/main" id="{44A4048C-8A41-4487-858C-B6DE40ED0C6F}"/>
                  </a:ext>
                </a:extLst>
              </p:cNvPr>
              <p:cNvCxnSpPr/>
              <p:nvPr/>
            </p:nvCxnSpPr>
            <p:spPr>
              <a:xfrm>
                <a:off x="1481886" y="10935321"/>
                <a:ext cx="600611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53" name="직선 연결선 6252">
                <a:extLst>
                  <a:ext uri="{FF2B5EF4-FFF2-40B4-BE49-F238E27FC236}">
                    <a16:creationId xmlns:a16="http://schemas.microsoft.com/office/drawing/2014/main" id="{7EE98861-79DB-4FB3-B997-1AE7431DEF52}"/>
                  </a:ext>
                </a:extLst>
              </p:cNvPr>
              <p:cNvCxnSpPr/>
              <p:nvPr/>
            </p:nvCxnSpPr>
            <p:spPr>
              <a:xfrm>
                <a:off x="1481886" y="980577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54" name="직선 연결선 6253">
              <a:extLst>
                <a:ext uri="{FF2B5EF4-FFF2-40B4-BE49-F238E27FC236}">
                  <a16:creationId xmlns:a16="http://schemas.microsoft.com/office/drawing/2014/main" id="{A49CA855-13CE-4CE6-83F2-D3CC8BD582FC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5" name="직선 연결선 6254">
              <a:extLst>
                <a:ext uri="{FF2B5EF4-FFF2-40B4-BE49-F238E27FC236}">
                  <a16:creationId xmlns:a16="http://schemas.microsoft.com/office/drawing/2014/main" id="{BC8CAB97-B2B9-469D-B486-D38EC0F8F4F5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185">
            <a:hlinkClick r:id="rId2"/>
            <a:extLst>
              <a:ext uri="{FF2B5EF4-FFF2-40B4-BE49-F238E27FC236}">
                <a16:creationId xmlns:a16="http://schemas.microsoft.com/office/drawing/2014/main" id="{C94D7D91-A8F4-4D67-B05E-037AAA84E155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TextBox 186">
            <a:hlinkClick r:id="rId3"/>
            <a:extLst>
              <a:ext uri="{FF2B5EF4-FFF2-40B4-BE49-F238E27FC236}">
                <a16:creationId xmlns:a16="http://schemas.microsoft.com/office/drawing/2014/main" id="{FEFC4E26-1B9F-4386-A482-29CBFAF07870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" name="TextBox 184">
            <a:hlinkClick r:id="rId4"/>
            <a:extLst>
              <a:ext uri="{FF2B5EF4-FFF2-40B4-BE49-F238E27FC236}">
                <a16:creationId xmlns:a16="http://schemas.microsoft.com/office/drawing/2014/main" id="{5919CFB9-BF33-49D4-8853-653C3EFE6BF6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</TotalTime>
  <Words>18</Words>
  <Application>Microsoft Office PowerPoint</Application>
  <PresentationFormat>사용자 지정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나눔고딕</vt:lpstr>
      <vt:lpstr>나눔고딕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107</cp:revision>
  <dcterms:created xsi:type="dcterms:W3CDTF">2021-10-29T04:43:38Z</dcterms:created>
  <dcterms:modified xsi:type="dcterms:W3CDTF">2021-12-14T04:32:56Z</dcterms:modified>
</cp:coreProperties>
</file>
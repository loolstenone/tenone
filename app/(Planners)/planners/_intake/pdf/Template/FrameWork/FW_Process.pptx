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tenone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enone.biz/" TargetMode="Externa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20" name="직선 연결선 5319">
            <a:extLst>
              <a:ext uri="{FF2B5EF4-FFF2-40B4-BE49-F238E27FC236}">
                <a16:creationId xmlns:a16="http://schemas.microsoft.com/office/drawing/2014/main" id="{66EC041A-6867-4BB9-ABFD-F05078387073}"/>
              </a:ext>
            </a:extLst>
          </p:cNvPr>
          <p:cNvCxnSpPr>
            <a:cxnSpLocks/>
          </p:cNvCxnSpPr>
          <p:nvPr/>
        </p:nvCxnSpPr>
        <p:spPr>
          <a:xfrm>
            <a:off x="3837572" y="533400"/>
            <a:ext cx="0" cy="6948488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84" name="그룹 23883">
            <a:extLst>
              <a:ext uri="{FF2B5EF4-FFF2-40B4-BE49-F238E27FC236}">
                <a16:creationId xmlns:a16="http://schemas.microsoft.com/office/drawing/2014/main" id="{45DAA71E-A852-47E2-B632-8ECFB068BE71}"/>
              </a:ext>
            </a:extLst>
          </p:cNvPr>
          <p:cNvGrpSpPr/>
          <p:nvPr/>
        </p:nvGrpSpPr>
        <p:grpSpPr>
          <a:xfrm>
            <a:off x="302419" y="533400"/>
            <a:ext cx="5472112" cy="6948489"/>
            <a:chOff x="230188" y="533400"/>
            <a:chExt cx="5472112" cy="6948489"/>
          </a:xfrm>
        </p:grpSpPr>
        <p:grpSp>
          <p:nvGrpSpPr>
            <p:cNvPr id="5276" name="그룹 5275">
              <a:extLst>
                <a:ext uri="{FF2B5EF4-FFF2-40B4-BE49-F238E27FC236}">
                  <a16:creationId xmlns:a16="http://schemas.microsoft.com/office/drawing/2014/main" id="{73FACEDD-C569-455C-BF1F-4091FAF08601}"/>
                </a:ext>
              </a:extLst>
            </p:cNvPr>
            <p:cNvGrpSpPr/>
            <p:nvPr/>
          </p:nvGrpSpPr>
          <p:grpSpPr>
            <a:xfrm>
              <a:off x="230188" y="533401"/>
              <a:ext cx="1565720" cy="6948488"/>
              <a:chOff x="548152" y="430454"/>
              <a:chExt cx="1442784" cy="6903557"/>
            </a:xfrm>
          </p:grpSpPr>
          <p:sp>
            <p:nvSpPr>
              <p:cNvPr id="5277" name="직사각형 5276">
                <a:extLst>
                  <a:ext uri="{FF2B5EF4-FFF2-40B4-BE49-F238E27FC236}">
                    <a16:creationId xmlns:a16="http://schemas.microsoft.com/office/drawing/2014/main" id="{7943F8A7-BBE8-4C8F-B3D6-60416E157DA5}"/>
                  </a:ext>
                </a:extLst>
              </p:cNvPr>
              <p:cNvSpPr/>
              <p:nvPr/>
            </p:nvSpPr>
            <p:spPr>
              <a:xfrm>
                <a:off x="548152" y="6348005"/>
                <a:ext cx="1442784" cy="986006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  <p:sp>
            <p:nvSpPr>
              <p:cNvPr id="5278" name="오각형 3">
                <a:extLst>
                  <a:ext uri="{FF2B5EF4-FFF2-40B4-BE49-F238E27FC236}">
                    <a16:creationId xmlns:a16="http://schemas.microsoft.com/office/drawing/2014/main" id="{E066B318-0539-4590-90BE-D0186F3E9EBA}"/>
                  </a:ext>
                </a:extLst>
              </p:cNvPr>
              <p:cNvSpPr/>
              <p:nvPr/>
            </p:nvSpPr>
            <p:spPr>
              <a:xfrm rot="5400000">
                <a:off x="776541" y="202065"/>
                <a:ext cx="986006" cy="1442784"/>
              </a:xfrm>
              <a:prstGeom prst="homePlate">
                <a:avLst>
                  <a:gd name="adj" fmla="val 7501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 dirty="0"/>
              </a:p>
            </p:txBody>
          </p:sp>
          <p:sp>
            <p:nvSpPr>
              <p:cNvPr id="5279" name="갈매기형 수장 4">
                <a:extLst>
                  <a:ext uri="{FF2B5EF4-FFF2-40B4-BE49-F238E27FC236}">
                    <a16:creationId xmlns:a16="http://schemas.microsoft.com/office/drawing/2014/main" id="{DBEB3644-7D27-480F-8FE8-B7004219A05D}"/>
                  </a:ext>
                </a:extLst>
              </p:cNvPr>
              <p:cNvSpPr/>
              <p:nvPr/>
            </p:nvSpPr>
            <p:spPr>
              <a:xfrm rot="5400000">
                <a:off x="776541" y="1188324"/>
                <a:ext cx="986006" cy="1442784"/>
              </a:xfrm>
              <a:prstGeom prst="chevron">
                <a:avLst>
                  <a:gd name="adj" fmla="val 7957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  <p:sp>
            <p:nvSpPr>
              <p:cNvPr id="5280" name="갈매기형 수장 39">
                <a:extLst>
                  <a:ext uri="{FF2B5EF4-FFF2-40B4-BE49-F238E27FC236}">
                    <a16:creationId xmlns:a16="http://schemas.microsoft.com/office/drawing/2014/main" id="{CD6AEA0E-4FDB-49A8-A5BD-A0C7A101341F}"/>
                  </a:ext>
                </a:extLst>
              </p:cNvPr>
              <p:cNvSpPr/>
              <p:nvPr/>
            </p:nvSpPr>
            <p:spPr>
              <a:xfrm rot="5400000">
                <a:off x="776541" y="2174583"/>
                <a:ext cx="986006" cy="1442784"/>
              </a:xfrm>
              <a:prstGeom prst="chevron">
                <a:avLst>
                  <a:gd name="adj" fmla="val 7957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  <p:sp>
            <p:nvSpPr>
              <p:cNvPr id="5281" name="갈매기형 수장 40">
                <a:extLst>
                  <a:ext uri="{FF2B5EF4-FFF2-40B4-BE49-F238E27FC236}">
                    <a16:creationId xmlns:a16="http://schemas.microsoft.com/office/drawing/2014/main" id="{74C6D9A9-FE94-47C0-9149-09B2D33964F0}"/>
                  </a:ext>
                </a:extLst>
              </p:cNvPr>
              <p:cNvSpPr/>
              <p:nvPr/>
            </p:nvSpPr>
            <p:spPr>
              <a:xfrm rot="5400000">
                <a:off x="776541" y="3160841"/>
                <a:ext cx="986006" cy="1442784"/>
              </a:xfrm>
              <a:prstGeom prst="chevron">
                <a:avLst>
                  <a:gd name="adj" fmla="val 7957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  <p:sp>
            <p:nvSpPr>
              <p:cNvPr id="5282" name="갈매기형 수장 41">
                <a:extLst>
                  <a:ext uri="{FF2B5EF4-FFF2-40B4-BE49-F238E27FC236}">
                    <a16:creationId xmlns:a16="http://schemas.microsoft.com/office/drawing/2014/main" id="{F184C44C-31ED-4B45-AEBD-5B339C5D37B5}"/>
                  </a:ext>
                </a:extLst>
              </p:cNvPr>
              <p:cNvSpPr/>
              <p:nvPr/>
            </p:nvSpPr>
            <p:spPr>
              <a:xfrm rot="5400000">
                <a:off x="776541" y="4147100"/>
                <a:ext cx="986006" cy="1442784"/>
              </a:xfrm>
              <a:prstGeom prst="chevron">
                <a:avLst>
                  <a:gd name="adj" fmla="val 7957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  <p:sp>
            <p:nvSpPr>
              <p:cNvPr id="5283" name="갈매기형 수장 36">
                <a:extLst>
                  <a:ext uri="{FF2B5EF4-FFF2-40B4-BE49-F238E27FC236}">
                    <a16:creationId xmlns:a16="http://schemas.microsoft.com/office/drawing/2014/main" id="{430A874D-0020-409C-A5A0-976CBF883466}"/>
                  </a:ext>
                </a:extLst>
              </p:cNvPr>
              <p:cNvSpPr/>
              <p:nvPr/>
            </p:nvSpPr>
            <p:spPr>
              <a:xfrm rot="5400000">
                <a:off x="776541" y="5133359"/>
                <a:ext cx="986006" cy="1442784"/>
              </a:xfrm>
              <a:prstGeom prst="chevron">
                <a:avLst>
                  <a:gd name="adj" fmla="val 7957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6248" tIns="128123" rIns="256248" bIns="128123" rtlCol="0" anchor="ctr"/>
              <a:lstStyle/>
              <a:p>
                <a:pPr algn="ctr"/>
                <a:endParaRPr lang="ko-KR" altLang="en-US" sz="4896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84" name="그룹 5283">
              <a:extLst>
                <a:ext uri="{FF2B5EF4-FFF2-40B4-BE49-F238E27FC236}">
                  <a16:creationId xmlns:a16="http://schemas.microsoft.com/office/drawing/2014/main" id="{8E8208CF-9A93-44B5-9AEE-8F788D51A6AE}"/>
                </a:ext>
              </a:extLst>
            </p:cNvPr>
            <p:cNvGrpSpPr/>
            <p:nvPr/>
          </p:nvGrpSpPr>
          <p:grpSpPr>
            <a:xfrm>
              <a:off x="1848535" y="533400"/>
              <a:ext cx="3853765" cy="6948488"/>
              <a:chOff x="2071092" y="430453"/>
              <a:chExt cx="3457708" cy="6903557"/>
            </a:xfrm>
          </p:grpSpPr>
          <p:cxnSp>
            <p:nvCxnSpPr>
              <p:cNvPr id="5285" name="직선 연결선 5284">
                <a:extLst>
                  <a:ext uri="{FF2B5EF4-FFF2-40B4-BE49-F238E27FC236}">
                    <a16:creationId xmlns:a16="http://schemas.microsoft.com/office/drawing/2014/main" id="{4D19CE19-7E38-4045-B52F-485FDD784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1092" y="430453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6" name="직선 연결선 5285">
                <a:extLst>
                  <a:ext uri="{FF2B5EF4-FFF2-40B4-BE49-F238E27FC236}">
                    <a16:creationId xmlns:a16="http://schemas.microsoft.com/office/drawing/2014/main" id="{862DFCBA-D66E-4E4C-82D2-4E3CE3861C4F}"/>
                  </a:ext>
                </a:extLst>
              </p:cNvPr>
              <p:cNvCxnSpPr/>
              <p:nvPr/>
            </p:nvCxnSpPr>
            <p:spPr>
              <a:xfrm>
                <a:off x="2071092" y="1170120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7" name="직선 연결선 5286">
                <a:extLst>
                  <a:ext uri="{FF2B5EF4-FFF2-40B4-BE49-F238E27FC236}">
                    <a16:creationId xmlns:a16="http://schemas.microsoft.com/office/drawing/2014/main" id="{0E6B9DA4-172E-47AF-9C63-4E265D93C901}"/>
                  </a:ext>
                </a:extLst>
              </p:cNvPr>
              <p:cNvCxnSpPr/>
              <p:nvPr/>
            </p:nvCxnSpPr>
            <p:spPr>
              <a:xfrm>
                <a:off x="2071092" y="1416675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8" name="직선 연결선 5287">
                <a:extLst>
                  <a:ext uri="{FF2B5EF4-FFF2-40B4-BE49-F238E27FC236}">
                    <a16:creationId xmlns:a16="http://schemas.microsoft.com/office/drawing/2014/main" id="{4A8863B2-BF2E-4645-91A6-CA5EA23E8404}"/>
                  </a:ext>
                </a:extLst>
              </p:cNvPr>
              <p:cNvCxnSpPr/>
              <p:nvPr/>
            </p:nvCxnSpPr>
            <p:spPr>
              <a:xfrm>
                <a:off x="2071092" y="1663231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9" name="직선 연결선 5288">
                <a:extLst>
                  <a:ext uri="{FF2B5EF4-FFF2-40B4-BE49-F238E27FC236}">
                    <a16:creationId xmlns:a16="http://schemas.microsoft.com/office/drawing/2014/main" id="{492FED41-A8E3-4FE6-B176-227C6A2AF212}"/>
                  </a:ext>
                </a:extLst>
              </p:cNvPr>
              <p:cNvCxnSpPr/>
              <p:nvPr/>
            </p:nvCxnSpPr>
            <p:spPr>
              <a:xfrm>
                <a:off x="2071092" y="1909786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0" name="직선 연결선 5289">
                <a:extLst>
                  <a:ext uri="{FF2B5EF4-FFF2-40B4-BE49-F238E27FC236}">
                    <a16:creationId xmlns:a16="http://schemas.microsoft.com/office/drawing/2014/main" id="{BB958CFC-560C-44A0-A241-3CB29D338B63}"/>
                  </a:ext>
                </a:extLst>
              </p:cNvPr>
              <p:cNvCxnSpPr/>
              <p:nvPr/>
            </p:nvCxnSpPr>
            <p:spPr>
              <a:xfrm>
                <a:off x="2071092" y="2402898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1" name="직선 연결선 5290">
                <a:extLst>
                  <a:ext uri="{FF2B5EF4-FFF2-40B4-BE49-F238E27FC236}">
                    <a16:creationId xmlns:a16="http://schemas.microsoft.com/office/drawing/2014/main" id="{C1FDDCB7-769F-42A3-9549-426EAC639D0B}"/>
                  </a:ext>
                </a:extLst>
              </p:cNvPr>
              <p:cNvCxnSpPr/>
              <p:nvPr/>
            </p:nvCxnSpPr>
            <p:spPr>
              <a:xfrm>
                <a:off x="2071092" y="2896009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2" name="직선 연결선 5291">
                <a:extLst>
                  <a:ext uri="{FF2B5EF4-FFF2-40B4-BE49-F238E27FC236}">
                    <a16:creationId xmlns:a16="http://schemas.microsoft.com/office/drawing/2014/main" id="{71512ADC-68C4-4255-8799-12B70CD7FFC5}"/>
                  </a:ext>
                </a:extLst>
              </p:cNvPr>
              <p:cNvCxnSpPr/>
              <p:nvPr/>
            </p:nvCxnSpPr>
            <p:spPr>
              <a:xfrm>
                <a:off x="2071092" y="3389120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3" name="직선 연결선 5292">
                <a:extLst>
                  <a:ext uri="{FF2B5EF4-FFF2-40B4-BE49-F238E27FC236}">
                    <a16:creationId xmlns:a16="http://schemas.microsoft.com/office/drawing/2014/main" id="{BB5F6592-BAAD-4769-8484-7E8B5CE008F7}"/>
                  </a:ext>
                </a:extLst>
              </p:cNvPr>
              <p:cNvCxnSpPr/>
              <p:nvPr/>
            </p:nvCxnSpPr>
            <p:spPr>
              <a:xfrm>
                <a:off x="2071092" y="3635676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4" name="직선 연결선 5293">
                <a:extLst>
                  <a:ext uri="{FF2B5EF4-FFF2-40B4-BE49-F238E27FC236}">
                    <a16:creationId xmlns:a16="http://schemas.microsoft.com/office/drawing/2014/main" id="{E2FD5BBF-B1FF-43D5-AA6C-513D729CA059}"/>
                  </a:ext>
                </a:extLst>
              </p:cNvPr>
              <p:cNvCxnSpPr/>
              <p:nvPr/>
            </p:nvCxnSpPr>
            <p:spPr>
              <a:xfrm>
                <a:off x="2071092" y="2156342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5" name="직선 연결선 5294">
                <a:extLst>
                  <a:ext uri="{FF2B5EF4-FFF2-40B4-BE49-F238E27FC236}">
                    <a16:creationId xmlns:a16="http://schemas.microsoft.com/office/drawing/2014/main" id="{35055DEC-B3A2-4EED-A7AD-2AF3382691D3}"/>
                  </a:ext>
                </a:extLst>
              </p:cNvPr>
              <p:cNvCxnSpPr/>
              <p:nvPr/>
            </p:nvCxnSpPr>
            <p:spPr>
              <a:xfrm>
                <a:off x="2071092" y="2649453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6" name="직선 연결선 5295">
                <a:extLst>
                  <a:ext uri="{FF2B5EF4-FFF2-40B4-BE49-F238E27FC236}">
                    <a16:creationId xmlns:a16="http://schemas.microsoft.com/office/drawing/2014/main" id="{0BEE5A66-3519-4E0E-B321-CB4C777DC295}"/>
                  </a:ext>
                </a:extLst>
              </p:cNvPr>
              <p:cNvCxnSpPr/>
              <p:nvPr/>
            </p:nvCxnSpPr>
            <p:spPr>
              <a:xfrm>
                <a:off x="2071092" y="3882231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7" name="직선 연결선 5296">
                <a:extLst>
                  <a:ext uri="{FF2B5EF4-FFF2-40B4-BE49-F238E27FC236}">
                    <a16:creationId xmlns:a16="http://schemas.microsoft.com/office/drawing/2014/main" id="{13252996-EBC3-4F7B-8695-B98031BC9387}"/>
                  </a:ext>
                </a:extLst>
              </p:cNvPr>
              <p:cNvCxnSpPr/>
              <p:nvPr/>
            </p:nvCxnSpPr>
            <p:spPr>
              <a:xfrm>
                <a:off x="2071092" y="4375342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8" name="직선 연결선 5297">
                <a:extLst>
                  <a:ext uri="{FF2B5EF4-FFF2-40B4-BE49-F238E27FC236}">
                    <a16:creationId xmlns:a16="http://schemas.microsoft.com/office/drawing/2014/main" id="{AAE2FEFD-4589-4B9D-858F-588367709403}"/>
                  </a:ext>
                </a:extLst>
              </p:cNvPr>
              <p:cNvCxnSpPr/>
              <p:nvPr/>
            </p:nvCxnSpPr>
            <p:spPr>
              <a:xfrm>
                <a:off x="2071092" y="4621898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9" name="직선 연결선 5298">
                <a:extLst>
                  <a:ext uri="{FF2B5EF4-FFF2-40B4-BE49-F238E27FC236}">
                    <a16:creationId xmlns:a16="http://schemas.microsoft.com/office/drawing/2014/main" id="{2523EE18-5465-4240-AF09-EA7FDAD8946C}"/>
                  </a:ext>
                </a:extLst>
              </p:cNvPr>
              <p:cNvCxnSpPr/>
              <p:nvPr/>
            </p:nvCxnSpPr>
            <p:spPr>
              <a:xfrm>
                <a:off x="2071092" y="4868453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0" name="직선 연결선 5299">
                <a:extLst>
                  <a:ext uri="{FF2B5EF4-FFF2-40B4-BE49-F238E27FC236}">
                    <a16:creationId xmlns:a16="http://schemas.microsoft.com/office/drawing/2014/main" id="{8A112F2C-1E9B-4337-B8E2-72C745E18266}"/>
                  </a:ext>
                </a:extLst>
              </p:cNvPr>
              <p:cNvCxnSpPr/>
              <p:nvPr/>
            </p:nvCxnSpPr>
            <p:spPr>
              <a:xfrm>
                <a:off x="2071092" y="4128787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1" name="직선 연결선 5300">
                <a:extLst>
                  <a:ext uri="{FF2B5EF4-FFF2-40B4-BE49-F238E27FC236}">
                    <a16:creationId xmlns:a16="http://schemas.microsoft.com/office/drawing/2014/main" id="{E664C3A1-064D-4220-9460-27B54B448D30}"/>
                  </a:ext>
                </a:extLst>
              </p:cNvPr>
              <p:cNvCxnSpPr/>
              <p:nvPr/>
            </p:nvCxnSpPr>
            <p:spPr>
              <a:xfrm>
                <a:off x="2071092" y="5115009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2" name="직선 연결선 5301">
                <a:extLst>
                  <a:ext uri="{FF2B5EF4-FFF2-40B4-BE49-F238E27FC236}">
                    <a16:creationId xmlns:a16="http://schemas.microsoft.com/office/drawing/2014/main" id="{B0CBAEDA-7C89-45BA-973D-964656EDDF17}"/>
                  </a:ext>
                </a:extLst>
              </p:cNvPr>
              <p:cNvCxnSpPr/>
              <p:nvPr/>
            </p:nvCxnSpPr>
            <p:spPr>
              <a:xfrm>
                <a:off x="2071092" y="5608120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3" name="직선 연결선 5302">
                <a:extLst>
                  <a:ext uri="{FF2B5EF4-FFF2-40B4-BE49-F238E27FC236}">
                    <a16:creationId xmlns:a16="http://schemas.microsoft.com/office/drawing/2014/main" id="{B69B6233-9E06-4B09-8A13-961F402912B0}"/>
                  </a:ext>
                </a:extLst>
              </p:cNvPr>
              <p:cNvCxnSpPr/>
              <p:nvPr/>
            </p:nvCxnSpPr>
            <p:spPr>
              <a:xfrm>
                <a:off x="2071092" y="5854676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4" name="직선 연결선 5303">
                <a:extLst>
                  <a:ext uri="{FF2B5EF4-FFF2-40B4-BE49-F238E27FC236}">
                    <a16:creationId xmlns:a16="http://schemas.microsoft.com/office/drawing/2014/main" id="{993F1BED-88E1-463D-9EDC-DDBAD2E7BCF6}"/>
                  </a:ext>
                </a:extLst>
              </p:cNvPr>
              <p:cNvCxnSpPr/>
              <p:nvPr/>
            </p:nvCxnSpPr>
            <p:spPr>
              <a:xfrm>
                <a:off x="2071092" y="6101231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5" name="직선 연결선 5304">
                <a:extLst>
                  <a:ext uri="{FF2B5EF4-FFF2-40B4-BE49-F238E27FC236}">
                    <a16:creationId xmlns:a16="http://schemas.microsoft.com/office/drawing/2014/main" id="{9DF6F716-7218-4B22-970E-37120FE23D50}"/>
                  </a:ext>
                </a:extLst>
              </p:cNvPr>
              <p:cNvCxnSpPr/>
              <p:nvPr/>
            </p:nvCxnSpPr>
            <p:spPr>
              <a:xfrm>
                <a:off x="2071092" y="5361565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6" name="직선 연결선 5305">
                <a:extLst>
                  <a:ext uri="{FF2B5EF4-FFF2-40B4-BE49-F238E27FC236}">
                    <a16:creationId xmlns:a16="http://schemas.microsoft.com/office/drawing/2014/main" id="{05698A0D-90FA-4705-B12C-EF42F9920572}"/>
                  </a:ext>
                </a:extLst>
              </p:cNvPr>
              <p:cNvCxnSpPr/>
              <p:nvPr/>
            </p:nvCxnSpPr>
            <p:spPr>
              <a:xfrm>
                <a:off x="2071092" y="6347787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7" name="직선 연결선 5306">
                <a:extLst>
                  <a:ext uri="{FF2B5EF4-FFF2-40B4-BE49-F238E27FC236}">
                    <a16:creationId xmlns:a16="http://schemas.microsoft.com/office/drawing/2014/main" id="{FCC3524E-3217-4339-8A7B-42D34C61AEB6}"/>
                  </a:ext>
                </a:extLst>
              </p:cNvPr>
              <p:cNvCxnSpPr/>
              <p:nvPr/>
            </p:nvCxnSpPr>
            <p:spPr>
              <a:xfrm>
                <a:off x="2071092" y="6840898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8" name="직선 연결선 5307">
                <a:extLst>
                  <a:ext uri="{FF2B5EF4-FFF2-40B4-BE49-F238E27FC236}">
                    <a16:creationId xmlns:a16="http://schemas.microsoft.com/office/drawing/2014/main" id="{01367474-DB1F-418C-89BE-E9C36B8905AF}"/>
                  </a:ext>
                </a:extLst>
              </p:cNvPr>
              <p:cNvCxnSpPr/>
              <p:nvPr/>
            </p:nvCxnSpPr>
            <p:spPr>
              <a:xfrm>
                <a:off x="2071092" y="7087454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9" name="직선 연결선 5308">
                <a:extLst>
                  <a:ext uri="{FF2B5EF4-FFF2-40B4-BE49-F238E27FC236}">
                    <a16:creationId xmlns:a16="http://schemas.microsoft.com/office/drawing/2014/main" id="{B2C9D8DA-848A-411C-BC23-C9FEB247FFA8}"/>
                  </a:ext>
                </a:extLst>
              </p:cNvPr>
              <p:cNvCxnSpPr/>
              <p:nvPr/>
            </p:nvCxnSpPr>
            <p:spPr>
              <a:xfrm>
                <a:off x="2071092" y="7334010"/>
                <a:ext cx="3457708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0" name="직선 연결선 5309">
                <a:extLst>
                  <a:ext uri="{FF2B5EF4-FFF2-40B4-BE49-F238E27FC236}">
                    <a16:creationId xmlns:a16="http://schemas.microsoft.com/office/drawing/2014/main" id="{A89EB368-9076-49A6-8D7E-3D01D094FE0A}"/>
                  </a:ext>
                </a:extLst>
              </p:cNvPr>
              <p:cNvCxnSpPr/>
              <p:nvPr/>
            </p:nvCxnSpPr>
            <p:spPr>
              <a:xfrm>
                <a:off x="2071092" y="6594343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1" name="직선 연결선 5310">
                <a:extLst>
                  <a:ext uri="{FF2B5EF4-FFF2-40B4-BE49-F238E27FC236}">
                    <a16:creationId xmlns:a16="http://schemas.microsoft.com/office/drawing/2014/main" id="{4436B2A3-DA45-478B-9731-01583898D502}"/>
                  </a:ext>
                </a:extLst>
              </p:cNvPr>
              <p:cNvCxnSpPr/>
              <p:nvPr/>
            </p:nvCxnSpPr>
            <p:spPr>
              <a:xfrm>
                <a:off x="2071092" y="677009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2" name="직선 연결선 5311">
                <a:extLst>
                  <a:ext uri="{FF2B5EF4-FFF2-40B4-BE49-F238E27FC236}">
                    <a16:creationId xmlns:a16="http://schemas.microsoft.com/office/drawing/2014/main" id="{5F5FADC1-AD74-4F31-80B0-B9092A43CB54}"/>
                  </a:ext>
                </a:extLst>
              </p:cNvPr>
              <p:cNvCxnSpPr/>
              <p:nvPr/>
            </p:nvCxnSpPr>
            <p:spPr>
              <a:xfrm>
                <a:off x="2071092" y="923564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3" name="직선 연결선 5312">
                <a:extLst>
                  <a:ext uri="{FF2B5EF4-FFF2-40B4-BE49-F238E27FC236}">
                    <a16:creationId xmlns:a16="http://schemas.microsoft.com/office/drawing/2014/main" id="{2C3B478F-EE04-4B94-83C1-CFAC6B4D0469}"/>
                  </a:ext>
                </a:extLst>
              </p:cNvPr>
              <p:cNvCxnSpPr/>
              <p:nvPr/>
            </p:nvCxnSpPr>
            <p:spPr>
              <a:xfrm>
                <a:off x="2071092" y="3142564"/>
                <a:ext cx="3457708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315" name="직선 연결선 5314">
            <a:extLst>
              <a:ext uri="{FF2B5EF4-FFF2-40B4-BE49-F238E27FC236}">
                <a16:creationId xmlns:a16="http://schemas.microsoft.com/office/drawing/2014/main" id="{49FE3CC9-F759-4DA9-88AB-D459540CDD64}"/>
              </a:ext>
            </a:extLst>
          </p:cNvPr>
          <p:cNvCxnSpPr/>
          <p:nvPr/>
        </p:nvCxnSpPr>
        <p:spPr>
          <a:xfrm>
            <a:off x="3634740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6" name="직선 연결선 5315">
            <a:extLst>
              <a:ext uri="{FF2B5EF4-FFF2-40B4-BE49-F238E27FC236}">
                <a16:creationId xmlns:a16="http://schemas.microsoft.com/office/drawing/2014/main" id="{F6E7AC04-A1CD-4930-85B0-87939961B157}"/>
              </a:ext>
            </a:extLst>
          </p:cNvPr>
          <p:cNvCxnSpPr/>
          <p:nvPr/>
        </p:nvCxnSpPr>
        <p:spPr>
          <a:xfrm>
            <a:off x="285845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85" name="TextBox 23884">
            <a:hlinkClick r:id="rId2"/>
            <a:extLst>
              <a:ext uri="{FF2B5EF4-FFF2-40B4-BE49-F238E27FC236}">
                <a16:creationId xmlns:a16="http://schemas.microsoft.com/office/drawing/2014/main" id="{978CAB4A-2648-4F6A-9187-AEAF4B56703F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8" name="TextBox 5317">
            <a:hlinkClick r:id="rId3"/>
            <a:extLst>
              <a:ext uri="{FF2B5EF4-FFF2-40B4-BE49-F238E27FC236}">
                <a16:creationId xmlns:a16="http://schemas.microsoft.com/office/drawing/2014/main" id="{A8FA4FD5-AD5F-43D2-A5E6-0D126FE0CE00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9" name="TextBox 5318">
            <a:hlinkClick r:id="rId4"/>
            <a:extLst>
              <a:ext uri="{FF2B5EF4-FFF2-40B4-BE49-F238E27FC236}">
                <a16:creationId xmlns:a16="http://schemas.microsoft.com/office/drawing/2014/main" id="{842922D9-828B-45EC-BDB0-B3E1DE4CB60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Box 185">
            <a:hlinkClick r:id="rId3"/>
            <a:extLst>
              <a:ext uri="{FF2B5EF4-FFF2-40B4-BE49-F238E27FC236}">
                <a16:creationId xmlns:a16="http://schemas.microsoft.com/office/drawing/2014/main" id="{7A96D902-65DA-4399-AA4D-4ECBD84442A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186">
            <a:hlinkClick r:id="rId4"/>
            <a:extLst>
              <a:ext uri="{FF2B5EF4-FFF2-40B4-BE49-F238E27FC236}">
                <a16:creationId xmlns:a16="http://schemas.microsoft.com/office/drawing/2014/main" id="{28FA8D50-1890-48E3-8119-F2CDDE5B55CA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184">
            <a:hlinkClick r:id="rId5"/>
            <a:extLst>
              <a:ext uri="{FF2B5EF4-FFF2-40B4-BE49-F238E27FC236}">
                <a16:creationId xmlns:a16="http://schemas.microsoft.com/office/drawing/2014/main" id="{1A827158-C6F3-4E87-807C-8D191FC996C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13</Words>
  <Application>Microsoft Office PowerPoint</Application>
  <PresentationFormat>사용자 지정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89</cp:revision>
  <dcterms:created xsi:type="dcterms:W3CDTF">2021-10-29T04:43:38Z</dcterms:created>
  <dcterms:modified xsi:type="dcterms:W3CDTF">2021-12-14T04:31:37Z</dcterms:modified>
</cp:coreProperties>
</file>
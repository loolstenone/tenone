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DE78AEFC-2184-4382-A921-03AA2AA3A012}"/>
              </a:ext>
            </a:extLst>
          </p:cNvPr>
          <p:cNvCxnSpPr/>
          <p:nvPr/>
        </p:nvCxnSpPr>
        <p:spPr>
          <a:xfrm>
            <a:off x="3707213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0BD9D1CA-F07D-4BE2-99FB-5AD772FBC54B}"/>
              </a:ext>
            </a:extLst>
          </p:cNvPr>
          <p:cNvCxnSpPr/>
          <p:nvPr/>
        </p:nvCxnSpPr>
        <p:spPr>
          <a:xfrm>
            <a:off x="30266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185">
            <a:hlinkClick r:id="rId2"/>
            <a:extLst>
              <a:ext uri="{FF2B5EF4-FFF2-40B4-BE49-F238E27FC236}">
                <a16:creationId xmlns:a16="http://schemas.microsoft.com/office/drawing/2014/main" id="{B33A79ED-81EE-4BD7-853C-9A4F8A5D93F0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xtBox 186">
            <a:hlinkClick r:id="rId3"/>
            <a:extLst>
              <a:ext uri="{FF2B5EF4-FFF2-40B4-BE49-F238E27FC236}">
                <a16:creationId xmlns:a16="http://schemas.microsoft.com/office/drawing/2014/main" id="{F0280561-3176-4DFA-A502-B7942113A72E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799B6D0-6C37-425D-9CEA-F6C93ACDC4D9}"/>
              </a:ext>
            </a:extLst>
          </p:cNvPr>
          <p:cNvGrpSpPr/>
          <p:nvPr/>
        </p:nvGrpSpPr>
        <p:grpSpPr>
          <a:xfrm>
            <a:off x="241890" y="518841"/>
            <a:ext cx="5589278" cy="3970541"/>
            <a:chOff x="290652" y="812822"/>
            <a:chExt cx="7096166" cy="5169445"/>
          </a:xfrm>
        </p:grpSpPr>
        <p:grpSp>
          <p:nvGrpSpPr>
            <p:cNvPr id="40" name="그룹 20">
              <a:extLst>
                <a:ext uri="{FF2B5EF4-FFF2-40B4-BE49-F238E27FC236}">
                  <a16:creationId xmlns:a16="http://schemas.microsoft.com/office/drawing/2014/main" id="{8AE22282-B356-4DBF-B749-497BCD89FBBF}"/>
                </a:ext>
              </a:extLst>
            </p:cNvPr>
            <p:cNvGrpSpPr/>
            <p:nvPr/>
          </p:nvGrpSpPr>
          <p:grpSpPr>
            <a:xfrm>
              <a:off x="319807" y="812822"/>
              <a:ext cx="6982694" cy="3570183"/>
              <a:chOff x="1331640" y="836712"/>
              <a:chExt cx="6480720" cy="5184576"/>
            </a:xfrm>
          </p:grpSpPr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1263D1D2-56F4-4BA4-AE6C-8D1EB764361C}"/>
                  </a:ext>
                </a:extLst>
              </p:cNvPr>
              <p:cNvSpPr/>
              <p:nvPr/>
            </p:nvSpPr>
            <p:spPr>
              <a:xfrm>
                <a:off x="1331640" y="836712"/>
                <a:ext cx="6480720" cy="5184576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C21D0D95-A81B-4314-8AC4-D80E91DEEF87}"/>
                  </a:ext>
                </a:extLst>
              </p:cNvPr>
              <p:cNvCxnSpPr/>
              <p:nvPr/>
            </p:nvCxnSpPr>
            <p:spPr>
              <a:xfrm>
                <a:off x="1331640" y="836712"/>
                <a:ext cx="6480720" cy="5184576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92F287A4-213A-47B1-BC81-D90318F03D0E}"/>
                  </a:ext>
                </a:extLst>
              </p:cNvPr>
              <p:cNvCxnSpPr/>
              <p:nvPr/>
            </p:nvCxnSpPr>
            <p:spPr>
              <a:xfrm flipH="1">
                <a:off x="1331640" y="836712"/>
                <a:ext cx="6480720" cy="5184576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달 40">
              <a:extLst>
                <a:ext uri="{FF2B5EF4-FFF2-40B4-BE49-F238E27FC236}">
                  <a16:creationId xmlns:a16="http://schemas.microsoft.com/office/drawing/2014/main" id="{1D015159-46F9-4A6D-9FEA-C87E04E6C95C}"/>
                </a:ext>
              </a:extLst>
            </p:cNvPr>
            <p:cNvSpPr/>
            <p:nvPr/>
          </p:nvSpPr>
          <p:spPr>
            <a:xfrm>
              <a:off x="3375335" y="2543479"/>
              <a:ext cx="162679" cy="244019"/>
            </a:xfrm>
            <a:prstGeom prst="moon">
              <a:avLst>
                <a:gd name="adj" fmla="val 7774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2" name="달 41">
              <a:extLst>
                <a:ext uri="{FF2B5EF4-FFF2-40B4-BE49-F238E27FC236}">
                  <a16:creationId xmlns:a16="http://schemas.microsoft.com/office/drawing/2014/main" id="{AFF5391E-D424-4E17-A9A0-9C4553E7FA70}"/>
                </a:ext>
              </a:extLst>
            </p:cNvPr>
            <p:cNvSpPr/>
            <p:nvPr/>
          </p:nvSpPr>
          <p:spPr>
            <a:xfrm>
              <a:off x="3416005" y="2584148"/>
              <a:ext cx="162679" cy="162679"/>
            </a:xfrm>
            <a:prstGeom prst="moon">
              <a:avLst>
                <a:gd name="adj" fmla="val 7774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3" name="눈물 방울 42">
              <a:extLst>
                <a:ext uri="{FF2B5EF4-FFF2-40B4-BE49-F238E27FC236}">
                  <a16:creationId xmlns:a16="http://schemas.microsoft.com/office/drawing/2014/main" id="{8FAA6536-91F7-4929-9FCF-4707F286C823}"/>
                </a:ext>
              </a:extLst>
            </p:cNvPr>
            <p:cNvSpPr/>
            <p:nvPr/>
          </p:nvSpPr>
          <p:spPr>
            <a:xfrm rot="19159752">
              <a:off x="4027041" y="2521918"/>
              <a:ext cx="219932" cy="266804"/>
            </a:xfrm>
            <a:prstGeom prst="teardrop">
              <a:avLst>
                <a:gd name="adj" fmla="val 105617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64216DC6-22A7-4236-AF1A-157D635D19FA}"/>
                </a:ext>
              </a:extLst>
            </p:cNvPr>
            <p:cNvSpPr/>
            <p:nvPr/>
          </p:nvSpPr>
          <p:spPr>
            <a:xfrm>
              <a:off x="3456675" y="2299460"/>
              <a:ext cx="732057" cy="732057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grpSp>
          <p:nvGrpSpPr>
            <p:cNvPr id="45" name="그룹 28">
              <a:extLst>
                <a:ext uri="{FF2B5EF4-FFF2-40B4-BE49-F238E27FC236}">
                  <a16:creationId xmlns:a16="http://schemas.microsoft.com/office/drawing/2014/main" id="{6766ABFE-0860-4896-B0E4-7F9F8E043CEA}"/>
                </a:ext>
              </a:extLst>
            </p:cNvPr>
            <p:cNvGrpSpPr/>
            <p:nvPr/>
          </p:nvGrpSpPr>
          <p:grpSpPr>
            <a:xfrm>
              <a:off x="3923778" y="2468396"/>
              <a:ext cx="173629" cy="173629"/>
              <a:chOff x="4854031" y="2276872"/>
              <a:chExt cx="78009" cy="78009"/>
            </a:xfrm>
          </p:grpSpPr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52CB4727-3057-4479-B22D-01A369B8B358}"/>
                  </a:ext>
                </a:extLst>
              </p:cNvPr>
              <p:cNvSpPr/>
              <p:nvPr/>
            </p:nvSpPr>
            <p:spPr>
              <a:xfrm>
                <a:off x="4854031" y="2276872"/>
                <a:ext cx="78009" cy="7800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56" name="타원 55">
                <a:extLst>
                  <a:ext uri="{FF2B5EF4-FFF2-40B4-BE49-F238E27FC236}">
                    <a16:creationId xmlns:a16="http://schemas.microsoft.com/office/drawing/2014/main" id="{5646E6E0-FB57-4375-BEFB-F898070E4676}"/>
                  </a:ext>
                </a:extLst>
              </p:cNvPr>
              <p:cNvSpPr/>
              <p:nvPr/>
            </p:nvSpPr>
            <p:spPr>
              <a:xfrm>
                <a:off x="4880034" y="2302881"/>
                <a:ext cx="52000" cy="52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</p:grpSp>
        <p:sp>
          <p:nvSpPr>
            <p:cNvPr id="46" name="원호 45">
              <a:extLst>
                <a:ext uri="{FF2B5EF4-FFF2-40B4-BE49-F238E27FC236}">
                  <a16:creationId xmlns:a16="http://schemas.microsoft.com/office/drawing/2014/main" id="{9639136D-DCE8-43D7-9B44-3F66E48641BC}"/>
                </a:ext>
              </a:extLst>
            </p:cNvPr>
            <p:cNvSpPr/>
            <p:nvPr/>
          </p:nvSpPr>
          <p:spPr>
            <a:xfrm rot="7787509">
              <a:off x="3872688" y="2539541"/>
              <a:ext cx="264150" cy="359725"/>
            </a:xfrm>
            <a:prstGeom prst="arc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D74A9A78-7B2A-47E9-A06C-E640913F4188}"/>
                </a:ext>
              </a:extLst>
            </p:cNvPr>
            <p:cNvSpPr/>
            <p:nvPr/>
          </p:nvSpPr>
          <p:spPr>
            <a:xfrm>
              <a:off x="319807" y="4495629"/>
              <a:ext cx="6982694" cy="148663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05F2914C-1D5C-46CF-8EAA-13E2D4B1B658}"/>
                </a:ext>
              </a:extLst>
            </p:cNvPr>
            <p:cNvCxnSpPr>
              <a:stCxn id="47" idx="0"/>
              <a:endCxn id="47" idx="2"/>
            </p:cNvCxnSpPr>
            <p:nvPr/>
          </p:nvCxnSpPr>
          <p:spPr>
            <a:xfrm>
              <a:off x="3811154" y="4495629"/>
              <a:ext cx="0" cy="148663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F4FA94F-D678-4C07-AA87-762BFC4CFD85}"/>
                </a:ext>
              </a:extLst>
            </p:cNvPr>
            <p:cNvSpPr txBox="1"/>
            <p:nvPr/>
          </p:nvSpPr>
          <p:spPr>
            <a:xfrm>
              <a:off x="3191235" y="819113"/>
              <a:ext cx="1239830" cy="3205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Think &amp; Feel?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CC7465A-2CB6-44CB-82FA-4521A41063C2}"/>
                </a:ext>
              </a:extLst>
            </p:cNvPr>
            <p:cNvSpPr txBox="1"/>
            <p:nvPr/>
          </p:nvSpPr>
          <p:spPr>
            <a:xfrm>
              <a:off x="6794175" y="2524708"/>
              <a:ext cx="592643" cy="3205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See?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56C4071-BAB9-4A1D-86F0-FE0041823EE8}"/>
                </a:ext>
              </a:extLst>
            </p:cNvPr>
            <p:cNvSpPr txBox="1"/>
            <p:nvPr/>
          </p:nvSpPr>
          <p:spPr>
            <a:xfrm>
              <a:off x="290652" y="2524708"/>
              <a:ext cx="680157" cy="3205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Hear?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08B63CB-3AE4-46A4-A132-B36B99DDF6A5}"/>
                </a:ext>
              </a:extLst>
            </p:cNvPr>
            <p:cNvSpPr txBox="1"/>
            <p:nvPr/>
          </p:nvSpPr>
          <p:spPr>
            <a:xfrm>
              <a:off x="3310297" y="4061793"/>
              <a:ext cx="1001716" cy="3205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Say &amp; Do?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0701C2F-C245-4767-890F-F362866DB38C}"/>
                </a:ext>
              </a:extLst>
            </p:cNvPr>
            <p:cNvSpPr txBox="1"/>
            <p:nvPr/>
          </p:nvSpPr>
          <p:spPr>
            <a:xfrm>
              <a:off x="326867" y="4495629"/>
              <a:ext cx="2011164" cy="3205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Pain </a:t>
              </a:r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두려움</a:t>
              </a:r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, </a:t>
              </a:r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좌절</a:t>
              </a:r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,</a:t>
              </a:r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장애물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A40FB97-36CC-4464-B763-774F24FB6C0F}"/>
                </a:ext>
              </a:extLst>
            </p:cNvPr>
            <p:cNvSpPr txBox="1"/>
            <p:nvPr/>
          </p:nvSpPr>
          <p:spPr>
            <a:xfrm>
              <a:off x="3811154" y="4495629"/>
              <a:ext cx="3519230" cy="3205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Gain </a:t>
              </a:r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원하는 것</a:t>
              </a:r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, </a:t>
              </a:r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필요한 것</a:t>
              </a:r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, </a:t>
              </a:r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성공의 기준</a:t>
              </a:r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, </a:t>
              </a:r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장애물</a:t>
              </a:r>
            </a:p>
          </p:txBody>
        </p:sp>
      </p:grp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19EDD95B-7A56-468B-B87A-97DAAB2AC1C2}"/>
              </a:ext>
            </a:extLst>
          </p:cNvPr>
          <p:cNvCxnSpPr/>
          <p:nvPr/>
        </p:nvCxnSpPr>
        <p:spPr>
          <a:xfrm>
            <a:off x="264853" y="5852882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48F83450-C797-46C2-BC18-190204A7F32D}"/>
              </a:ext>
            </a:extLst>
          </p:cNvPr>
          <p:cNvCxnSpPr/>
          <p:nvPr/>
        </p:nvCxnSpPr>
        <p:spPr>
          <a:xfrm>
            <a:off x="264853" y="6127588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B9C46FB-2A78-4CDB-9995-8CD568CB85A9}"/>
              </a:ext>
            </a:extLst>
          </p:cNvPr>
          <p:cNvCxnSpPr/>
          <p:nvPr/>
        </p:nvCxnSpPr>
        <p:spPr>
          <a:xfrm>
            <a:off x="264853" y="6677000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B58BC448-E356-4B59-8EC8-5E0CBE1DA221}"/>
              </a:ext>
            </a:extLst>
          </p:cNvPr>
          <p:cNvCxnSpPr/>
          <p:nvPr/>
        </p:nvCxnSpPr>
        <p:spPr>
          <a:xfrm>
            <a:off x="264853" y="7226412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4A48BAF7-407A-4A72-BBA0-C19845E63F35}"/>
              </a:ext>
            </a:extLst>
          </p:cNvPr>
          <p:cNvCxnSpPr/>
          <p:nvPr/>
        </p:nvCxnSpPr>
        <p:spPr>
          <a:xfrm>
            <a:off x="264853" y="7501120"/>
            <a:ext cx="549990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F1D7BD61-BC88-4F32-A1D3-73B4F93277C3}"/>
              </a:ext>
            </a:extLst>
          </p:cNvPr>
          <p:cNvCxnSpPr/>
          <p:nvPr/>
        </p:nvCxnSpPr>
        <p:spPr>
          <a:xfrm>
            <a:off x="264853" y="6402294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9B4FA90F-A266-4BB4-8353-582CAAE724E7}"/>
              </a:ext>
            </a:extLst>
          </p:cNvPr>
          <p:cNvCxnSpPr/>
          <p:nvPr/>
        </p:nvCxnSpPr>
        <p:spPr>
          <a:xfrm>
            <a:off x="264853" y="6951706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4119775A-69A8-485B-989B-8A8485EE7A4D}"/>
              </a:ext>
            </a:extLst>
          </p:cNvPr>
          <p:cNvCxnSpPr/>
          <p:nvPr/>
        </p:nvCxnSpPr>
        <p:spPr>
          <a:xfrm>
            <a:off x="264853" y="5303470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ACF48C23-7AAD-4968-9A05-8EACE78B07C5}"/>
              </a:ext>
            </a:extLst>
          </p:cNvPr>
          <p:cNvCxnSpPr/>
          <p:nvPr/>
        </p:nvCxnSpPr>
        <p:spPr>
          <a:xfrm>
            <a:off x="264853" y="5578176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EC53B657-9FD6-459E-8377-45AE15D5AE89}"/>
              </a:ext>
            </a:extLst>
          </p:cNvPr>
          <p:cNvCxnSpPr/>
          <p:nvPr/>
        </p:nvCxnSpPr>
        <p:spPr>
          <a:xfrm>
            <a:off x="264853" y="5028764"/>
            <a:ext cx="54999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15D27DB6-7046-4FB7-B262-9BB4B35F9852}"/>
              </a:ext>
            </a:extLst>
          </p:cNvPr>
          <p:cNvCxnSpPr/>
          <p:nvPr/>
        </p:nvCxnSpPr>
        <p:spPr>
          <a:xfrm>
            <a:off x="264853" y="4754058"/>
            <a:ext cx="549990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184">
            <a:hlinkClick r:id="rId4"/>
            <a:extLst>
              <a:ext uri="{FF2B5EF4-FFF2-40B4-BE49-F238E27FC236}">
                <a16:creationId xmlns:a16="http://schemas.microsoft.com/office/drawing/2014/main" id="{B9C6FCF1-A46D-4E5C-A2C4-DA57F4763DB0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37</Words>
  <Application>Microsoft Office PowerPoint</Application>
  <PresentationFormat>사용자 지정</PresentationFormat>
  <Paragraphs>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18</cp:revision>
  <dcterms:created xsi:type="dcterms:W3CDTF">2021-10-29T04:43:38Z</dcterms:created>
  <dcterms:modified xsi:type="dcterms:W3CDTF">2021-12-14T04:30:07Z</dcterms:modified>
</cp:coreProperties>
</file>
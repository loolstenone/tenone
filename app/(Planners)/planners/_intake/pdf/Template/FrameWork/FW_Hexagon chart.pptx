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3" name="그룹 23902">
            <a:extLst>
              <a:ext uri="{FF2B5EF4-FFF2-40B4-BE49-F238E27FC236}">
                <a16:creationId xmlns:a16="http://schemas.microsoft.com/office/drawing/2014/main" id="{5FE63C22-5A1C-4460-8E81-F47AD1326CF1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6257" name="그룹 6256">
              <a:extLst>
                <a:ext uri="{FF2B5EF4-FFF2-40B4-BE49-F238E27FC236}">
                  <a16:creationId xmlns:a16="http://schemas.microsoft.com/office/drawing/2014/main" id="{3CF4C9C9-B4C1-4F9C-9F5D-5325C607E5F1}"/>
                </a:ext>
              </a:extLst>
            </p:cNvPr>
            <p:cNvGrpSpPr/>
            <p:nvPr/>
          </p:nvGrpSpPr>
          <p:grpSpPr>
            <a:xfrm>
              <a:off x="1395259" y="691014"/>
              <a:ext cx="3286435" cy="3103373"/>
              <a:chOff x="2879837" y="780710"/>
              <a:chExt cx="5760000" cy="5760000"/>
            </a:xfrm>
          </p:grpSpPr>
          <p:sp>
            <p:nvSpPr>
              <p:cNvPr id="6258" name="육각형 6257">
                <a:extLst>
                  <a:ext uri="{FF2B5EF4-FFF2-40B4-BE49-F238E27FC236}">
                    <a16:creationId xmlns:a16="http://schemas.microsoft.com/office/drawing/2014/main" id="{608996F1-6402-4499-B4CC-B91CFACE4424}"/>
                  </a:ext>
                </a:extLst>
              </p:cNvPr>
              <p:cNvSpPr/>
              <p:nvPr/>
            </p:nvSpPr>
            <p:spPr>
              <a:xfrm>
                <a:off x="2879837" y="780710"/>
                <a:ext cx="5760000" cy="576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59" name="육각형 6258">
                <a:extLst>
                  <a:ext uri="{FF2B5EF4-FFF2-40B4-BE49-F238E27FC236}">
                    <a16:creationId xmlns:a16="http://schemas.microsoft.com/office/drawing/2014/main" id="{E00DBF95-5E3E-4445-BA32-EC2E1F77A6F1}"/>
                  </a:ext>
                </a:extLst>
              </p:cNvPr>
              <p:cNvSpPr/>
              <p:nvPr/>
            </p:nvSpPr>
            <p:spPr>
              <a:xfrm>
                <a:off x="3239837" y="1140710"/>
                <a:ext cx="5040000" cy="504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0" name="육각형 6259">
                <a:extLst>
                  <a:ext uri="{FF2B5EF4-FFF2-40B4-BE49-F238E27FC236}">
                    <a16:creationId xmlns:a16="http://schemas.microsoft.com/office/drawing/2014/main" id="{5262869A-BDA7-493F-B350-423D9B335542}"/>
                  </a:ext>
                </a:extLst>
              </p:cNvPr>
              <p:cNvSpPr/>
              <p:nvPr/>
            </p:nvSpPr>
            <p:spPr>
              <a:xfrm>
                <a:off x="3599837" y="1500710"/>
                <a:ext cx="4320000" cy="432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1" name="육각형 6260">
                <a:extLst>
                  <a:ext uri="{FF2B5EF4-FFF2-40B4-BE49-F238E27FC236}">
                    <a16:creationId xmlns:a16="http://schemas.microsoft.com/office/drawing/2014/main" id="{5EEF1D04-B29D-4EC0-BFDC-6DA666F43DC6}"/>
                  </a:ext>
                </a:extLst>
              </p:cNvPr>
              <p:cNvSpPr/>
              <p:nvPr/>
            </p:nvSpPr>
            <p:spPr>
              <a:xfrm>
                <a:off x="3959837" y="1860710"/>
                <a:ext cx="3600000" cy="360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2" name="육각형 6261">
                <a:extLst>
                  <a:ext uri="{FF2B5EF4-FFF2-40B4-BE49-F238E27FC236}">
                    <a16:creationId xmlns:a16="http://schemas.microsoft.com/office/drawing/2014/main" id="{922BEF97-0513-42EE-8867-4C4063BACC75}"/>
                  </a:ext>
                </a:extLst>
              </p:cNvPr>
              <p:cNvSpPr/>
              <p:nvPr/>
            </p:nvSpPr>
            <p:spPr>
              <a:xfrm>
                <a:off x="4319837" y="2220710"/>
                <a:ext cx="2880000" cy="288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3" name="육각형 6262">
                <a:extLst>
                  <a:ext uri="{FF2B5EF4-FFF2-40B4-BE49-F238E27FC236}">
                    <a16:creationId xmlns:a16="http://schemas.microsoft.com/office/drawing/2014/main" id="{862D6DCA-26C3-4802-B6F2-B4C34EA9CDFF}"/>
                  </a:ext>
                </a:extLst>
              </p:cNvPr>
              <p:cNvSpPr/>
              <p:nvPr/>
            </p:nvSpPr>
            <p:spPr>
              <a:xfrm>
                <a:off x="4679837" y="2580710"/>
                <a:ext cx="2160000" cy="216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4" name="육각형 6263">
                <a:extLst>
                  <a:ext uri="{FF2B5EF4-FFF2-40B4-BE49-F238E27FC236}">
                    <a16:creationId xmlns:a16="http://schemas.microsoft.com/office/drawing/2014/main" id="{A1E127CA-7E79-4B75-958F-E2DCF6A845B7}"/>
                  </a:ext>
                </a:extLst>
              </p:cNvPr>
              <p:cNvSpPr/>
              <p:nvPr/>
            </p:nvSpPr>
            <p:spPr>
              <a:xfrm>
                <a:off x="5039837" y="2940710"/>
                <a:ext cx="1440000" cy="144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5" name="육각형 6264">
                <a:extLst>
                  <a:ext uri="{FF2B5EF4-FFF2-40B4-BE49-F238E27FC236}">
                    <a16:creationId xmlns:a16="http://schemas.microsoft.com/office/drawing/2014/main" id="{0732E747-0846-4763-B409-6155B9FF27D8}"/>
                  </a:ext>
                </a:extLst>
              </p:cNvPr>
              <p:cNvSpPr/>
              <p:nvPr/>
            </p:nvSpPr>
            <p:spPr>
              <a:xfrm>
                <a:off x="5399837" y="3300710"/>
                <a:ext cx="720000" cy="72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  <p:sp>
            <p:nvSpPr>
              <p:cNvPr id="6266" name="육각형 6265">
                <a:extLst>
                  <a:ext uri="{FF2B5EF4-FFF2-40B4-BE49-F238E27FC236}">
                    <a16:creationId xmlns:a16="http://schemas.microsoft.com/office/drawing/2014/main" id="{C88DDC6B-B31A-4FC6-81CE-DC7DEA5ADD7B}"/>
                  </a:ext>
                </a:extLst>
              </p:cNvPr>
              <p:cNvSpPr/>
              <p:nvPr/>
            </p:nvSpPr>
            <p:spPr>
              <a:xfrm>
                <a:off x="5579837" y="3480710"/>
                <a:ext cx="360000" cy="360000"/>
              </a:xfrm>
              <a:prstGeom prst="hexagon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 dirty="0"/>
              </a:p>
            </p:txBody>
          </p:sp>
        </p:grpSp>
        <p:cxnSp>
          <p:nvCxnSpPr>
            <p:cNvPr id="6267" name="직선 연결선 6266">
              <a:extLst>
                <a:ext uri="{FF2B5EF4-FFF2-40B4-BE49-F238E27FC236}">
                  <a16:creationId xmlns:a16="http://schemas.microsoft.com/office/drawing/2014/main" id="{2ED23E3C-6F74-4FC7-9DA3-982428FE4E9F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6" y="470536"/>
              <a:ext cx="0" cy="35443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8" name="직선 연결선 6267">
              <a:extLst>
                <a:ext uri="{FF2B5EF4-FFF2-40B4-BE49-F238E27FC236}">
                  <a16:creationId xmlns:a16="http://schemas.microsoft.com/office/drawing/2014/main" id="{03BFC8EB-56BF-4DCE-81B9-03BFEA8F8B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759" y="2242700"/>
              <a:ext cx="400343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69" name="그룹 6268">
              <a:extLst>
                <a:ext uri="{FF2B5EF4-FFF2-40B4-BE49-F238E27FC236}">
                  <a16:creationId xmlns:a16="http://schemas.microsoft.com/office/drawing/2014/main" id="{E2CE19F0-32D0-49B4-96CB-ABC1BCDB0594}"/>
                </a:ext>
              </a:extLst>
            </p:cNvPr>
            <p:cNvGrpSpPr/>
            <p:nvPr/>
          </p:nvGrpSpPr>
          <p:grpSpPr>
            <a:xfrm>
              <a:off x="230188" y="4293943"/>
              <a:ext cx="5472112" cy="3187945"/>
              <a:chOff x="230188" y="4148437"/>
              <a:chExt cx="5472112" cy="3187945"/>
            </a:xfrm>
          </p:grpSpPr>
          <p:cxnSp>
            <p:nvCxnSpPr>
              <p:cNvPr id="6270" name="직선 연결선 6269">
                <a:extLst>
                  <a:ext uri="{FF2B5EF4-FFF2-40B4-BE49-F238E27FC236}">
                    <a16:creationId xmlns:a16="http://schemas.microsoft.com/office/drawing/2014/main" id="{EA5A5651-C773-441B-8F1C-697B2437EB37}"/>
                  </a:ext>
                </a:extLst>
              </p:cNvPr>
              <p:cNvCxnSpPr/>
              <p:nvPr/>
            </p:nvCxnSpPr>
            <p:spPr>
              <a:xfrm>
                <a:off x="230188" y="4148437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1" name="직선 연결선 6270">
                <a:extLst>
                  <a:ext uri="{FF2B5EF4-FFF2-40B4-BE49-F238E27FC236}">
                    <a16:creationId xmlns:a16="http://schemas.microsoft.com/office/drawing/2014/main" id="{11D14BB1-2E0E-494E-9BB6-705045873E98}"/>
                  </a:ext>
                </a:extLst>
              </p:cNvPr>
              <p:cNvCxnSpPr/>
              <p:nvPr/>
            </p:nvCxnSpPr>
            <p:spPr>
              <a:xfrm>
                <a:off x="230188" y="4414099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2" name="직선 연결선 6271">
                <a:extLst>
                  <a:ext uri="{FF2B5EF4-FFF2-40B4-BE49-F238E27FC236}">
                    <a16:creationId xmlns:a16="http://schemas.microsoft.com/office/drawing/2014/main" id="{B4D927E3-C2F6-43C9-9036-4CF15B038FD0}"/>
                  </a:ext>
                </a:extLst>
              </p:cNvPr>
              <p:cNvCxnSpPr/>
              <p:nvPr/>
            </p:nvCxnSpPr>
            <p:spPr>
              <a:xfrm>
                <a:off x="230188" y="467976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3" name="직선 연결선 6272">
                <a:extLst>
                  <a:ext uri="{FF2B5EF4-FFF2-40B4-BE49-F238E27FC236}">
                    <a16:creationId xmlns:a16="http://schemas.microsoft.com/office/drawing/2014/main" id="{464F4CF0-D711-4F4C-B141-7A7E90BF40D8}"/>
                  </a:ext>
                </a:extLst>
              </p:cNvPr>
              <p:cNvCxnSpPr/>
              <p:nvPr/>
            </p:nvCxnSpPr>
            <p:spPr>
              <a:xfrm>
                <a:off x="230188" y="4945422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4" name="직선 연결선 6273">
                <a:extLst>
                  <a:ext uri="{FF2B5EF4-FFF2-40B4-BE49-F238E27FC236}">
                    <a16:creationId xmlns:a16="http://schemas.microsoft.com/office/drawing/2014/main" id="{0E75D788-811F-4C2E-8531-C5B78DEA8ECF}"/>
                  </a:ext>
                </a:extLst>
              </p:cNvPr>
              <p:cNvCxnSpPr/>
              <p:nvPr/>
            </p:nvCxnSpPr>
            <p:spPr>
              <a:xfrm>
                <a:off x="230188" y="5476746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5" name="직선 연결선 6274">
                <a:extLst>
                  <a:ext uri="{FF2B5EF4-FFF2-40B4-BE49-F238E27FC236}">
                    <a16:creationId xmlns:a16="http://schemas.microsoft.com/office/drawing/2014/main" id="{0979A5B7-27F6-429E-BCC5-A0228E7519CC}"/>
                  </a:ext>
                </a:extLst>
              </p:cNvPr>
              <p:cNvCxnSpPr/>
              <p:nvPr/>
            </p:nvCxnSpPr>
            <p:spPr>
              <a:xfrm>
                <a:off x="230188" y="5742408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6" name="직선 연결선 6275">
                <a:extLst>
                  <a:ext uri="{FF2B5EF4-FFF2-40B4-BE49-F238E27FC236}">
                    <a16:creationId xmlns:a16="http://schemas.microsoft.com/office/drawing/2014/main" id="{B11CDD1C-7873-419E-A2BF-AF2E0A153EA4}"/>
                  </a:ext>
                </a:extLst>
              </p:cNvPr>
              <p:cNvCxnSpPr/>
              <p:nvPr/>
            </p:nvCxnSpPr>
            <p:spPr>
              <a:xfrm>
                <a:off x="230188" y="6008069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7" name="직선 연결선 6276">
                <a:extLst>
                  <a:ext uri="{FF2B5EF4-FFF2-40B4-BE49-F238E27FC236}">
                    <a16:creationId xmlns:a16="http://schemas.microsoft.com/office/drawing/2014/main" id="{D0C9960A-6FDE-40AF-A755-33AC95E41887}"/>
                  </a:ext>
                </a:extLst>
              </p:cNvPr>
              <p:cNvCxnSpPr/>
              <p:nvPr/>
            </p:nvCxnSpPr>
            <p:spPr>
              <a:xfrm>
                <a:off x="230188" y="5211084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8" name="직선 연결선 6277">
                <a:extLst>
                  <a:ext uri="{FF2B5EF4-FFF2-40B4-BE49-F238E27FC236}">
                    <a16:creationId xmlns:a16="http://schemas.microsoft.com/office/drawing/2014/main" id="{D1400E61-AA23-4FA7-8B69-E6DA6900622B}"/>
                  </a:ext>
                </a:extLst>
              </p:cNvPr>
              <p:cNvCxnSpPr/>
              <p:nvPr/>
            </p:nvCxnSpPr>
            <p:spPr>
              <a:xfrm>
                <a:off x="230188" y="627373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9" name="직선 연결선 6278">
                <a:extLst>
                  <a:ext uri="{FF2B5EF4-FFF2-40B4-BE49-F238E27FC236}">
                    <a16:creationId xmlns:a16="http://schemas.microsoft.com/office/drawing/2014/main" id="{AB47EC66-1BAC-4A6A-8AAE-91644166C858}"/>
                  </a:ext>
                </a:extLst>
              </p:cNvPr>
              <p:cNvCxnSpPr/>
              <p:nvPr/>
            </p:nvCxnSpPr>
            <p:spPr>
              <a:xfrm>
                <a:off x="230188" y="6805055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0" name="직선 연결선 6279">
                <a:extLst>
                  <a:ext uri="{FF2B5EF4-FFF2-40B4-BE49-F238E27FC236}">
                    <a16:creationId xmlns:a16="http://schemas.microsoft.com/office/drawing/2014/main" id="{43BE6056-C2A3-4F4C-8A74-695E2F6C8105}"/>
                  </a:ext>
                </a:extLst>
              </p:cNvPr>
              <p:cNvCxnSpPr/>
              <p:nvPr/>
            </p:nvCxnSpPr>
            <p:spPr>
              <a:xfrm>
                <a:off x="230188" y="7070717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1" name="직선 연결선 6280">
                <a:extLst>
                  <a:ext uri="{FF2B5EF4-FFF2-40B4-BE49-F238E27FC236}">
                    <a16:creationId xmlns:a16="http://schemas.microsoft.com/office/drawing/2014/main" id="{AA9620D6-6B2E-4887-A737-87053846E8CE}"/>
                  </a:ext>
                </a:extLst>
              </p:cNvPr>
              <p:cNvCxnSpPr/>
              <p:nvPr/>
            </p:nvCxnSpPr>
            <p:spPr>
              <a:xfrm>
                <a:off x="230188" y="7336382"/>
                <a:ext cx="5472112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2" name="직선 연결선 6281">
                <a:extLst>
                  <a:ext uri="{FF2B5EF4-FFF2-40B4-BE49-F238E27FC236}">
                    <a16:creationId xmlns:a16="http://schemas.microsoft.com/office/drawing/2014/main" id="{8DCD2242-422C-4CE5-A680-DF09890FAAC1}"/>
                  </a:ext>
                </a:extLst>
              </p:cNvPr>
              <p:cNvCxnSpPr/>
              <p:nvPr/>
            </p:nvCxnSpPr>
            <p:spPr>
              <a:xfrm>
                <a:off x="230188" y="653939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83" name="직선 연결선 6282">
              <a:extLst>
                <a:ext uri="{FF2B5EF4-FFF2-40B4-BE49-F238E27FC236}">
                  <a16:creationId xmlns:a16="http://schemas.microsoft.com/office/drawing/2014/main" id="{BFD77A18-3A4F-471A-A661-53AFC42EBC9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4" name="직선 연결선 6283">
              <a:extLst>
                <a:ext uri="{FF2B5EF4-FFF2-40B4-BE49-F238E27FC236}">
                  <a16:creationId xmlns:a16="http://schemas.microsoft.com/office/drawing/2014/main" id="{9155FC51-F620-4047-AFD5-CBC4A9E020DC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185">
            <a:hlinkClick r:id="rId2"/>
            <a:extLst>
              <a:ext uri="{FF2B5EF4-FFF2-40B4-BE49-F238E27FC236}">
                <a16:creationId xmlns:a16="http://schemas.microsoft.com/office/drawing/2014/main" id="{D0A6525E-FD88-4324-8885-07018C11BE31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186">
            <a:hlinkClick r:id="rId3"/>
            <a:extLst>
              <a:ext uri="{FF2B5EF4-FFF2-40B4-BE49-F238E27FC236}">
                <a16:creationId xmlns:a16="http://schemas.microsoft.com/office/drawing/2014/main" id="{AE43B19A-3741-467E-8FA6-52C9486BF195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184">
            <a:hlinkClick r:id="rId4"/>
            <a:extLst>
              <a:ext uri="{FF2B5EF4-FFF2-40B4-BE49-F238E27FC236}">
                <a16:creationId xmlns:a16="http://schemas.microsoft.com/office/drawing/2014/main" id="{4CECDE9E-90CB-43A2-9635-5431D1DE241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108</cp:revision>
  <dcterms:created xsi:type="dcterms:W3CDTF">2021-10-29T04:43:38Z</dcterms:created>
  <dcterms:modified xsi:type="dcterms:W3CDTF">2021-12-14T04:39:49Z</dcterms:modified>
</cp:coreProperties>
</file>
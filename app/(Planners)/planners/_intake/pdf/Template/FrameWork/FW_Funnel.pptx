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774" y="66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01" name="그룹 23900">
            <a:extLst>
              <a:ext uri="{FF2B5EF4-FFF2-40B4-BE49-F238E27FC236}">
                <a16:creationId xmlns:a16="http://schemas.microsoft.com/office/drawing/2014/main" id="{7603F0CB-F48A-466E-88F5-9B1EBE458B03}"/>
              </a:ext>
            </a:extLst>
          </p:cNvPr>
          <p:cNvGrpSpPr/>
          <p:nvPr/>
        </p:nvGrpSpPr>
        <p:grpSpPr>
          <a:xfrm>
            <a:off x="302419" y="462531"/>
            <a:ext cx="5472112" cy="7019356"/>
            <a:chOff x="230188" y="462531"/>
            <a:chExt cx="5472112" cy="7019356"/>
          </a:xfrm>
        </p:grpSpPr>
        <p:sp>
          <p:nvSpPr>
            <p:cNvPr id="6181" name="자유형: 도형 6180">
              <a:extLst>
                <a:ext uri="{FF2B5EF4-FFF2-40B4-BE49-F238E27FC236}">
                  <a16:creationId xmlns:a16="http://schemas.microsoft.com/office/drawing/2014/main" id="{80385BBA-A586-45E6-B290-765DA920D43B}"/>
                </a:ext>
              </a:extLst>
            </p:cNvPr>
            <p:cNvSpPr/>
            <p:nvPr/>
          </p:nvSpPr>
          <p:spPr>
            <a:xfrm rot="10800000">
              <a:off x="2022128" y="1050190"/>
              <a:ext cx="2032695" cy="2122318"/>
            </a:xfrm>
            <a:custGeom>
              <a:avLst/>
              <a:gdLst>
                <a:gd name="connsiteX0" fmla="*/ 3786511 w 3786511"/>
                <a:gd name="connsiteY0" fmla="*/ 3953461 h 3953461"/>
                <a:gd name="connsiteX1" fmla="*/ 0 w 3786511"/>
                <a:gd name="connsiteY1" fmla="*/ 3953461 h 3953461"/>
                <a:gd name="connsiteX2" fmla="*/ 1756777 w 3786511"/>
                <a:gd name="connsiteY2" fmla="*/ 728161 h 3953461"/>
                <a:gd name="connsiteX3" fmla="*/ 1756777 w 3786511"/>
                <a:gd name="connsiteY3" fmla="*/ 0 h 3953461"/>
                <a:gd name="connsiteX4" fmla="*/ 2029733 w 3786511"/>
                <a:gd name="connsiteY4" fmla="*/ 145853 h 3953461"/>
                <a:gd name="connsiteX5" fmla="*/ 2029733 w 3786511"/>
                <a:gd name="connsiteY5" fmla="*/ 728158 h 3953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6511" h="3953461">
                  <a:moveTo>
                    <a:pt x="3786511" y="3953461"/>
                  </a:moveTo>
                  <a:lnTo>
                    <a:pt x="0" y="3953461"/>
                  </a:lnTo>
                  <a:lnTo>
                    <a:pt x="1756777" y="728161"/>
                  </a:lnTo>
                  <a:lnTo>
                    <a:pt x="1756777" y="0"/>
                  </a:lnTo>
                  <a:lnTo>
                    <a:pt x="2029733" y="145853"/>
                  </a:lnTo>
                  <a:lnTo>
                    <a:pt x="2029733" y="728158"/>
                  </a:ln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56248" tIns="128123" rIns="256248" bIns="128123" rtlCol="0" anchor="ctr">
              <a:noAutofit/>
            </a:bodyPr>
            <a:lstStyle/>
            <a:p>
              <a:pPr algn="ctr"/>
              <a:endParaRPr lang="ko-KR" altLang="en-US" sz="4896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6182" name="눈물 방울 6181">
              <a:extLst>
                <a:ext uri="{FF2B5EF4-FFF2-40B4-BE49-F238E27FC236}">
                  <a16:creationId xmlns:a16="http://schemas.microsoft.com/office/drawing/2014/main" id="{8815B2E5-8127-49DE-AA17-4B27822FD453}"/>
                </a:ext>
              </a:extLst>
            </p:cNvPr>
            <p:cNvSpPr/>
            <p:nvPr/>
          </p:nvSpPr>
          <p:spPr>
            <a:xfrm rot="18807841">
              <a:off x="2956328" y="3317250"/>
              <a:ext cx="164297" cy="164297"/>
            </a:xfrm>
            <a:prstGeom prst="teardrop">
              <a:avLst>
                <a:gd name="adj" fmla="val 142445"/>
              </a:avLst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56248" tIns="128123" rIns="256248" bIns="128123" rtlCol="0" anchor="ctr">
              <a:noAutofit/>
            </a:bodyPr>
            <a:lstStyle/>
            <a:p>
              <a:pPr algn="ctr"/>
              <a:endParaRPr lang="ko-KR" altLang="en-US" sz="4896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6183" name="그룹 6182">
              <a:extLst>
                <a:ext uri="{FF2B5EF4-FFF2-40B4-BE49-F238E27FC236}">
                  <a16:creationId xmlns:a16="http://schemas.microsoft.com/office/drawing/2014/main" id="{4CFF6D2B-4859-41D4-B705-672C2DCF935D}"/>
                </a:ext>
              </a:extLst>
            </p:cNvPr>
            <p:cNvGrpSpPr/>
            <p:nvPr/>
          </p:nvGrpSpPr>
          <p:grpSpPr>
            <a:xfrm>
              <a:off x="641634" y="1050191"/>
              <a:ext cx="2119913" cy="2465342"/>
              <a:chOff x="1193800" y="1329139"/>
              <a:chExt cx="2247900" cy="3600478"/>
            </a:xfrm>
          </p:grpSpPr>
          <p:cxnSp>
            <p:nvCxnSpPr>
              <p:cNvPr id="6184" name="직선 연결선 6183">
                <a:extLst>
                  <a:ext uri="{FF2B5EF4-FFF2-40B4-BE49-F238E27FC236}">
                    <a16:creationId xmlns:a16="http://schemas.microsoft.com/office/drawing/2014/main" id="{04582D2D-DA15-4BB0-950D-C721CCBE24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3800" y="1929219"/>
                <a:ext cx="1511017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85" name="직선 연결선 6184">
                <a:extLst>
                  <a:ext uri="{FF2B5EF4-FFF2-40B4-BE49-F238E27FC236}">
                    <a16:creationId xmlns:a16="http://schemas.microsoft.com/office/drawing/2014/main" id="{06EB98E9-24EE-43E2-9666-9A9E5DF340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3800" y="4929617"/>
                <a:ext cx="2247900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86" name="직선 연결선 6185">
                <a:extLst>
                  <a:ext uri="{FF2B5EF4-FFF2-40B4-BE49-F238E27FC236}">
                    <a16:creationId xmlns:a16="http://schemas.microsoft.com/office/drawing/2014/main" id="{B9D5921E-B7A3-4120-BE42-5610DD616D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3800" y="1329139"/>
                <a:ext cx="1267843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87" name="직선 연결선 6186">
                <a:extLst>
                  <a:ext uri="{FF2B5EF4-FFF2-40B4-BE49-F238E27FC236}">
                    <a16:creationId xmlns:a16="http://schemas.microsoft.com/office/drawing/2014/main" id="{39CBF6F7-3164-477D-A564-5822513D58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3800" y="2529299"/>
                <a:ext cx="1732142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88" name="직선 연결선 6187">
                <a:extLst>
                  <a:ext uri="{FF2B5EF4-FFF2-40B4-BE49-F238E27FC236}">
                    <a16:creationId xmlns:a16="http://schemas.microsoft.com/office/drawing/2014/main" id="{52BA7BA7-03C3-4FFA-A29E-B9F3E1C221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3800" y="3129379"/>
                <a:ext cx="1985513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89" name="직선 연결선 6188">
                <a:extLst>
                  <a:ext uri="{FF2B5EF4-FFF2-40B4-BE49-F238E27FC236}">
                    <a16:creationId xmlns:a16="http://schemas.microsoft.com/office/drawing/2014/main" id="{D882815B-95E0-4910-8A45-A619670E63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3800" y="3729459"/>
                <a:ext cx="2211244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90" name="직선 연결선 6189">
                <a:extLst>
                  <a:ext uri="{FF2B5EF4-FFF2-40B4-BE49-F238E27FC236}">
                    <a16:creationId xmlns:a16="http://schemas.microsoft.com/office/drawing/2014/main" id="{AA415117-1E99-4AAB-9009-CFB25875D1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3800" y="4329539"/>
                <a:ext cx="2247900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191" name="그룹 6190">
              <a:extLst>
                <a:ext uri="{FF2B5EF4-FFF2-40B4-BE49-F238E27FC236}">
                  <a16:creationId xmlns:a16="http://schemas.microsoft.com/office/drawing/2014/main" id="{0250F13D-B30B-4902-9961-DCE434E20EF6}"/>
                </a:ext>
              </a:extLst>
            </p:cNvPr>
            <p:cNvGrpSpPr/>
            <p:nvPr/>
          </p:nvGrpSpPr>
          <p:grpSpPr>
            <a:xfrm flipH="1">
              <a:off x="3287212" y="1050191"/>
              <a:ext cx="2119913" cy="2465342"/>
              <a:chOff x="1193800" y="1329139"/>
              <a:chExt cx="2247900" cy="3600478"/>
            </a:xfrm>
          </p:grpSpPr>
          <p:cxnSp>
            <p:nvCxnSpPr>
              <p:cNvPr id="6192" name="직선 연결선 6191">
                <a:extLst>
                  <a:ext uri="{FF2B5EF4-FFF2-40B4-BE49-F238E27FC236}">
                    <a16:creationId xmlns:a16="http://schemas.microsoft.com/office/drawing/2014/main" id="{783C7929-46B5-4F25-A0A7-9F2D956168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3800" y="1929219"/>
                <a:ext cx="1511017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93" name="직선 연결선 6192">
                <a:extLst>
                  <a:ext uri="{FF2B5EF4-FFF2-40B4-BE49-F238E27FC236}">
                    <a16:creationId xmlns:a16="http://schemas.microsoft.com/office/drawing/2014/main" id="{79C37F1E-D7C4-4491-A771-6D2CCC1154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3800" y="4929617"/>
                <a:ext cx="2247900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94" name="직선 연결선 6193">
                <a:extLst>
                  <a:ext uri="{FF2B5EF4-FFF2-40B4-BE49-F238E27FC236}">
                    <a16:creationId xmlns:a16="http://schemas.microsoft.com/office/drawing/2014/main" id="{7AD62B21-5CE3-4F43-9729-12BB74A195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3800" y="1329139"/>
                <a:ext cx="1267843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95" name="직선 연결선 6194">
                <a:extLst>
                  <a:ext uri="{FF2B5EF4-FFF2-40B4-BE49-F238E27FC236}">
                    <a16:creationId xmlns:a16="http://schemas.microsoft.com/office/drawing/2014/main" id="{CF0FFA28-6503-4BF3-BEA4-72A1823CBE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3800" y="2529299"/>
                <a:ext cx="1732142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96" name="직선 연결선 6195">
                <a:extLst>
                  <a:ext uri="{FF2B5EF4-FFF2-40B4-BE49-F238E27FC236}">
                    <a16:creationId xmlns:a16="http://schemas.microsoft.com/office/drawing/2014/main" id="{4F113575-9FAF-4558-957E-BD2027CA03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3800" y="3129379"/>
                <a:ext cx="1985513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97" name="직선 연결선 6196">
                <a:extLst>
                  <a:ext uri="{FF2B5EF4-FFF2-40B4-BE49-F238E27FC236}">
                    <a16:creationId xmlns:a16="http://schemas.microsoft.com/office/drawing/2014/main" id="{12D3A1EE-C7AD-473F-AC42-86FB915435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3800" y="3729459"/>
                <a:ext cx="2211244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98" name="직선 연결선 6197">
                <a:extLst>
                  <a:ext uri="{FF2B5EF4-FFF2-40B4-BE49-F238E27FC236}">
                    <a16:creationId xmlns:a16="http://schemas.microsoft.com/office/drawing/2014/main" id="{53503DB6-C6EE-477E-A0CA-574E4D9356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3800" y="4329539"/>
                <a:ext cx="2247900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199" name="그룹 6198">
              <a:extLst>
                <a:ext uri="{FF2B5EF4-FFF2-40B4-BE49-F238E27FC236}">
                  <a16:creationId xmlns:a16="http://schemas.microsoft.com/office/drawing/2014/main" id="{8DDFCCC3-6062-4878-84C8-06D433A808F6}"/>
                </a:ext>
              </a:extLst>
            </p:cNvPr>
            <p:cNvGrpSpPr/>
            <p:nvPr/>
          </p:nvGrpSpPr>
          <p:grpSpPr>
            <a:xfrm>
              <a:off x="230188" y="3882775"/>
              <a:ext cx="5472112" cy="3599112"/>
              <a:chOff x="1481886" y="6040634"/>
              <a:chExt cx="6006114" cy="4894687"/>
            </a:xfrm>
          </p:grpSpPr>
          <p:cxnSp>
            <p:nvCxnSpPr>
              <p:cNvPr id="6200" name="직선 연결선 6199">
                <a:extLst>
                  <a:ext uri="{FF2B5EF4-FFF2-40B4-BE49-F238E27FC236}">
                    <a16:creationId xmlns:a16="http://schemas.microsoft.com/office/drawing/2014/main" id="{FCBD8676-F319-433E-BBB5-6A68276B5476}"/>
                  </a:ext>
                </a:extLst>
              </p:cNvPr>
              <p:cNvCxnSpPr/>
              <p:nvPr/>
            </p:nvCxnSpPr>
            <p:spPr>
              <a:xfrm>
                <a:off x="1481886" y="6417148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01" name="직선 연결선 6200">
                <a:extLst>
                  <a:ext uri="{FF2B5EF4-FFF2-40B4-BE49-F238E27FC236}">
                    <a16:creationId xmlns:a16="http://schemas.microsoft.com/office/drawing/2014/main" id="{89598081-45B2-49C7-9F5C-5180191630E5}"/>
                  </a:ext>
                </a:extLst>
              </p:cNvPr>
              <p:cNvCxnSpPr/>
              <p:nvPr/>
            </p:nvCxnSpPr>
            <p:spPr>
              <a:xfrm>
                <a:off x="1481886" y="6793662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02" name="직선 연결선 6201">
                <a:extLst>
                  <a:ext uri="{FF2B5EF4-FFF2-40B4-BE49-F238E27FC236}">
                    <a16:creationId xmlns:a16="http://schemas.microsoft.com/office/drawing/2014/main" id="{6E7F3488-3BE3-4E04-8FA5-31ADB4001E33}"/>
                  </a:ext>
                </a:extLst>
              </p:cNvPr>
              <p:cNvCxnSpPr/>
              <p:nvPr/>
            </p:nvCxnSpPr>
            <p:spPr>
              <a:xfrm>
                <a:off x="1481886" y="7170176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03" name="직선 연결선 6202">
                <a:extLst>
                  <a:ext uri="{FF2B5EF4-FFF2-40B4-BE49-F238E27FC236}">
                    <a16:creationId xmlns:a16="http://schemas.microsoft.com/office/drawing/2014/main" id="{8CA75937-08D3-45A1-A4DE-6B02A286DA13}"/>
                  </a:ext>
                </a:extLst>
              </p:cNvPr>
              <p:cNvCxnSpPr/>
              <p:nvPr/>
            </p:nvCxnSpPr>
            <p:spPr>
              <a:xfrm>
                <a:off x="1481886" y="6040634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04" name="직선 연결선 6203">
                <a:extLst>
                  <a:ext uri="{FF2B5EF4-FFF2-40B4-BE49-F238E27FC236}">
                    <a16:creationId xmlns:a16="http://schemas.microsoft.com/office/drawing/2014/main" id="{53C28ECB-E41A-4167-B8F0-0DF9E85F86B3}"/>
                  </a:ext>
                </a:extLst>
              </p:cNvPr>
              <p:cNvCxnSpPr/>
              <p:nvPr/>
            </p:nvCxnSpPr>
            <p:spPr>
              <a:xfrm>
                <a:off x="1481886" y="7546690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05" name="직선 연결선 6204">
                <a:extLst>
                  <a:ext uri="{FF2B5EF4-FFF2-40B4-BE49-F238E27FC236}">
                    <a16:creationId xmlns:a16="http://schemas.microsoft.com/office/drawing/2014/main" id="{53A9FE6A-35BB-491E-BA68-A08E225B4C13}"/>
                  </a:ext>
                </a:extLst>
              </p:cNvPr>
              <p:cNvCxnSpPr/>
              <p:nvPr/>
            </p:nvCxnSpPr>
            <p:spPr>
              <a:xfrm>
                <a:off x="1481886" y="8299718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06" name="직선 연결선 6205">
                <a:extLst>
                  <a:ext uri="{FF2B5EF4-FFF2-40B4-BE49-F238E27FC236}">
                    <a16:creationId xmlns:a16="http://schemas.microsoft.com/office/drawing/2014/main" id="{40820DC1-0BBF-469D-8DF7-7C6C17513DAE}"/>
                  </a:ext>
                </a:extLst>
              </p:cNvPr>
              <p:cNvCxnSpPr/>
              <p:nvPr/>
            </p:nvCxnSpPr>
            <p:spPr>
              <a:xfrm>
                <a:off x="1481886" y="8676232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07" name="직선 연결선 6206">
                <a:extLst>
                  <a:ext uri="{FF2B5EF4-FFF2-40B4-BE49-F238E27FC236}">
                    <a16:creationId xmlns:a16="http://schemas.microsoft.com/office/drawing/2014/main" id="{8CCF32DA-D90D-43F5-8556-EF83229298D2}"/>
                  </a:ext>
                </a:extLst>
              </p:cNvPr>
              <p:cNvCxnSpPr/>
              <p:nvPr/>
            </p:nvCxnSpPr>
            <p:spPr>
              <a:xfrm>
                <a:off x="1481886" y="9052746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08" name="직선 연결선 6207">
                <a:extLst>
                  <a:ext uri="{FF2B5EF4-FFF2-40B4-BE49-F238E27FC236}">
                    <a16:creationId xmlns:a16="http://schemas.microsoft.com/office/drawing/2014/main" id="{001431D3-70C4-47C1-ADFA-F92D1704AF39}"/>
                  </a:ext>
                </a:extLst>
              </p:cNvPr>
              <p:cNvCxnSpPr/>
              <p:nvPr/>
            </p:nvCxnSpPr>
            <p:spPr>
              <a:xfrm>
                <a:off x="1481886" y="7923204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09" name="직선 연결선 6208">
                <a:extLst>
                  <a:ext uri="{FF2B5EF4-FFF2-40B4-BE49-F238E27FC236}">
                    <a16:creationId xmlns:a16="http://schemas.microsoft.com/office/drawing/2014/main" id="{B20C2962-1650-4AF2-A124-1C35D97DF796}"/>
                  </a:ext>
                </a:extLst>
              </p:cNvPr>
              <p:cNvCxnSpPr/>
              <p:nvPr/>
            </p:nvCxnSpPr>
            <p:spPr>
              <a:xfrm>
                <a:off x="1481886" y="9429260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10" name="직선 연결선 6209">
                <a:extLst>
                  <a:ext uri="{FF2B5EF4-FFF2-40B4-BE49-F238E27FC236}">
                    <a16:creationId xmlns:a16="http://schemas.microsoft.com/office/drawing/2014/main" id="{A4C6C347-B288-4EE7-999E-C0B7D6C8CBAA}"/>
                  </a:ext>
                </a:extLst>
              </p:cNvPr>
              <p:cNvCxnSpPr/>
              <p:nvPr/>
            </p:nvCxnSpPr>
            <p:spPr>
              <a:xfrm>
                <a:off x="1481886" y="10182288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11" name="직선 연결선 6210">
                <a:extLst>
                  <a:ext uri="{FF2B5EF4-FFF2-40B4-BE49-F238E27FC236}">
                    <a16:creationId xmlns:a16="http://schemas.microsoft.com/office/drawing/2014/main" id="{B723CDD3-0916-46EB-A403-F657076A23C8}"/>
                  </a:ext>
                </a:extLst>
              </p:cNvPr>
              <p:cNvCxnSpPr/>
              <p:nvPr/>
            </p:nvCxnSpPr>
            <p:spPr>
              <a:xfrm>
                <a:off x="1481886" y="10558802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12" name="직선 연결선 6211">
                <a:extLst>
                  <a:ext uri="{FF2B5EF4-FFF2-40B4-BE49-F238E27FC236}">
                    <a16:creationId xmlns:a16="http://schemas.microsoft.com/office/drawing/2014/main" id="{F90A9637-E540-46E7-88A6-0B0FAD720BD2}"/>
                  </a:ext>
                </a:extLst>
              </p:cNvPr>
              <p:cNvCxnSpPr/>
              <p:nvPr/>
            </p:nvCxnSpPr>
            <p:spPr>
              <a:xfrm>
                <a:off x="1481886" y="10935321"/>
                <a:ext cx="6006114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13" name="직선 연결선 6212">
                <a:extLst>
                  <a:ext uri="{FF2B5EF4-FFF2-40B4-BE49-F238E27FC236}">
                    <a16:creationId xmlns:a16="http://schemas.microsoft.com/office/drawing/2014/main" id="{F4FBA5D6-38D0-42E7-A8EA-45C03C04AD89}"/>
                  </a:ext>
                </a:extLst>
              </p:cNvPr>
              <p:cNvCxnSpPr/>
              <p:nvPr/>
            </p:nvCxnSpPr>
            <p:spPr>
              <a:xfrm>
                <a:off x="1481886" y="9805774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214" name="직선 연결선 6213">
              <a:extLst>
                <a:ext uri="{FF2B5EF4-FFF2-40B4-BE49-F238E27FC236}">
                  <a16:creationId xmlns:a16="http://schemas.microsoft.com/office/drawing/2014/main" id="{61E79A09-4C3D-406A-BA02-C7776BF6BB4E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15" name="직선 연결선 6214">
              <a:extLst>
                <a:ext uri="{FF2B5EF4-FFF2-40B4-BE49-F238E27FC236}">
                  <a16:creationId xmlns:a16="http://schemas.microsoft.com/office/drawing/2014/main" id="{362995A5-17BB-4A96-8983-06653DF5165A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Box 185">
            <a:hlinkClick r:id="rId2"/>
            <a:extLst>
              <a:ext uri="{FF2B5EF4-FFF2-40B4-BE49-F238E27FC236}">
                <a16:creationId xmlns:a16="http://schemas.microsoft.com/office/drawing/2014/main" id="{CEEE8CA5-BE68-4710-A6FD-1B74BE9F8562}"/>
              </a:ext>
            </a:extLst>
          </p:cNvPr>
          <p:cNvSpPr txBox="1"/>
          <p:nvPr/>
        </p:nvSpPr>
        <p:spPr>
          <a:xfrm>
            <a:off x="5233839" y="7553348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" name="TextBox 186">
            <a:hlinkClick r:id="rId3"/>
            <a:extLst>
              <a:ext uri="{FF2B5EF4-FFF2-40B4-BE49-F238E27FC236}">
                <a16:creationId xmlns:a16="http://schemas.microsoft.com/office/drawing/2014/main" id="{3E6CBB8C-9896-41DA-96BD-B248EA3DFA04}"/>
              </a:ext>
            </a:extLst>
          </p:cNvPr>
          <p:cNvSpPr txBox="1"/>
          <p:nvPr/>
        </p:nvSpPr>
        <p:spPr>
          <a:xfrm>
            <a:off x="2525732" y="7553348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1" name="TextBox 184">
            <a:hlinkClick r:id="rId4"/>
            <a:extLst>
              <a:ext uri="{FF2B5EF4-FFF2-40B4-BE49-F238E27FC236}">
                <a16:creationId xmlns:a16="http://schemas.microsoft.com/office/drawing/2014/main" id="{853BA531-618E-4CA8-A242-2032733DC25C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290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맑은 고딕</vt:lpstr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106</cp:revision>
  <dcterms:created xsi:type="dcterms:W3CDTF">2021-10-29T04:43:38Z</dcterms:created>
  <dcterms:modified xsi:type="dcterms:W3CDTF">2021-12-14T04:41:01Z</dcterms:modified>
</cp:coreProperties>
</file>
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A2DAD76-D00D-4EE1-A5F4-864E27DC18BD}"/>
              </a:ext>
            </a:extLst>
          </p:cNvPr>
          <p:cNvSpPr/>
          <p:nvPr/>
        </p:nvSpPr>
        <p:spPr>
          <a:xfrm>
            <a:off x="264852" y="2582994"/>
            <a:ext cx="1320882" cy="7583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C6B24E0-8470-4C77-93A8-D7C97D3A3A87}"/>
              </a:ext>
            </a:extLst>
          </p:cNvPr>
          <p:cNvSpPr/>
          <p:nvPr/>
        </p:nvSpPr>
        <p:spPr>
          <a:xfrm>
            <a:off x="1661198" y="2582994"/>
            <a:ext cx="1320882" cy="7583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788B7C2-F70E-4CD0-A8C9-7F0B0C5F3F49}"/>
              </a:ext>
            </a:extLst>
          </p:cNvPr>
          <p:cNvSpPr/>
          <p:nvPr/>
        </p:nvSpPr>
        <p:spPr>
          <a:xfrm>
            <a:off x="3057544" y="2582994"/>
            <a:ext cx="1320882" cy="7583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A4C40E4-1832-4640-855B-14C21A0A420B}"/>
              </a:ext>
            </a:extLst>
          </p:cNvPr>
          <p:cNvSpPr/>
          <p:nvPr/>
        </p:nvSpPr>
        <p:spPr>
          <a:xfrm>
            <a:off x="4453890" y="2582994"/>
            <a:ext cx="1320882" cy="7583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6107B26-C434-4B8E-8651-CE9D1B374F43}"/>
              </a:ext>
            </a:extLst>
          </p:cNvPr>
          <p:cNvGrpSpPr/>
          <p:nvPr/>
        </p:nvGrpSpPr>
        <p:grpSpPr>
          <a:xfrm>
            <a:off x="264852" y="3561435"/>
            <a:ext cx="5509920" cy="1218562"/>
            <a:chOff x="264852" y="3886583"/>
            <a:chExt cx="5509920" cy="1695249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EE5714C-B1FF-4BE4-99D3-55F2F46E780E}"/>
                </a:ext>
              </a:extLst>
            </p:cNvPr>
            <p:cNvSpPr/>
            <p:nvPr/>
          </p:nvSpPr>
          <p:spPr>
            <a:xfrm>
              <a:off x="264852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8D73AFA-E849-4158-A2E3-7D8E70799480}"/>
                </a:ext>
              </a:extLst>
            </p:cNvPr>
            <p:cNvSpPr/>
            <p:nvPr/>
          </p:nvSpPr>
          <p:spPr>
            <a:xfrm>
              <a:off x="957634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479BC80-AAB3-46B9-A905-2B9874A63EBD}"/>
                </a:ext>
              </a:extLst>
            </p:cNvPr>
            <p:cNvSpPr/>
            <p:nvPr/>
          </p:nvSpPr>
          <p:spPr>
            <a:xfrm>
              <a:off x="1650416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0B0632D-75CD-465B-ADE0-EF4FC76BEDD1}"/>
                </a:ext>
              </a:extLst>
            </p:cNvPr>
            <p:cNvSpPr/>
            <p:nvPr/>
          </p:nvSpPr>
          <p:spPr>
            <a:xfrm>
              <a:off x="2343198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89D3417-51EF-415D-9AE0-78F8779FC8DC}"/>
                </a:ext>
              </a:extLst>
            </p:cNvPr>
            <p:cNvSpPr/>
            <p:nvPr/>
          </p:nvSpPr>
          <p:spPr>
            <a:xfrm>
              <a:off x="3035980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197EC94-29E7-46EB-8707-373CFFC97398}"/>
                </a:ext>
              </a:extLst>
            </p:cNvPr>
            <p:cNvSpPr/>
            <p:nvPr/>
          </p:nvSpPr>
          <p:spPr>
            <a:xfrm>
              <a:off x="3728762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0513E0F-4E21-415B-AA87-7D96C86CD3DF}"/>
                </a:ext>
              </a:extLst>
            </p:cNvPr>
            <p:cNvSpPr/>
            <p:nvPr/>
          </p:nvSpPr>
          <p:spPr>
            <a:xfrm>
              <a:off x="4421544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2A0F89E-C322-401F-8CB3-A0578F1A27A7}"/>
                </a:ext>
              </a:extLst>
            </p:cNvPr>
            <p:cNvSpPr/>
            <p:nvPr/>
          </p:nvSpPr>
          <p:spPr>
            <a:xfrm>
              <a:off x="5114328" y="3886583"/>
              <a:ext cx="660444" cy="16952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764134E-6D3E-45C9-B4CD-DC9358C9AE21}"/>
              </a:ext>
            </a:extLst>
          </p:cNvPr>
          <p:cNvGrpSpPr/>
          <p:nvPr/>
        </p:nvGrpSpPr>
        <p:grpSpPr>
          <a:xfrm>
            <a:off x="909125" y="1604552"/>
            <a:ext cx="4221372" cy="758326"/>
            <a:chOff x="909125" y="1809623"/>
            <a:chExt cx="4221372" cy="758326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840D760-0213-4336-BFC6-BE8506222D25}"/>
                </a:ext>
              </a:extLst>
            </p:cNvPr>
            <p:cNvSpPr/>
            <p:nvPr/>
          </p:nvSpPr>
          <p:spPr>
            <a:xfrm>
              <a:off x="909125" y="1809623"/>
              <a:ext cx="1450244" cy="75832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8F2BD78-004A-46B9-ADE1-BA96AEB3AC20}"/>
                </a:ext>
              </a:extLst>
            </p:cNvPr>
            <p:cNvSpPr/>
            <p:nvPr/>
          </p:nvSpPr>
          <p:spPr>
            <a:xfrm>
              <a:off x="3680253" y="1809623"/>
              <a:ext cx="1450244" cy="75832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DD5BB0F-18D1-4AF3-AE81-71240EC2A909}"/>
              </a:ext>
            </a:extLst>
          </p:cNvPr>
          <p:cNvSpPr/>
          <p:nvPr/>
        </p:nvSpPr>
        <p:spPr>
          <a:xfrm>
            <a:off x="1991426" y="626110"/>
            <a:ext cx="2056770" cy="75832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EBA84499-AEF5-4D68-BB68-F6756FD26B87}"/>
              </a:ext>
            </a:extLst>
          </p:cNvPr>
          <p:cNvCxnSpPr>
            <a:cxnSpLocks/>
            <a:stCxn id="81" idx="0"/>
            <a:endCxn id="76" idx="2"/>
          </p:cNvCxnSpPr>
          <p:nvPr/>
        </p:nvCxnSpPr>
        <p:spPr>
          <a:xfrm rot="5400000" flipH="1" flipV="1">
            <a:off x="650126" y="3286269"/>
            <a:ext cx="220115" cy="330219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1C55EEE7-9B4C-45B7-B101-18A5B3A9E1A0}"/>
              </a:ext>
            </a:extLst>
          </p:cNvPr>
          <p:cNvCxnSpPr>
            <a:cxnSpLocks/>
            <a:stCxn id="82" idx="0"/>
            <a:endCxn id="76" idx="2"/>
          </p:cNvCxnSpPr>
          <p:nvPr/>
        </p:nvCxnSpPr>
        <p:spPr>
          <a:xfrm rot="16200000" flipV="1">
            <a:off x="996518" y="3270096"/>
            <a:ext cx="220115" cy="362563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3B23014-8B81-4B82-AB54-4A6341C6B642}"/>
              </a:ext>
            </a:extLst>
          </p:cNvPr>
          <p:cNvCxnSpPr>
            <a:cxnSpLocks/>
            <a:stCxn id="83" idx="0"/>
            <a:endCxn id="77" idx="2"/>
          </p:cNvCxnSpPr>
          <p:nvPr/>
        </p:nvCxnSpPr>
        <p:spPr>
          <a:xfrm rot="5400000" flipH="1" flipV="1">
            <a:off x="2041081" y="3280878"/>
            <a:ext cx="220115" cy="34100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9B32C42F-7D46-415D-8EAB-AF7ECD49B1E8}"/>
              </a:ext>
            </a:extLst>
          </p:cNvPr>
          <p:cNvCxnSpPr>
            <a:cxnSpLocks/>
            <a:stCxn id="84" idx="0"/>
            <a:endCxn id="77" idx="2"/>
          </p:cNvCxnSpPr>
          <p:nvPr/>
        </p:nvCxnSpPr>
        <p:spPr>
          <a:xfrm rot="16200000" flipV="1">
            <a:off x="2387473" y="3275487"/>
            <a:ext cx="220115" cy="35178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1B02A64B-D90F-42DC-AAB8-030A5926E489}"/>
              </a:ext>
            </a:extLst>
          </p:cNvPr>
          <p:cNvCxnSpPr>
            <a:cxnSpLocks/>
            <a:stCxn id="85" idx="0"/>
            <a:endCxn id="78" idx="2"/>
          </p:cNvCxnSpPr>
          <p:nvPr/>
        </p:nvCxnSpPr>
        <p:spPr>
          <a:xfrm rot="5400000" flipH="1" flipV="1">
            <a:off x="3432036" y="3275487"/>
            <a:ext cx="220115" cy="35178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F3EDA382-ED1C-46FA-99CF-3530838330B4}"/>
              </a:ext>
            </a:extLst>
          </p:cNvPr>
          <p:cNvCxnSpPr>
            <a:cxnSpLocks/>
            <a:stCxn id="37" idx="0"/>
            <a:endCxn id="78" idx="2"/>
          </p:cNvCxnSpPr>
          <p:nvPr/>
        </p:nvCxnSpPr>
        <p:spPr>
          <a:xfrm rot="16200000" flipV="1">
            <a:off x="3778428" y="3280878"/>
            <a:ext cx="220115" cy="34099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F87CD828-1611-4DD1-A6B7-F40ECABCA0E2}"/>
              </a:ext>
            </a:extLst>
          </p:cNvPr>
          <p:cNvCxnSpPr>
            <a:cxnSpLocks/>
            <a:stCxn id="39" idx="0"/>
            <a:endCxn id="79" idx="2"/>
          </p:cNvCxnSpPr>
          <p:nvPr/>
        </p:nvCxnSpPr>
        <p:spPr>
          <a:xfrm rot="5400000" flipH="1" flipV="1">
            <a:off x="4822991" y="3270096"/>
            <a:ext cx="220115" cy="36256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DA2D218C-7327-49B4-9430-8271B47ADB71}"/>
              </a:ext>
            </a:extLst>
          </p:cNvPr>
          <p:cNvCxnSpPr>
            <a:cxnSpLocks/>
            <a:stCxn id="40" idx="0"/>
            <a:endCxn id="79" idx="2"/>
          </p:cNvCxnSpPr>
          <p:nvPr/>
        </p:nvCxnSpPr>
        <p:spPr>
          <a:xfrm rot="16200000" flipV="1">
            <a:off x="5169384" y="3286268"/>
            <a:ext cx="220115" cy="33021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1287BDA-2D5A-4611-AED5-6483342C19EC}"/>
              </a:ext>
            </a:extLst>
          </p:cNvPr>
          <p:cNvCxnSpPr>
            <a:cxnSpLocks/>
            <a:stCxn id="76" idx="0"/>
            <a:endCxn id="80" idx="2"/>
          </p:cNvCxnSpPr>
          <p:nvPr/>
        </p:nvCxnSpPr>
        <p:spPr>
          <a:xfrm rot="5400000" flipH="1" flipV="1">
            <a:off x="1169712" y="2118459"/>
            <a:ext cx="220116" cy="708954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85D30EAE-EF22-49E4-AA47-4C0A3C94CF70}"/>
              </a:ext>
            </a:extLst>
          </p:cNvPr>
          <p:cNvCxnSpPr>
            <a:cxnSpLocks/>
            <a:stCxn id="77" idx="0"/>
            <a:endCxn id="80" idx="2"/>
          </p:cNvCxnSpPr>
          <p:nvPr/>
        </p:nvCxnSpPr>
        <p:spPr>
          <a:xfrm rot="16200000" flipV="1">
            <a:off x="1867885" y="2129240"/>
            <a:ext cx="220116" cy="68739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AD4EE7C6-1379-4EF7-B82A-EC11BC780BCE}"/>
              </a:ext>
            </a:extLst>
          </p:cNvPr>
          <p:cNvCxnSpPr>
            <a:cxnSpLocks/>
            <a:stCxn id="78" idx="0"/>
            <a:endCxn id="45" idx="2"/>
          </p:cNvCxnSpPr>
          <p:nvPr/>
        </p:nvCxnSpPr>
        <p:spPr>
          <a:xfrm rot="5400000" flipH="1" flipV="1">
            <a:off x="3951622" y="2129241"/>
            <a:ext cx="220116" cy="68739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B1FC1AD3-9366-4E5F-82B9-A2127796F03E}"/>
              </a:ext>
            </a:extLst>
          </p:cNvPr>
          <p:cNvCxnSpPr>
            <a:cxnSpLocks/>
            <a:stCxn id="79" idx="0"/>
            <a:endCxn id="45" idx="2"/>
          </p:cNvCxnSpPr>
          <p:nvPr/>
        </p:nvCxnSpPr>
        <p:spPr>
          <a:xfrm rot="16200000" flipV="1">
            <a:off x="4649795" y="2118458"/>
            <a:ext cx="220116" cy="70895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F7A3D62D-137C-4449-AC05-00538CB3C03C}"/>
              </a:ext>
            </a:extLst>
          </p:cNvPr>
          <p:cNvCxnSpPr>
            <a:cxnSpLocks/>
            <a:stCxn id="80" idx="0"/>
            <a:endCxn id="46" idx="2"/>
          </p:cNvCxnSpPr>
          <p:nvPr/>
        </p:nvCxnSpPr>
        <p:spPr>
          <a:xfrm rot="5400000" flipH="1" flipV="1">
            <a:off x="2216971" y="801712"/>
            <a:ext cx="220116" cy="13855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E1639E48-2546-4084-9849-5E88419ABA4E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rot="16200000" flipV="1">
            <a:off x="3602535" y="801712"/>
            <a:ext cx="220116" cy="138556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9B91758-1F62-4C4D-812A-7727E22F2DB1}"/>
              </a:ext>
            </a:extLst>
          </p:cNvPr>
          <p:cNvSpPr/>
          <p:nvPr/>
        </p:nvSpPr>
        <p:spPr>
          <a:xfrm>
            <a:off x="264852" y="5138324"/>
            <a:ext cx="1332550" cy="227312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07073F5-CE7D-4112-B599-B4877667F328}"/>
              </a:ext>
            </a:extLst>
          </p:cNvPr>
          <p:cNvSpPr/>
          <p:nvPr/>
        </p:nvSpPr>
        <p:spPr>
          <a:xfrm>
            <a:off x="1657309" y="5138324"/>
            <a:ext cx="1332550" cy="227312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917D4EA-7543-454E-A03B-B7B447A222F5}"/>
              </a:ext>
            </a:extLst>
          </p:cNvPr>
          <p:cNvSpPr/>
          <p:nvPr/>
        </p:nvSpPr>
        <p:spPr>
          <a:xfrm>
            <a:off x="3049766" y="5138324"/>
            <a:ext cx="1332550" cy="227312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094E9A4-90C8-4A34-B41A-A42E3AB3F8B6}"/>
              </a:ext>
            </a:extLst>
          </p:cNvPr>
          <p:cNvSpPr/>
          <p:nvPr/>
        </p:nvSpPr>
        <p:spPr>
          <a:xfrm>
            <a:off x="4442222" y="5138324"/>
            <a:ext cx="1332550" cy="227312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15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1B4D124-1A8B-4A76-9910-74769DA95C6C}"/>
              </a:ext>
            </a:extLst>
          </p:cNvPr>
          <p:cNvSpPr txBox="1"/>
          <p:nvPr/>
        </p:nvSpPr>
        <p:spPr>
          <a:xfrm>
            <a:off x="792307" y="4946202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A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AA05C9C-12A1-488A-A1C3-9E901FA2E30A}"/>
              </a:ext>
            </a:extLst>
          </p:cNvPr>
          <p:cNvSpPr txBox="1"/>
          <p:nvPr/>
        </p:nvSpPr>
        <p:spPr>
          <a:xfrm>
            <a:off x="2192779" y="4946202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B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F33F1C-6B18-422D-8399-2A9AE01EDC6A}"/>
              </a:ext>
            </a:extLst>
          </p:cNvPr>
          <p:cNvSpPr txBox="1"/>
          <p:nvPr/>
        </p:nvSpPr>
        <p:spPr>
          <a:xfrm>
            <a:off x="3577221" y="4946202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C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233B688-C3F8-4D35-998F-BD069C5832FD}"/>
              </a:ext>
            </a:extLst>
          </p:cNvPr>
          <p:cNvSpPr txBox="1"/>
          <p:nvPr/>
        </p:nvSpPr>
        <p:spPr>
          <a:xfrm>
            <a:off x="4969677" y="4946202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D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184">
            <a:hlinkClick r:id="rId4"/>
            <a:extLst>
              <a:ext uri="{FF2B5EF4-FFF2-40B4-BE49-F238E27FC236}">
                <a16:creationId xmlns:a16="http://schemas.microsoft.com/office/drawing/2014/main" id="{A98F1FC1-E331-48BE-B3B6-C6C8890CCA0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12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21</cp:revision>
  <dcterms:created xsi:type="dcterms:W3CDTF">2021-10-29T04:43:38Z</dcterms:created>
  <dcterms:modified xsi:type="dcterms:W3CDTF">2021-12-14T04:29:28Z</dcterms:modified>
</cp:coreProperties>
</file>
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92" name="그룹 23891">
            <a:extLst>
              <a:ext uri="{FF2B5EF4-FFF2-40B4-BE49-F238E27FC236}">
                <a16:creationId xmlns:a16="http://schemas.microsoft.com/office/drawing/2014/main" id="{22989916-DC14-4FF7-A74F-8ABB7166203C}"/>
              </a:ext>
            </a:extLst>
          </p:cNvPr>
          <p:cNvGrpSpPr/>
          <p:nvPr/>
        </p:nvGrpSpPr>
        <p:grpSpPr>
          <a:xfrm>
            <a:off x="302419" y="462531"/>
            <a:ext cx="5472112" cy="7019355"/>
            <a:chOff x="230188" y="462531"/>
            <a:chExt cx="5472112" cy="7019355"/>
          </a:xfrm>
        </p:grpSpPr>
        <p:cxnSp>
          <p:nvCxnSpPr>
            <p:cNvPr id="5829" name="직선 연결선 5828">
              <a:extLst>
                <a:ext uri="{FF2B5EF4-FFF2-40B4-BE49-F238E27FC236}">
                  <a16:creationId xmlns:a16="http://schemas.microsoft.com/office/drawing/2014/main" id="{BB99590A-93F2-4AF3-90DA-96B3D96C3AF7}"/>
                </a:ext>
              </a:extLst>
            </p:cNvPr>
            <p:cNvCxnSpPr/>
            <p:nvPr/>
          </p:nvCxnSpPr>
          <p:spPr>
            <a:xfrm>
              <a:off x="230188" y="4436484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0" name="직선 연결선 5829">
              <a:extLst>
                <a:ext uri="{FF2B5EF4-FFF2-40B4-BE49-F238E27FC236}">
                  <a16:creationId xmlns:a16="http://schemas.microsoft.com/office/drawing/2014/main" id="{3EF7A75C-DC37-49FE-8EE8-A33599307BAE}"/>
                </a:ext>
              </a:extLst>
            </p:cNvPr>
            <p:cNvCxnSpPr/>
            <p:nvPr/>
          </p:nvCxnSpPr>
          <p:spPr>
            <a:xfrm>
              <a:off x="230188" y="4713338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1" name="직선 연결선 5830">
              <a:extLst>
                <a:ext uri="{FF2B5EF4-FFF2-40B4-BE49-F238E27FC236}">
                  <a16:creationId xmlns:a16="http://schemas.microsoft.com/office/drawing/2014/main" id="{21107510-9311-4F48-96EA-03216F457E5E}"/>
                </a:ext>
              </a:extLst>
            </p:cNvPr>
            <p:cNvCxnSpPr/>
            <p:nvPr/>
          </p:nvCxnSpPr>
          <p:spPr>
            <a:xfrm>
              <a:off x="230188" y="4990193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2" name="직선 연결선 5831">
              <a:extLst>
                <a:ext uri="{FF2B5EF4-FFF2-40B4-BE49-F238E27FC236}">
                  <a16:creationId xmlns:a16="http://schemas.microsoft.com/office/drawing/2014/main" id="{7EECCC00-C468-42D3-8016-D0D3254E538B}"/>
                </a:ext>
              </a:extLst>
            </p:cNvPr>
            <p:cNvCxnSpPr/>
            <p:nvPr/>
          </p:nvCxnSpPr>
          <p:spPr>
            <a:xfrm>
              <a:off x="230188" y="5543901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3" name="직선 연결선 5832">
              <a:extLst>
                <a:ext uri="{FF2B5EF4-FFF2-40B4-BE49-F238E27FC236}">
                  <a16:creationId xmlns:a16="http://schemas.microsoft.com/office/drawing/2014/main" id="{978C9348-F2C1-4F04-A6CA-38BE3CCDACA2}"/>
                </a:ext>
              </a:extLst>
            </p:cNvPr>
            <p:cNvCxnSpPr/>
            <p:nvPr/>
          </p:nvCxnSpPr>
          <p:spPr>
            <a:xfrm>
              <a:off x="230188" y="5820756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4" name="직선 연결선 5833">
              <a:extLst>
                <a:ext uri="{FF2B5EF4-FFF2-40B4-BE49-F238E27FC236}">
                  <a16:creationId xmlns:a16="http://schemas.microsoft.com/office/drawing/2014/main" id="{B4166EEE-31DD-4557-AAA2-EF9843FEB400}"/>
                </a:ext>
              </a:extLst>
            </p:cNvPr>
            <p:cNvCxnSpPr/>
            <p:nvPr/>
          </p:nvCxnSpPr>
          <p:spPr>
            <a:xfrm>
              <a:off x="230188" y="6097610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5" name="직선 연결선 5834">
              <a:extLst>
                <a:ext uri="{FF2B5EF4-FFF2-40B4-BE49-F238E27FC236}">
                  <a16:creationId xmlns:a16="http://schemas.microsoft.com/office/drawing/2014/main" id="{DEFFF822-5193-436A-B3BD-A51F88121BD2}"/>
                </a:ext>
              </a:extLst>
            </p:cNvPr>
            <p:cNvCxnSpPr/>
            <p:nvPr/>
          </p:nvCxnSpPr>
          <p:spPr>
            <a:xfrm>
              <a:off x="230188" y="5267047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6" name="직선 연결선 5835">
              <a:extLst>
                <a:ext uri="{FF2B5EF4-FFF2-40B4-BE49-F238E27FC236}">
                  <a16:creationId xmlns:a16="http://schemas.microsoft.com/office/drawing/2014/main" id="{F86790BF-7A1C-45E1-BF91-ED5B511A528B}"/>
                </a:ext>
              </a:extLst>
            </p:cNvPr>
            <p:cNvCxnSpPr/>
            <p:nvPr/>
          </p:nvCxnSpPr>
          <p:spPr>
            <a:xfrm>
              <a:off x="230188" y="6374465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7" name="직선 연결선 5836">
              <a:extLst>
                <a:ext uri="{FF2B5EF4-FFF2-40B4-BE49-F238E27FC236}">
                  <a16:creationId xmlns:a16="http://schemas.microsoft.com/office/drawing/2014/main" id="{48304E7D-BB26-4289-AEF2-87F8DAC51C9F}"/>
                </a:ext>
              </a:extLst>
            </p:cNvPr>
            <p:cNvCxnSpPr/>
            <p:nvPr/>
          </p:nvCxnSpPr>
          <p:spPr>
            <a:xfrm>
              <a:off x="230188" y="6928174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8" name="직선 연결선 5837">
              <a:extLst>
                <a:ext uri="{FF2B5EF4-FFF2-40B4-BE49-F238E27FC236}">
                  <a16:creationId xmlns:a16="http://schemas.microsoft.com/office/drawing/2014/main" id="{91123EEA-E73D-4071-A639-4C098B7F9ACB}"/>
                </a:ext>
              </a:extLst>
            </p:cNvPr>
            <p:cNvCxnSpPr/>
            <p:nvPr/>
          </p:nvCxnSpPr>
          <p:spPr>
            <a:xfrm>
              <a:off x="230188" y="7205028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9" name="직선 연결선 5838">
              <a:extLst>
                <a:ext uri="{FF2B5EF4-FFF2-40B4-BE49-F238E27FC236}">
                  <a16:creationId xmlns:a16="http://schemas.microsoft.com/office/drawing/2014/main" id="{D45AF80C-26BC-4663-9739-4438DB4D9812}"/>
                </a:ext>
              </a:extLst>
            </p:cNvPr>
            <p:cNvCxnSpPr/>
            <p:nvPr/>
          </p:nvCxnSpPr>
          <p:spPr>
            <a:xfrm>
              <a:off x="230188" y="7481886"/>
              <a:ext cx="5472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0" name="직선 연결선 5839">
              <a:extLst>
                <a:ext uri="{FF2B5EF4-FFF2-40B4-BE49-F238E27FC236}">
                  <a16:creationId xmlns:a16="http://schemas.microsoft.com/office/drawing/2014/main" id="{CCE22304-43DA-4F6E-89E6-949871C8677D}"/>
                </a:ext>
              </a:extLst>
            </p:cNvPr>
            <p:cNvCxnSpPr/>
            <p:nvPr/>
          </p:nvCxnSpPr>
          <p:spPr>
            <a:xfrm>
              <a:off x="230188" y="6651319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1" name="직선 연결선 5840">
              <a:extLst>
                <a:ext uri="{FF2B5EF4-FFF2-40B4-BE49-F238E27FC236}">
                  <a16:creationId xmlns:a16="http://schemas.microsoft.com/office/drawing/2014/main" id="{A995CC8C-81A0-4E61-871E-F7CE681CA820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2" name="직선 연결선 5841">
              <a:extLst>
                <a:ext uri="{FF2B5EF4-FFF2-40B4-BE49-F238E27FC236}">
                  <a16:creationId xmlns:a16="http://schemas.microsoft.com/office/drawing/2014/main" id="{BCC13C44-2EA4-4771-B0AE-4D8E52489CD1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3" name="직선 연결선 5842">
              <a:extLst>
                <a:ext uri="{FF2B5EF4-FFF2-40B4-BE49-F238E27FC236}">
                  <a16:creationId xmlns:a16="http://schemas.microsoft.com/office/drawing/2014/main" id="{C4EE0095-AF61-4283-B370-454191550A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7000" y="3302377"/>
              <a:ext cx="857250" cy="85725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4" name="직선 연결선 5843">
              <a:extLst>
                <a:ext uri="{FF2B5EF4-FFF2-40B4-BE49-F238E27FC236}">
                  <a16:creationId xmlns:a16="http://schemas.microsoft.com/office/drawing/2014/main" id="{70240320-B2CF-416A-91D5-53CEFFBDE8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4250" y="759281"/>
              <a:ext cx="0" cy="254309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5" name="직선 연결선 5844">
              <a:extLst>
                <a:ext uri="{FF2B5EF4-FFF2-40B4-BE49-F238E27FC236}">
                  <a16:creationId xmlns:a16="http://schemas.microsoft.com/office/drawing/2014/main" id="{11E24BFA-2F32-45A9-9DC9-D840018F0BAD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50" y="3302377"/>
              <a:ext cx="2552699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6" name="직선 연결선 5845">
              <a:extLst>
                <a:ext uri="{FF2B5EF4-FFF2-40B4-BE49-F238E27FC236}">
                  <a16:creationId xmlns:a16="http://schemas.microsoft.com/office/drawing/2014/main" id="{24841BC6-5A94-4236-8B97-38DF21487D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7000" y="1616531"/>
              <a:ext cx="0" cy="254309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7" name="직선 연결선 5846">
              <a:extLst>
                <a:ext uri="{FF2B5EF4-FFF2-40B4-BE49-F238E27FC236}">
                  <a16:creationId xmlns:a16="http://schemas.microsoft.com/office/drawing/2014/main" id="{70E29D56-1766-4F49-A07C-2CC1D82818F9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50" y="759281"/>
              <a:ext cx="2552699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8" name="직선 연결선 5847">
              <a:extLst>
                <a:ext uri="{FF2B5EF4-FFF2-40B4-BE49-F238E27FC236}">
                  <a16:creationId xmlns:a16="http://schemas.microsoft.com/office/drawing/2014/main" id="{13FA9473-E175-446E-826F-D15AF6B792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06949" y="759281"/>
              <a:ext cx="0" cy="254309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9" name="직선 연결선 5848">
              <a:extLst>
                <a:ext uri="{FF2B5EF4-FFF2-40B4-BE49-F238E27FC236}">
                  <a16:creationId xmlns:a16="http://schemas.microsoft.com/office/drawing/2014/main" id="{08E607A6-8C98-494F-99DE-D6F19B7BAD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9699" y="3302377"/>
              <a:ext cx="857250" cy="85725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0" name="직선 연결선 5849">
              <a:extLst>
                <a:ext uri="{FF2B5EF4-FFF2-40B4-BE49-F238E27FC236}">
                  <a16:creationId xmlns:a16="http://schemas.microsoft.com/office/drawing/2014/main" id="{0BF9BBB4-510C-412D-A31E-314C4D468691}"/>
                </a:ext>
              </a:extLst>
            </p:cNvPr>
            <p:cNvCxnSpPr>
              <a:cxnSpLocks/>
            </p:cNvCxnSpPr>
            <p:nvPr/>
          </p:nvCxnSpPr>
          <p:spPr>
            <a:xfrm>
              <a:off x="1397000" y="4159627"/>
              <a:ext cx="2552699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1" name="직선 연결선 5850">
              <a:extLst>
                <a:ext uri="{FF2B5EF4-FFF2-40B4-BE49-F238E27FC236}">
                  <a16:creationId xmlns:a16="http://schemas.microsoft.com/office/drawing/2014/main" id="{FBAE9432-5BA7-4674-B5F8-AFF8B61052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7000" y="761847"/>
              <a:ext cx="857250" cy="85725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2" name="직선 연결선 5851">
              <a:extLst>
                <a:ext uri="{FF2B5EF4-FFF2-40B4-BE49-F238E27FC236}">
                  <a16:creationId xmlns:a16="http://schemas.microsoft.com/office/drawing/2014/main" id="{CF360A43-8460-4935-9CE0-09EBFFC7C3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9699" y="761847"/>
              <a:ext cx="857250" cy="85725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3" name="직선 연결선 5852">
              <a:extLst>
                <a:ext uri="{FF2B5EF4-FFF2-40B4-BE49-F238E27FC236}">
                  <a16:creationId xmlns:a16="http://schemas.microsoft.com/office/drawing/2014/main" id="{546C5E41-7636-4C71-85B7-2EFE8A84B58F}"/>
                </a:ext>
              </a:extLst>
            </p:cNvPr>
            <p:cNvCxnSpPr>
              <a:cxnSpLocks/>
            </p:cNvCxnSpPr>
            <p:nvPr/>
          </p:nvCxnSpPr>
          <p:spPr>
            <a:xfrm>
              <a:off x="1397000" y="1616531"/>
              <a:ext cx="2552699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4" name="직선 연결선 5853">
              <a:extLst>
                <a:ext uri="{FF2B5EF4-FFF2-40B4-BE49-F238E27FC236}">
                  <a16:creationId xmlns:a16="http://schemas.microsoft.com/office/drawing/2014/main" id="{6F67B7F6-564D-428A-9360-DFFE8EA621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9699" y="1626942"/>
              <a:ext cx="0" cy="254309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185">
            <a:hlinkClick r:id="rId2"/>
            <a:extLst>
              <a:ext uri="{FF2B5EF4-FFF2-40B4-BE49-F238E27FC236}">
                <a16:creationId xmlns:a16="http://schemas.microsoft.com/office/drawing/2014/main" id="{26A0A199-0DEF-43DF-AF1D-D3BF8EE31EB0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" name="TextBox 186">
            <a:hlinkClick r:id="rId3"/>
            <a:extLst>
              <a:ext uri="{FF2B5EF4-FFF2-40B4-BE49-F238E27FC236}">
                <a16:creationId xmlns:a16="http://schemas.microsoft.com/office/drawing/2014/main" id="{58BED1A6-05E9-40E6-AF62-A51FF906F4EE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" name="TextBox 184">
            <a:hlinkClick r:id="rId4"/>
            <a:extLst>
              <a:ext uri="{FF2B5EF4-FFF2-40B4-BE49-F238E27FC236}">
                <a16:creationId xmlns:a16="http://schemas.microsoft.com/office/drawing/2014/main" id="{0475898F-4674-424E-BC94-EFDF2F065689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276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95</cp:revision>
  <dcterms:created xsi:type="dcterms:W3CDTF">2021-10-29T04:43:38Z</dcterms:created>
  <dcterms:modified xsi:type="dcterms:W3CDTF">2021-12-14T04:40:43Z</dcterms:modified>
</cp:coreProperties>
</file>
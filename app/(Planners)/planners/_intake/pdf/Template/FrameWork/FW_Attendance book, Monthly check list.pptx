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82" name="그룹 23881">
            <a:extLst>
              <a:ext uri="{FF2B5EF4-FFF2-40B4-BE49-F238E27FC236}">
                <a16:creationId xmlns:a16="http://schemas.microsoft.com/office/drawing/2014/main" id="{2577EA80-4D29-4553-ADA8-49C04593FF7E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cxnSp>
          <p:nvCxnSpPr>
            <p:cNvPr id="5135" name="직선 화살표 연결선 5134">
              <a:extLst>
                <a:ext uri="{FF2B5EF4-FFF2-40B4-BE49-F238E27FC236}">
                  <a16:creationId xmlns:a16="http://schemas.microsoft.com/office/drawing/2014/main" id="{0EF33461-B02B-467D-B229-CDE7E644B549}"/>
                </a:ext>
              </a:extLst>
            </p:cNvPr>
            <p:cNvCxnSpPr/>
            <p:nvPr/>
          </p:nvCxnSpPr>
          <p:spPr>
            <a:xfrm>
              <a:off x="5547040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6" name="직선 화살표 연결선 5135">
              <a:extLst>
                <a:ext uri="{FF2B5EF4-FFF2-40B4-BE49-F238E27FC236}">
                  <a16:creationId xmlns:a16="http://schemas.microsoft.com/office/drawing/2014/main" id="{E08CADF4-55DF-44DB-8070-DBECBB115A2E}"/>
                </a:ext>
              </a:extLst>
            </p:cNvPr>
            <p:cNvCxnSpPr/>
            <p:nvPr/>
          </p:nvCxnSpPr>
          <p:spPr>
            <a:xfrm>
              <a:off x="1072282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7" name="직선 화살표 연결선 5136">
              <a:extLst>
                <a:ext uri="{FF2B5EF4-FFF2-40B4-BE49-F238E27FC236}">
                  <a16:creationId xmlns:a16="http://schemas.microsoft.com/office/drawing/2014/main" id="{F4017B4C-C56A-4B54-A3B9-11AA8D3E5EC8}"/>
                </a:ext>
              </a:extLst>
            </p:cNvPr>
            <p:cNvCxnSpPr/>
            <p:nvPr/>
          </p:nvCxnSpPr>
          <p:spPr>
            <a:xfrm>
              <a:off x="1226584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8" name="직선 화살표 연결선 5137">
              <a:extLst>
                <a:ext uri="{FF2B5EF4-FFF2-40B4-BE49-F238E27FC236}">
                  <a16:creationId xmlns:a16="http://schemas.microsoft.com/office/drawing/2014/main" id="{AC8EF347-31D9-4BEA-AB7A-4E2A275ED861}"/>
                </a:ext>
              </a:extLst>
            </p:cNvPr>
            <p:cNvCxnSpPr/>
            <p:nvPr/>
          </p:nvCxnSpPr>
          <p:spPr>
            <a:xfrm>
              <a:off x="1380886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9" name="직선 화살표 연결선 5138">
              <a:extLst>
                <a:ext uri="{FF2B5EF4-FFF2-40B4-BE49-F238E27FC236}">
                  <a16:creationId xmlns:a16="http://schemas.microsoft.com/office/drawing/2014/main" id="{45E7BAB0-7BA9-4939-88DC-C745637A1762}"/>
                </a:ext>
              </a:extLst>
            </p:cNvPr>
            <p:cNvCxnSpPr/>
            <p:nvPr/>
          </p:nvCxnSpPr>
          <p:spPr>
            <a:xfrm>
              <a:off x="1535188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0" name="직선 화살표 연결선 5139">
              <a:extLst>
                <a:ext uri="{FF2B5EF4-FFF2-40B4-BE49-F238E27FC236}">
                  <a16:creationId xmlns:a16="http://schemas.microsoft.com/office/drawing/2014/main" id="{A8781BA1-9B53-42D5-9E21-47DEF949F5DC}"/>
                </a:ext>
              </a:extLst>
            </p:cNvPr>
            <p:cNvCxnSpPr/>
            <p:nvPr/>
          </p:nvCxnSpPr>
          <p:spPr>
            <a:xfrm>
              <a:off x="1689490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1" name="직선 화살표 연결선 5140">
              <a:extLst>
                <a:ext uri="{FF2B5EF4-FFF2-40B4-BE49-F238E27FC236}">
                  <a16:creationId xmlns:a16="http://schemas.microsoft.com/office/drawing/2014/main" id="{362CE334-FD23-4DFE-98A5-A9FD736E6908}"/>
                </a:ext>
              </a:extLst>
            </p:cNvPr>
            <p:cNvCxnSpPr/>
            <p:nvPr/>
          </p:nvCxnSpPr>
          <p:spPr>
            <a:xfrm>
              <a:off x="1843792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2" name="직선 화살표 연결선 5141">
              <a:extLst>
                <a:ext uri="{FF2B5EF4-FFF2-40B4-BE49-F238E27FC236}">
                  <a16:creationId xmlns:a16="http://schemas.microsoft.com/office/drawing/2014/main" id="{7B5F02A5-7C0A-421F-87B9-0E1E9031EBCB}"/>
                </a:ext>
              </a:extLst>
            </p:cNvPr>
            <p:cNvCxnSpPr/>
            <p:nvPr/>
          </p:nvCxnSpPr>
          <p:spPr>
            <a:xfrm>
              <a:off x="1998094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3" name="직선 화살표 연결선 5142">
              <a:extLst>
                <a:ext uri="{FF2B5EF4-FFF2-40B4-BE49-F238E27FC236}">
                  <a16:creationId xmlns:a16="http://schemas.microsoft.com/office/drawing/2014/main" id="{17519BAE-AEB6-44F1-90BD-AA69DA625C7A}"/>
                </a:ext>
              </a:extLst>
            </p:cNvPr>
            <p:cNvCxnSpPr/>
            <p:nvPr/>
          </p:nvCxnSpPr>
          <p:spPr>
            <a:xfrm>
              <a:off x="2152396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4" name="직선 화살표 연결선 5143">
              <a:extLst>
                <a:ext uri="{FF2B5EF4-FFF2-40B4-BE49-F238E27FC236}">
                  <a16:creationId xmlns:a16="http://schemas.microsoft.com/office/drawing/2014/main" id="{84279540-2330-4D7F-93A0-9BAB32FE7011}"/>
                </a:ext>
              </a:extLst>
            </p:cNvPr>
            <p:cNvCxnSpPr/>
            <p:nvPr/>
          </p:nvCxnSpPr>
          <p:spPr>
            <a:xfrm>
              <a:off x="2306698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5" name="직선 화살표 연결선 5144">
              <a:extLst>
                <a:ext uri="{FF2B5EF4-FFF2-40B4-BE49-F238E27FC236}">
                  <a16:creationId xmlns:a16="http://schemas.microsoft.com/office/drawing/2014/main" id="{BBCAFDC7-1821-421F-A208-97DDF16D2289}"/>
                </a:ext>
              </a:extLst>
            </p:cNvPr>
            <p:cNvCxnSpPr/>
            <p:nvPr/>
          </p:nvCxnSpPr>
          <p:spPr>
            <a:xfrm>
              <a:off x="2461000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6" name="직선 화살표 연결선 5145">
              <a:extLst>
                <a:ext uri="{FF2B5EF4-FFF2-40B4-BE49-F238E27FC236}">
                  <a16:creationId xmlns:a16="http://schemas.microsoft.com/office/drawing/2014/main" id="{7F1FB6AA-F126-48B6-9B40-99553B8F7E7C}"/>
                </a:ext>
              </a:extLst>
            </p:cNvPr>
            <p:cNvCxnSpPr/>
            <p:nvPr/>
          </p:nvCxnSpPr>
          <p:spPr>
            <a:xfrm>
              <a:off x="2615302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7" name="직선 화살표 연결선 5146">
              <a:extLst>
                <a:ext uri="{FF2B5EF4-FFF2-40B4-BE49-F238E27FC236}">
                  <a16:creationId xmlns:a16="http://schemas.microsoft.com/office/drawing/2014/main" id="{E435EED7-0E93-405D-9E69-410EA2017655}"/>
                </a:ext>
              </a:extLst>
            </p:cNvPr>
            <p:cNvCxnSpPr/>
            <p:nvPr/>
          </p:nvCxnSpPr>
          <p:spPr>
            <a:xfrm>
              <a:off x="2769604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8" name="직선 화살표 연결선 5147">
              <a:extLst>
                <a:ext uri="{FF2B5EF4-FFF2-40B4-BE49-F238E27FC236}">
                  <a16:creationId xmlns:a16="http://schemas.microsoft.com/office/drawing/2014/main" id="{1B5D57A3-8602-48D3-B826-674704A00481}"/>
                </a:ext>
              </a:extLst>
            </p:cNvPr>
            <p:cNvCxnSpPr/>
            <p:nvPr/>
          </p:nvCxnSpPr>
          <p:spPr>
            <a:xfrm>
              <a:off x="2923906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9" name="직선 화살표 연결선 5148">
              <a:extLst>
                <a:ext uri="{FF2B5EF4-FFF2-40B4-BE49-F238E27FC236}">
                  <a16:creationId xmlns:a16="http://schemas.microsoft.com/office/drawing/2014/main" id="{7F838ABE-2A44-4973-9EBC-B57BC6CBC5B6}"/>
                </a:ext>
              </a:extLst>
            </p:cNvPr>
            <p:cNvCxnSpPr/>
            <p:nvPr/>
          </p:nvCxnSpPr>
          <p:spPr>
            <a:xfrm>
              <a:off x="3078208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0" name="직선 화살표 연결선 5149">
              <a:extLst>
                <a:ext uri="{FF2B5EF4-FFF2-40B4-BE49-F238E27FC236}">
                  <a16:creationId xmlns:a16="http://schemas.microsoft.com/office/drawing/2014/main" id="{F7A58A68-452E-4D3A-BB84-32F890F97A8B}"/>
                </a:ext>
              </a:extLst>
            </p:cNvPr>
            <p:cNvCxnSpPr/>
            <p:nvPr/>
          </p:nvCxnSpPr>
          <p:spPr>
            <a:xfrm>
              <a:off x="3232510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1" name="직선 화살표 연결선 5150">
              <a:extLst>
                <a:ext uri="{FF2B5EF4-FFF2-40B4-BE49-F238E27FC236}">
                  <a16:creationId xmlns:a16="http://schemas.microsoft.com/office/drawing/2014/main" id="{5A0D06B9-462C-427F-8E6E-8861D975DBCA}"/>
                </a:ext>
              </a:extLst>
            </p:cNvPr>
            <p:cNvCxnSpPr/>
            <p:nvPr/>
          </p:nvCxnSpPr>
          <p:spPr>
            <a:xfrm>
              <a:off x="3386812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2" name="직선 화살표 연결선 5151">
              <a:extLst>
                <a:ext uri="{FF2B5EF4-FFF2-40B4-BE49-F238E27FC236}">
                  <a16:creationId xmlns:a16="http://schemas.microsoft.com/office/drawing/2014/main" id="{E635AFD9-454B-4D9E-AFBB-7E4D6DB9418C}"/>
                </a:ext>
              </a:extLst>
            </p:cNvPr>
            <p:cNvCxnSpPr/>
            <p:nvPr/>
          </p:nvCxnSpPr>
          <p:spPr>
            <a:xfrm>
              <a:off x="3541114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3" name="직선 화살표 연결선 5152">
              <a:extLst>
                <a:ext uri="{FF2B5EF4-FFF2-40B4-BE49-F238E27FC236}">
                  <a16:creationId xmlns:a16="http://schemas.microsoft.com/office/drawing/2014/main" id="{AB494061-8B6A-44C7-B2AE-A0FE58F24692}"/>
                </a:ext>
              </a:extLst>
            </p:cNvPr>
            <p:cNvCxnSpPr/>
            <p:nvPr/>
          </p:nvCxnSpPr>
          <p:spPr>
            <a:xfrm>
              <a:off x="3695416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4" name="직선 화살표 연결선 5153">
              <a:extLst>
                <a:ext uri="{FF2B5EF4-FFF2-40B4-BE49-F238E27FC236}">
                  <a16:creationId xmlns:a16="http://schemas.microsoft.com/office/drawing/2014/main" id="{A0370166-7096-401B-B891-D56CC11895CE}"/>
                </a:ext>
              </a:extLst>
            </p:cNvPr>
            <p:cNvCxnSpPr/>
            <p:nvPr/>
          </p:nvCxnSpPr>
          <p:spPr>
            <a:xfrm>
              <a:off x="3849718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5" name="직선 화살표 연결선 5154">
              <a:extLst>
                <a:ext uri="{FF2B5EF4-FFF2-40B4-BE49-F238E27FC236}">
                  <a16:creationId xmlns:a16="http://schemas.microsoft.com/office/drawing/2014/main" id="{DB6D7526-BAF7-4312-B572-424AAEC067A5}"/>
                </a:ext>
              </a:extLst>
            </p:cNvPr>
            <p:cNvCxnSpPr/>
            <p:nvPr/>
          </p:nvCxnSpPr>
          <p:spPr>
            <a:xfrm>
              <a:off x="4004020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6" name="직선 화살표 연결선 5155">
              <a:extLst>
                <a:ext uri="{FF2B5EF4-FFF2-40B4-BE49-F238E27FC236}">
                  <a16:creationId xmlns:a16="http://schemas.microsoft.com/office/drawing/2014/main" id="{A9D9E6D6-1015-4933-B8E8-17201D3281F3}"/>
                </a:ext>
              </a:extLst>
            </p:cNvPr>
            <p:cNvCxnSpPr/>
            <p:nvPr/>
          </p:nvCxnSpPr>
          <p:spPr>
            <a:xfrm>
              <a:off x="4158322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7" name="직선 화살표 연결선 5156">
              <a:extLst>
                <a:ext uri="{FF2B5EF4-FFF2-40B4-BE49-F238E27FC236}">
                  <a16:creationId xmlns:a16="http://schemas.microsoft.com/office/drawing/2014/main" id="{74F5EF35-F8FA-414C-8AAE-E183424D6EB1}"/>
                </a:ext>
              </a:extLst>
            </p:cNvPr>
            <p:cNvCxnSpPr/>
            <p:nvPr/>
          </p:nvCxnSpPr>
          <p:spPr>
            <a:xfrm>
              <a:off x="4312624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8" name="직선 화살표 연결선 5157">
              <a:extLst>
                <a:ext uri="{FF2B5EF4-FFF2-40B4-BE49-F238E27FC236}">
                  <a16:creationId xmlns:a16="http://schemas.microsoft.com/office/drawing/2014/main" id="{CB968ECD-4D57-40B3-9A8C-58AA4F7D1DD0}"/>
                </a:ext>
              </a:extLst>
            </p:cNvPr>
            <p:cNvCxnSpPr/>
            <p:nvPr/>
          </p:nvCxnSpPr>
          <p:spPr>
            <a:xfrm>
              <a:off x="4466926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9" name="직선 화살표 연결선 5158">
              <a:extLst>
                <a:ext uri="{FF2B5EF4-FFF2-40B4-BE49-F238E27FC236}">
                  <a16:creationId xmlns:a16="http://schemas.microsoft.com/office/drawing/2014/main" id="{9BCE6C7F-8DE1-4851-BB3A-92F54397DC8A}"/>
                </a:ext>
              </a:extLst>
            </p:cNvPr>
            <p:cNvCxnSpPr/>
            <p:nvPr/>
          </p:nvCxnSpPr>
          <p:spPr>
            <a:xfrm>
              <a:off x="4775530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0" name="직선 화살표 연결선 5159">
              <a:extLst>
                <a:ext uri="{FF2B5EF4-FFF2-40B4-BE49-F238E27FC236}">
                  <a16:creationId xmlns:a16="http://schemas.microsoft.com/office/drawing/2014/main" id="{D677C4AD-45A8-44D5-82A1-BCBDBF46DB33}"/>
                </a:ext>
              </a:extLst>
            </p:cNvPr>
            <p:cNvCxnSpPr/>
            <p:nvPr/>
          </p:nvCxnSpPr>
          <p:spPr>
            <a:xfrm>
              <a:off x="5084134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1" name="직선 화살표 연결선 5160">
              <a:extLst>
                <a:ext uri="{FF2B5EF4-FFF2-40B4-BE49-F238E27FC236}">
                  <a16:creationId xmlns:a16="http://schemas.microsoft.com/office/drawing/2014/main" id="{B2E8AF3D-A66F-48D8-AF18-3E3EB01CB619}"/>
                </a:ext>
              </a:extLst>
            </p:cNvPr>
            <p:cNvCxnSpPr/>
            <p:nvPr/>
          </p:nvCxnSpPr>
          <p:spPr>
            <a:xfrm>
              <a:off x="5392738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2" name="직선 화살표 연결선 5161">
              <a:extLst>
                <a:ext uri="{FF2B5EF4-FFF2-40B4-BE49-F238E27FC236}">
                  <a16:creationId xmlns:a16="http://schemas.microsoft.com/office/drawing/2014/main" id="{AB5176E6-DEF3-4848-A638-80A354E80B7C}"/>
                </a:ext>
              </a:extLst>
            </p:cNvPr>
            <p:cNvCxnSpPr/>
            <p:nvPr/>
          </p:nvCxnSpPr>
          <p:spPr>
            <a:xfrm>
              <a:off x="4621228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3" name="직선 화살표 연결선 5162">
              <a:extLst>
                <a:ext uri="{FF2B5EF4-FFF2-40B4-BE49-F238E27FC236}">
                  <a16:creationId xmlns:a16="http://schemas.microsoft.com/office/drawing/2014/main" id="{2739D36C-454B-40BA-8441-26B98698657C}"/>
                </a:ext>
              </a:extLst>
            </p:cNvPr>
            <p:cNvCxnSpPr/>
            <p:nvPr/>
          </p:nvCxnSpPr>
          <p:spPr>
            <a:xfrm>
              <a:off x="4929832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4" name="직선 화살표 연결선 5163">
              <a:extLst>
                <a:ext uri="{FF2B5EF4-FFF2-40B4-BE49-F238E27FC236}">
                  <a16:creationId xmlns:a16="http://schemas.microsoft.com/office/drawing/2014/main" id="{0E37DAC5-D480-410B-9646-605878683CB5}"/>
                </a:ext>
              </a:extLst>
            </p:cNvPr>
            <p:cNvCxnSpPr/>
            <p:nvPr/>
          </p:nvCxnSpPr>
          <p:spPr>
            <a:xfrm>
              <a:off x="5238436" y="533992"/>
              <a:ext cx="0" cy="6947896"/>
            </a:xfrm>
            <a:prstGeom prst="straightConnector1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5" name="직선 화살표 연결선 5164">
              <a:extLst>
                <a:ext uri="{FF2B5EF4-FFF2-40B4-BE49-F238E27FC236}">
                  <a16:creationId xmlns:a16="http://schemas.microsoft.com/office/drawing/2014/main" id="{01CAFC34-C820-49B3-A66D-09D69B7CADA4}"/>
                </a:ext>
              </a:extLst>
            </p:cNvPr>
            <p:cNvCxnSpPr/>
            <p:nvPr/>
          </p:nvCxnSpPr>
          <p:spPr>
            <a:xfrm>
              <a:off x="5701347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6" name="직선 화살표 연결선 5165">
              <a:extLst>
                <a:ext uri="{FF2B5EF4-FFF2-40B4-BE49-F238E27FC236}">
                  <a16:creationId xmlns:a16="http://schemas.microsoft.com/office/drawing/2014/main" id="{618B8852-DE47-4FDA-8378-2D4DBA77F078}"/>
                </a:ext>
              </a:extLst>
            </p:cNvPr>
            <p:cNvCxnSpPr/>
            <p:nvPr/>
          </p:nvCxnSpPr>
          <p:spPr>
            <a:xfrm>
              <a:off x="236766" y="533992"/>
              <a:ext cx="0" cy="6947896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7" name="직선 연결선 5166">
              <a:extLst>
                <a:ext uri="{FF2B5EF4-FFF2-40B4-BE49-F238E27FC236}">
                  <a16:creationId xmlns:a16="http://schemas.microsoft.com/office/drawing/2014/main" id="{3F41F4A5-804A-4931-BE0E-93AC132FC4F0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533992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8" name="직선 연결선 5167">
              <a:extLst>
                <a:ext uri="{FF2B5EF4-FFF2-40B4-BE49-F238E27FC236}">
                  <a16:creationId xmlns:a16="http://schemas.microsoft.com/office/drawing/2014/main" id="{A128190B-E9EE-4BD5-88A3-5AF06456CF03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7487031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9" name="직선 연결선 5168">
              <a:extLst>
                <a:ext uri="{FF2B5EF4-FFF2-40B4-BE49-F238E27FC236}">
                  <a16:creationId xmlns:a16="http://schemas.microsoft.com/office/drawing/2014/main" id="{F4BB2B7A-91AE-4CF8-AD77-E82CB7AFDA75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1206868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0" name="직선 연결선 5169">
              <a:extLst>
                <a:ext uri="{FF2B5EF4-FFF2-40B4-BE49-F238E27FC236}">
                  <a16:creationId xmlns:a16="http://schemas.microsoft.com/office/drawing/2014/main" id="{17F49094-6B27-4E86-9C98-76796CE9E898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3449788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1" name="직선 연결선 5170">
              <a:extLst>
                <a:ext uri="{FF2B5EF4-FFF2-40B4-BE49-F238E27FC236}">
                  <a16:creationId xmlns:a16="http://schemas.microsoft.com/office/drawing/2014/main" id="{357E87F1-0C41-4ABB-B5FF-242129CF1903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4795540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2" name="직선 연결선 5171">
              <a:extLst>
                <a:ext uri="{FF2B5EF4-FFF2-40B4-BE49-F238E27FC236}">
                  <a16:creationId xmlns:a16="http://schemas.microsoft.com/office/drawing/2014/main" id="{07778732-EA65-49B2-BEF3-734D0485FCFB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5917000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3" name="직선 연결선 5172">
              <a:extLst>
                <a:ext uri="{FF2B5EF4-FFF2-40B4-BE49-F238E27FC236}">
                  <a16:creationId xmlns:a16="http://schemas.microsoft.com/office/drawing/2014/main" id="{3BCC2920-CF97-4EDF-8F7C-59208B895243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1655452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4" name="직선 연결선 5173">
              <a:extLst>
                <a:ext uri="{FF2B5EF4-FFF2-40B4-BE49-F238E27FC236}">
                  <a16:creationId xmlns:a16="http://schemas.microsoft.com/office/drawing/2014/main" id="{463CAD14-7CD3-439A-A45D-CE7DDF0AFDDE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2104036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5" name="직선 연결선 5174">
              <a:extLst>
                <a:ext uri="{FF2B5EF4-FFF2-40B4-BE49-F238E27FC236}">
                  <a16:creationId xmlns:a16="http://schemas.microsoft.com/office/drawing/2014/main" id="{441EBC3D-14C4-4658-B436-55EB6C075107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2552620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6" name="직선 연결선 5175">
              <a:extLst>
                <a:ext uri="{FF2B5EF4-FFF2-40B4-BE49-F238E27FC236}">
                  <a16:creationId xmlns:a16="http://schemas.microsoft.com/office/drawing/2014/main" id="{EE064937-3BCE-406B-9A5C-F7B614CCF55F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3001204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7" name="직선 연결선 5176">
              <a:extLst>
                <a:ext uri="{FF2B5EF4-FFF2-40B4-BE49-F238E27FC236}">
                  <a16:creationId xmlns:a16="http://schemas.microsoft.com/office/drawing/2014/main" id="{6EE9ED75-AAF5-4234-8C32-0703410D28AC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3898372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8" name="직선 연결선 5177">
              <a:extLst>
                <a:ext uri="{FF2B5EF4-FFF2-40B4-BE49-F238E27FC236}">
                  <a16:creationId xmlns:a16="http://schemas.microsoft.com/office/drawing/2014/main" id="{A9E8B863-E9B7-417F-A0B0-1BECAA3EE7F1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4122664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9" name="직선 연결선 5178">
              <a:extLst>
                <a:ext uri="{FF2B5EF4-FFF2-40B4-BE49-F238E27FC236}">
                  <a16:creationId xmlns:a16="http://schemas.microsoft.com/office/drawing/2014/main" id="{840BE580-6772-463D-A565-1C888712ABBA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4346956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0" name="직선 연결선 5179">
              <a:extLst>
                <a:ext uri="{FF2B5EF4-FFF2-40B4-BE49-F238E27FC236}">
                  <a16:creationId xmlns:a16="http://schemas.microsoft.com/office/drawing/2014/main" id="{DD394896-3803-472D-A8FB-CB6B18131E70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4571248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1" name="직선 연결선 5180">
              <a:extLst>
                <a:ext uri="{FF2B5EF4-FFF2-40B4-BE49-F238E27FC236}">
                  <a16:creationId xmlns:a16="http://schemas.microsoft.com/office/drawing/2014/main" id="{EED29893-2233-4435-8408-01EC3DA2FCD8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5019832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2" name="직선 연결선 5181">
              <a:extLst>
                <a:ext uri="{FF2B5EF4-FFF2-40B4-BE49-F238E27FC236}">
                  <a16:creationId xmlns:a16="http://schemas.microsoft.com/office/drawing/2014/main" id="{C6A34429-8697-45D1-99A1-3B8B41A0D0BB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5244124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3" name="직선 연결선 5182">
              <a:extLst>
                <a:ext uri="{FF2B5EF4-FFF2-40B4-BE49-F238E27FC236}">
                  <a16:creationId xmlns:a16="http://schemas.microsoft.com/office/drawing/2014/main" id="{3EBB83E9-01D6-4895-AFFD-F12B642FC87C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5468416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4" name="직선 연결선 5183">
              <a:extLst>
                <a:ext uri="{FF2B5EF4-FFF2-40B4-BE49-F238E27FC236}">
                  <a16:creationId xmlns:a16="http://schemas.microsoft.com/office/drawing/2014/main" id="{8AFD242F-2465-49BB-87F3-9AB5AE29F4B9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6589876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5" name="직선 연결선 5184">
              <a:extLst>
                <a:ext uri="{FF2B5EF4-FFF2-40B4-BE49-F238E27FC236}">
                  <a16:creationId xmlns:a16="http://schemas.microsoft.com/office/drawing/2014/main" id="{C2CDCF8D-746A-41E9-A0E4-F80251EB7743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5692708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6" name="직선 연결선 5185">
              <a:extLst>
                <a:ext uri="{FF2B5EF4-FFF2-40B4-BE49-F238E27FC236}">
                  <a16:creationId xmlns:a16="http://schemas.microsoft.com/office/drawing/2014/main" id="{7025CF22-66E2-4A48-9D9C-4573FD4B44B9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6141292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7" name="직선 연결선 5186">
              <a:extLst>
                <a:ext uri="{FF2B5EF4-FFF2-40B4-BE49-F238E27FC236}">
                  <a16:creationId xmlns:a16="http://schemas.microsoft.com/office/drawing/2014/main" id="{8620D9D4-8A21-4FF3-8A24-A5434AD325C1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7262752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8" name="직선 연결선 5187">
              <a:extLst>
                <a:ext uri="{FF2B5EF4-FFF2-40B4-BE49-F238E27FC236}">
                  <a16:creationId xmlns:a16="http://schemas.microsoft.com/office/drawing/2014/main" id="{1CBFCBBA-8552-443A-AC21-C7C09F61761A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758284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9" name="직선 연결선 5188">
              <a:extLst>
                <a:ext uri="{FF2B5EF4-FFF2-40B4-BE49-F238E27FC236}">
                  <a16:creationId xmlns:a16="http://schemas.microsoft.com/office/drawing/2014/main" id="{AFC05B13-756E-4F18-91AB-76B71756C401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1431160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0" name="직선 연결선 5189">
              <a:extLst>
                <a:ext uri="{FF2B5EF4-FFF2-40B4-BE49-F238E27FC236}">
                  <a16:creationId xmlns:a16="http://schemas.microsoft.com/office/drawing/2014/main" id="{40ABDA5A-24AE-4D95-8B31-350415AFA36D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3674080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1" name="직선 연결선 5190">
              <a:extLst>
                <a:ext uri="{FF2B5EF4-FFF2-40B4-BE49-F238E27FC236}">
                  <a16:creationId xmlns:a16="http://schemas.microsoft.com/office/drawing/2014/main" id="{E47BCE62-2C75-428D-930B-0C3653F50D87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1879744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2" name="직선 연결선 5191">
              <a:extLst>
                <a:ext uri="{FF2B5EF4-FFF2-40B4-BE49-F238E27FC236}">
                  <a16:creationId xmlns:a16="http://schemas.microsoft.com/office/drawing/2014/main" id="{C43EFD57-4041-413E-8399-A0C6541A586A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2328328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3" name="직선 연결선 5192">
              <a:extLst>
                <a:ext uri="{FF2B5EF4-FFF2-40B4-BE49-F238E27FC236}">
                  <a16:creationId xmlns:a16="http://schemas.microsoft.com/office/drawing/2014/main" id="{D8E7D91E-09DF-4719-885E-56FA13D56BBF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2776912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4" name="직선 연결선 5193">
              <a:extLst>
                <a:ext uri="{FF2B5EF4-FFF2-40B4-BE49-F238E27FC236}">
                  <a16:creationId xmlns:a16="http://schemas.microsoft.com/office/drawing/2014/main" id="{E6210ACF-BA7E-45D7-B5E4-FDF27D8A7B32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3225496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5" name="직선 연결선 5194">
              <a:extLst>
                <a:ext uri="{FF2B5EF4-FFF2-40B4-BE49-F238E27FC236}">
                  <a16:creationId xmlns:a16="http://schemas.microsoft.com/office/drawing/2014/main" id="{15D63569-8CC7-42F3-8AF1-7BB6FF7A7578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982576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6" name="직선 연결선 5195">
              <a:extLst>
                <a:ext uri="{FF2B5EF4-FFF2-40B4-BE49-F238E27FC236}">
                  <a16:creationId xmlns:a16="http://schemas.microsoft.com/office/drawing/2014/main" id="{8C04507F-B932-4A22-A7F0-8224135B9F1B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6365584"/>
              <a:ext cx="546458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7" name="직선 연결선 5196">
              <a:extLst>
                <a:ext uri="{FF2B5EF4-FFF2-40B4-BE49-F238E27FC236}">
                  <a16:creationId xmlns:a16="http://schemas.microsoft.com/office/drawing/2014/main" id="{83D0A1A9-A189-456F-94C8-8A29E8624600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7038460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8" name="직선 연결선 5197">
              <a:extLst>
                <a:ext uri="{FF2B5EF4-FFF2-40B4-BE49-F238E27FC236}">
                  <a16:creationId xmlns:a16="http://schemas.microsoft.com/office/drawing/2014/main" id="{E584870B-48EE-46F8-B77E-879A3E3BF529}"/>
                </a:ext>
              </a:extLst>
            </p:cNvPr>
            <p:cNvCxnSpPr>
              <a:cxnSpLocks/>
            </p:cNvCxnSpPr>
            <p:nvPr/>
          </p:nvCxnSpPr>
          <p:spPr>
            <a:xfrm>
              <a:off x="236766" y="6814168"/>
              <a:ext cx="5464581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9" name="직선 연결선 5198">
              <a:extLst>
                <a:ext uri="{FF2B5EF4-FFF2-40B4-BE49-F238E27FC236}">
                  <a16:creationId xmlns:a16="http://schemas.microsoft.com/office/drawing/2014/main" id="{9146A309-1878-4F6A-9F61-375A798A081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0" name="직선 연결선 5199">
              <a:extLst>
                <a:ext uri="{FF2B5EF4-FFF2-40B4-BE49-F238E27FC236}">
                  <a16:creationId xmlns:a16="http://schemas.microsoft.com/office/drawing/2014/main" id="{86A1103A-0899-40B4-98EA-2E8B4BEAF2CF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185">
            <a:hlinkClick r:id="rId2"/>
            <a:extLst>
              <a:ext uri="{FF2B5EF4-FFF2-40B4-BE49-F238E27FC236}">
                <a16:creationId xmlns:a16="http://schemas.microsoft.com/office/drawing/2014/main" id="{F1A9154E-E5B0-4070-B4C1-77F3824E471E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" name="TextBox 186">
            <a:hlinkClick r:id="rId3"/>
            <a:extLst>
              <a:ext uri="{FF2B5EF4-FFF2-40B4-BE49-F238E27FC236}">
                <a16:creationId xmlns:a16="http://schemas.microsoft.com/office/drawing/2014/main" id="{9A7376F8-D787-4412-9EAA-88F1663450E0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" name="TextBox 184">
            <a:hlinkClick r:id="rId4"/>
            <a:extLst>
              <a:ext uri="{FF2B5EF4-FFF2-40B4-BE49-F238E27FC236}">
                <a16:creationId xmlns:a16="http://schemas.microsoft.com/office/drawing/2014/main" id="{5BA45728-7BCE-4B26-B4F2-05AA0456CD8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82</cp:revision>
  <dcterms:created xsi:type="dcterms:W3CDTF">2021-10-29T04:43:38Z</dcterms:created>
  <dcterms:modified xsi:type="dcterms:W3CDTF">2021-12-14T04:42:56Z</dcterms:modified>
</cp:coreProperties>
</file>
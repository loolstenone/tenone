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95" name="그룹 23894">
            <a:extLst>
              <a:ext uri="{FF2B5EF4-FFF2-40B4-BE49-F238E27FC236}">
                <a16:creationId xmlns:a16="http://schemas.microsoft.com/office/drawing/2014/main" id="{27B95961-7188-4A76-A2BE-D5B3EC2C5C78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grpSp>
          <p:nvGrpSpPr>
            <p:cNvPr id="5900" name="그룹 5899">
              <a:extLst>
                <a:ext uri="{FF2B5EF4-FFF2-40B4-BE49-F238E27FC236}">
                  <a16:creationId xmlns:a16="http://schemas.microsoft.com/office/drawing/2014/main" id="{3F7B1F6E-209E-40A7-A6C8-9026A4378E9A}"/>
                </a:ext>
              </a:extLst>
            </p:cNvPr>
            <p:cNvGrpSpPr/>
            <p:nvPr/>
          </p:nvGrpSpPr>
          <p:grpSpPr>
            <a:xfrm>
              <a:off x="230188" y="3882775"/>
              <a:ext cx="5472112" cy="3599113"/>
              <a:chOff x="1481886" y="6040634"/>
              <a:chExt cx="6006114" cy="4894687"/>
            </a:xfrm>
          </p:grpSpPr>
          <p:cxnSp>
            <p:nvCxnSpPr>
              <p:cNvPr id="5901" name="직선 연결선 5900">
                <a:extLst>
                  <a:ext uri="{FF2B5EF4-FFF2-40B4-BE49-F238E27FC236}">
                    <a16:creationId xmlns:a16="http://schemas.microsoft.com/office/drawing/2014/main" id="{8E026882-D080-4DD9-ACC1-BAE204892769}"/>
                  </a:ext>
                </a:extLst>
              </p:cNvPr>
              <p:cNvCxnSpPr/>
              <p:nvPr/>
            </p:nvCxnSpPr>
            <p:spPr>
              <a:xfrm>
                <a:off x="1481886" y="641714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2" name="직선 연결선 5901">
                <a:extLst>
                  <a:ext uri="{FF2B5EF4-FFF2-40B4-BE49-F238E27FC236}">
                    <a16:creationId xmlns:a16="http://schemas.microsoft.com/office/drawing/2014/main" id="{52C9D0C3-2D50-4589-843F-03CE1BD339E1}"/>
                  </a:ext>
                </a:extLst>
              </p:cNvPr>
              <p:cNvCxnSpPr/>
              <p:nvPr/>
            </p:nvCxnSpPr>
            <p:spPr>
              <a:xfrm>
                <a:off x="1481886" y="679366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3" name="직선 연결선 5902">
                <a:extLst>
                  <a:ext uri="{FF2B5EF4-FFF2-40B4-BE49-F238E27FC236}">
                    <a16:creationId xmlns:a16="http://schemas.microsoft.com/office/drawing/2014/main" id="{4C3CF69B-AFA8-4B9D-B331-505205881593}"/>
                  </a:ext>
                </a:extLst>
              </p:cNvPr>
              <p:cNvCxnSpPr/>
              <p:nvPr/>
            </p:nvCxnSpPr>
            <p:spPr>
              <a:xfrm>
                <a:off x="1481886" y="7170176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4" name="직선 연결선 5903">
                <a:extLst>
                  <a:ext uri="{FF2B5EF4-FFF2-40B4-BE49-F238E27FC236}">
                    <a16:creationId xmlns:a16="http://schemas.microsoft.com/office/drawing/2014/main" id="{65D0AD85-BF12-49F7-80B4-3C3061E8CB72}"/>
                  </a:ext>
                </a:extLst>
              </p:cNvPr>
              <p:cNvCxnSpPr/>
              <p:nvPr/>
            </p:nvCxnSpPr>
            <p:spPr>
              <a:xfrm>
                <a:off x="1481886" y="604063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5" name="직선 연결선 5904">
                <a:extLst>
                  <a:ext uri="{FF2B5EF4-FFF2-40B4-BE49-F238E27FC236}">
                    <a16:creationId xmlns:a16="http://schemas.microsoft.com/office/drawing/2014/main" id="{2105C1DB-363E-4D77-94B0-8D6DE34730CB}"/>
                  </a:ext>
                </a:extLst>
              </p:cNvPr>
              <p:cNvCxnSpPr/>
              <p:nvPr/>
            </p:nvCxnSpPr>
            <p:spPr>
              <a:xfrm>
                <a:off x="1481886" y="7546690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6" name="직선 연결선 5905">
                <a:extLst>
                  <a:ext uri="{FF2B5EF4-FFF2-40B4-BE49-F238E27FC236}">
                    <a16:creationId xmlns:a16="http://schemas.microsoft.com/office/drawing/2014/main" id="{B127616A-19C9-4C45-A66E-D026AF76DDF5}"/>
                  </a:ext>
                </a:extLst>
              </p:cNvPr>
              <p:cNvCxnSpPr/>
              <p:nvPr/>
            </p:nvCxnSpPr>
            <p:spPr>
              <a:xfrm>
                <a:off x="1481886" y="829971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7" name="직선 연결선 5906">
                <a:extLst>
                  <a:ext uri="{FF2B5EF4-FFF2-40B4-BE49-F238E27FC236}">
                    <a16:creationId xmlns:a16="http://schemas.microsoft.com/office/drawing/2014/main" id="{09CCADD3-C731-43DB-A4F7-A2411194A067}"/>
                  </a:ext>
                </a:extLst>
              </p:cNvPr>
              <p:cNvCxnSpPr/>
              <p:nvPr/>
            </p:nvCxnSpPr>
            <p:spPr>
              <a:xfrm>
                <a:off x="1481886" y="867623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8" name="직선 연결선 5907">
                <a:extLst>
                  <a:ext uri="{FF2B5EF4-FFF2-40B4-BE49-F238E27FC236}">
                    <a16:creationId xmlns:a16="http://schemas.microsoft.com/office/drawing/2014/main" id="{34F3E976-3AB0-440B-8C9B-D1F6E850838B}"/>
                  </a:ext>
                </a:extLst>
              </p:cNvPr>
              <p:cNvCxnSpPr/>
              <p:nvPr/>
            </p:nvCxnSpPr>
            <p:spPr>
              <a:xfrm>
                <a:off x="1481886" y="9052746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9" name="직선 연결선 5908">
                <a:extLst>
                  <a:ext uri="{FF2B5EF4-FFF2-40B4-BE49-F238E27FC236}">
                    <a16:creationId xmlns:a16="http://schemas.microsoft.com/office/drawing/2014/main" id="{A635A89E-AC11-49BC-BF1A-A7D1C4D24642}"/>
                  </a:ext>
                </a:extLst>
              </p:cNvPr>
              <p:cNvCxnSpPr/>
              <p:nvPr/>
            </p:nvCxnSpPr>
            <p:spPr>
              <a:xfrm>
                <a:off x="1481886" y="792320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0" name="직선 연결선 5909">
                <a:extLst>
                  <a:ext uri="{FF2B5EF4-FFF2-40B4-BE49-F238E27FC236}">
                    <a16:creationId xmlns:a16="http://schemas.microsoft.com/office/drawing/2014/main" id="{24A24CDD-AD92-4506-A188-A3F7583A59A3}"/>
                  </a:ext>
                </a:extLst>
              </p:cNvPr>
              <p:cNvCxnSpPr/>
              <p:nvPr/>
            </p:nvCxnSpPr>
            <p:spPr>
              <a:xfrm>
                <a:off x="1481886" y="9429260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1" name="직선 연결선 5910">
                <a:extLst>
                  <a:ext uri="{FF2B5EF4-FFF2-40B4-BE49-F238E27FC236}">
                    <a16:creationId xmlns:a16="http://schemas.microsoft.com/office/drawing/2014/main" id="{FDF42368-2EE3-48C3-A389-F6BF6726D5D2}"/>
                  </a:ext>
                </a:extLst>
              </p:cNvPr>
              <p:cNvCxnSpPr/>
              <p:nvPr/>
            </p:nvCxnSpPr>
            <p:spPr>
              <a:xfrm>
                <a:off x="1481886" y="1018228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2" name="직선 연결선 5911">
                <a:extLst>
                  <a:ext uri="{FF2B5EF4-FFF2-40B4-BE49-F238E27FC236}">
                    <a16:creationId xmlns:a16="http://schemas.microsoft.com/office/drawing/2014/main" id="{A2F17F8F-83F9-479E-9674-3423E4884F6B}"/>
                  </a:ext>
                </a:extLst>
              </p:cNvPr>
              <p:cNvCxnSpPr/>
              <p:nvPr/>
            </p:nvCxnSpPr>
            <p:spPr>
              <a:xfrm>
                <a:off x="1481886" y="1055880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3" name="직선 연결선 5912">
                <a:extLst>
                  <a:ext uri="{FF2B5EF4-FFF2-40B4-BE49-F238E27FC236}">
                    <a16:creationId xmlns:a16="http://schemas.microsoft.com/office/drawing/2014/main" id="{860BBFBB-CCAB-492C-B431-20B71AB21330}"/>
                  </a:ext>
                </a:extLst>
              </p:cNvPr>
              <p:cNvCxnSpPr/>
              <p:nvPr/>
            </p:nvCxnSpPr>
            <p:spPr>
              <a:xfrm>
                <a:off x="1481886" y="10935321"/>
                <a:ext cx="600611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4" name="직선 연결선 5913">
                <a:extLst>
                  <a:ext uri="{FF2B5EF4-FFF2-40B4-BE49-F238E27FC236}">
                    <a16:creationId xmlns:a16="http://schemas.microsoft.com/office/drawing/2014/main" id="{D5280356-C541-4E2F-85D2-A5155F8C1F7F}"/>
                  </a:ext>
                </a:extLst>
              </p:cNvPr>
              <p:cNvCxnSpPr/>
              <p:nvPr/>
            </p:nvCxnSpPr>
            <p:spPr>
              <a:xfrm>
                <a:off x="1481886" y="980577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15" name="직선 연결선 5914">
              <a:extLst>
                <a:ext uri="{FF2B5EF4-FFF2-40B4-BE49-F238E27FC236}">
                  <a16:creationId xmlns:a16="http://schemas.microsoft.com/office/drawing/2014/main" id="{AFF02FB3-F391-4A77-8F36-3ED0E351530B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6" name="직선 연결선 5915">
              <a:extLst>
                <a:ext uri="{FF2B5EF4-FFF2-40B4-BE49-F238E27FC236}">
                  <a16:creationId xmlns:a16="http://schemas.microsoft.com/office/drawing/2014/main" id="{9F2D3496-9A72-4B8F-A78F-119AFA281827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2" name="직선 연결선 5941">
              <a:extLst>
                <a:ext uri="{FF2B5EF4-FFF2-40B4-BE49-F238E27FC236}">
                  <a16:creationId xmlns:a16="http://schemas.microsoft.com/office/drawing/2014/main" id="{A957BAF0-1C9A-4F02-B396-F87BFF19CB86}"/>
                </a:ext>
              </a:extLst>
            </p:cNvPr>
            <p:cNvCxnSpPr>
              <a:cxnSpLocks/>
            </p:cNvCxnSpPr>
            <p:nvPr/>
          </p:nvCxnSpPr>
          <p:spPr>
            <a:xfrm>
              <a:off x="817696" y="3398556"/>
              <a:ext cx="4442769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3" name="직선 연결선 5942">
              <a:extLst>
                <a:ext uri="{FF2B5EF4-FFF2-40B4-BE49-F238E27FC236}">
                  <a16:creationId xmlns:a16="http://schemas.microsoft.com/office/drawing/2014/main" id="{6413B313-5F4D-4D87-A956-386B01A4A7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555" y="1061722"/>
              <a:ext cx="0" cy="2336834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44" name="자유형: 도형 5943">
              <a:extLst>
                <a:ext uri="{FF2B5EF4-FFF2-40B4-BE49-F238E27FC236}">
                  <a16:creationId xmlns:a16="http://schemas.microsoft.com/office/drawing/2014/main" id="{55AD1B16-70E3-4237-97EF-6659F83C63A6}"/>
                </a:ext>
              </a:extLst>
            </p:cNvPr>
            <p:cNvSpPr/>
            <p:nvPr/>
          </p:nvSpPr>
          <p:spPr>
            <a:xfrm>
              <a:off x="2591213" y="1340028"/>
              <a:ext cx="2509383" cy="1141216"/>
            </a:xfrm>
            <a:custGeom>
              <a:avLst/>
              <a:gdLst>
                <a:gd name="connsiteX0" fmla="*/ 0 w 5421600"/>
                <a:gd name="connsiteY0" fmla="*/ 2436832 h 2465632"/>
                <a:gd name="connsiteX1" fmla="*/ 1108800 w 5421600"/>
                <a:gd name="connsiteY1" fmla="*/ 2141632 h 2465632"/>
                <a:gd name="connsiteX2" fmla="*/ 2016000 w 5421600"/>
                <a:gd name="connsiteY2" fmla="*/ 500032 h 2465632"/>
                <a:gd name="connsiteX3" fmla="*/ 2736000 w 5421600"/>
                <a:gd name="connsiteY3" fmla="*/ 3232 h 2465632"/>
                <a:gd name="connsiteX4" fmla="*/ 3369600 w 5421600"/>
                <a:gd name="connsiteY4" fmla="*/ 384832 h 2465632"/>
                <a:gd name="connsiteX5" fmla="*/ 4255200 w 5421600"/>
                <a:gd name="connsiteY5" fmla="*/ 2055232 h 2465632"/>
                <a:gd name="connsiteX6" fmla="*/ 5421600 w 5421600"/>
                <a:gd name="connsiteY6" fmla="*/ 2465632 h 246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1600" h="2465632">
                  <a:moveTo>
                    <a:pt x="0" y="2436832"/>
                  </a:moveTo>
                  <a:cubicBezTo>
                    <a:pt x="386400" y="2450632"/>
                    <a:pt x="772800" y="2464432"/>
                    <a:pt x="1108800" y="2141632"/>
                  </a:cubicBezTo>
                  <a:cubicBezTo>
                    <a:pt x="1444800" y="1818832"/>
                    <a:pt x="1744800" y="856432"/>
                    <a:pt x="2016000" y="500032"/>
                  </a:cubicBezTo>
                  <a:cubicBezTo>
                    <a:pt x="2287200" y="143632"/>
                    <a:pt x="2510400" y="22432"/>
                    <a:pt x="2736000" y="3232"/>
                  </a:cubicBezTo>
                  <a:cubicBezTo>
                    <a:pt x="2961600" y="-15968"/>
                    <a:pt x="3116400" y="42832"/>
                    <a:pt x="3369600" y="384832"/>
                  </a:cubicBezTo>
                  <a:cubicBezTo>
                    <a:pt x="3622800" y="726832"/>
                    <a:pt x="3913200" y="1708432"/>
                    <a:pt x="4255200" y="2055232"/>
                  </a:cubicBezTo>
                  <a:cubicBezTo>
                    <a:pt x="4597200" y="2402032"/>
                    <a:pt x="5009400" y="2433832"/>
                    <a:pt x="5421600" y="2465632"/>
                  </a:cubicBezTo>
                </a:path>
              </a:pathLst>
            </a:cu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grpSp>
          <p:nvGrpSpPr>
            <p:cNvPr id="5945" name="그룹 5944">
              <a:extLst>
                <a:ext uri="{FF2B5EF4-FFF2-40B4-BE49-F238E27FC236}">
                  <a16:creationId xmlns:a16="http://schemas.microsoft.com/office/drawing/2014/main" id="{460F66B5-23D6-4237-9503-491EB2E4EE94}"/>
                </a:ext>
              </a:extLst>
            </p:cNvPr>
            <p:cNvGrpSpPr/>
            <p:nvPr/>
          </p:nvGrpSpPr>
          <p:grpSpPr>
            <a:xfrm>
              <a:off x="2041233" y="1157065"/>
              <a:ext cx="2162023" cy="2621033"/>
              <a:chOff x="2262099" y="1680710"/>
              <a:chExt cx="3157500" cy="4556543"/>
            </a:xfrm>
          </p:grpSpPr>
          <p:cxnSp>
            <p:nvCxnSpPr>
              <p:cNvPr id="5946" name="직선 연결선 5945">
                <a:extLst>
                  <a:ext uri="{FF2B5EF4-FFF2-40B4-BE49-F238E27FC236}">
                    <a16:creationId xmlns:a16="http://schemas.microsoft.com/office/drawing/2014/main" id="{15F7F964-D77B-42D6-A606-B247861618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62099" y="1680710"/>
                <a:ext cx="0" cy="4556543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47" name="직선 연결선 5946">
                <a:extLst>
                  <a:ext uri="{FF2B5EF4-FFF2-40B4-BE49-F238E27FC236}">
                    <a16:creationId xmlns:a16="http://schemas.microsoft.com/office/drawing/2014/main" id="{63E8105F-D319-47DE-AB0A-77F91057DE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14599" y="1680710"/>
                <a:ext cx="0" cy="4556543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48" name="직선 연결선 5947">
                <a:extLst>
                  <a:ext uri="{FF2B5EF4-FFF2-40B4-BE49-F238E27FC236}">
                    <a16:creationId xmlns:a16="http://schemas.microsoft.com/office/drawing/2014/main" id="{1D6012FB-92AB-49E2-B2AC-62F18EC93C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67099" y="1680710"/>
                <a:ext cx="0" cy="4556543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49" name="직선 연결선 5948">
                <a:extLst>
                  <a:ext uri="{FF2B5EF4-FFF2-40B4-BE49-F238E27FC236}">
                    <a16:creationId xmlns:a16="http://schemas.microsoft.com/office/drawing/2014/main" id="{49256ACA-082C-499A-985F-85B6DD08D3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19599" y="1680710"/>
                <a:ext cx="0" cy="4556543"/>
              </a:xfrm>
              <a:prstGeom prst="line">
                <a:avLst/>
              </a:prstGeom>
              <a:ln w="3175">
                <a:solidFill>
                  <a:schemeClr val="bg1">
                    <a:lumMod val="75000"/>
                  </a:schemeClr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50" name="자유형: 도형 5949">
              <a:extLst>
                <a:ext uri="{FF2B5EF4-FFF2-40B4-BE49-F238E27FC236}">
                  <a16:creationId xmlns:a16="http://schemas.microsoft.com/office/drawing/2014/main" id="{0178F095-70ED-45D9-B7DA-4409BF6E8808}"/>
                </a:ext>
              </a:extLst>
            </p:cNvPr>
            <p:cNvSpPr/>
            <p:nvPr/>
          </p:nvSpPr>
          <p:spPr>
            <a:xfrm>
              <a:off x="1226993" y="1687001"/>
              <a:ext cx="3753987" cy="1572421"/>
            </a:xfrm>
            <a:custGeom>
              <a:avLst/>
              <a:gdLst>
                <a:gd name="connsiteX0" fmla="*/ 0 w 5421600"/>
                <a:gd name="connsiteY0" fmla="*/ 2436832 h 2465632"/>
                <a:gd name="connsiteX1" fmla="*/ 1108800 w 5421600"/>
                <a:gd name="connsiteY1" fmla="*/ 2141632 h 2465632"/>
                <a:gd name="connsiteX2" fmla="*/ 2016000 w 5421600"/>
                <a:gd name="connsiteY2" fmla="*/ 500032 h 2465632"/>
                <a:gd name="connsiteX3" fmla="*/ 2736000 w 5421600"/>
                <a:gd name="connsiteY3" fmla="*/ 3232 h 2465632"/>
                <a:gd name="connsiteX4" fmla="*/ 3369600 w 5421600"/>
                <a:gd name="connsiteY4" fmla="*/ 384832 h 2465632"/>
                <a:gd name="connsiteX5" fmla="*/ 4255200 w 5421600"/>
                <a:gd name="connsiteY5" fmla="*/ 2055232 h 2465632"/>
                <a:gd name="connsiteX6" fmla="*/ 5421600 w 5421600"/>
                <a:gd name="connsiteY6" fmla="*/ 2465632 h 246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1600" h="2465632">
                  <a:moveTo>
                    <a:pt x="0" y="2436832"/>
                  </a:moveTo>
                  <a:cubicBezTo>
                    <a:pt x="386400" y="2450632"/>
                    <a:pt x="772800" y="2464432"/>
                    <a:pt x="1108800" y="2141632"/>
                  </a:cubicBezTo>
                  <a:cubicBezTo>
                    <a:pt x="1444800" y="1818832"/>
                    <a:pt x="1744800" y="856432"/>
                    <a:pt x="2016000" y="500032"/>
                  </a:cubicBezTo>
                  <a:cubicBezTo>
                    <a:pt x="2287200" y="143632"/>
                    <a:pt x="2510400" y="22432"/>
                    <a:pt x="2736000" y="3232"/>
                  </a:cubicBezTo>
                  <a:cubicBezTo>
                    <a:pt x="2961600" y="-15968"/>
                    <a:pt x="3116400" y="42832"/>
                    <a:pt x="3369600" y="384832"/>
                  </a:cubicBezTo>
                  <a:cubicBezTo>
                    <a:pt x="3622800" y="726832"/>
                    <a:pt x="3913200" y="1708432"/>
                    <a:pt x="4255200" y="2055232"/>
                  </a:cubicBezTo>
                  <a:cubicBezTo>
                    <a:pt x="4597200" y="2402032"/>
                    <a:pt x="5009400" y="2433832"/>
                    <a:pt x="5421600" y="2465632"/>
                  </a:cubicBezTo>
                </a:path>
              </a:pathLst>
            </a:cu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</p:grpSp>
      <p:sp>
        <p:nvSpPr>
          <p:cNvPr id="30" name="TextBox 185">
            <a:hlinkClick r:id="rId2"/>
            <a:extLst>
              <a:ext uri="{FF2B5EF4-FFF2-40B4-BE49-F238E27FC236}">
                <a16:creationId xmlns:a16="http://schemas.microsoft.com/office/drawing/2014/main" id="{1811848D-4914-4E9B-B696-2FB20FEBC6AF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TextBox 186">
            <a:hlinkClick r:id="rId3"/>
            <a:extLst>
              <a:ext uri="{FF2B5EF4-FFF2-40B4-BE49-F238E27FC236}">
                <a16:creationId xmlns:a16="http://schemas.microsoft.com/office/drawing/2014/main" id="{78AE2133-450A-4AFE-9AC0-B2D4915203B0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TextBox 184">
            <a:hlinkClick r:id="rId4"/>
            <a:extLst>
              <a:ext uri="{FF2B5EF4-FFF2-40B4-BE49-F238E27FC236}">
                <a16:creationId xmlns:a16="http://schemas.microsoft.com/office/drawing/2014/main" id="{A92DAA87-A8DB-4FDC-BF4C-C8927D2CEF65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100</cp:revision>
  <dcterms:created xsi:type="dcterms:W3CDTF">2021-10-29T04:43:38Z</dcterms:created>
  <dcterms:modified xsi:type="dcterms:W3CDTF">2021-12-14T04:33:36Z</dcterms:modified>
</cp:coreProperties>
</file>
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774" y="66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2C493F0C-7655-46A6-8187-95FAC424027B}"/>
              </a:ext>
            </a:extLst>
          </p:cNvPr>
          <p:cNvGrpSpPr/>
          <p:nvPr/>
        </p:nvGrpSpPr>
        <p:grpSpPr>
          <a:xfrm>
            <a:off x="302419" y="462531"/>
            <a:ext cx="5472112" cy="7019357"/>
            <a:chOff x="230188" y="462531"/>
            <a:chExt cx="5472112" cy="7019357"/>
          </a:xfrm>
        </p:grpSpPr>
        <p:cxnSp>
          <p:nvCxnSpPr>
            <p:cNvPr id="370" name="직선 연결선 369">
              <a:extLst>
                <a:ext uri="{FF2B5EF4-FFF2-40B4-BE49-F238E27FC236}">
                  <a16:creationId xmlns:a16="http://schemas.microsoft.com/office/drawing/2014/main" id="{7C80B8C6-29E1-4313-A824-4080FC6CAFFF}"/>
                </a:ext>
              </a:extLst>
            </p:cNvPr>
            <p:cNvCxnSpPr/>
            <p:nvPr/>
          </p:nvCxnSpPr>
          <p:spPr>
            <a:xfrm>
              <a:off x="230188" y="4159630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직선 연결선 370">
              <a:extLst>
                <a:ext uri="{FF2B5EF4-FFF2-40B4-BE49-F238E27FC236}">
                  <a16:creationId xmlns:a16="http://schemas.microsoft.com/office/drawing/2014/main" id="{5C98BE02-3806-43AB-9215-DD95AFAAF1C2}"/>
                </a:ext>
              </a:extLst>
            </p:cNvPr>
            <p:cNvCxnSpPr/>
            <p:nvPr/>
          </p:nvCxnSpPr>
          <p:spPr>
            <a:xfrm>
              <a:off x="230188" y="4436484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직선 연결선 371">
              <a:extLst>
                <a:ext uri="{FF2B5EF4-FFF2-40B4-BE49-F238E27FC236}">
                  <a16:creationId xmlns:a16="http://schemas.microsoft.com/office/drawing/2014/main" id="{F82D03F8-FE75-48E5-AFB6-6BE1EF5918C0}"/>
                </a:ext>
              </a:extLst>
            </p:cNvPr>
            <p:cNvCxnSpPr/>
            <p:nvPr/>
          </p:nvCxnSpPr>
          <p:spPr>
            <a:xfrm>
              <a:off x="230188" y="4713339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직선 연결선 372">
              <a:extLst>
                <a:ext uri="{FF2B5EF4-FFF2-40B4-BE49-F238E27FC236}">
                  <a16:creationId xmlns:a16="http://schemas.microsoft.com/office/drawing/2014/main" id="{C246C14B-C08B-46C5-8BE2-40FF71CE75D8}"/>
                </a:ext>
              </a:extLst>
            </p:cNvPr>
            <p:cNvCxnSpPr/>
            <p:nvPr/>
          </p:nvCxnSpPr>
          <p:spPr>
            <a:xfrm>
              <a:off x="230188" y="4990193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직선 연결선 373">
              <a:extLst>
                <a:ext uri="{FF2B5EF4-FFF2-40B4-BE49-F238E27FC236}">
                  <a16:creationId xmlns:a16="http://schemas.microsoft.com/office/drawing/2014/main" id="{B333E5E8-4059-4D1E-BE9F-316FB6174738}"/>
                </a:ext>
              </a:extLst>
            </p:cNvPr>
            <p:cNvCxnSpPr/>
            <p:nvPr/>
          </p:nvCxnSpPr>
          <p:spPr>
            <a:xfrm>
              <a:off x="230188" y="5543902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직선 연결선 374">
              <a:extLst>
                <a:ext uri="{FF2B5EF4-FFF2-40B4-BE49-F238E27FC236}">
                  <a16:creationId xmlns:a16="http://schemas.microsoft.com/office/drawing/2014/main" id="{F71DCCFE-60B2-4514-B796-A859B9F77987}"/>
                </a:ext>
              </a:extLst>
            </p:cNvPr>
            <p:cNvCxnSpPr/>
            <p:nvPr/>
          </p:nvCxnSpPr>
          <p:spPr>
            <a:xfrm>
              <a:off x="230188" y="5820757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직선 연결선 375">
              <a:extLst>
                <a:ext uri="{FF2B5EF4-FFF2-40B4-BE49-F238E27FC236}">
                  <a16:creationId xmlns:a16="http://schemas.microsoft.com/office/drawing/2014/main" id="{C1B2D40D-58F6-406B-B745-12314DE05647}"/>
                </a:ext>
              </a:extLst>
            </p:cNvPr>
            <p:cNvCxnSpPr/>
            <p:nvPr/>
          </p:nvCxnSpPr>
          <p:spPr>
            <a:xfrm>
              <a:off x="230188" y="6097612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직선 연결선 376">
              <a:extLst>
                <a:ext uri="{FF2B5EF4-FFF2-40B4-BE49-F238E27FC236}">
                  <a16:creationId xmlns:a16="http://schemas.microsoft.com/office/drawing/2014/main" id="{A780EDA0-AF7A-415E-9AFD-72923F46E6F3}"/>
                </a:ext>
              </a:extLst>
            </p:cNvPr>
            <p:cNvCxnSpPr/>
            <p:nvPr/>
          </p:nvCxnSpPr>
          <p:spPr>
            <a:xfrm>
              <a:off x="230188" y="5267048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직선 연결선 377">
              <a:extLst>
                <a:ext uri="{FF2B5EF4-FFF2-40B4-BE49-F238E27FC236}">
                  <a16:creationId xmlns:a16="http://schemas.microsoft.com/office/drawing/2014/main" id="{94FC878D-1EF8-448C-B9B4-5FBBFB3BBC25}"/>
                </a:ext>
              </a:extLst>
            </p:cNvPr>
            <p:cNvCxnSpPr/>
            <p:nvPr/>
          </p:nvCxnSpPr>
          <p:spPr>
            <a:xfrm>
              <a:off x="230188" y="6374466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직선 연결선 378">
              <a:extLst>
                <a:ext uri="{FF2B5EF4-FFF2-40B4-BE49-F238E27FC236}">
                  <a16:creationId xmlns:a16="http://schemas.microsoft.com/office/drawing/2014/main" id="{B4250138-9671-405C-B6C5-5981D9962C78}"/>
                </a:ext>
              </a:extLst>
            </p:cNvPr>
            <p:cNvCxnSpPr/>
            <p:nvPr/>
          </p:nvCxnSpPr>
          <p:spPr>
            <a:xfrm>
              <a:off x="230188" y="6928175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직선 연결선 379">
              <a:extLst>
                <a:ext uri="{FF2B5EF4-FFF2-40B4-BE49-F238E27FC236}">
                  <a16:creationId xmlns:a16="http://schemas.microsoft.com/office/drawing/2014/main" id="{CBF373E5-0935-4A80-A35E-E935FF6C9FCB}"/>
                </a:ext>
              </a:extLst>
            </p:cNvPr>
            <p:cNvCxnSpPr/>
            <p:nvPr/>
          </p:nvCxnSpPr>
          <p:spPr>
            <a:xfrm>
              <a:off x="230188" y="7205030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직선 연결선 380">
              <a:extLst>
                <a:ext uri="{FF2B5EF4-FFF2-40B4-BE49-F238E27FC236}">
                  <a16:creationId xmlns:a16="http://schemas.microsoft.com/office/drawing/2014/main" id="{7C02928C-A8E5-4BFF-BAD4-0E7875A99195}"/>
                </a:ext>
              </a:extLst>
            </p:cNvPr>
            <p:cNvCxnSpPr/>
            <p:nvPr/>
          </p:nvCxnSpPr>
          <p:spPr>
            <a:xfrm>
              <a:off x="230188" y="7481888"/>
              <a:ext cx="5472112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직선 연결선 381">
              <a:extLst>
                <a:ext uri="{FF2B5EF4-FFF2-40B4-BE49-F238E27FC236}">
                  <a16:creationId xmlns:a16="http://schemas.microsoft.com/office/drawing/2014/main" id="{379385C7-BBF0-4360-A731-E0B84D20433B}"/>
                </a:ext>
              </a:extLst>
            </p:cNvPr>
            <p:cNvCxnSpPr/>
            <p:nvPr/>
          </p:nvCxnSpPr>
          <p:spPr>
            <a:xfrm>
              <a:off x="230188" y="6651321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직선 연결선 382">
              <a:extLst>
                <a:ext uri="{FF2B5EF4-FFF2-40B4-BE49-F238E27FC236}">
                  <a16:creationId xmlns:a16="http://schemas.microsoft.com/office/drawing/2014/main" id="{74A5152A-B5F0-4C8A-9BBF-B04B83F9A67C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직선 연결선 383">
              <a:extLst>
                <a:ext uri="{FF2B5EF4-FFF2-40B4-BE49-F238E27FC236}">
                  <a16:creationId xmlns:a16="http://schemas.microsoft.com/office/drawing/2014/main" id="{3B30D0AD-952B-4AD4-81B1-1E597357D053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5" name="타원 384">
              <a:extLst>
                <a:ext uri="{FF2B5EF4-FFF2-40B4-BE49-F238E27FC236}">
                  <a16:creationId xmlns:a16="http://schemas.microsoft.com/office/drawing/2014/main" id="{8175363E-B6DA-49CC-A402-4A07237AE69C}"/>
                </a:ext>
              </a:extLst>
            </p:cNvPr>
            <p:cNvSpPr/>
            <p:nvPr/>
          </p:nvSpPr>
          <p:spPr>
            <a:xfrm>
              <a:off x="1156335" y="1285684"/>
              <a:ext cx="2148840" cy="2148840"/>
            </a:xfrm>
            <a:prstGeom prst="ellips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6" name="타원 385">
              <a:extLst>
                <a:ext uri="{FF2B5EF4-FFF2-40B4-BE49-F238E27FC236}">
                  <a16:creationId xmlns:a16="http://schemas.microsoft.com/office/drawing/2014/main" id="{5C6C2B77-E45C-49B5-82C4-F38FF7C564B4}"/>
                </a:ext>
              </a:extLst>
            </p:cNvPr>
            <p:cNvSpPr/>
            <p:nvPr/>
          </p:nvSpPr>
          <p:spPr>
            <a:xfrm>
              <a:off x="2564448" y="1285684"/>
              <a:ext cx="2148840" cy="2148840"/>
            </a:xfrm>
            <a:prstGeom prst="ellips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1" name="TextBox 185">
            <a:hlinkClick r:id="rId2"/>
            <a:extLst>
              <a:ext uri="{FF2B5EF4-FFF2-40B4-BE49-F238E27FC236}">
                <a16:creationId xmlns:a16="http://schemas.microsoft.com/office/drawing/2014/main" id="{FD0FFE21-727A-44F7-A429-4EAD62E6A99B}"/>
              </a:ext>
            </a:extLst>
          </p:cNvPr>
          <p:cNvSpPr txBox="1"/>
          <p:nvPr/>
        </p:nvSpPr>
        <p:spPr>
          <a:xfrm>
            <a:off x="5233839" y="7553348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2" name="TextBox 186">
            <a:hlinkClick r:id="rId3"/>
            <a:extLst>
              <a:ext uri="{FF2B5EF4-FFF2-40B4-BE49-F238E27FC236}">
                <a16:creationId xmlns:a16="http://schemas.microsoft.com/office/drawing/2014/main" id="{95880335-5FB7-40AC-ABAC-8E89C41BECF9}"/>
              </a:ext>
            </a:extLst>
          </p:cNvPr>
          <p:cNvSpPr txBox="1"/>
          <p:nvPr/>
        </p:nvSpPr>
        <p:spPr>
          <a:xfrm>
            <a:off x="2525732" y="7553348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3" name="TextBox 184">
            <a:hlinkClick r:id="rId4"/>
            <a:extLst>
              <a:ext uri="{FF2B5EF4-FFF2-40B4-BE49-F238E27FC236}">
                <a16:creationId xmlns:a16="http://schemas.microsoft.com/office/drawing/2014/main" id="{7C5BE8B2-16A3-409C-9570-41B3DB5FF5F6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285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114</cp:revision>
  <dcterms:created xsi:type="dcterms:W3CDTF">2021-10-29T04:43:38Z</dcterms:created>
  <dcterms:modified xsi:type="dcterms:W3CDTF">2021-12-14T04:27:40Z</dcterms:modified>
</cp:coreProperties>
</file>
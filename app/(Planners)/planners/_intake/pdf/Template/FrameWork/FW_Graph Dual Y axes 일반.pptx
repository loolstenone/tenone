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142" d="100"/>
          <a:sy n="142" d="100"/>
        </p:scale>
        <p:origin x="684" y="12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0E8CAE4-7D85-4F4C-93C8-C52998E15215}"/>
              </a:ext>
            </a:extLst>
          </p:cNvPr>
          <p:cNvGrpSpPr/>
          <p:nvPr/>
        </p:nvGrpSpPr>
        <p:grpSpPr>
          <a:xfrm>
            <a:off x="597911" y="718807"/>
            <a:ext cx="4881128" cy="3383808"/>
            <a:chOff x="597911" y="718807"/>
            <a:chExt cx="4881128" cy="3383808"/>
          </a:xfrm>
        </p:grpSpPr>
        <p:cxnSp>
          <p:nvCxnSpPr>
            <p:cNvPr id="5602" name="직선 연결선 5601">
              <a:extLst>
                <a:ext uri="{FF2B5EF4-FFF2-40B4-BE49-F238E27FC236}">
                  <a16:creationId xmlns:a16="http://schemas.microsoft.com/office/drawing/2014/main" id="{F76091F9-9992-42C8-B042-D83F699681A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39142" y="3743111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3" name="직선 연결선 5602">
              <a:extLst>
                <a:ext uri="{FF2B5EF4-FFF2-40B4-BE49-F238E27FC236}">
                  <a16:creationId xmlns:a16="http://schemas.microsoft.com/office/drawing/2014/main" id="{48EE1600-A50E-4C03-AB73-51A3274D7D7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39142" y="3507301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4" name="직선 연결선 5603">
              <a:extLst>
                <a:ext uri="{FF2B5EF4-FFF2-40B4-BE49-F238E27FC236}">
                  <a16:creationId xmlns:a16="http://schemas.microsoft.com/office/drawing/2014/main" id="{1AC35AAA-FFA1-444E-8581-B7E9FB9A8E4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39142" y="3271490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5" name="직선 연결선 5604">
              <a:extLst>
                <a:ext uri="{FF2B5EF4-FFF2-40B4-BE49-F238E27FC236}">
                  <a16:creationId xmlns:a16="http://schemas.microsoft.com/office/drawing/2014/main" id="{B8DA05D2-505D-4637-8137-2AD08137D51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39142" y="3035680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6" name="직선 연결선 5605">
              <a:extLst>
                <a:ext uri="{FF2B5EF4-FFF2-40B4-BE49-F238E27FC236}">
                  <a16:creationId xmlns:a16="http://schemas.microsoft.com/office/drawing/2014/main" id="{B71BC67E-BC89-4AFE-8379-B29E50ECC8B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39142" y="2799870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7" name="직선 연결선 5606">
              <a:extLst>
                <a:ext uri="{FF2B5EF4-FFF2-40B4-BE49-F238E27FC236}">
                  <a16:creationId xmlns:a16="http://schemas.microsoft.com/office/drawing/2014/main" id="{8AE61911-1733-471A-8955-CDAE2DFB74C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39142" y="2564059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8" name="직선 연결선 5607">
              <a:extLst>
                <a:ext uri="{FF2B5EF4-FFF2-40B4-BE49-F238E27FC236}">
                  <a16:creationId xmlns:a16="http://schemas.microsoft.com/office/drawing/2014/main" id="{BA86FCA7-2000-41AC-8AE3-0A5D1EB4F9A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39142" y="2328249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9" name="직선 연결선 5608">
              <a:extLst>
                <a:ext uri="{FF2B5EF4-FFF2-40B4-BE49-F238E27FC236}">
                  <a16:creationId xmlns:a16="http://schemas.microsoft.com/office/drawing/2014/main" id="{341A4D39-5597-405A-9301-49B2B102A45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39142" y="2092439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0" name="직선 연결선 5609">
              <a:extLst>
                <a:ext uri="{FF2B5EF4-FFF2-40B4-BE49-F238E27FC236}">
                  <a16:creationId xmlns:a16="http://schemas.microsoft.com/office/drawing/2014/main" id="{8B61EA6E-ECFE-453F-BFCA-8DAB2620288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39142" y="1856628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1" name="직선 연결선 5610">
              <a:extLst>
                <a:ext uri="{FF2B5EF4-FFF2-40B4-BE49-F238E27FC236}">
                  <a16:creationId xmlns:a16="http://schemas.microsoft.com/office/drawing/2014/main" id="{31C8465B-B5AE-4540-BDC4-AD2C76BD29C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39142" y="1620818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2" name="직선 연결선 5611">
              <a:extLst>
                <a:ext uri="{FF2B5EF4-FFF2-40B4-BE49-F238E27FC236}">
                  <a16:creationId xmlns:a16="http://schemas.microsoft.com/office/drawing/2014/main" id="{AF290C98-A150-4F06-BBCE-C8B0C048B09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39142" y="1385008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3" name="직선 연결선 5612">
              <a:extLst>
                <a:ext uri="{FF2B5EF4-FFF2-40B4-BE49-F238E27FC236}">
                  <a16:creationId xmlns:a16="http://schemas.microsoft.com/office/drawing/2014/main" id="{BDF4B98E-C742-4E65-84B6-886E929D7A9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39142" y="1149197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4" name="직선 연결선 5613">
              <a:extLst>
                <a:ext uri="{FF2B5EF4-FFF2-40B4-BE49-F238E27FC236}">
                  <a16:creationId xmlns:a16="http://schemas.microsoft.com/office/drawing/2014/main" id="{871AFFD4-4FEC-417F-9F78-375D9D41CEA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39142" y="913387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5" name="직선 연결선 5614">
              <a:extLst>
                <a:ext uri="{FF2B5EF4-FFF2-40B4-BE49-F238E27FC236}">
                  <a16:creationId xmlns:a16="http://schemas.microsoft.com/office/drawing/2014/main" id="{2EEB95A4-1758-43C9-8531-5E7099DF9EA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39142" y="677577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6" name="직선 연결선 5615">
              <a:extLst>
                <a:ext uri="{FF2B5EF4-FFF2-40B4-BE49-F238E27FC236}">
                  <a16:creationId xmlns:a16="http://schemas.microsoft.com/office/drawing/2014/main" id="{E97C9D4A-1023-40CF-A259-1BA44C20C2D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53084" y="3874958"/>
              <a:ext cx="0" cy="54579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7" name="직선 연결선 5616">
              <a:extLst>
                <a:ext uri="{FF2B5EF4-FFF2-40B4-BE49-F238E27FC236}">
                  <a16:creationId xmlns:a16="http://schemas.microsoft.com/office/drawing/2014/main" id="{435664A7-E043-48B3-AE94-7B2417E3EE0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53084" y="3639148"/>
              <a:ext cx="0" cy="54579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8" name="직선 연결선 5617">
              <a:extLst>
                <a:ext uri="{FF2B5EF4-FFF2-40B4-BE49-F238E27FC236}">
                  <a16:creationId xmlns:a16="http://schemas.microsoft.com/office/drawing/2014/main" id="{3E523393-CD71-4834-80C7-17F426CFA37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53084" y="3403338"/>
              <a:ext cx="0" cy="54579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9" name="직선 연결선 5618">
              <a:extLst>
                <a:ext uri="{FF2B5EF4-FFF2-40B4-BE49-F238E27FC236}">
                  <a16:creationId xmlns:a16="http://schemas.microsoft.com/office/drawing/2014/main" id="{0734B5B6-A40A-405E-8865-35DABB2BD61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53084" y="3167527"/>
              <a:ext cx="0" cy="54579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0" name="직선 연결선 5619">
              <a:extLst>
                <a:ext uri="{FF2B5EF4-FFF2-40B4-BE49-F238E27FC236}">
                  <a16:creationId xmlns:a16="http://schemas.microsoft.com/office/drawing/2014/main" id="{50107716-A12C-4A1F-B643-87CC2169FF4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53084" y="2931717"/>
              <a:ext cx="0" cy="54579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1" name="직선 연결선 5620">
              <a:extLst>
                <a:ext uri="{FF2B5EF4-FFF2-40B4-BE49-F238E27FC236}">
                  <a16:creationId xmlns:a16="http://schemas.microsoft.com/office/drawing/2014/main" id="{C3509E49-FBDA-42CF-AE5A-01E4D9666AB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53084" y="2695907"/>
              <a:ext cx="0" cy="54579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2" name="직선 연결선 5621">
              <a:extLst>
                <a:ext uri="{FF2B5EF4-FFF2-40B4-BE49-F238E27FC236}">
                  <a16:creationId xmlns:a16="http://schemas.microsoft.com/office/drawing/2014/main" id="{20CADE06-C237-4EA3-BED5-1A5F1E7A048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53084" y="2460096"/>
              <a:ext cx="0" cy="54579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3" name="직선 연결선 5622">
              <a:extLst>
                <a:ext uri="{FF2B5EF4-FFF2-40B4-BE49-F238E27FC236}">
                  <a16:creationId xmlns:a16="http://schemas.microsoft.com/office/drawing/2014/main" id="{7E652B6A-7DC0-4B7A-816F-A10BC27C745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53084" y="2224286"/>
              <a:ext cx="0" cy="54579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4" name="직선 연결선 5623">
              <a:extLst>
                <a:ext uri="{FF2B5EF4-FFF2-40B4-BE49-F238E27FC236}">
                  <a16:creationId xmlns:a16="http://schemas.microsoft.com/office/drawing/2014/main" id="{E3B52CD4-BB05-43D5-800F-4373FE3AD04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53084" y="1988476"/>
              <a:ext cx="0" cy="54579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5" name="직선 연결선 5624">
              <a:extLst>
                <a:ext uri="{FF2B5EF4-FFF2-40B4-BE49-F238E27FC236}">
                  <a16:creationId xmlns:a16="http://schemas.microsoft.com/office/drawing/2014/main" id="{02B4374D-E33C-4629-9CD5-4797779D5B0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53084" y="1752665"/>
              <a:ext cx="0" cy="54579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6" name="직선 연결선 5625">
              <a:extLst>
                <a:ext uri="{FF2B5EF4-FFF2-40B4-BE49-F238E27FC236}">
                  <a16:creationId xmlns:a16="http://schemas.microsoft.com/office/drawing/2014/main" id="{3352B90B-FEFB-45CA-8F08-9278E4FAF9A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53084" y="1516855"/>
              <a:ext cx="0" cy="54579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7" name="직선 연결선 5626">
              <a:extLst>
                <a:ext uri="{FF2B5EF4-FFF2-40B4-BE49-F238E27FC236}">
                  <a16:creationId xmlns:a16="http://schemas.microsoft.com/office/drawing/2014/main" id="{F0CABAF6-10D7-4A16-971D-137B7F8AF93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53084" y="1281045"/>
              <a:ext cx="0" cy="54579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8" name="직선 연결선 5627">
              <a:extLst>
                <a:ext uri="{FF2B5EF4-FFF2-40B4-BE49-F238E27FC236}">
                  <a16:creationId xmlns:a16="http://schemas.microsoft.com/office/drawing/2014/main" id="{27A7D4FA-CF55-4516-9C0E-EF42AEBD890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53084" y="1045234"/>
              <a:ext cx="0" cy="54579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9" name="직선 연결선 5628">
              <a:extLst>
                <a:ext uri="{FF2B5EF4-FFF2-40B4-BE49-F238E27FC236}">
                  <a16:creationId xmlns:a16="http://schemas.microsoft.com/office/drawing/2014/main" id="{98C945E7-DD56-46F3-A896-304FE0BCAD1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53084" y="809424"/>
              <a:ext cx="0" cy="54579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0" name="직선 연결선 5629">
              <a:extLst>
                <a:ext uri="{FF2B5EF4-FFF2-40B4-BE49-F238E27FC236}">
                  <a16:creationId xmlns:a16="http://schemas.microsoft.com/office/drawing/2014/main" id="{7350CA7C-A87A-44E5-8D72-424627A763DE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37808" y="3743110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1" name="직선 연결선 5630">
              <a:extLst>
                <a:ext uri="{FF2B5EF4-FFF2-40B4-BE49-F238E27FC236}">
                  <a16:creationId xmlns:a16="http://schemas.microsoft.com/office/drawing/2014/main" id="{E1751359-B760-4891-AB2C-368D66FFF46D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37808" y="3507300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2" name="직선 연결선 5631">
              <a:extLst>
                <a:ext uri="{FF2B5EF4-FFF2-40B4-BE49-F238E27FC236}">
                  <a16:creationId xmlns:a16="http://schemas.microsoft.com/office/drawing/2014/main" id="{747853FF-A777-44BF-8EA7-1F387574E4AC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37808" y="3271490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3" name="직선 연결선 5632">
              <a:extLst>
                <a:ext uri="{FF2B5EF4-FFF2-40B4-BE49-F238E27FC236}">
                  <a16:creationId xmlns:a16="http://schemas.microsoft.com/office/drawing/2014/main" id="{BFD07F47-C45A-46B8-9F6A-0FEB269387A2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37808" y="3035679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4" name="직선 연결선 5633">
              <a:extLst>
                <a:ext uri="{FF2B5EF4-FFF2-40B4-BE49-F238E27FC236}">
                  <a16:creationId xmlns:a16="http://schemas.microsoft.com/office/drawing/2014/main" id="{CD128A8C-8C97-4BC2-A766-2503F1F912F4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37808" y="2799869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5" name="직선 연결선 5634">
              <a:extLst>
                <a:ext uri="{FF2B5EF4-FFF2-40B4-BE49-F238E27FC236}">
                  <a16:creationId xmlns:a16="http://schemas.microsoft.com/office/drawing/2014/main" id="{41282402-7C9E-4C0C-B566-6940A4D30D13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37808" y="2564059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6" name="직선 연결선 5635">
              <a:extLst>
                <a:ext uri="{FF2B5EF4-FFF2-40B4-BE49-F238E27FC236}">
                  <a16:creationId xmlns:a16="http://schemas.microsoft.com/office/drawing/2014/main" id="{4CA99CB2-8CF4-45F6-8C8B-883EE3E4E51D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37808" y="2328248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7" name="직선 연결선 5636">
              <a:extLst>
                <a:ext uri="{FF2B5EF4-FFF2-40B4-BE49-F238E27FC236}">
                  <a16:creationId xmlns:a16="http://schemas.microsoft.com/office/drawing/2014/main" id="{D7E4B8B1-DBC8-48F5-9D4C-643E37F8915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37808" y="2092438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8" name="직선 연결선 5637">
              <a:extLst>
                <a:ext uri="{FF2B5EF4-FFF2-40B4-BE49-F238E27FC236}">
                  <a16:creationId xmlns:a16="http://schemas.microsoft.com/office/drawing/2014/main" id="{D43C3B35-F18A-434B-B679-56EAB1ED68E5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37808" y="1856628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9" name="직선 연결선 5638">
              <a:extLst>
                <a:ext uri="{FF2B5EF4-FFF2-40B4-BE49-F238E27FC236}">
                  <a16:creationId xmlns:a16="http://schemas.microsoft.com/office/drawing/2014/main" id="{1B30CDC4-5BEF-41E9-B037-C802A3F968FD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37808" y="1620817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0" name="직선 연결선 5639">
              <a:extLst>
                <a:ext uri="{FF2B5EF4-FFF2-40B4-BE49-F238E27FC236}">
                  <a16:creationId xmlns:a16="http://schemas.microsoft.com/office/drawing/2014/main" id="{2F71199B-0AA8-40B9-AEF2-DD6E90F90549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37808" y="1385007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1" name="직선 연결선 5640">
              <a:extLst>
                <a:ext uri="{FF2B5EF4-FFF2-40B4-BE49-F238E27FC236}">
                  <a16:creationId xmlns:a16="http://schemas.microsoft.com/office/drawing/2014/main" id="{3D198615-0044-46C9-890E-94C6D1E6FB3E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37808" y="1149197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2" name="직선 연결선 5641">
              <a:extLst>
                <a:ext uri="{FF2B5EF4-FFF2-40B4-BE49-F238E27FC236}">
                  <a16:creationId xmlns:a16="http://schemas.microsoft.com/office/drawing/2014/main" id="{A32F0C2C-D683-4EF2-8496-04966C1FB403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37808" y="913386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3" name="직선 연결선 5642">
              <a:extLst>
                <a:ext uri="{FF2B5EF4-FFF2-40B4-BE49-F238E27FC236}">
                  <a16:creationId xmlns:a16="http://schemas.microsoft.com/office/drawing/2014/main" id="{E37A32DC-6550-4FEE-93BD-601D12BA73FF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37808" y="677576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4" name="직선 연결선 5643">
              <a:extLst>
                <a:ext uri="{FF2B5EF4-FFF2-40B4-BE49-F238E27FC236}">
                  <a16:creationId xmlns:a16="http://schemas.microsoft.com/office/drawing/2014/main" id="{65526517-D2BE-427A-BAA9-2F0FDE07DA2B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24064" y="3874760"/>
              <a:ext cx="0" cy="5497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5" name="직선 연결선 5644">
              <a:extLst>
                <a:ext uri="{FF2B5EF4-FFF2-40B4-BE49-F238E27FC236}">
                  <a16:creationId xmlns:a16="http://schemas.microsoft.com/office/drawing/2014/main" id="{A10C6489-D220-443A-84C9-66FE8199F591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24064" y="3638950"/>
              <a:ext cx="0" cy="5497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6" name="직선 연결선 5645">
              <a:extLst>
                <a:ext uri="{FF2B5EF4-FFF2-40B4-BE49-F238E27FC236}">
                  <a16:creationId xmlns:a16="http://schemas.microsoft.com/office/drawing/2014/main" id="{AFBB2394-BEE5-4480-BD35-2519376FBF7F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24064" y="3403139"/>
              <a:ext cx="0" cy="5497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7" name="직선 연결선 5646">
              <a:extLst>
                <a:ext uri="{FF2B5EF4-FFF2-40B4-BE49-F238E27FC236}">
                  <a16:creationId xmlns:a16="http://schemas.microsoft.com/office/drawing/2014/main" id="{B220F068-A580-4046-88E1-644D47A1D12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24064" y="3167329"/>
              <a:ext cx="0" cy="5497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8" name="직선 연결선 5647">
              <a:extLst>
                <a:ext uri="{FF2B5EF4-FFF2-40B4-BE49-F238E27FC236}">
                  <a16:creationId xmlns:a16="http://schemas.microsoft.com/office/drawing/2014/main" id="{4A12B3BA-D1F1-401C-B5B8-7367558BB3B3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24064" y="2931519"/>
              <a:ext cx="0" cy="5497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9" name="직선 연결선 5648">
              <a:extLst>
                <a:ext uri="{FF2B5EF4-FFF2-40B4-BE49-F238E27FC236}">
                  <a16:creationId xmlns:a16="http://schemas.microsoft.com/office/drawing/2014/main" id="{8A084E7B-B38A-48CE-8EFD-CE706EBC2E44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24064" y="2695708"/>
              <a:ext cx="0" cy="5497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0" name="직선 연결선 5649">
              <a:extLst>
                <a:ext uri="{FF2B5EF4-FFF2-40B4-BE49-F238E27FC236}">
                  <a16:creationId xmlns:a16="http://schemas.microsoft.com/office/drawing/2014/main" id="{3FA0F72A-B7D9-4AB9-9A65-D522427531A1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24064" y="2459898"/>
              <a:ext cx="0" cy="5497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1" name="직선 연결선 5650">
              <a:extLst>
                <a:ext uri="{FF2B5EF4-FFF2-40B4-BE49-F238E27FC236}">
                  <a16:creationId xmlns:a16="http://schemas.microsoft.com/office/drawing/2014/main" id="{5646D415-54C9-4ECC-A197-BCFACB7DD6D5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24064" y="2224088"/>
              <a:ext cx="0" cy="5497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2" name="직선 연결선 5651">
              <a:extLst>
                <a:ext uri="{FF2B5EF4-FFF2-40B4-BE49-F238E27FC236}">
                  <a16:creationId xmlns:a16="http://schemas.microsoft.com/office/drawing/2014/main" id="{45D5D1F3-7FF9-4020-A5B0-4F4B5C1F6D4D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24064" y="1988277"/>
              <a:ext cx="0" cy="5497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3" name="직선 연결선 5652">
              <a:extLst>
                <a:ext uri="{FF2B5EF4-FFF2-40B4-BE49-F238E27FC236}">
                  <a16:creationId xmlns:a16="http://schemas.microsoft.com/office/drawing/2014/main" id="{327ADC43-FBF4-4DF1-B93F-0DBFE723B2D5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24064" y="1752467"/>
              <a:ext cx="0" cy="5497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4" name="직선 연결선 5653">
              <a:extLst>
                <a:ext uri="{FF2B5EF4-FFF2-40B4-BE49-F238E27FC236}">
                  <a16:creationId xmlns:a16="http://schemas.microsoft.com/office/drawing/2014/main" id="{96DACD21-A9F5-453E-A381-E0229EF8608D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24064" y="1516657"/>
              <a:ext cx="0" cy="5497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5" name="직선 연결선 5654">
              <a:extLst>
                <a:ext uri="{FF2B5EF4-FFF2-40B4-BE49-F238E27FC236}">
                  <a16:creationId xmlns:a16="http://schemas.microsoft.com/office/drawing/2014/main" id="{997A441A-6423-4831-9334-D2D8570319A6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24064" y="1280846"/>
              <a:ext cx="0" cy="5497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6" name="직선 연결선 5655">
              <a:extLst>
                <a:ext uri="{FF2B5EF4-FFF2-40B4-BE49-F238E27FC236}">
                  <a16:creationId xmlns:a16="http://schemas.microsoft.com/office/drawing/2014/main" id="{1038DD32-2EB3-4A9F-BDAF-F5174B7630B3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24064" y="1045036"/>
              <a:ext cx="0" cy="5497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7" name="직선 연결선 5656">
              <a:extLst>
                <a:ext uri="{FF2B5EF4-FFF2-40B4-BE49-F238E27FC236}">
                  <a16:creationId xmlns:a16="http://schemas.microsoft.com/office/drawing/2014/main" id="{6DB7A08C-0C5D-45DD-A988-4D8744FF5C37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24064" y="809225"/>
              <a:ext cx="0" cy="5497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8" name="직선 연결선 5657">
              <a:extLst>
                <a:ext uri="{FF2B5EF4-FFF2-40B4-BE49-F238E27FC236}">
                  <a16:creationId xmlns:a16="http://schemas.microsoft.com/office/drawing/2014/main" id="{F59B16B2-CB2D-4F56-AB79-C5A322B4B4DD}"/>
                </a:ext>
              </a:extLst>
            </p:cNvPr>
            <p:cNvCxnSpPr/>
            <p:nvPr/>
          </p:nvCxnSpPr>
          <p:spPr>
            <a:xfrm rot="16200000">
              <a:off x="3038473" y="1426241"/>
              <a:ext cx="0" cy="4716203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9" name="직선 연결선 5658">
              <a:extLst>
                <a:ext uri="{FF2B5EF4-FFF2-40B4-BE49-F238E27FC236}">
                  <a16:creationId xmlns:a16="http://schemas.microsoft.com/office/drawing/2014/main" id="{CD75707A-9A3F-48C6-B4EC-B6810831AFFB}"/>
                </a:ext>
              </a:extLst>
            </p:cNvPr>
            <p:cNvCxnSpPr/>
            <p:nvPr/>
          </p:nvCxnSpPr>
          <p:spPr>
            <a:xfrm rot="16200000">
              <a:off x="3038473" y="1190430"/>
              <a:ext cx="0" cy="4716203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0" name="직선 연결선 5659">
              <a:extLst>
                <a:ext uri="{FF2B5EF4-FFF2-40B4-BE49-F238E27FC236}">
                  <a16:creationId xmlns:a16="http://schemas.microsoft.com/office/drawing/2014/main" id="{58B8B29E-46DB-4AF0-9468-F85D6B441876}"/>
                </a:ext>
              </a:extLst>
            </p:cNvPr>
            <p:cNvCxnSpPr/>
            <p:nvPr/>
          </p:nvCxnSpPr>
          <p:spPr>
            <a:xfrm rot="16200000">
              <a:off x="3038473" y="954620"/>
              <a:ext cx="0" cy="4716203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1" name="직선 연결선 5660">
              <a:extLst>
                <a:ext uri="{FF2B5EF4-FFF2-40B4-BE49-F238E27FC236}">
                  <a16:creationId xmlns:a16="http://schemas.microsoft.com/office/drawing/2014/main" id="{CAC94D2E-1E7F-4916-A88D-62AC54248A18}"/>
                </a:ext>
              </a:extLst>
            </p:cNvPr>
            <p:cNvCxnSpPr/>
            <p:nvPr/>
          </p:nvCxnSpPr>
          <p:spPr>
            <a:xfrm rot="16200000">
              <a:off x="3038473" y="718810"/>
              <a:ext cx="0" cy="4716203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2" name="직선 연결선 5661">
              <a:extLst>
                <a:ext uri="{FF2B5EF4-FFF2-40B4-BE49-F238E27FC236}">
                  <a16:creationId xmlns:a16="http://schemas.microsoft.com/office/drawing/2014/main" id="{D9981F8C-1640-4699-8674-661BE82F58D9}"/>
                </a:ext>
              </a:extLst>
            </p:cNvPr>
            <p:cNvCxnSpPr/>
            <p:nvPr/>
          </p:nvCxnSpPr>
          <p:spPr>
            <a:xfrm rot="16200000">
              <a:off x="3038473" y="482999"/>
              <a:ext cx="0" cy="4716203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3" name="직선 연결선 5662">
              <a:extLst>
                <a:ext uri="{FF2B5EF4-FFF2-40B4-BE49-F238E27FC236}">
                  <a16:creationId xmlns:a16="http://schemas.microsoft.com/office/drawing/2014/main" id="{6BCD3CE8-2DCD-4504-84E7-36A39B414D7E}"/>
                </a:ext>
              </a:extLst>
            </p:cNvPr>
            <p:cNvCxnSpPr/>
            <p:nvPr/>
          </p:nvCxnSpPr>
          <p:spPr>
            <a:xfrm rot="16200000">
              <a:off x="3038473" y="247189"/>
              <a:ext cx="0" cy="4716203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4" name="직선 연결선 5663">
              <a:extLst>
                <a:ext uri="{FF2B5EF4-FFF2-40B4-BE49-F238E27FC236}">
                  <a16:creationId xmlns:a16="http://schemas.microsoft.com/office/drawing/2014/main" id="{BB6CA1BD-9BEA-45B6-9CD9-DF945F2BE779}"/>
                </a:ext>
              </a:extLst>
            </p:cNvPr>
            <p:cNvCxnSpPr/>
            <p:nvPr/>
          </p:nvCxnSpPr>
          <p:spPr>
            <a:xfrm rot="16200000">
              <a:off x="3038473" y="11379"/>
              <a:ext cx="0" cy="4716203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5" name="직선 연결선 5664">
              <a:extLst>
                <a:ext uri="{FF2B5EF4-FFF2-40B4-BE49-F238E27FC236}">
                  <a16:creationId xmlns:a16="http://schemas.microsoft.com/office/drawing/2014/main" id="{9A94BD40-28E9-4EF5-A8FE-9A1B0B6DDB58}"/>
                </a:ext>
              </a:extLst>
            </p:cNvPr>
            <p:cNvCxnSpPr/>
            <p:nvPr/>
          </p:nvCxnSpPr>
          <p:spPr>
            <a:xfrm rot="16200000">
              <a:off x="3038473" y="-224432"/>
              <a:ext cx="0" cy="4716203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6" name="직선 연결선 5665">
              <a:extLst>
                <a:ext uri="{FF2B5EF4-FFF2-40B4-BE49-F238E27FC236}">
                  <a16:creationId xmlns:a16="http://schemas.microsoft.com/office/drawing/2014/main" id="{25D5BD7A-D070-4730-B0CB-0C8F14E39433}"/>
                </a:ext>
              </a:extLst>
            </p:cNvPr>
            <p:cNvCxnSpPr/>
            <p:nvPr/>
          </p:nvCxnSpPr>
          <p:spPr>
            <a:xfrm rot="16200000">
              <a:off x="3038473" y="-460242"/>
              <a:ext cx="0" cy="4716203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7" name="직선 연결선 5666">
              <a:extLst>
                <a:ext uri="{FF2B5EF4-FFF2-40B4-BE49-F238E27FC236}">
                  <a16:creationId xmlns:a16="http://schemas.microsoft.com/office/drawing/2014/main" id="{7A2A52D5-0FFB-471A-9295-8D9A39882EA5}"/>
                </a:ext>
              </a:extLst>
            </p:cNvPr>
            <p:cNvCxnSpPr/>
            <p:nvPr/>
          </p:nvCxnSpPr>
          <p:spPr>
            <a:xfrm rot="16200000">
              <a:off x="3038473" y="-696053"/>
              <a:ext cx="0" cy="4716203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8" name="직선 연결선 5667">
              <a:extLst>
                <a:ext uri="{FF2B5EF4-FFF2-40B4-BE49-F238E27FC236}">
                  <a16:creationId xmlns:a16="http://schemas.microsoft.com/office/drawing/2014/main" id="{7DDCFAE6-766B-48EC-85D1-A1A0E59E65DA}"/>
                </a:ext>
              </a:extLst>
            </p:cNvPr>
            <p:cNvCxnSpPr/>
            <p:nvPr/>
          </p:nvCxnSpPr>
          <p:spPr>
            <a:xfrm rot="16200000">
              <a:off x="3038473" y="-931863"/>
              <a:ext cx="0" cy="4716203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9" name="직선 연결선 5668">
              <a:extLst>
                <a:ext uri="{FF2B5EF4-FFF2-40B4-BE49-F238E27FC236}">
                  <a16:creationId xmlns:a16="http://schemas.microsoft.com/office/drawing/2014/main" id="{6A1C799A-B7D2-49FD-B8E3-FFDAEBAAFFE5}"/>
                </a:ext>
              </a:extLst>
            </p:cNvPr>
            <p:cNvCxnSpPr/>
            <p:nvPr/>
          </p:nvCxnSpPr>
          <p:spPr>
            <a:xfrm rot="16200000">
              <a:off x="3038473" y="-1167673"/>
              <a:ext cx="0" cy="4716203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0" name="직선 연결선 5669">
              <a:extLst>
                <a:ext uri="{FF2B5EF4-FFF2-40B4-BE49-F238E27FC236}">
                  <a16:creationId xmlns:a16="http://schemas.microsoft.com/office/drawing/2014/main" id="{22F4A70D-3B77-47EB-B076-3189E3CEFD81}"/>
                </a:ext>
              </a:extLst>
            </p:cNvPr>
            <p:cNvCxnSpPr/>
            <p:nvPr/>
          </p:nvCxnSpPr>
          <p:spPr>
            <a:xfrm rot="16200000">
              <a:off x="3038473" y="-1403484"/>
              <a:ext cx="0" cy="4716203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1" name="직선 연결선 5670">
              <a:extLst>
                <a:ext uri="{FF2B5EF4-FFF2-40B4-BE49-F238E27FC236}">
                  <a16:creationId xmlns:a16="http://schemas.microsoft.com/office/drawing/2014/main" id="{834EED93-19C4-49B5-9864-4664E9F7D61B}"/>
                </a:ext>
              </a:extLst>
            </p:cNvPr>
            <p:cNvCxnSpPr/>
            <p:nvPr/>
          </p:nvCxnSpPr>
          <p:spPr>
            <a:xfrm rot="16200000">
              <a:off x="3038473" y="-1639294"/>
              <a:ext cx="0" cy="4716203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86" name="직선 연결선 5685">
              <a:extLst>
                <a:ext uri="{FF2B5EF4-FFF2-40B4-BE49-F238E27FC236}">
                  <a16:creationId xmlns:a16="http://schemas.microsoft.com/office/drawing/2014/main" id="{18B2974E-D3A1-4554-87B1-A7A69D86677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038473" y="1662051"/>
              <a:ext cx="0" cy="4716203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87" name="직선 연결선 5686">
              <a:extLst>
                <a:ext uri="{FF2B5EF4-FFF2-40B4-BE49-F238E27FC236}">
                  <a16:creationId xmlns:a16="http://schemas.microsoft.com/office/drawing/2014/main" id="{9D06E4B8-E4D6-41D8-A698-3226557ED5B4}"/>
                </a:ext>
              </a:extLst>
            </p:cNvPr>
            <p:cNvCxnSpPr/>
            <p:nvPr/>
          </p:nvCxnSpPr>
          <p:spPr>
            <a:xfrm rot="10800000">
              <a:off x="3745906" y="718809"/>
              <a:ext cx="0" cy="33013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88" name="직선 연결선 5687">
              <a:extLst>
                <a:ext uri="{FF2B5EF4-FFF2-40B4-BE49-F238E27FC236}">
                  <a16:creationId xmlns:a16="http://schemas.microsoft.com/office/drawing/2014/main" id="{9164D8CA-D664-41FC-9487-C5E2C4A3F0CC}"/>
                </a:ext>
              </a:extLst>
            </p:cNvPr>
            <p:cNvCxnSpPr/>
            <p:nvPr/>
          </p:nvCxnSpPr>
          <p:spPr>
            <a:xfrm rot="10800000">
              <a:off x="3510095" y="718809"/>
              <a:ext cx="0" cy="33013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89" name="직선 연결선 5688">
              <a:extLst>
                <a:ext uri="{FF2B5EF4-FFF2-40B4-BE49-F238E27FC236}">
                  <a16:creationId xmlns:a16="http://schemas.microsoft.com/office/drawing/2014/main" id="{94AAA7E2-ED39-4113-8C87-6C82A61A34C6}"/>
                </a:ext>
              </a:extLst>
            </p:cNvPr>
            <p:cNvCxnSpPr/>
            <p:nvPr/>
          </p:nvCxnSpPr>
          <p:spPr>
            <a:xfrm rot="10800000">
              <a:off x="3274285" y="718809"/>
              <a:ext cx="0" cy="33013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0" name="직선 연결선 5689">
              <a:extLst>
                <a:ext uri="{FF2B5EF4-FFF2-40B4-BE49-F238E27FC236}">
                  <a16:creationId xmlns:a16="http://schemas.microsoft.com/office/drawing/2014/main" id="{093FC207-CEDD-413D-A128-14DB46E3F7CE}"/>
                </a:ext>
              </a:extLst>
            </p:cNvPr>
            <p:cNvCxnSpPr/>
            <p:nvPr/>
          </p:nvCxnSpPr>
          <p:spPr>
            <a:xfrm rot="10800000">
              <a:off x="3038475" y="718809"/>
              <a:ext cx="0" cy="33013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1" name="직선 연결선 5690">
              <a:extLst>
                <a:ext uri="{FF2B5EF4-FFF2-40B4-BE49-F238E27FC236}">
                  <a16:creationId xmlns:a16="http://schemas.microsoft.com/office/drawing/2014/main" id="{7C1D4925-66DF-4717-8E39-7DD21B1211BB}"/>
                </a:ext>
              </a:extLst>
            </p:cNvPr>
            <p:cNvCxnSpPr/>
            <p:nvPr/>
          </p:nvCxnSpPr>
          <p:spPr>
            <a:xfrm rot="10800000">
              <a:off x="2802665" y="718809"/>
              <a:ext cx="0" cy="33013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2" name="직선 연결선 5691">
              <a:extLst>
                <a:ext uri="{FF2B5EF4-FFF2-40B4-BE49-F238E27FC236}">
                  <a16:creationId xmlns:a16="http://schemas.microsoft.com/office/drawing/2014/main" id="{AA4B6105-C637-4B5E-A46B-D7C21D4286EE}"/>
                </a:ext>
              </a:extLst>
            </p:cNvPr>
            <p:cNvCxnSpPr/>
            <p:nvPr/>
          </p:nvCxnSpPr>
          <p:spPr>
            <a:xfrm rot="10800000">
              <a:off x="2566855" y="718809"/>
              <a:ext cx="0" cy="33013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3" name="직선 연결선 5692">
              <a:extLst>
                <a:ext uri="{FF2B5EF4-FFF2-40B4-BE49-F238E27FC236}">
                  <a16:creationId xmlns:a16="http://schemas.microsoft.com/office/drawing/2014/main" id="{38EBE684-632B-41C4-AA12-E41C7C84ED35}"/>
                </a:ext>
              </a:extLst>
            </p:cNvPr>
            <p:cNvCxnSpPr/>
            <p:nvPr/>
          </p:nvCxnSpPr>
          <p:spPr>
            <a:xfrm rot="10800000">
              <a:off x="2331044" y="718809"/>
              <a:ext cx="0" cy="33013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4" name="직선 연결선 5693">
              <a:extLst>
                <a:ext uri="{FF2B5EF4-FFF2-40B4-BE49-F238E27FC236}">
                  <a16:creationId xmlns:a16="http://schemas.microsoft.com/office/drawing/2014/main" id="{E1239C64-FA8F-41B0-9936-9FA4D831F930}"/>
                </a:ext>
              </a:extLst>
            </p:cNvPr>
            <p:cNvCxnSpPr/>
            <p:nvPr/>
          </p:nvCxnSpPr>
          <p:spPr>
            <a:xfrm rot="10800000">
              <a:off x="2095234" y="718809"/>
              <a:ext cx="0" cy="33013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5" name="직선 연결선 5694">
              <a:extLst>
                <a:ext uri="{FF2B5EF4-FFF2-40B4-BE49-F238E27FC236}">
                  <a16:creationId xmlns:a16="http://schemas.microsoft.com/office/drawing/2014/main" id="{F219302C-3C21-4DB1-8806-4B83D9CD742A}"/>
                </a:ext>
              </a:extLst>
            </p:cNvPr>
            <p:cNvCxnSpPr/>
            <p:nvPr/>
          </p:nvCxnSpPr>
          <p:spPr>
            <a:xfrm rot="10800000">
              <a:off x="1859424" y="718809"/>
              <a:ext cx="0" cy="33013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6" name="직선 연결선 5695">
              <a:extLst>
                <a:ext uri="{FF2B5EF4-FFF2-40B4-BE49-F238E27FC236}">
                  <a16:creationId xmlns:a16="http://schemas.microsoft.com/office/drawing/2014/main" id="{3345526D-6CA7-4857-8704-D31CD72626FF}"/>
                </a:ext>
              </a:extLst>
            </p:cNvPr>
            <p:cNvCxnSpPr/>
            <p:nvPr/>
          </p:nvCxnSpPr>
          <p:spPr>
            <a:xfrm rot="10800000">
              <a:off x="1623614" y="718809"/>
              <a:ext cx="0" cy="33013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7" name="직선 연결선 5696">
              <a:extLst>
                <a:ext uri="{FF2B5EF4-FFF2-40B4-BE49-F238E27FC236}">
                  <a16:creationId xmlns:a16="http://schemas.microsoft.com/office/drawing/2014/main" id="{7A869575-4895-40BF-9788-5A5CEB821838}"/>
                </a:ext>
              </a:extLst>
            </p:cNvPr>
            <p:cNvCxnSpPr/>
            <p:nvPr/>
          </p:nvCxnSpPr>
          <p:spPr>
            <a:xfrm rot="10800000">
              <a:off x="1387803" y="718809"/>
              <a:ext cx="0" cy="33013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8" name="직선 연결선 5697">
              <a:extLst>
                <a:ext uri="{FF2B5EF4-FFF2-40B4-BE49-F238E27FC236}">
                  <a16:creationId xmlns:a16="http://schemas.microsoft.com/office/drawing/2014/main" id="{F1CB59E1-5FE7-4AE1-A031-D675EAFAEB23}"/>
                </a:ext>
              </a:extLst>
            </p:cNvPr>
            <p:cNvCxnSpPr/>
            <p:nvPr/>
          </p:nvCxnSpPr>
          <p:spPr>
            <a:xfrm rot="10800000">
              <a:off x="1151993" y="718809"/>
              <a:ext cx="0" cy="33013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9" name="직선 연결선 5698">
              <a:extLst>
                <a:ext uri="{FF2B5EF4-FFF2-40B4-BE49-F238E27FC236}">
                  <a16:creationId xmlns:a16="http://schemas.microsoft.com/office/drawing/2014/main" id="{E98D96EA-1B49-4D48-83A6-728B8184F39D}"/>
                </a:ext>
              </a:extLst>
            </p:cNvPr>
            <p:cNvCxnSpPr/>
            <p:nvPr/>
          </p:nvCxnSpPr>
          <p:spPr>
            <a:xfrm rot="10800000">
              <a:off x="916183" y="718809"/>
              <a:ext cx="0" cy="33013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0" name="직선 연결선 5699">
              <a:extLst>
                <a:ext uri="{FF2B5EF4-FFF2-40B4-BE49-F238E27FC236}">
                  <a16:creationId xmlns:a16="http://schemas.microsoft.com/office/drawing/2014/main" id="{D51F953B-DA0A-44E9-BD8B-FC1CD67BC63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80373" y="718809"/>
              <a:ext cx="0" cy="3301336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5" name="직선 연결선 5714">
              <a:extLst>
                <a:ext uri="{FF2B5EF4-FFF2-40B4-BE49-F238E27FC236}">
                  <a16:creationId xmlns:a16="http://schemas.microsoft.com/office/drawing/2014/main" id="{824C61C7-570B-457D-B0AE-9665A81E4A8A}"/>
                </a:ext>
              </a:extLst>
            </p:cNvPr>
            <p:cNvCxnSpPr/>
            <p:nvPr/>
          </p:nvCxnSpPr>
          <p:spPr>
            <a:xfrm rot="10800000">
              <a:off x="5160767" y="718809"/>
              <a:ext cx="0" cy="33013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6" name="직선 연결선 5715">
              <a:extLst>
                <a:ext uri="{FF2B5EF4-FFF2-40B4-BE49-F238E27FC236}">
                  <a16:creationId xmlns:a16="http://schemas.microsoft.com/office/drawing/2014/main" id="{B44D8A83-27C2-4E82-AF3D-BDEF6510AA0F}"/>
                </a:ext>
              </a:extLst>
            </p:cNvPr>
            <p:cNvCxnSpPr/>
            <p:nvPr/>
          </p:nvCxnSpPr>
          <p:spPr>
            <a:xfrm rot="10800000">
              <a:off x="4924957" y="718809"/>
              <a:ext cx="0" cy="33013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7" name="직선 연결선 5716">
              <a:extLst>
                <a:ext uri="{FF2B5EF4-FFF2-40B4-BE49-F238E27FC236}">
                  <a16:creationId xmlns:a16="http://schemas.microsoft.com/office/drawing/2014/main" id="{4C3B73F7-2674-46EE-B1F0-3FE02D7AF5D5}"/>
                </a:ext>
              </a:extLst>
            </p:cNvPr>
            <p:cNvCxnSpPr/>
            <p:nvPr/>
          </p:nvCxnSpPr>
          <p:spPr>
            <a:xfrm rot="10800000">
              <a:off x="4689147" y="718809"/>
              <a:ext cx="0" cy="33013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8" name="직선 연결선 5717">
              <a:extLst>
                <a:ext uri="{FF2B5EF4-FFF2-40B4-BE49-F238E27FC236}">
                  <a16:creationId xmlns:a16="http://schemas.microsoft.com/office/drawing/2014/main" id="{DAC69611-7F1F-45B7-A7E9-2385B9C29FBB}"/>
                </a:ext>
              </a:extLst>
            </p:cNvPr>
            <p:cNvCxnSpPr/>
            <p:nvPr/>
          </p:nvCxnSpPr>
          <p:spPr>
            <a:xfrm rot="10800000">
              <a:off x="4453336" y="718809"/>
              <a:ext cx="0" cy="33013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9" name="직선 연결선 5718">
              <a:extLst>
                <a:ext uri="{FF2B5EF4-FFF2-40B4-BE49-F238E27FC236}">
                  <a16:creationId xmlns:a16="http://schemas.microsoft.com/office/drawing/2014/main" id="{27C52848-F107-4F16-A2D3-8948B7F19F2F}"/>
                </a:ext>
              </a:extLst>
            </p:cNvPr>
            <p:cNvCxnSpPr/>
            <p:nvPr/>
          </p:nvCxnSpPr>
          <p:spPr>
            <a:xfrm rot="10800000">
              <a:off x="4217526" y="718809"/>
              <a:ext cx="0" cy="33013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0" name="직선 연결선 5719">
              <a:extLst>
                <a:ext uri="{FF2B5EF4-FFF2-40B4-BE49-F238E27FC236}">
                  <a16:creationId xmlns:a16="http://schemas.microsoft.com/office/drawing/2014/main" id="{669BF445-D7C7-4B8E-A4EB-9535875B9BD9}"/>
                </a:ext>
              </a:extLst>
            </p:cNvPr>
            <p:cNvCxnSpPr/>
            <p:nvPr/>
          </p:nvCxnSpPr>
          <p:spPr>
            <a:xfrm rot="10800000">
              <a:off x="3981716" y="718809"/>
              <a:ext cx="0" cy="33013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6" name="직선 연결선 5725">
              <a:extLst>
                <a:ext uri="{FF2B5EF4-FFF2-40B4-BE49-F238E27FC236}">
                  <a16:creationId xmlns:a16="http://schemas.microsoft.com/office/drawing/2014/main" id="{E08ABE69-77C3-463B-BF66-9B404416018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396577" y="718809"/>
              <a:ext cx="0" cy="3301336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8" name="직선 연결선 5727">
              <a:extLst>
                <a:ext uri="{FF2B5EF4-FFF2-40B4-BE49-F238E27FC236}">
                  <a16:creationId xmlns:a16="http://schemas.microsoft.com/office/drawing/2014/main" id="{8C4A495A-056D-4D68-BF09-34A779CDEB0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39142" y="3978921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29" name="그룹 5728">
              <a:extLst>
                <a:ext uri="{FF2B5EF4-FFF2-40B4-BE49-F238E27FC236}">
                  <a16:creationId xmlns:a16="http://schemas.microsoft.com/office/drawing/2014/main" id="{FDFE6C67-F874-4ECF-A18C-CE6A969D5A0A}"/>
                </a:ext>
              </a:extLst>
            </p:cNvPr>
            <p:cNvGrpSpPr/>
            <p:nvPr/>
          </p:nvGrpSpPr>
          <p:grpSpPr>
            <a:xfrm>
              <a:off x="680371" y="4020153"/>
              <a:ext cx="4716203" cy="82462"/>
              <a:chOff x="359180" y="4926730"/>
              <a:chExt cx="6176758" cy="108000"/>
            </a:xfrm>
          </p:grpSpPr>
          <p:cxnSp>
            <p:nvCxnSpPr>
              <p:cNvPr id="5731" name="직선 연결선 5730">
                <a:extLst>
                  <a:ext uri="{FF2B5EF4-FFF2-40B4-BE49-F238E27FC236}">
                    <a16:creationId xmlns:a16="http://schemas.microsoft.com/office/drawing/2014/main" id="{8D9B1CDA-C8AD-470D-99EC-212D1682D42F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374074" y="4926730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32" name="직선 연결선 5731">
                <a:extLst>
                  <a:ext uri="{FF2B5EF4-FFF2-40B4-BE49-F238E27FC236}">
                    <a16:creationId xmlns:a16="http://schemas.microsoft.com/office/drawing/2014/main" id="{8C130A0C-E5AD-4AEE-A51A-F423745E1B4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065236" y="4926730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33" name="직선 연결선 5732">
                <a:extLst>
                  <a:ext uri="{FF2B5EF4-FFF2-40B4-BE49-F238E27FC236}">
                    <a16:creationId xmlns:a16="http://schemas.microsoft.com/office/drawing/2014/main" id="{6B367A78-5DC6-4D96-90C5-40A67AD057C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756398" y="4926730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34" name="직선 연결선 5733">
                <a:extLst>
                  <a:ext uri="{FF2B5EF4-FFF2-40B4-BE49-F238E27FC236}">
                    <a16:creationId xmlns:a16="http://schemas.microsoft.com/office/drawing/2014/main" id="{B4C4A8C4-3985-4272-9918-C3892C64CC7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447560" y="4926730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35" name="직선 연결선 5734">
                <a:extLst>
                  <a:ext uri="{FF2B5EF4-FFF2-40B4-BE49-F238E27FC236}">
                    <a16:creationId xmlns:a16="http://schemas.microsoft.com/office/drawing/2014/main" id="{E8D3D233-DF82-4451-9070-92CD4FDDEE2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138722" y="4926730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36" name="직선 연결선 5735">
                <a:extLst>
                  <a:ext uri="{FF2B5EF4-FFF2-40B4-BE49-F238E27FC236}">
                    <a16:creationId xmlns:a16="http://schemas.microsoft.com/office/drawing/2014/main" id="{8B03C11C-89D4-41C0-B365-60B239009B9F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829884" y="4926730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37" name="직선 연결선 5736">
                <a:extLst>
                  <a:ext uri="{FF2B5EF4-FFF2-40B4-BE49-F238E27FC236}">
                    <a16:creationId xmlns:a16="http://schemas.microsoft.com/office/drawing/2014/main" id="{CAEAF410-55D0-41BF-9CBC-54182C6160ED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521046" y="4926730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38" name="직선 연결선 5737">
                <a:extLst>
                  <a:ext uri="{FF2B5EF4-FFF2-40B4-BE49-F238E27FC236}">
                    <a16:creationId xmlns:a16="http://schemas.microsoft.com/office/drawing/2014/main" id="{1A359D65-750B-4E2B-B3F8-C18956F64E5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212208" y="4926730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39" name="직선 연결선 5738">
                <a:extLst>
                  <a:ext uri="{FF2B5EF4-FFF2-40B4-BE49-F238E27FC236}">
                    <a16:creationId xmlns:a16="http://schemas.microsoft.com/office/drawing/2014/main" id="{6BF85C4D-9650-452F-86C5-0449ABC4C84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903370" y="4926730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0" name="직선 연결선 5739">
                <a:extLst>
                  <a:ext uri="{FF2B5EF4-FFF2-40B4-BE49-F238E27FC236}">
                    <a16:creationId xmlns:a16="http://schemas.microsoft.com/office/drawing/2014/main" id="{40417F2F-B0B0-4569-A9B1-E54DD54C120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594532" y="4926730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1" name="직선 연결선 5740">
                <a:extLst>
                  <a:ext uri="{FF2B5EF4-FFF2-40B4-BE49-F238E27FC236}">
                    <a16:creationId xmlns:a16="http://schemas.microsoft.com/office/drawing/2014/main" id="{449EAFFF-D0FA-4667-97D5-10E82E062A3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285694" y="4926730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2" name="직선 연결선 5741">
                <a:extLst>
                  <a:ext uri="{FF2B5EF4-FFF2-40B4-BE49-F238E27FC236}">
                    <a16:creationId xmlns:a16="http://schemas.microsoft.com/office/drawing/2014/main" id="{97400C66-1B5D-4193-A5C5-C2530A9DBAB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976856" y="4926730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3" name="직선 연결선 5742">
                <a:extLst>
                  <a:ext uri="{FF2B5EF4-FFF2-40B4-BE49-F238E27FC236}">
                    <a16:creationId xmlns:a16="http://schemas.microsoft.com/office/drawing/2014/main" id="{527714FF-8984-47C9-95AC-ADD97D67A18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68018" y="4926730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4" name="직선 연결선 5743">
                <a:extLst>
                  <a:ext uri="{FF2B5EF4-FFF2-40B4-BE49-F238E27FC236}">
                    <a16:creationId xmlns:a16="http://schemas.microsoft.com/office/drawing/2014/main" id="{AA25E607-67EC-4A43-B10E-52D0DC0128AD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59180" y="4926730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5" name="직선 연결선 5744">
                <a:extLst>
                  <a:ext uri="{FF2B5EF4-FFF2-40B4-BE49-F238E27FC236}">
                    <a16:creationId xmlns:a16="http://schemas.microsoft.com/office/drawing/2014/main" id="{1916BFD0-8D25-46CC-B238-421983799F7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528493" y="4926730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6" name="직선 연결선 5745">
                <a:extLst>
                  <a:ext uri="{FF2B5EF4-FFF2-40B4-BE49-F238E27FC236}">
                    <a16:creationId xmlns:a16="http://schemas.microsoft.com/office/drawing/2014/main" id="{4B589C87-E72C-412E-96CC-F9F2ABC0B0F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219656" y="4926730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7" name="직선 연결선 5746">
                <a:extLst>
                  <a:ext uri="{FF2B5EF4-FFF2-40B4-BE49-F238E27FC236}">
                    <a16:creationId xmlns:a16="http://schemas.microsoft.com/office/drawing/2014/main" id="{0D1E6F00-DF9A-4E08-A510-FA3B7DD19CA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910818" y="4926730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8" name="직선 연결선 5747">
                <a:extLst>
                  <a:ext uri="{FF2B5EF4-FFF2-40B4-BE49-F238E27FC236}">
                    <a16:creationId xmlns:a16="http://schemas.microsoft.com/office/drawing/2014/main" id="{875C0F72-1DBE-43E3-AB2B-BC9358BEAED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601980" y="4926730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9" name="직선 연결선 5748">
                <a:extLst>
                  <a:ext uri="{FF2B5EF4-FFF2-40B4-BE49-F238E27FC236}">
                    <a16:creationId xmlns:a16="http://schemas.microsoft.com/office/drawing/2014/main" id="{F1D8F7D0-0771-4DCC-8D59-5F1217E17EB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293142" y="4926730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0" name="직선 연결선 5749">
                <a:extLst>
                  <a:ext uri="{FF2B5EF4-FFF2-40B4-BE49-F238E27FC236}">
                    <a16:creationId xmlns:a16="http://schemas.microsoft.com/office/drawing/2014/main" id="{F5076AEF-F703-4D4A-AA44-D1610EAB064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84304" y="4926730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1" name="직선 연결선 5750">
                <a:extLst>
                  <a:ext uri="{FF2B5EF4-FFF2-40B4-BE49-F238E27FC236}">
                    <a16:creationId xmlns:a16="http://schemas.microsoft.com/office/drawing/2014/main" id="{66C6B454-F61E-4D64-8B8D-FCAC2BF96BB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675466" y="4926730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2" name="직선 연결선 5751">
                <a:extLst>
                  <a:ext uri="{FF2B5EF4-FFF2-40B4-BE49-F238E27FC236}">
                    <a16:creationId xmlns:a16="http://schemas.microsoft.com/office/drawing/2014/main" id="{951496EA-0D6F-4169-AE13-B946C0A74DF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366628" y="4926730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3" name="직선 연결선 5752">
                <a:extLst>
                  <a:ext uri="{FF2B5EF4-FFF2-40B4-BE49-F238E27FC236}">
                    <a16:creationId xmlns:a16="http://schemas.microsoft.com/office/drawing/2014/main" id="{DB59787A-2A8D-47EE-B312-29D0A94994A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057790" y="4926730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4" name="직선 연결선 5753">
                <a:extLst>
                  <a:ext uri="{FF2B5EF4-FFF2-40B4-BE49-F238E27FC236}">
                    <a16:creationId xmlns:a16="http://schemas.microsoft.com/office/drawing/2014/main" id="{AA57CC68-12A7-4D80-BEFD-8557C4FD690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748952" y="4926730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5" name="직선 연결선 5754">
                <a:extLst>
                  <a:ext uri="{FF2B5EF4-FFF2-40B4-BE49-F238E27FC236}">
                    <a16:creationId xmlns:a16="http://schemas.microsoft.com/office/drawing/2014/main" id="{F5B33818-986B-48A5-9D31-666E50D2CC4D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440114" y="4926730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6" name="직선 연결선 5755">
                <a:extLst>
                  <a:ext uri="{FF2B5EF4-FFF2-40B4-BE49-F238E27FC236}">
                    <a16:creationId xmlns:a16="http://schemas.microsoft.com/office/drawing/2014/main" id="{262D724A-8E0E-44D5-B804-BB1374BE028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131276" y="4926730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7" name="직선 연결선 5756">
                <a:extLst>
                  <a:ext uri="{FF2B5EF4-FFF2-40B4-BE49-F238E27FC236}">
                    <a16:creationId xmlns:a16="http://schemas.microsoft.com/office/drawing/2014/main" id="{903EB600-39E6-4785-A8A3-C5FBF239FC7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822438" y="4926730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8" name="직선 연결선 5757">
                <a:extLst>
                  <a:ext uri="{FF2B5EF4-FFF2-40B4-BE49-F238E27FC236}">
                    <a16:creationId xmlns:a16="http://schemas.microsoft.com/office/drawing/2014/main" id="{46FC5D93-FEC7-46B6-AB33-D8244BB099F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13600" y="4926730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9" name="직선 연결선 5758">
                <a:extLst>
                  <a:ext uri="{FF2B5EF4-FFF2-40B4-BE49-F238E27FC236}">
                    <a16:creationId xmlns:a16="http://schemas.microsoft.com/office/drawing/2014/main" id="{68B37598-099E-45A9-8842-F258F398F99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682912" y="4926730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0" name="직선 연결선 5759">
                <a:extLst>
                  <a:ext uri="{FF2B5EF4-FFF2-40B4-BE49-F238E27FC236}">
                    <a16:creationId xmlns:a16="http://schemas.microsoft.com/office/drawing/2014/main" id="{C900D5A6-2D58-48C0-B5D4-4B76ECD04BA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818900" y="4926730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1" name="직선 연결선 5760">
                <a:extLst>
                  <a:ext uri="{FF2B5EF4-FFF2-40B4-BE49-F238E27FC236}">
                    <a16:creationId xmlns:a16="http://schemas.microsoft.com/office/drawing/2014/main" id="{EE116DC2-27C0-4581-8F45-6646A4DC283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535938" y="4926730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2" name="직선 연결선 5761">
                <a:extLst>
                  <a:ext uri="{FF2B5EF4-FFF2-40B4-BE49-F238E27FC236}">
                    <a16:creationId xmlns:a16="http://schemas.microsoft.com/office/drawing/2014/main" id="{41A22D37-7BBC-4B90-AD69-C271A16C967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227100" y="4926730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3" name="직선 연결선 5762">
                <a:extLst>
                  <a:ext uri="{FF2B5EF4-FFF2-40B4-BE49-F238E27FC236}">
                    <a16:creationId xmlns:a16="http://schemas.microsoft.com/office/drawing/2014/main" id="{07723DD4-D3D5-486B-9E97-0E2C28B364C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918262" y="4926730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4" name="직선 연결선 5763">
                <a:extLst>
                  <a:ext uri="{FF2B5EF4-FFF2-40B4-BE49-F238E27FC236}">
                    <a16:creationId xmlns:a16="http://schemas.microsoft.com/office/drawing/2014/main" id="{04EC71B3-F2C2-42C1-963C-859480B28AB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609424" y="4926730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5" name="직선 연결선 5764">
                <a:extLst>
                  <a:ext uri="{FF2B5EF4-FFF2-40B4-BE49-F238E27FC236}">
                    <a16:creationId xmlns:a16="http://schemas.microsoft.com/office/drawing/2014/main" id="{7621A8BB-AABD-4C57-AB4A-8C76D7ABE02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300586" y="4926730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6" name="직선 연결선 5765">
                <a:extLst>
                  <a:ext uri="{FF2B5EF4-FFF2-40B4-BE49-F238E27FC236}">
                    <a16:creationId xmlns:a16="http://schemas.microsoft.com/office/drawing/2014/main" id="{4D28F90A-14EE-458E-9325-5601F01893F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991748" y="4926730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7" name="직선 연결선 5766">
                <a:extLst>
                  <a:ext uri="{FF2B5EF4-FFF2-40B4-BE49-F238E27FC236}">
                    <a16:creationId xmlns:a16="http://schemas.microsoft.com/office/drawing/2014/main" id="{5ED3DE2D-1A49-4638-AC1B-CF3977F983C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381520" y="4926730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8" name="직선 연결선 5767">
                <a:extLst>
                  <a:ext uri="{FF2B5EF4-FFF2-40B4-BE49-F238E27FC236}">
                    <a16:creationId xmlns:a16="http://schemas.microsoft.com/office/drawing/2014/main" id="{52416D26-28AF-46E6-B405-6AF181E2D21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072682" y="4926730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9" name="직선 연결선 5768">
                <a:extLst>
                  <a:ext uri="{FF2B5EF4-FFF2-40B4-BE49-F238E27FC236}">
                    <a16:creationId xmlns:a16="http://schemas.microsoft.com/office/drawing/2014/main" id="{F08BA0AE-D08C-4AC1-A431-E6066EBC8FD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763844" y="4926730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70" name="직선 연결선 5769">
                <a:extLst>
                  <a:ext uri="{FF2B5EF4-FFF2-40B4-BE49-F238E27FC236}">
                    <a16:creationId xmlns:a16="http://schemas.microsoft.com/office/drawing/2014/main" id="{5D817BD5-06BA-47F5-ADAD-08B037EB66F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455006" y="4926730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71" name="직선 연결선 5770">
                <a:extLst>
                  <a:ext uri="{FF2B5EF4-FFF2-40B4-BE49-F238E27FC236}">
                    <a16:creationId xmlns:a16="http://schemas.microsoft.com/office/drawing/2014/main" id="{1FCC3752-5910-411B-9A8D-4274B8318CC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146168" y="4926730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730" name="직선 연결선 5729">
              <a:extLst>
                <a:ext uri="{FF2B5EF4-FFF2-40B4-BE49-F238E27FC236}">
                  <a16:creationId xmlns:a16="http://schemas.microsoft.com/office/drawing/2014/main" id="{4FE4BD49-EA3C-4326-9A91-9AF2BE6D12F9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437808" y="3978921"/>
              <a:ext cx="0" cy="8246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72" name="직선 연결선 5771">
            <a:extLst>
              <a:ext uri="{FF2B5EF4-FFF2-40B4-BE49-F238E27FC236}">
                <a16:creationId xmlns:a16="http://schemas.microsoft.com/office/drawing/2014/main" id="{3DFACAE1-D7C9-47DA-8EDF-EE8BCCDC26B5}"/>
              </a:ext>
            </a:extLst>
          </p:cNvPr>
          <p:cNvCxnSpPr/>
          <p:nvPr/>
        </p:nvCxnSpPr>
        <p:spPr>
          <a:xfrm>
            <a:off x="302419" y="4436484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3" name="직선 연결선 5772">
            <a:extLst>
              <a:ext uri="{FF2B5EF4-FFF2-40B4-BE49-F238E27FC236}">
                <a16:creationId xmlns:a16="http://schemas.microsoft.com/office/drawing/2014/main" id="{406F8575-78D7-44FB-A340-6AC515C68E90}"/>
              </a:ext>
            </a:extLst>
          </p:cNvPr>
          <p:cNvCxnSpPr/>
          <p:nvPr/>
        </p:nvCxnSpPr>
        <p:spPr>
          <a:xfrm>
            <a:off x="302419" y="4713338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4" name="직선 연결선 5773">
            <a:extLst>
              <a:ext uri="{FF2B5EF4-FFF2-40B4-BE49-F238E27FC236}">
                <a16:creationId xmlns:a16="http://schemas.microsoft.com/office/drawing/2014/main" id="{6543A0C0-84E1-4C68-B1D4-DF0DD0AC61D4}"/>
              </a:ext>
            </a:extLst>
          </p:cNvPr>
          <p:cNvCxnSpPr/>
          <p:nvPr/>
        </p:nvCxnSpPr>
        <p:spPr>
          <a:xfrm>
            <a:off x="302419" y="4990193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5" name="직선 연결선 5774">
            <a:extLst>
              <a:ext uri="{FF2B5EF4-FFF2-40B4-BE49-F238E27FC236}">
                <a16:creationId xmlns:a16="http://schemas.microsoft.com/office/drawing/2014/main" id="{1400A3E5-32F9-4361-AF0C-FB8D126F1ABC}"/>
              </a:ext>
            </a:extLst>
          </p:cNvPr>
          <p:cNvCxnSpPr/>
          <p:nvPr/>
        </p:nvCxnSpPr>
        <p:spPr>
          <a:xfrm>
            <a:off x="302419" y="5543901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6" name="직선 연결선 5775">
            <a:extLst>
              <a:ext uri="{FF2B5EF4-FFF2-40B4-BE49-F238E27FC236}">
                <a16:creationId xmlns:a16="http://schemas.microsoft.com/office/drawing/2014/main" id="{73EAC283-FF00-4B77-B3B9-BB17FFDB34D4}"/>
              </a:ext>
            </a:extLst>
          </p:cNvPr>
          <p:cNvCxnSpPr/>
          <p:nvPr/>
        </p:nvCxnSpPr>
        <p:spPr>
          <a:xfrm>
            <a:off x="302419" y="5820756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7" name="직선 연결선 5776">
            <a:extLst>
              <a:ext uri="{FF2B5EF4-FFF2-40B4-BE49-F238E27FC236}">
                <a16:creationId xmlns:a16="http://schemas.microsoft.com/office/drawing/2014/main" id="{AE7CB050-5088-41D3-9236-4471A84E18BF}"/>
              </a:ext>
            </a:extLst>
          </p:cNvPr>
          <p:cNvCxnSpPr/>
          <p:nvPr/>
        </p:nvCxnSpPr>
        <p:spPr>
          <a:xfrm>
            <a:off x="302419" y="6097610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8" name="직선 연결선 5777">
            <a:extLst>
              <a:ext uri="{FF2B5EF4-FFF2-40B4-BE49-F238E27FC236}">
                <a16:creationId xmlns:a16="http://schemas.microsoft.com/office/drawing/2014/main" id="{42591D6F-AD00-468C-BC93-8A77942042E2}"/>
              </a:ext>
            </a:extLst>
          </p:cNvPr>
          <p:cNvCxnSpPr/>
          <p:nvPr/>
        </p:nvCxnSpPr>
        <p:spPr>
          <a:xfrm>
            <a:off x="302419" y="5267047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9" name="직선 연결선 5778">
            <a:extLst>
              <a:ext uri="{FF2B5EF4-FFF2-40B4-BE49-F238E27FC236}">
                <a16:creationId xmlns:a16="http://schemas.microsoft.com/office/drawing/2014/main" id="{33C079A3-F582-4E4A-9C53-A5CCB5CEDBEE}"/>
              </a:ext>
            </a:extLst>
          </p:cNvPr>
          <p:cNvCxnSpPr/>
          <p:nvPr/>
        </p:nvCxnSpPr>
        <p:spPr>
          <a:xfrm>
            <a:off x="302419" y="6374465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0" name="직선 연결선 5779">
            <a:extLst>
              <a:ext uri="{FF2B5EF4-FFF2-40B4-BE49-F238E27FC236}">
                <a16:creationId xmlns:a16="http://schemas.microsoft.com/office/drawing/2014/main" id="{C0AD097E-9938-40ED-9287-222EF29F5EFD}"/>
              </a:ext>
            </a:extLst>
          </p:cNvPr>
          <p:cNvCxnSpPr/>
          <p:nvPr/>
        </p:nvCxnSpPr>
        <p:spPr>
          <a:xfrm>
            <a:off x="302419" y="6928174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1" name="직선 연결선 5780">
            <a:extLst>
              <a:ext uri="{FF2B5EF4-FFF2-40B4-BE49-F238E27FC236}">
                <a16:creationId xmlns:a16="http://schemas.microsoft.com/office/drawing/2014/main" id="{84A992F4-217E-4DDD-A6C0-E5AD9EA9DFFD}"/>
              </a:ext>
            </a:extLst>
          </p:cNvPr>
          <p:cNvCxnSpPr/>
          <p:nvPr/>
        </p:nvCxnSpPr>
        <p:spPr>
          <a:xfrm>
            <a:off x="302419" y="7205028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2" name="직선 연결선 5781">
            <a:extLst>
              <a:ext uri="{FF2B5EF4-FFF2-40B4-BE49-F238E27FC236}">
                <a16:creationId xmlns:a16="http://schemas.microsoft.com/office/drawing/2014/main" id="{11F49AD6-9A64-4778-9073-E1A063A12DBF}"/>
              </a:ext>
            </a:extLst>
          </p:cNvPr>
          <p:cNvCxnSpPr/>
          <p:nvPr/>
        </p:nvCxnSpPr>
        <p:spPr>
          <a:xfrm>
            <a:off x="302419" y="7481886"/>
            <a:ext cx="547211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3" name="직선 연결선 5782">
            <a:extLst>
              <a:ext uri="{FF2B5EF4-FFF2-40B4-BE49-F238E27FC236}">
                <a16:creationId xmlns:a16="http://schemas.microsoft.com/office/drawing/2014/main" id="{34177A7F-BD9C-4D11-A46E-1C20DC43EDA2}"/>
              </a:ext>
            </a:extLst>
          </p:cNvPr>
          <p:cNvCxnSpPr/>
          <p:nvPr/>
        </p:nvCxnSpPr>
        <p:spPr>
          <a:xfrm>
            <a:off x="302419" y="6651319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4" name="직선 연결선 5783">
            <a:extLst>
              <a:ext uri="{FF2B5EF4-FFF2-40B4-BE49-F238E27FC236}">
                <a16:creationId xmlns:a16="http://schemas.microsoft.com/office/drawing/2014/main" id="{A19C0520-B9EC-4AD0-80E5-936A2509069C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5" name="직선 연결선 5784">
            <a:extLst>
              <a:ext uri="{FF2B5EF4-FFF2-40B4-BE49-F238E27FC236}">
                <a16:creationId xmlns:a16="http://schemas.microsoft.com/office/drawing/2014/main" id="{7213AECE-9548-4BA7-9244-CB82AEDC830E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5">
            <a:hlinkClick r:id="rId2"/>
            <a:extLst>
              <a:ext uri="{FF2B5EF4-FFF2-40B4-BE49-F238E27FC236}">
                <a16:creationId xmlns:a16="http://schemas.microsoft.com/office/drawing/2014/main" id="{67564AE9-022B-46EC-A6E7-A5BE3D98F414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0" name="TextBox 186">
            <a:hlinkClick r:id="rId3"/>
            <a:extLst>
              <a:ext uri="{FF2B5EF4-FFF2-40B4-BE49-F238E27FC236}">
                <a16:creationId xmlns:a16="http://schemas.microsoft.com/office/drawing/2014/main" id="{90EC0320-7265-44A1-B234-299D60FE330F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1" name="TextBox 184">
            <a:hlinkClick r:id="rId4"/>
            <a:extLst>
              <a:ext uri="{FF2B5EF4-FFF2-40B4-BE49-F238E27FC236}">
                <a16:creationId xmlns:a16="http://schemas.microsoft.com/office/drawing/2014/main" id="{EA9CDECE-F8ED-4CF1-A36D-8E570DC427C6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277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95</cp:revision>
  <dcterms:created xsi:type="dcterms:W3CDTF">2021-10-29T04:43:38Z</dcterms:created>
  <dcterms:modified xsi:type="dcterms:W3CDTF">2021-12-19T05:07:54Z</dcterms:modified>
</cp:coreProperties>
</file>
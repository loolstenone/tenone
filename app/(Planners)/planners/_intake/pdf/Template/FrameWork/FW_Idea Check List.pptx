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tenone.biz/" TargetMode="External"/><Relationship Id="rId2" Type="http://schemas.openxmlformats.org/officeDocument/2006/relationships/hyperlink" Target="https://www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7C80B8C6-29E1-4313-A824-4080FC6CAFFF}"/>
              </a:ext>
            </a:extLst>
          </p:cNvPr>
          <p:cNvCxnSpPr/>
          <p:nvPr/>
        </p:nvCxnSpPr>
        <p:spPr>
          <a:xfrm>
            <a:off x="302419" y="502031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C98BE02-3806-43AB-9215-DD95AFAAF1C2}"/>
              </a:ext>
            </a:extLst>
          </p:cNvPr>
          <p:cNvCxnSpPr/>
          <p:nvPr/>
        </p:nvCxnSpPr>
        <p:spPr>
          <a:xfrm>
            <a:off x="302419" y="739246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F82D03F8-FE75-48E5-AFB6-6BE1EF5918C0}"/>
              </a:ext>
            </a:extLst>
          </p:cNvPr>
          <p:cNvCxnSpPr>
            <a:cxnSpLocks/>
          </p:cNvCxnSpPr>
          <p:nvPr/>
        </p:nvCxnSpPr>
        <p:spPr>
          <a:xfrm>
            <a:off x="302419" y="1702481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직선 연결선 375">
            <a:extLst>
              <a:ext uri="{FF2B5EF4-FFF2-40B4-BE49-F238E27FC236}">
                <a16:creationId xmlns:a16="http://schemas.microsoft.com/office/drawing/2014/main" id="{C1B2D40D-58F6-406B-B745-12314DE05647}"/>
              </a:ext>
            </a:extLst>
          </p:cNvPr>
          <p:cNvCxnSpPr>
            <a:cxnSpLocks/>
          </p:cNvCxnSpPr>
          <p:nvPr/>
        </p:nvCxnSpPr>
        <p:spPr>
          <a:xfrm>
            <a:off x="302419" y="2665716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94FC878D-1EF8-448C-B9B4-5FBBFB3BBC25}"/>
              </a:ext>
            </a:extLst>
          </p:cNvPr>
          <p:cNvCxnSpPr>
            <a:cxnSpLocks/>
          </p:cNvCxnSpPr>
          <p:nvPr/>
        </p:nvCxnSpPr>
        <p:spPr>
          <a:xfrm>
            <a:off x="302419" y="3628951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4250138-9671-405C-B6C5-5981D9962C78}"/>
              </a:ext>
            </a:extLst>
          </p:cNvPr>
          <p:cNvCxnSpPr>
            <a:cxnSpLocks/>
          </p:cNvCxnSpPr>
          <p:nvPr/>
        </p:nvCxnSpPr>
        <p:spPr>
          <a:xfrm>
            <a:off x="302419" y="5555421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CBF373E5-0935-4A80-A35E-E935FF6C9FCB}"/>
              </a:ext>
            </a:extLst>
          </p:cNvPr>
          <p:cNvCxnSpPr>
            <a:cxnSpLocks/>
          </p:cNvCxnSpPr>
          <p:nvPr/>
        </p:nvCxnSpPr>
        <p:spPr>
          <a:xfrm>
            <a:off x="302419" y="6518656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7C02928C-A8E5-4BFF-BAD4-0E7875A99195}"/>
              </a:ext>
            </a:extLst>
          </p:cNvPr>
          <p:cNvCxnSpPr>
            <a:cxnSpLocks/>
          </p:cNvCxnSpPr>
          <p:nvPr/>
        </p:nvCxnSpPr>
        <p:spPr>
          <a:xfrm>
            <a:off x="302419" y="7481888"/>
            <a:ext cx="547211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379385C7-BBF0-4360-A731-E0B84D20433B}"/>
              </a:ext>
            </a:extLst>
          </p:cNvPr>
          <p:cNvCxnSpPr>
            <a:cxnSpLocks/>
          </p:cNvCxnSpPr>
          <p:nvPr/>
        </p:nvCxnSpPr>
        <p:spPr>
          <a:xfrm>
            <a:off x="302419" y="4592186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74A5152A-B5F0-4C8A-9BBF-B04B83F9A67C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B30D0AD-952B-4AD4-81B1-1E597357D053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84">
            <a:hlinkClick r:id="rId2"/>
            <a:extLst>
              <a:ext uri="{FF2B5EF4-FFF2-40B4-BE49-F238E27FC236}">
                <a16:creationId xmlns:a16="http://schemas.microsoft.com/office/drawing/2014/main" id="{8659CF5B-B5BD-46C8-A6F8-E6E9A5DEC45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21" name="TextBox 185">
            <a:hlinkClick r:id="rId3"/>
            <a:extLst>
              <a:ext uri="{FF2B5EF4-FFF2-40B4-BE49-F238E27FC236}">
                <a16:creationId xmlns:a16="http://schemas.microsoft.com/office/drawing/2014/main" id="{FD0FFE21-727A-44F7-A429-4EAD62E6A99B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186">
            <a:hlinkClick r:id="rId4"/>
            <a:extLst>
              <a:ext uri="{FF2B5EF4-FFF2-40B4-BE49-F238E27FC236}">
                <a16:creationId xmlns:a16="http://schemas.microsoft.com/office/drawing/2014/main" id="{95880335-5FB7-40AC-ABAC-8E89C41BECF9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D2CD138-8D8D-4390-8C99-01EF5B73D3B0}"/>
              </a:ext>
            </a:extLst>
          </p:cNvPr>
          <p:cNvCxnSpPr>
            <a:cxnSpLocks/>
          </p:cNvCxnSpPr>
          <p:nvPr/>
        </p:nvCxnSpPr>
        <p:spPr>
          <a:xfrm>
            <a:off x="1033788" y="502031"/>
            <a:ext cx="0" cy="697985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506C2D3-4714-4D12-92F4-7C36784281F2}"/>
              </a:ext>
            </a:extLst>
          </p:cNvPr>
          <p:cNvSpPr txBox="1"/>
          <p:nvPr/>
        </p:nvSpPr>
        <p:spPr>
          <a:xfrm>
            <a:off x="429813" y="864684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대체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C79ABD-9646-4974-8909-E2ED054F1C5E}"/>
              </a:ext>
            </a:extLst>
          </p:cNvPr>
          <p:cNvSpPr txBox="1"/>
          <p:nvPr/>
        </p:nvSpPr>
        <p:spPr>
          <a:xfrm>
            <a:off x="429813" y="1818923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결합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A83769-ECD1-4537-8AD0-3EDC51A93BC4}"/>
              </a:ext>
            </a:extLst>
          </p:cNvPr>
          <p:cNvSpPr txBox="1"/>
          <p:nvPr/>
        </p:nvSpPr>
        <p:spPr>
          <a:xfrm>
            <a:off x="429813" y="2773162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변경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07D771-D30C-4644-A730-3FFC11E085E1}"/>
              </a:ext>
            </a:extLst>
          </p:cNvPr>
          <p:cNvSpPr txBox="1"/>
          <p:nvPr/>
        </p:nvSpPr>
        <p:spPr>
          <a:xfrm>
            <a:off x="429813" y="3727401"/>
            <a:ext cx="4251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제거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11CBDB-049D-45F7-AE84-7AEF61F84AEB}"/>
              </a:ext>
            </a:extLst>
          </p:cNvPr>
          <p:cNvSpPr txBox="1"/>
          <p:nvPr/>
        </p:nvSpPr>
        <p:spPr>
          <a:xfrm>
            <a:off x="429813" y="4681640"/>
            <a:ext cx="4251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반대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F470FA-7536-4108-A514-6D0B48CFDEA1}"/>
              </a:ext>
            </a:extLst>
          </p:cNvPr>
          <p:cNvSpPr txBox="1"/>
          <p:nvPr/>
        </p:nvSpPr>
        <p:spPr>
          <a:xfrm>
            <a:off x="429813" y="5635879"/>
            <a:ext cx="4251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배치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EE459E-979E-42EE-AB40-E8F37D611675}"/>
              </a:ext>
            </a:extLst>
          </p:cNvPr>
          <p:cNvSpPr txBox="1"/>
          <p:nvPr/>
        </p:nvSpPr>
        <p:spPr>
          <a:xfrm>
            <a:off x="429813" y="6590116"/>
            <a:ext cx="4251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rPr>
              <a:t>이상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98DAE4-AAEA-4F6A-97EA-09BB497E646B}"/>
              </a:ext>
            </a:extLst>
          </p:cNvPr>
          <p:cNvSpPr txBox="1"/>
          <p:nvPr/>
        </p:nvSpPr>
        <p:spPr>
          <a:xfrm>
            <a:off x="1033788" y="1487037"/>
            <a:ext cx="27382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대체할 수 있는 것이 있는가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성분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재료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과정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장소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접근법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0B6570-17EA-4372-B7A3-DFD437EC3FDD}"/>
              </a:ext>
            </a:extLst>
          </p:cNvPr>
          <p:cNvSpPr txBox="1"/>
          <p:nvPr/>
        </p:nvSpPr>
        <p:spPr>
          <a:xfrm>
            <a:off x="1033788" y="2450272"/>
            <a:ext cx="37818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서로 다른 것의 조합은 </a:t>
            </a:r>
            <a:r>
              <a:rPr lang="ko-KR" altLang="en-US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어떠한가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목적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재질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용도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부속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기능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사용자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제작자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A68592-6566-41C6-9FA8-CF0C09190BE5}"/>
              </a:ext>
            </a:extLst>
          </p:cNvPr>
          <p:cNvSpPr txBox="1"/>
          <p:nvPr/>
        </p:nvSpPr>
        <p:spPr>
          <a:xfrm>
            <a:off x="1033788" y="3413507"/>
            <a:ext cx="3366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다른 것으로 변경할 수 있는가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확대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빈도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의미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색깔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소리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형태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32047F-3B0E-4969-871C-D759CE13768E}"/>
              </a:ext>
            </a:extLst>
          </p:cNvPr>
          <p:cNvSpPr txBox="1"/>
          <p:nvPr/>
        </p:nvSpPr>
        <p:spPr>
          <a:xfrm>
            <a:off x="1033788" y="4376742"/>
            <a:ext cx="30267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제거해도 지장 없는 것이 있는가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분리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가볍게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압축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낮추기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3A4E64-0A34-4CFA-B35B-170A0FA2664E}"/>
              </a:ext>
            </a:extLst>
          </p:cNvPr>
          <p:cNvSpPr txBox="1"/>
          <p:nvPr/>
        </p:nvSpPr>
        <p:spPr>
          <a:xfrm>
            <a:off x="1033788" y="5339977"/>
            <a:ext cx="3368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반대 되는 상황은 무엇인가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용도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목적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기능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역할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위치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일정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원인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결과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EA328F-1DD2-40DA-95D7-339999213072}"/>
              </a:ext>
            </a:extLst>
          </p:cNvPr>
          <p:cNvSpPr txBox="1"/>
          <p:nvPr/>
        </p:nvSpPr>
        <p:spPr>
          <a:xfrm>
            <a:off x="1033788" y="6303212"/>
            <a:ext cx="38731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지금이 최적인가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변경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기능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위치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재질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과정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사용자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구매자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면적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공간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시간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인력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2F2A54-0B49-46C8-9D29-1CF57B4B1152}"/>
              </a:ext>
            </a:extLst>
          </p:cNvPr>
          <p:cNvSpPr txBox="1"/>
          <p:nvPr/>
        </p:nvSpPr>
        <p:spPr>
          <a:xfrm>
            <a:off x="1033788" y="7266444"/>
            <a:ext cx="41120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가장 이상적인 것은 무엇인가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완성품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사용자 이미지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사용자 만족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언론에서 기사를 쓴다면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0ACC838-2934-460F-933A-54917238070A}"/>
              </a:ext>
            </a:extLst>
          </p:cNvPr>
          <p:cNvGrpSpPr/>
          <p:nvPr/>
        </p:nvGrpSpPr>
        <p:grpSpPr>
          <a:xfrm>
            <a:off x="374597" y="1245805"/>
            <a:ext cx="535549" cy="216000"/>
            <a:chOff x="348555" y="1245805"/>
            <a:chExt cx="535549" cy="216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9A2846-492E-4DF4-8F1A-606185B4BF58}"/>
                </a:ext>
              </a:extLst>
            </p:cNvPr>
            <p:cNvSpPr/>
            <p:nvPr/>
          </p:nvSpPr>
          <p:spPr>
            <a:xfrm>
              <a:off x="348555" y="1245805"/>
              <a:ext cx="216000" cy="216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E0EE6C1-BD0C-4E83-AA7C-E65A4B447436}"/>
                </a:ext>
              </a:extLst>
            </p:cNvPr>
            <p:cNvSpPr/>
            <p:nvPr/>
          </p:nvSpPr>
          <p:spPr>
            <a:xfrm>
              <a:off x="668104" y="1245805"/>
              <a:ext cx="216000" cy="21600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23F83F9-BAD0-47EE-8A65-A947600CAEA8}"/>
                </a:ext>
              </a:extLst>
            </p:cNvPr>
            <p:cNvCxnSpPr>
              <a:cxnSpLocks/>
            </p:cNvCxnSpPr>
            <p:nvPr/>
          </p:nvCxnSpPr>
          <p:spPr>
            <a:xfrm>
              <a:off x="562535" y="1353805"/>
              <a:ext cx="105569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617E48C-414E-4A22-8B6F-15D092825472}"/>
              </a:ext>
            </a:extLst>
          </p:cNvPr>
          <p:cNvGrpSpPr/>
          <p:nvPr/>
        </p:nvGrpSpPr>
        <p:grpSpPr>
          <a:xfrm>
            <a:off x="482246" y="2197547"/>
            <a:ext cx="320251" cy="216000"/>
            <a:chOff x="401339" y="2238303"/>
            <a:chExt cx="320251" cy="216000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F47DC65-ADF6-44D7-A047-3E903A956E02}"/>
                </a:ext>
              </a:extLst>
            </p:cNvPr>
            <p:cNvSpPr/>
            <p:nvPr/>
          </p:nvSpPr>
          <p:spPr>
            <a:xfrm>
              <a:off x="401339" y="2238303"/>
              <a:ext cx="216000" cy="216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C6DD110-012E-4130-818C-D45CA8503417}"/>
                </a:ext>
              </a:extLst>
            </p:cNvPr>
            <p:cNvSpPr/>
            <p:nvPr/>
          </p:nvSpPr>
          <p:spPr>
            <a:xfrm>
              <a:off x="505590" y="2238303"/>
              <a:ext cx="216000" cy="21600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순서도: 데이터 9">
            <a:extLst>
              <a:ext uri="{FF2B5EF4-FFF2-40B4-BE49-F238E27FC236}">
                <a16:creationId xmlns:a16="http://schemas.microsoft.com/office/drawing/2014/main" id="{7142C6F4-340F-491D-925C-F5EECC9EEECE}"/>
              </a:ext>
            </a:extLst>
          </p:cNvPr>
          <p:cNvSpPr/>
          <p:nvPr/>
        </p:nvSpPr>
        <p:spPr>
          <a:xfrm>
            <a:off x="533825" y="3149289"/>
            <a:ext cx="217093" cy="216000"/>
          </a:xfrm>
          <a:prstGeom prst="flowChartInputOutpu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D17E477-CF9A-4ADE-9BEE-1FEEDCC99ECE}"/>
              </a:ext>
            </a:extLst>
          </p:cNvPr>
          <p:cNvGrpSpPr/>
          <p:nvPr/>
        </p:nvGrpSpPr>
        <p:grpSpPr>
          <a:xfrm>
            <a:off x="472895" y="4101031"/>
            <a:ext cx="338952" cy="216000"/>
            <a:chOff x="455544" y="4267717"/>
            <a:chExt cx="338952" cy="216000"/>
          </a:xfrm>
        </p:grpSpPr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D7ABBA64-AE41-4D79-A470-969CED06FB85}"/>
                </a:ext>
              </a:extLst>
            </p:cNvPr>
            <p:cNvSpPr/>
            <p:nvPr/>
          </p:nvSpPr>
          <p:spPr>
            <a:xfrm>
              <a:off x="455544" y="4267717"/>
              <a:ext cx="216000" cy="216000"/>
            </a:xfrm>
            <a:custGeom>
              <a:avLst/>
              <a:gdLst>
                <a:gd name="connsiteX0" fmla="*/ 0 w 213979"/>
                <a:gd name="connsiteY0" fmla="*/ 0 h 213979"/>
                <a:gd name="connsiteX1" fmla="*/ 213979 w 213979"/>
                <a:gd name="connsiteY1" fmla="*/ 0 h 213979"/>
                <a:gd name="connsiteX2" fmla="*/ 213979 w 213979"/>
                <a:gd name="connsiteY2" fmla="*/ 37770 h 213979"/>
                <a:gd name="connsiteX3" fmla="*/ 194260 w 213979"/>
                <a:gd name="connsiteY3" fmla="*/ 67018 h 213979"/>
                <a:gd name="connsiteX4" fmla="*/ 185637 w 213979"/>
                <a:gd name="connsiteY4" fmla="*/ 109729 h 213979"/>
                <a:gd name="connsiteX5" fmla="*/ 194260 w 213979"/>
                <a:gd name="connsiteY5" fmla="*/ 152441 h 213979"/>
                <a:gd name="connsiteX6" fmla="*/ 213979 w 213979"/>
                <a:gd name="connsiteY6" fmla="*/ 181688 h 213979"/>
                <a:gd name="connsiteX7" fmla="*/ 213979 w 213979"/>
                <a:gd name="connsiteY7" fmla="*/ 213979 h 213979"/>
                <a:gd name="connsiteX8" fmla="*/ 0 w 213979"/>
                <a:gd name="connsiteY8" fmla="*/ 213979 h 213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3979" h="213979">
                  <a:moveTo>
                    <a:pt x="0" y="0"/>
                  </a:moveTo>
                  <a:lnTo>
                    <a:pt x="213979" y="0"/>
                  </a:lnTo>
                  <a:lnTo>
                    <a:pt x="213979" y="37770"/>
                  </a:lnTo>
                  <a:lnTo>
                    <a:pt x="194260" y="67018"/>
                  </a:lnTo>
                  <a:cubicBezTo>
                    <a:pt x="188707" y="80145"/>
                    <a:pt x="185637" y="94579"/>
                    <a:pt x="185637" y="109729"/>
                  </a:cubicBezTo>
                  <a:cubicBezTo>
                    <a:pt x="185637" y="124880"/>
                    <a:pt x="188707" y="139313"/>
                    <a:pt x="194260" y="152441"/>
                  </a:cubicBezTo>
                  <a:lnTo>
                    <a:pt x="213979" y="181688"/>
                  </a:lnTo>
                  <a:lnTo>
                    <a:pt x="213979" y="213979"/>
                  </a:lnTo>
                  <a:lnTo>
                    <a:pt x="0" y="213979"/>
                  </a:lnTo>
                  <a:close/>
                </a:path>
              </a:pathLst>
            </a:cu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77BA28BB-7687-4784-BED1-3FB78704B5A6}"/>
                </a:ext>
              </a:extLst>
            </p:cNvPr>
            <p:cNvSpPr/>
            <p:nvPr/>
          </p:nvSpPr>
          <p:spPr>
            <a:xfrm>
              <a:off x="766154" y="4303758"/>
              <a:ext cx="28342" cy="143918"/>
            </a:xfrm>
            <a:custGeom>
              <a:avLst/>
              <a:gdLst>
                <a:gd name="connsiteX0" fmla="*/ 28342 w 28342"/>
                <a:gd name="connsiteY0" fmla="*/ 0 h 143918"/>
                <a:gd name="connsiteX1" fmla="*/ 28342 w 28342"/>
                <a:gd name="connsiteY1" fmla="*/ 143918 h 143918"/>
                <a:gd name="connsiteX2" fmla="*/ 8623 w 28342"/>
                <a:gd name="connsiteY2" fmla="*/ 114671 h 143918"/>
                <a:gd name="connsiteX3" fmla="*/ 0 w 28342"/>
                <a:gd name="connsiteY3" fmla="*/ 71959 h 143918"/>
                <a:gd name="connsiteX4" fmla="*/ 8623 w 28342"/>
                <a:gd name="connsiteY4" fmla="*/ 29248 h 143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42" h="143918">
                  <a:moveTo>
                    <a:pt x="28342" y="0"/>
                  </a:moveTo>
                  <a:lnTo>
                    <a:pt x="28342" y="143918"/>
                  </a:lnTo>
                  <a:lnTo>
                    <a:pt x="8623" y="114671"/>
                  </a:lnTo>
                  <a:cubicBezTo>
                    <a:pt x="3070" y="101543"/>
                    <a:pt x="0" y="87110"/>
                    <a:pt x="0" y="71959"/>
                  </a:cubicBezTo>
                  <a:cubicBezTo>
                    <a:pt x="0" y="56809"/>
                    <a:pt x="3070" y="42375"/>
                    <a:pt x="8623" y="29248"/>
                  </a:cubicBezTo>
                  <a:close/>
                </a:path>
              </a:pathLst>
            </a:cu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529A761-E2C9-4FB9-BD08-48A3DE76FD0C}"/>
              </a:ext>
            </a:extLst>
          </p:cNvPr>
          <p:cNvGrpSpPr/>
          <p:nvPr/>
        </p:nvGrpSpPr>
        <p:grpSpPr>
          <a:xfrm>
            <a:off x="348555" y="5052773"/>
            <a:ext cx="587633" cy="216000"/>
            <a:chOff x="348555" y="5255506"/>
            <a:chExt cx="587633" cy="216000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7A24A6FA-2A45-4786-BF7A-6919E8D0D75D}"/>
                </a:ext>
              </a:extLst>
            </p:cNvPr>
            <p:cNvSpPr/>
            <p:nvPr/>
          </p:nvSpPr>
          <p:spPr>
            <a:xfrm>
              <a:off x="348555" y="5255506"/>
              <a:ext cx="216000" cy="216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EF5D4E9-E8CF-4B54-8181-9B2161EBD71C}"/>
                </a:ext>
              </a:extLst>
            </p:cNvPr>
            <p:cNvSpPr/>
            <p:nvPr/>
          </p:nvSpPr>
          <p:spPr>
            <a:xfrm>
              <a:off x="720188" y="5255506"/>
              <a:ext cx="216000" cy="21600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8E454941-300A-45BA-8E1C-3AC053286372}"/>
                </a:ext>
              </a:extLst>
            </p:cNvPr>
            <p:cNvCxnSpPr>
              <a:cxnSpLocks/>
            </p:cNvCxnSpPr>
            <p:nvPr/>
          </p:nvCxnSpPr>
          <p:spPr>
            <a:xfrm>
              <a:off x="505590" y="5363506"/>
              <a:ext cx="260564" cy="0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F76B87-7272-4350-9FD8-04BDC4F8D802}"/>
              </a:ext>
            </a:extLst>
          </p:cNvPr>
          <p:cNvGrpSpPr/>
          <p:nvPr/>
        </p:nvGrpSpPr>
        <p:grpSpPr>
          <a:xfrm>
            <a:off x="534371" y="6004515"/>
            <a:ext cx="216000" cy="216000"/>
            <a:chOff x="468720" y="6080274"/>
            <a:chExt cx="216000" cy="216000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03E92BC9-D42E-4FEB-AA1D-6BDA72EF00CC}"/>
                </a:ext>
              </a:extLst>
            </p:cNvPr>
            <p:cNvSpPr/>
            <p:nvPr/>
          </p:nvSpPr>
          <p:spPr>
            <a:xfrm>
              <a:off x="468720" y="6188274"/>
              <a:ext cx="108000" cy="108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59930896-F6E2-42FA-BA7B-F7C64C7EE3EB}"/>
                </a:ext>
              </a:extLst>
            </p:cNvPr>
            <p:cNvSpPr/>
            <p:nvPr/>
          </p:nvSpPr>
          <p:spPr>
            <a:xfrm>
              <a:off x="576720" y="6188274"/>
              <a:ext cx="108000" cy="10800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3D12BADF-CAA2-46F4-A820-343A79221251}"/>
                </a:ext>
              </a:extLst>
            </p:cNvPr>
            <p:cNvSpPr/>
            <p:nvPr/>
          </p:nvSpPr>
          <p:spPr>
            <a:xfrm flipH="1">
              <a:off x="576720" y="6080274"/>
              <a:ext cx="108000" cy="108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CDB6CA09-DA80-42C8-A1A0-74C7C9DFAB4B}"/>
                </a:ext>
              </a:extLst>
            </p:cNvPr>
            <p:cNvSpPr/>
            <p:nvPr/>
          </p:nvSpPr>
          <p:spPr>
            <a:xfrm flipH="1">
              <a:off x="468720" y="6080274"/>
              <a:ext cx="108000" cy="10800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284F04D-44B0-456B-AF15-C30301BC0BF6}"/>
              </a:ext>
            </a:extLst>
          </p:cNvPr>
          <p:cNvGrpSpPr/>
          <p:nvPr/>
        </p:nvGrpSpPr>
        <p:grpSpPr>
          <a:xfrm>
            <a:off x="534371" y="6956257"/>
            <a:ext cx="216000" cy="216000"/>
            <a:chOff x="522471" y="6956257"/>
            <a:chExt cx="216000" cy="216000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DB1EAEDC-2FD0-4C12-A340-538B38784179}"/>
                </a:ext>
              </a:extLst>
            </p:cNvPr>
            <p:cNvSpPr/>
            <p:nvPr/>
          </p:nvSpPr>
          <p:spPr>
            <a:xfrm>
              <a:off x="522471" y="6956257"/>
              <a:ext cx="216000" cy="21600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06B6371D-640F-4B39-AE9F-F03D0C002E2B}"/>
                </a:ext>
              </a:extLst>
            </p:cNvPr>
            <p:cNvSpPr/>
            <p:nvPr/>
          </p:nvSpPr>
          <p:spPr>
            <a:xfrm>
              <a:off x="576471" y="7010257"/>
              <a:ext cx="108000" cy="10800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7D23CA87-DA08-4595-AF25-6BC9C6D4A90A}"/>
              </a:ext>
            </a:extLst>
          </p:cNvPr>
          <p:cNvSpPr txBox="1"/>
          <p:nvPr/>
        </p:nvSpPr>
        <p:spPr>
          <a:xfrm>
            <a:off x="429813" y="493457"/>
            <a:ext cx="4251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rPr>
              <a:t>방법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B5BFF22-F2D2-4244-AAE6-496D129B7BF1}"/>
              </a:ext>
            </a:extLst>
          </p:cNvPr>
          <p:cNvSpPr txBox="1"/>
          <p:nvPr/>
        </p:nvSpPr>
        <p:spPr>
          <a:xfrm>
            <a:off x="2532760" y="493457"/>
            <a:ext cx="13003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현황 </a:t>
            </a:r>
            <a:r>
              <a:rPr lang="en-US" altLang="ko-KR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/ </a:t>
            </a:r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아이디어 정리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373</TotalTime>
  <Words>150</Words>
  <Application>Microsoft Office PowerPoint</Application>
  <PresentationFormat>사용자 지정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116</cp:revision>
  <dcterms:created xsi:type="dcterms:W3CDTF">2021-10-29T04:43:38Z</dcterms:created>
  <dcterms:modified xsi:type="dcterms:W3CDTF">2021-12-14T04:38:48Z</dcterms:modified>
</cp:coreProperties>
</file>
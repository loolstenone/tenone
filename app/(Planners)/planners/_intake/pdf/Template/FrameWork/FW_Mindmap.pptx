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99" name="그룹 23898">
            <a:extLst>
              <a:ext uri="{FF2B5EF4-FFF2-40B4-BE49-F238E27FC236}">
                <a16:creationId xmlns:a16="http://schemas.microsoft.com/office/drawing/2014/main" id="{4F9EAC90-C0EC-41AA-8F77-3BB182C03630}"/>
              </a:ext>
            </a:extLst>
          </p:cNvPr>
          <p:cNvGrpSpPr/>
          <p:nvPr/>
        </p:nvGrpSpPr>
        <p:grpSpPr>
          <a:xfrm>
            <a:off x="302419" y="462531"/>
            <a:ext cx="5472112" cy="7019358"/>
            <a:chOff x="230188" y="462531"/>
            <a:chExt cx="5472112" cy="7019358"/>
          </a:xfrm>
        </p:grpSpPr>
        <p:grpSp>
          <p:nvGrpSpPr>
            <p:cNvPr id="5997" name="그룹 5996">
              <a:extLst>
                <a:ext uri="{FF2B5EF4-FFF2-40B4-BE49-F238E27FC236}">
                  <a16:creationId xmlns:a16="http://schemas.microsoft.com/office/drawing/2014/main" id="{276D5292-41CF-49BA-9279-D52598A70424}"/>
                </a:ext>
              </a:extLst>
            </p:cNvPr>
            <p:cNvGrpSpPr/>
            <p:nvPr/>
          </p:nvGrpSpPr>
          <p:grpSpPr>
            <a:xfrm>
              <a:off x="230188" y="533400"/>
              <a:ext cx="5472111" cy="3830471"/>
              <a:chOff x="230188" y="533400"/>
              <a:chExt cx="5472111" cy="3830471"/>
            </a:xfrm>
          </p:grpSpPr>
          <p:cxnSp>
            <p:nvCxnSpPr>
              <p:cNvPr id="5998" name="직선 연결선 5997">
                <a:extLst>
                  <a:ext uri="{FF2B5EF4-FFF2-40B4-BE49-F238E27FC236}">
                    <a16:creationId xmlns:a16="http://schemas.microsoft.com/office/drawing/2014/main" id="{C6E096ED-ED97-4FDF-883F-DC7FCBE7DC4F}"/>
                  </a:ext>
                </a:extLst>
              </p:cNvPr>
              <p:cNvCxnSpPr/>
              <p:nvPr/>
            </p:nvCxnSpPr>
            <p:spPr>
              <a:xfrm rot="16200000">
                <a:off x="2966244" y="1354218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9" name="직선 연결선 5998">
                <a:extLst>
                  <a:ext uri="{FF2B5EF4-FFF2-40B4-BE49-F238E27FC236}">
                    <a16:creationId xmlns:a16="http://schemas.microsoft.com/office/drawing/2014/main" id="{29936829-122B-4DC5-A6E1-1AF71D145DFE}"/>
                  </a:ext>
                </a:extLst>
              </p:cNvPr>
              <p:cNvCxnSpPr/>
              <p:nvPr/>
            </p:nvCxnSpPr>
            <p:spPr>
              <a:xfrm rot="16200000">
                <a:off x="2966244" y="1080612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0" name="직선 연결선 5999">
                <a:extLst>
                  <a:ext uri="{FF2B5EF4-FFF2-40B4-BE49-F238E27FC236}">
                    <a16:creationId xmlns:a16="http://schemas.microsoft.com/office/drawing/2014/main" id="{7E567CEF-3F28-47A9-BFEC-921616A5B52D}"/>
                  </a:ext>
                </a:extLst>
              </p:cNvPr>
              <p:cNvCxnSpPr/>
              <p:nvPr/>
            </p:nvCxnSpPr>
            <p:spPr>
              <a:xfrm rot="16200000">
                <a:off x="2966244" y="807006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1" name="직선 연결선 6000">
                <a:extLst>
                  <a:ext uri="{FF2B5EF4-FFF2-40B4-BE49-F238E27FC236}">
                    <a16:creationId xmlns:a16="http://schemas.microsoft.com/office/drawing/2014/main" id="{D2F8DDC8-8165-4D9B-8BCC-CF7FBC13F2FE}"/>
                  </a:ext>
                </a:extLst>
              </p:cNvPr>
              <p:cNvCxnSpPr/>
              <p:nvPr/>
            </p:nvCxnSpPr>
            <p:spPr>
              <a:xfrm rot="16200000">
                <a:off x="2966244" y="533401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2" name="직선 연결선 6001">
                <a:extLst>
                  <a:ext uri="{FF2B5EF4-FFF2-40B4-BE49-F238E27FC236}">
                    <a16:creationId xmlns:a16="http://schemas.microsoft.com/office/drawing/2014/main" id="{5D14BCF7-6B51-4B5B-98DB-EA1A6462498D}"/>
                  </a:ext>
                </a:extLst>
              </p:cNvPr>
              <p:cNvCxnSpPr/>
              <p:nvPr/>
            </p:nvCxnSpPr>
            <p:spPr>
              <a:xfrm rot="16200000">
                <a:off x="2966244" y="259795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3" name="직선 연결선 6002">
                <a:extLst>
                  <a:ext uri="{FF2B5EF4-FFF2-40B4-BE49-F238E27FC236}">
                    <a16:creationId xmlns:a16="http://schemas.microsoft.com/office/drawing/2014/main" id="{5B8EED56-8EEF-4CEF-A873-D563847C9691}"/>
                  </a:ext>
                </a:extLst>
              </p:cNvPr>
              <p:cNvCxnSpPr/>
              <p:nvPr/>
            </p:nvCxnSpPr>
            <p:spPr>
              <a:xfrm rot="16200000">
                <a:off x="2966244" y="-13810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4" name="직선 연결선 6003">
                <a:extLst>
                  <a:ext uri="{FF2B5EF4-FFF2-40B4-BE49-F238E27FC236}">
                    <a16:creationId xmlns:a16="http://schemas.microsoft.com/office/drawing/2014/main" id="{BD294501-170B-4237-8739-1CBCE7B5DD2E}"/>
                  </a:ext>
                </a:extLst>
              </p:cNvPr>
              <p:cNvCxnSpPr/>
              <p:nvPr/>
            </p:nvCxnSpPr>
            <p:spPr>
              <a:xfrm rot="16200000">
                <a:off x="2966244" y="-287416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5" name="직선 연결선 6004">
                <a:extLst>
                  <a:ext uri="{FF2B5EF4-FFF2-40B4-BE49-F238E27FC236}">
                    <a16:creationId xmlns:a16="http://schemas.microsoft.com/office/drawing/2014/main" id="{0112668E-E6E5-4875-AEB9-31E774911674}"/>
                  </a:ext>
                </a:extLst>
              </p:cNvPr>
              <p:cNvCxnSpPr/>
              <p:nvPr/>
            </p:nvCxnSpPr>
            <p:spPr>
              <a:xfrm rot="16200000">
                <a:off x="2966244" y="-561022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6" name="직선 연결선 6005">
                <a:extLst>
                  <a:ext uri="{FF2B5EF4-FFF2-40B4-BE49-F238E27FC236}">
                    <a16:creationId xmlns:a16="http://schemas.microsoft.com/office/drawing/2014/main" id="{F07D1E5C-F78C-4B68-BC42-ECBE98C5033E}"/>
                  </a:ext>
                </a:extLst>
              </p:cNvPr>
              <p:cNvCxnSpPr/>
              <p:nvPr/>
            </p:nvCxnSpPr>
            <p:spPr>
              <a:xfrm rot="16200000">
                <a:off x="2966244" y="-834627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7" name="직선 연결선 6006">
                <a:extLst>
                  <a:ext uri="{FF2B5EF4-FFF2-40B4-BE49-F238E27FC236}">
                    <a16:creationId xmlns:a16="http://schemas.microsoft.com/office/drawing/2014/main" id="{9BF7D331-AFFA-4A5B-994F-2EE8B0F283B0}"/>
                  </a:ext>
                </a:extLst>
              </p:cNvPr>
              <p:cNvCxnSpPr/>
              <p:nvPr/>
            </p:nvCxnSpPr>
            <p:spPr>
              <a:xfrm rot="16200000">
                <a:off x="2966244" y="-1108233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8" name="직선 연결선 6007">
                <a:extLst>
                  <a:ext uri="{FF2B5EF4-FFF2-40B4-BE49-F238E27FC236}">
                    <a16:creationId xmlns:a16="http://schemas.microsoft.com/office/drawing/2014/main" id="{D44C51DE-9FA0-4EEE-8023-6219BAF9FA03}"/>
                  </a:ext>
                </a:extLst>
              </p:cNvPr>
              <p:cNvCxnSpPr/>
              <p:nvPr/>
            </p:nvCxnSpPr>
            <p:spPr>
              <a:xfrm rot="16200000">
                <a:off x="2966244" y="-1381839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9" name="직선 연결선 6008">
                <a:extLst>
                  <a:ext uri="{FF2B5EF4-FFF2-40B4-BE49-F238E27FC236}">
                    <a16:creationId xmlns:a16="http://schemas.microsoft.com/office/drawing/2014/main" id="{DA6176D8-8D2E-4243-B705-E1E11DEE29B2}"/>
                  </a:ext>
                </a:extLst>
              </p:cNvPr>
              <p:cNvCxnSpPr/>
              <p:nvPr/>
            </p:nvCxnSpPr>
            <p:spPr>
              <a:xfrm rot="16200000">
                <a:off x="2966244" y="-1655444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0" name="직선 연결선 6009">
                <a:extLst>
                  <a:ext uri="{FF2B5EF4-FFF2-40B4-BE49-F238E27FC236}">
                    <a16:creationId xmlns:a16="http://schemas.microsoft.com/office/drawing/2014/main" id="{54F46C25-56C0-49F9-AB53-E2DC7F81F70D}"/>
                  </a:ext>
                </a:extLst>
              </p:cNvPr>
              <p:cNvCxnSpPr/>
              <p:nvPr/>
            </p:nvCxnSpPr>
            <p:spPr>
              <a:xfrm rot="16200000">
                <a:off x="2966244" y="-1929050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1" name="직선 연결선 6010">
                <a:extLst>
                  <a:ext uri="{FF2B5EF4-FFF2-40B4-BE49-F238E27FC236}">
                    <a16:creationId xmlns:a16="http://schemas.microsoft.com/office/drawing/2014/main" id="{FEBF87CC-A0F4-47A0-A0B3-E160923E810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66244" y="-2202656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2" name="직선 연결선 6011">
                <a:extLst>
                  <a:ext uri="{FF2B5EF4-FFF2-40B4-BE49-F238E27FC236}">
                    <a16:creationId xmlns:a16="http://schemas.microsoft.com/office/drawing/2014/main" id="{2B346202-2B09-4E61-92F7-E5DCE410728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66244" y="1491021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3" name="직선 연결선 6012">
                <a:extLst>
                  <a:ext uri="{FF2B5EF4-FFF2-40B4-BE49-F238E27FC236}">
                    <a16:creationId xmlns:a16="http://schemas.microsoft.com/office/drawing/2014/main" id="{A87E8582-5CEA-4B67-98C6-D061D7435A25}"/>
                  </a:ext>
                </a:extLst>
              </p:cNvPr>
              <p:cNvCxnSpPr/>
              <p:nvPr/>
            </p:nvCxnSpPr>
            <p:spPr>
              <a:xfrm rot="16200000">
                <a:off x="2966244" y="1217415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4" name="직선 연결선 6013">
                <a:extLst>
                  <a:ext uri="{FF2B5EF4-FFF2-40B4-BE49-F238E27FC236}">
                    <a16:creationId xmlns:a16="http://schemas.microsoft.com/office/drawing/2014/main" id="{ADC8436E-153F-4331-934F-7C206EAEF71C}"/>
                  </a:ext>
                </a:extLst>
              </p:cNvPr>
              <p:cNvCxnSpPr/>
              <p:nvPr/>
            </p:nvCxnSpPr>
            <p:spPr>
              <a:xfrm rot="16200000">
                <a:off x="2966244" y="943809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5" name="직선 연결선 6014">
                <a:extLst>
                  <a:ext uri="{FF2B5EF4-FFF2-40B4-BE49-F238E27FC236}">
                    <a16:creationId xmlns:a16="http://schemas.microsoft.com/office/drawing/2014/main" id="{7F2317FE-FCDD-42D2-920F-CCBBCF2B331B}"/>
                  </a:ext>
                </a:extLst>
              </p:cNvPr>
              <p:cNvCxnSpPr/>
              <p:nvPr/>
            </p:nvCxnSpPr>
            <p:spPr>
              <a:xfrm rot="16200000">
                <a:off x="2966244" y="670204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6" name="직선 연결선 6015">
                <a:extLst>
                  <a:ext uri="{FF2B5EF4-FFF2-40B4-BE49-F238E27FC236}">
                    <a16:creationId xmlns:a16="http://schemas.microsoft.com/office/drawing/2014/main" id="{43379BF3-FF26-4019-932F-87CC7FD06E02}"/>
                  </a:ext>
                </a:extLst>
              </p:cNvPr>
              <p:cNvCxnSpPr/>
              <p:nvPr/>
            </p:nvCxnSpPr>
            <p:spPr>
              <a:xfrm rot="16200000">
                <a:off x="2966244" y="396598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7" name="직선 연결선 6016">
                <a:extLst>
                  <a:ext uri="{FF2B5EF4-FFF2-40B4-BE49-F238E27FC236}">
                    <a16:creationId xmlns:a16="http://schemas.microsoft.com/office/drawing/2014/main" id="{0E4C5679-A4C6-439D-9E77-A96EB78B0058}"/>
                  </a:ext>
                </a:extLst>
              </p:cNvPr>
              <p:cNvCxnSpPr/>
              <p:nvPr/>
            </p:nvCxnSpPr>
            <p:spPr>
              <a:xfrm rot="16200000">
                <a:off x="2966244" y="122992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8" name="직선 연결선 6017">
                <a:extLst>
                  <a:ext uri="{FF2B5EF4-FFF2-40B4-BE49-F238E27FC236}">
                    <a16:creationId xmlns:a16="http://schemas.microsoft.com/office/drawing/2014/main" id="{33DB732E-C857-4044-9C7D-2CF7BFCB028A}"/>
                  </a:ext>
                </a:extLst>
              </p:cNvPr>
              <p:cNvCxnSpPr/>
              <p:nvPr/>
            </p:nvCxnSpPr>
            <p:spPr>
              <a:xfrm rot="16200000">
                <a:off x="2966244" y="-150613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9" name="직선 연결선 6018">
                <a:extLst>
                  <a:ext uri="{FF2B5EF4-FFF2-40B4-BE49-F238E27FC236}">
                    <a16:creationId xmlns:a16="http://schemas.microsoft.com/office/drawing/2014/main" id="{639F29E9-5DB4-49B8-ACF8-6B050D2BBA72}"/>
                  </a:ext>
                </a:extLst>
              </p:cNvPr>
              <p:cNvCxnSpPr/>
              <p:nvPr/>
            </p:nvCxnSpPr>
            <p:spPr>
              <a:xfrm rot="16200000">
                <a:off x="2966244" y="-424219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0" name="직선 연결선 6019">
                <a:extLst>
                  <a:ext uri="{FF2B5EF4-FFF2-40B4-BE49-F238E27FC236}">
                    <a16:creationId xmlns:a16="http://schemas.microsoft.com/office/drawing/2014/main" id="{62979626-A5D7-43AF-90FC-E9F9964ED047}"/>
                  </a:ext>
                </a:extLst>
              </p:cNvPr>
              <p:cNvCxnSpPr/>
              <p:nvPr/>
            </p:nvCxnSpPr>
            <p:spPr>
              <a:xfrm rot="16200000">
                <a:off x="2966244" y="-697825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1" name="직선 연결선 6020">
                <a:extLst>
                  <a:ext uri="{FF2B5EF4-FFF2-40B4-BE49-F238E27FC236}">
                    <a16:creationId xmlns:a16="http://schemas.microsoft.com/office/drawing/2014/main" id="{2707B3CF-334D-4CC5-B21A-783008F99C5B}"/>
                  </a:ext>
                </a:extLst>
              </p:cNvPr>
              <p:cNvCxnSpPr/>
              <p:nvPr/>
            </p:nvCxnSpPr>
            <p:spPr>
              <a:xfrm rot="16200000">
                <a:off x="2966244" y="-971430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2" name="직선 연결선 6021">
                <a:extLst>
                  <a:ext uri="{FF2B5EF4-FFF2-40B4-BE49-F238E27FC236}">
                    <a16:creationId xmlns:a16="http://schemas.microsoft.com/office/drawing/2014/main" id="{484ADB4A-0B90-44AA-9EDF-249D789A38ED}"/>
                  </a:ext>
                </a:extLst>
              </p:cNvPr>
              <p:cNvCxnSpPr/>
              <p:nvPr/>
            </p:nvCxnSpPr>
            <p:spPr>
              <a:xfrm rot="16200000">
                <a:off x="2966244" y="-1245036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3" name="직선 연결선 6022">
                <a:extLst>
                  <a:ext uri="{FF2B5EF4-FFF2-40B4-BE49-F238E27FC236}">
                    <a16:creationId xmlns:a16="http://schemas.microsoft.com/office/drawing/2014/main" id="{79444FD5-7121-4B7D-8C87-DC55C1A38155}"/>
                  </a:ext>
                </a:extLst>
              </p:cNvPr>
              <p:cNvCxnSpPr/>
              <p:nvPr/>
            </p:nvCxnSpPr>
            <p:spPr>
              <a:xfrm rot="16200000">
                <a:off x="2966244" y="-1518641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4" name="직선 연결선 6023">
                <a:extLst>
                  <a:ext uri="{FF2B5EF4-FFF2-40B4-BE49-F238E27FC236}">
                    <a16:creationId xmlns:a16="http://schemas.microsoft.com/office/drawing/2014/main" id="{A1145E14-C625-4130-A475-76C56ADAD2DD}"/>
                  </a:ext>
                </a:extLst>
              </p:cNvPr>
              <p:cNvCxnSpPr/>
              <p:nvPr/>
            </p:nvCxnSpPr>
            <p:spPr>
              <a:xfrm rot="16200000">
                <a:off x="2966244" y="-1792247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5" name="직선 연결선 6024">
                <a:extLst>
                  <a:ext uri="{FF2B5EF4-FFF2-40B4-BE49-F238E27FC236}">
                    <a16:creationId xmlns:a16="http://schemas.microsoft.com/office/drawing/2014/main" id="{555B34D3-55EC-4328-8532-E1AE39BADC3E}"/>
                  </a:ext>
                </a:extLst>
              </p:cNvPr>
              <p:cNvCxnSpPr/>
              <p:nvPr/>
            </p:nvCxnSpPr>
            <p:spPr>
              <a:xfrm rot="16200000">
                <a:off x="2966244" y="-2065853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6" name="직선 연결선 6025">
                <a:extLst>
                  <a:ext uri="{FF2B5EF4-FFF2-40B4-BE49-F238E27FC236}">
                    <a16:creationId xmlns:a16="http://schemas.microsoft.com/office/drawing/2014/main" id="{79AC5448-7816-4835-A601-E168AA666B5D}"/>
                  </a:ext>
                </a:extLst>
              </p:cNvPr>
              <p:cNvCxnSpPr/>
              <p:nvPr/>
            </p:nvCxnSpPr>
            <p:spPr>
              <a:xfrm rot="10800000">
                <a:off x="3787062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7" name="직선 연결선 6026">
                <a:extLst>
                  <a:ext uri="{FF2B5EF4-FFF2-40B4-BE49-F238E27FC236}">
                    <a16:creationId xmlns:a16="http://schemas.microsoft.com/office/drawing/2014/main" id="{71D931DB-2FE4-4F3D-875E-7DAA0BA6BED6}"/>
                  </a:ext>
                </a:extLst>
              </p:cNvPr>
              <p:cNvCxnSpPr/>
              <p:nvPr/>
            </p:nvCxnSpPr>
            <p:spPr>
              <a:xfrm rot="10800000">
                <a:off x="3513457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8" name="직선 연결선 6027">
                <a:extLst>
                  <a:ext uri="{FF2B5EF4-FFF2-40B4-BE49-F238E27FC236}">
                    <a16:creationId xmlns:a16="http://schemas.microsoft.com/office/drawing/2014/main" id="{351B0515-0905-42BE-B77E-AD706FA31197}"/>
                  </a:ext>
                </a:extLst>
              </p:cNvPr>
              <p:cNvCxnSpPr/>
              <p:nvPr/>
            </p:nvCxnSpPr>
            <p:spPr>
              <a:xfrm rot="10800000">
                <a:off x="3239851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9" name="직선 연결선 6028">
                <a:extLst>
                  <a:ext uri="{FF2B5EF4-FFF2-40B4-BE49-F238E27FC236}">
                    <a16:creationId xmlns:a16="http://schemas.microsoft.com/office/drawing/2014/main" id="{66E4172D-E63A-4271-BBF9-7E83B0071662}"/>
                  </a:ext>
                </a:extLst>
              </p:cNvPr>
              <p:cNvCxnSpPr/>
              <p:nvPr/>
            </p:nvCxnSpPr>
            <p:spPr>
              <a:xfrm rot="10800000">
                <a:off x="2966245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0" name="직선 연결선 6029">
                <a:extLst>
                  <a:ext uri="{FF2B5EF4-FFF2-40B4-BE49-F238E27FC236}">
                    <a16:creationId xmlns:a16="http://schemas.microsoft.com/office/drawing/2014/main" id="{E41973ED-347B-4FAD-AEB8-60E8AA6771FB}"/>
                  </a:ext>
                </a:extLst>
              </p:cNvPr>
              <p:cNvCxnSpPr/>
              <p:nvPr/>
            </p:nvCxnSpPr>
            <p:spPr>
              <a:xfrm rot="10800000">
                <a:off x="2692640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1" name="직선 연결선 6030">
                <a:extLst>
                  <a:ext uri="{FF2B5EF4-FFF2-40B4-BE49-F238E27FC236}">
                    <a16:creationId xmlns:a16="http://schemas.microsoft.com/office/drawing/2014/main" id="{30B1E56C-7BD3-4A8B-AA3A-E3FC6AA118E7}"/>
                  </a:ext>
                </a:extLst>
              </p:cNvPr>
              <p:cNvCxnSpPr/>
              <p:nvPr/>
            </p:nvCxnSpPr>
            <p:spPr>
              <a:xfrm rot="10800000">
                <a:off x="2419034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2" name="직선 연결선 6031">
                <a:extLst>
                  <a:ext uri="{FF2B5EF4-FFF2-40B4-BE49-F238E27FC236}">
                    <a16:creationId xmlns:a16="http://schemas.microsoft.com/office/drawing/2014/main" id="{A51F0EAA-8941-41CF-A067-6BC8725B36A0}"/>
                  </a:ext>
                </a:extLst>
              </p:cNvPr>
              <p:cNvCxnSpPr/>
              <p:nvPr/>
            </p:nvCxnSpPr>
            <p:spPr>
              <a:xfrm rot="10800000">
                <a:off x="2145428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3" name="직선 연결선 6032">
                <a:extLst>
                  <a:ext uri="{FF2B5EF4-FFF2-40B4-BE49-F238E27FC236}">
                    <a16:creationId xmlns:a16="http://schemas.microsoft.com/office/drawing/2014/main" id="{BE63FD32-500B-4FE1-AB4C-A22B242783BD}"/>
                  </a:ext>
                </a:extLst>
              </p:cNvPr>
              <p:cNvCxnSpPr/>
              <p:nvPr/>
            </p:nvCxnSpPr>
            <p:spPr>
              <a:xfrm rot="10800000">
                <a:off x="1871823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4" name="직선 연결선 6033">
                <a:extLst>
                  <a:ext uri="{FF2B5EF4-FFF2-40B4-BE49-F238E27FC236}">
                    <a16:creationId xmlns:a16="http://schemas.microsoft.com/office/drawing/2014/main" id="{242FEEB9-CDAC-4400-A977-4A2508B76519}"/>
                  </a:ext>
                </a:extLst>
              </p:cNvPr>
              <p:cNvCxnSpPr/>
              <p:nvPr/>
            </p:nvCxnSpPr>
            <p:spPr>
              <a:xfrm rot="10800000">
                <a:off x="1598217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5" name="직선 연결선 6034">
                <a:extLst>
                  <a:ext uri="{FF2B5EF4-FFF2-40B4-BE49-F238E27FC236}">
                    <a16:creationId xmlns:a16="http://schemas.microsoft.com/office/drawing/2014/main" id="{1116C076-A07D-4656-AC64-D7D9CB10897E}"/>
                  </a:ext>
                </a:extLst>
              </p:cNvPr>
              <p:cNvCxnSpPr/>
              <p:nvPr/>
            </p:nvCxnSpPr>
            <p:spPr>
              <a:xfrm rot="10800000">
                <a:off x="1324611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6" name="직선 연결선 6035">
                <a:extLst>
                  <a:ext uri="{FF2B5EF4-FFF2-40B4-BE49-F238E27FC236}">
                    <a16:creationId xmlns:a16="http://schemas.microsoft.com/office/drawing/2014/main" id="{78350104-F6B9-4E19-933C-E54470221504}"/>
                  </a:ext>
                </a:extLst>
              </p:cNvPr>
              <p:cNvCxnSpPr/>
              <p:nvPr/>
            </p:nvCxnSpPr>
            <p:spPr>
              <a:xfrm rot="10800000">
                <a:off x="1051006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7" name="직선 연결선 6036">
                <a:extLst>
                  <a:ext uri="{FF2B5EF4-FFF2-40B4-BE49-F238E27FC236}">
                    <a16:creationId xmlns:a16="http://schemas.microsoft.com/office/drawing/2014/main" id="{5418E884-7AF9-4C7A-BD6F-59EABB34D97B}"/>
                  </a:ext>
                </a:extLst>
              </p:cNvPr>
              <p:cNvCxnSpPr/>
              <p:nvPr/>
            </p:nvCxnSpPr>
            <p:spPr>
              <a:xfrm rot="10800000">
                <a:off x="777400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8" name="직선 연결선 6037">
                <a:extLst>
                  <a:ext uri="{FF2B5EF4-FFF2-40B4-BE49-F238E27FC236}">
                    <a16:creationId xmlns:a16="http://schemas.microsoft.com/office/drawing/2014/main" id="{E12FF4C1-392C-450C-85C8-6139EEF4EF5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03795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9" name="직선 연결선 6038">
                <a:extLst>
                  <a:ext uri="{FF2B5EF4-FFF2-40B4-BE49-F238E27FC236}">
                    <a16:creationId xmlns:a16="http://schemas.microsoft.com/office/drawing/2014/main" id="{99500CDF-4AF6-4034-A65E-0384843FBFCF}"/>
                  </a:ext>
                </a:extLst>
              </p:cNvPr>
              <p:cNvCxnSpPr/>
              <p:nvPr/>
            </p:nvCxnSpPr>
            <p:spPr>
              <a:xfrm rot="10800000">
                <a:off x="3923865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0" name="직선 연결선 6039">
                <a:extLst>
                  <a:ext uri="{FF2B5EF4-FFF2-40B4-BE49-F238E27FC236}">
                    <a16:creationId xmlns:a16="http://schemas.microsoft.com/office/drawing/2014/main" id="{8D123604-AEC2-4425-8AC4-B37B774E1229}"/>
                  </a:ext>
                </a:extLst>
              </p:cNvPr>
              <p:cNvCxnSpPr/>
              <p:nvPr/>
            </p:nvCxnSpPr>
            <p:spPr>
              <a:xfrm rot="10800000">
                <a:off x="3650259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1" name="직선 연결선 6040">
                <a:extLst>
                  <a:ext uri="{FF2B5EF4-FFF2-40B4-BE49-F238E27FC236}">
                    <a16:creationId xmlns:a16="http://schemas.microsoft.com/office/drawing/2014/main" id="{83955BA5-4963-414D-A6FE-BC37A9927F9B}"/>
                  </a:ext>
                </a:extLst>
              </p:cNvPr>
              <p:cNvCxnSpPr/>
              <p:nvPr/>
            </p:nvCxnSpPr>
            <p:spPr>
              <a:xfrm rot="10800000">
                <a:off x="3376654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2" name="직선 연결선 6041">
                <a:extLst>
                  <a:ext uri="{FF2B5EF4-FFF2-40B4-BE49-F238E27FC236}">
                    <a16:creationId xmlns:a16="http://schemas.microsoft.com/office/drawing/2014/main" id="{F1458B0A-6624-4111-94A5-1E194CD43F31}"/>
                  </a:ext>
                </a:extLst>
              </p:cNvPr>
              <p:cNvCxnSpPr/>
              <p:nvPr/>
            </p:nvCxnSpPr>
            <p:spPr>
              <a:xfrm rot="10800000">
                <a:off x="3103048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3" name="직선 연결선 6042">
                <a:extLst>
                  <a:ext uri="{FF2B5EF4-FFF2-40B4-BE49-F238E27FC236}">
                    <a16:creationId xmlns:a16="http://schemas.microsoft.com/office/drawing/2014/main" id="{E90165C9-397F-48D5-B1E5-30F5A71F7F42}"/>
                  </a:ext>
                </a:extLst>
              </p:cNvPr>
              <p:cNvCxnSpPr/>
              <p:nvPr/>
            </p:nvCxnSpPr>
            <p:spPr>
              <a:xfrm rot="10800000">
                <a:off x="2829443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4" name="직선 연결선 6043">
                <a:extLst>
                  <a:ext uri="{FF2B5EF4-FFF2-40B4-BE49-F238E27FC236}">
                    <a16:creationId xmlns:a16="http://schemas.microsoft.com/office/drawing/2014/main" id="{F879EA12-DB2E-4D43-9C6F-D407F937C3E6}"/>
                  </a:ext>
                </a:extLst>
              </p:cNvPr>
              <p:cNvCxnSpPr/>
              <p:nvPr/>
            </p:nvCxnSpPr>
            <p:spPr>
              <a:xfrm rot="10800000">
                <a:off x="2555837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5" name="직선 연결선 6044">
                <a:extLst>
                  <a:ext uri="{FF2B5EF4-FFF2-40B4-BE49-F238E27FC236}">
                    <a16:creationId xmlns:a16="http://schemas.microsoft.com/office/drawing/2014/main" id="{D7A600D7-B40D-4722-B345-C36461B11993}"/>
                  </a:ext>
                </a:extLst>
              </p:cNvPr>
              <p:cNvCxnSpPr/>
              <p:nvPr/>
            </p:nvCxnSpPr>
            <p:spPr>
              <a:xfrm rot="10800000">
                <a:off x="2282231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6" name="직선 연결선 6045">
                <a:extLst>
                  <a:ext uri="{FF2B5EF4-FFF2-40B4-BE49-F238E27FC236}">
                    <a16:creationId xmlns:a16="http://schemas.microsoft.com/office/drawing/2014/main" id="{6519324D-743F-45A2-9A2B-CD2C0084FCD4}"/>
                  </a:ext>
                </a:extLst>
              </p:cNvPr>
              <p:cNvCxnSpPr/>
              <p:nvPr/>
            </p:nvCxnSpPr>
            <p:spPr>
              <a:xfrm rot="10800000">
                <a:off x="2008626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7" name="직선 연결선 6046">
                <a:extLst>
                  <a:ext uri="{FF2B5EF4-FFF2-40B4-BE49-F238E27FC236}">
                    <a16:creationId xmlns:a16="http://schemas.microsoft.com/office/drawing/2014/main" id="{E11D2D8C-9C50-4BFE-9C3C-E2D78C5264E8}"/>
                  </a:ext>
                </a:extLst>
              </p:cNvPr>
              <p:cNvCxnSpPr/>
              <p:nvPr/>
            </p:nvCxnSpPr>
            <p:spPr>
              <a:xfrm rot="10800000">
                <a:off x="1735020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8" name="직선 연결선 6047">
                <a:extLst>
                  <a:ext uri="{FF2B5EF4-FFF2-40B4-BE49-F238E27FC236}">
                    <a16:creationId xmlns:a16="http://schemas.microsoft.com/office/drawing/2014/main" id="{8339724D-E224-4A25-999E-263B45169AC9}"/>
                  </a:ext>
                </a:extLst>
              </p:cNvPr>
              <p:cNvCxnSpPr/>
              <p:nvPr/>
            </p:nvCxnSpPr>
            <p:spPr>
              <a:xfrm rot="10800000">
                <a:off x="1461414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9" name="직선 연결선 6048">
                <a:extLst>
                  <a:ext uri="{FF2B5EF4-FFF2-40B4-BE49-F238E27FC236}">
                    <a16:creationId xmlns:a16="http://schemas.microsoft.com/office/drawing/2014/main" id="{1A70546B-9E22-4B05-BDAA-0D18C9F804C7}"/>
                  </a:ext>
                </a:extLst>
              </p:cNvPr>
              <p:cNvCxnSpPr/>
              <p:nvPr/>
            </p:nvCxnSpPr>
            <p:spPr>
              <a:xfrm rot="10800000">
                <a:off x="1187809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0" name="직선 연결선 6049">
                <a:extLst>
                  <a:ext uri="{FF2B5EF4-FFF2-40B4-BE49-F238E27FC236}">
                    <a16:creationId xmlns:a16="http://schemas.microsoft.com/office/drawing/2014/main" id="{E40BBCD0-77AC-4048-BE7D-7E3AF0A72761}"/>
                  </a:ext>
                </a:extLst>
              </p:cNvPr>
              <p:cNvCxnSpPr/>
              <p:nvPr/>
            </p:nvCxnSpPr>
            <p:spPr>
              <a:xfrm rot="10800000">
                <a:off x="914203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1" name="직선 연결선 6050">
                <a:extLst>
                  <a:ext uri="{FF2B5EF4-FFF2-40B4-BE49-F238E27FC236}">
                    <a16:creationId xmlns:a16="http://schemas.microsoft.com/office/drawing/2014/main" id="{C2AF03DD-BB44-4A01-96D0-5548990BBC5E}"/>
                  </a:ext>
                </a:extLst>
              </p:cNvPr>
              <p:cNvCxnSpPr/>
              <p:nvPr/>
            </p:nvCxnSpPr>
            <p:spPr>
              <a:xfrm rot="10800000">
                <a:off x="640597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2" name="직선 연결선 6051">
                <a:extLst>
                  <a:ext uri="{FF2B5EF4-FFF2-40B4-BE49-F238E27FC236}">
                    <a16:creationId xmlns:a16="http://schemas.microsoft.com/office/drawing/2014/main" id="{0E38F878-743F-4F5F-9F10-FB563CF91C2E}"/>
                  </a:ext>
                </a:extLst>
              </p:cNvPr>
              <p:cNvCxnSpPr/>
              <p:nvPr/>
            </p:nvCxnSpPr>
            <p:spPr>
              <a:xfrm rot="10800000">
                <a:off x="366992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3" name="직선 연결선 6052">
                <a:extLst>
                  <a:ext uri="{FF2B5EF4-FFF2-40B4-BE49-F238E27FC236}">
                    <a16:creationId xmlns:a16="http://schemas.microsoft.com/office/drawing/2014/main" id="{524E9CE8-4910-45DA-AA83-3BE5AB8A3037}"/>
                  </a:ext>
                </a:extLst>
              </p:cNvPr>
              <p:cNvCxnSpPr/>
              <p:nvPr/>
            </p:nvCxnSpPr>
            <p:spPr>
              <a:xfrm rot="10800000">
                <a:off x="5428696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4" name="직선 연결선 6053">
                <a:extLst>
                  <a:ext uri="{FF2B5EF4-FFF2-40B4-BE49-F238E27FC236}">
                    <a16:creationId xmlns:a16="http://schemas.microsoft.com/office/drawing/2014/main" id="{C56B8183-DAF9-40DA-AD90-83FF81D93D70}"/>
                  </a:ext>
                </a:extLst>
              </p:cNvPr>
              <p:cNvCxnSpPr/>
              <p:nvPr/>
            </p:nvCxnSpPr>
            <p:spPr>
              <a:xfrm rot="10800000">
                <a:off x="5155090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5" name="직선 연결선 6054">
                <a:extLst>
                  <a:ext uri="{FF2B5EF4-FFF2-40B4-BE49-F238E27FC236}">
                    <a16:creationId xmlns:a16="http://schemas.microsoft.com/office/drawing/2014/main" id="{15AE62BC-A978-456C-AE51-CE186434B45E}"/>
                  </a:ext>
                </a:extLst>
              </p:cNvPr>
              <p:cNvCxnSpPr/>
              <p:nvPr/>
            </p:nvCxnSpPr>
            <p:spPr>
              <a:xfrm rot="10800000">
                <a:off x="4881485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6" name="직선 연결선 6055">
                <a:extLst>
                  <a:ext uri="{FF2B5EF4-FFF2-40B4-BE49-F238E27FC236}">
                    <a16:creationId xmlns:a16="http://schemas.microsoft.com/office/drawing/2014/main" id="{1A98BB07-5B14-4C31-83A9-3B6022BCCDE8}"/>
                  </a:ext>
                </a:extLst>
              </p:cNvPr>
              <p:cNvCxnSpPr/>
              <p:nvPr/>
            </p:nvCxnSpPr>
            <p:spPr>
              <a:xfrm rot="10800000">
                <a:off x="4607879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7" name="직선 연결선 6056">
                <a:extLst>
                  <a:ext uri="{FF2B5EF4-FFF2-40B4-BE49-F238E27FC236}">
                    <a16:creationId xmlns:a16="http://schemas.microsoft.com/office/drawing/2014/main" id="{3C147E81-1FB8-4A07-AE14-04662D414CC0}"/>
                  </a:ext>
                </a:extLst>
              </p:cNvPr>
              <p:cNvCxnSpPr/>
              <p:nvPr/>
            </p:nvCxnSpPr>
            <p:spPr>
              <a:xfrm rot="10800000">
                <a:off x="4334274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8" name="직선 연결선 6057">
                <a:extLst>
                  <a:ext uri="{FF2B5EF4-FFF2-40B4-BE49-F238E27FC236}">
                    <a16:creationId xmlns:a16="http://schemas.microsoft.com/office/drawing/2014/main" id="{D9F6B0D3-597A-42E7-A965-7B2C7B700482}"/>
                  </a:ext>
                </a:extLst>
              </p:cNvPr>
              <p:cNvCxnSpPr/>
              <p:nvPr/>
            </p:nvCxnSpPr>
            <p:spPr>
              <a:xfrm rot="10800000">
                <a:off x="4060668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9" name="직선 연결선 6058">
                <a:extLst>
                  <a:ext uri="{FF2B5EF4-FFF2-40B4-BE49-F238E27FC236}">
                    <a16:creationId xmlns:a16="http://schemas.microsoft.com/office/drawing/2014/main" id="{61F431A5-01E6-418D-8D4F-ADF6310F1AD2}"/>
                  </a:ext>
                </a:extLst>
              </p:cNvPr>
              <p:cNvCxnSpPr/>
              <p:nvPr/>
            </p:nvCxnSpPr>
            <p:spPr>
              <a:xfrm rot="10800000">
                <a:off x="5291893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0" name="직선 연결선 6059">
                <a:extLst>
                  <a:ext uri="{FF2B5EF4-FFF2-40B4-BE49-F238E27FC236}">
                    <a16:creationId xmlns:a16="http://schemas.microsoft.com/office/drawing/2014/main" id="{FA6D5524-1085-4FB5-8984-BAF2A0C298BD}"/>
                  </a:ext>
                </a:extLst>
              </p:cNvPr>
              <p:cNvCxnSpPr/>
              <p:nvPr/>
            </p:nvCxnSpPr>
            <p:spPr>
              <a:xfrm rot="10800000">
                <a:off x="5018288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1" name="직선 연결선 6060">
                <a:extLst>
                  <a:ext uri="{FF2B5EF4-FFF2-40B4-BE49-F238E27FC236}">
                    <a16:creationId xmlns:a16="http://schemas.microsoft.com/office/drawing/2014/main" id="{C337DA4D-E1A6-42F8-9E36-94D6F87220DE}"/>
                  </a:ext>
                </a:extLst>
              </p:cNvPr>
              <p:cNvCxnSpPr/>
              <p:nvPr/>
            </p:nvCxnSpPr>
            <p:spPr>
              <a:xfrm rot="10800000">
                <a:off x="4744682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2" name="직선 연결선 6061">
                <a:extLst>
                  <a:ext uri="{FF2B5EF4-FFF2-40B4-BE49-F238E27FC236}">
                    <a16:creationId xmlns:a16="http://schemas.microsoft.com/office/drawing/2014/main" id="{97775180-2F46-4409-9EB5-C08C850C56F6}"/>
                  </a:ext>
                </a:extLst>
              </p:cNvPr>
              <p:cNvCxnSpPr/>
              <p:nvPr/>
            </p:nvCxnSpPr>
            <p:spPr>
              <a:xfrm rot="10800000">
                <a:off x="4471076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3" name="직선 연결선 6062">
                <a:extLst>
                  <a:ext uri="{FF2B5EF4-FFF2-40B4-BE49-F238E27FC236}">
                    <a16:creationId xmlns:a16="http://schemas.microsoft.com/office/drawing/2014/main" id="{D7B041D9-FAD1-484E-BACD-52CE37200A07}"/>
                  </a:ext>
                </a:extLst>
              </p:cNvPr>
              <p:cNvCxnSpPr/>
              <p:nvPr/>
            </p:nvCxnSpPr>
            <p:spPr>
              <a:xfrm rot="10800000">
                <a:off x="4197471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4" name="직선 연결선 6063">
                <a:extLst>
                  <a:ext uri="{FF2B5EF4-FFF2-40B4-BE49-F238E27FC236}">
                    <a16:creationId xmlns:a16="http://schemas.microsoft.com/office/drawing/2014/main" id="{23BFEF4C-D41D-49D0-B3CD-6174B5923E0A}"/>
                  </a:ext>
                </a:extLst>
              </p:cNvPr>
              <p:cNvCxnSpPr/>
              <p:nvPr/>
            </p:nvCxnSpPr>
            <p:spPr>
              <a:xfrm rot="10800000">
                <a:off x="5565499" y="533401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5" name="직선 연결선 6064">
                <a:extLst>
                  <a:ext uri="{FF2B5EF4-FFF2-40B4-BE49-F238E27FC236}">
                    <a16:creationId xmlns:a16="http://schemas.microsoft.com/office/drawing/2014/main" id="{6E6DA438-8339-4642-8D01-C21BAF94EEF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966244" y="1627815"/>
                <a:ext cx="0" cy="5472111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6" name="직선 연결선 6065">
                <a:extLst>
                  <a:ext uri="{FF2B5EF4-FFF2-40B4-BE49-F238E27FC236}">
                    <a16:creationId xmlns:a16="http://schemas.microsoft.com/office/drawing/2014/main" id="{0EDE51C8-88AB-4298-AC69-D5B89300405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30189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7" name="직선 연결선 6066">
                <a:extLst>
                  <a:ext uri="{FF2B5EF4-FFF2-40B4-BE49-F238E27FC236}">
                    <a16:creationId xmlns:a16="http://schemas.microsoft.com/office/drawing/2014/main" id="{1AB451CD-C300-4B14-9EFB-C4DDD9BC768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702299" y="533402"/>
                <a:ext cx="0" cy="383046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68" name="순서도: 수행의 시작/종료 6067">
                <a:extLst>
                  <a:ext uri="{FF2B5EF4-FFF2-40B4-BE49-F238E27FC236}">
                    <a16:creationId xmlns:a16="http://schemas.microsoft.com/office/drawing/2014/main" id="{FC9F7FE4-AC58-49FE-98B6-DFEFD76C95FB}"/>
                  </a:ext>
                </a:extLst>
              </p:cNvPr>
              <p:cNvSpPr/>
              <p:nvPr/>
            </p:nvSpPr>
            <p:spPr>
              <a:xfrm>
                <a:off x="2632331" y="2338025"/>
                <a:ext cx="670366" cy="221221"/>
              </a:xfrm>
              <a:prstGeom prst="flowChartTerminator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43"/>
              </a:p>
            </p:txBody>
          </p:sp>
        </p:grpSp>
        <p:cxnSp>
          <p:nvCxnSpPr>
            <p:cNvPr id="6069" name="직선 연결선 6068">
              <a:extLst>
                <a:ext uri="{FF2B5EF4-FFF2-40B4-BE49-F238E27FC236}">
                  <a16:creationId xmlns:a16="http://schemas.microsoft.com/office/drawing/2014/main" id="{1DDC0320-12C6-4DA5-B48C-13A1DF3BA89C}"/>
                </a:ext>
              </a:extLst>
            </p:cNvPr>
            <p:cNvCxnSpPr/>
            <p:nvPr/>
          </p:nvCxnSpPr>
          <p:spPr>
            <a:xfrm>
              <a:off x="230188" y="470401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0" name="직선 연결선 6069">
              <a:extLst>
                <a:ext uri="{FF2B5EF4-FFF2-40B4-BE49-F238E27FC236}">
                  <a16:creationId xmlns:a16="http://schemas.microsoft.com/office/drawing/2014/main" id="{04F26088-0C9A-4614-8FAF-41D73A5E9297}"/>
                </a:ext>
              </a:extLst>
            </p:cNvPr>
            <p:cNvCxnSpPr/>
            <p:nvPr/>
          </p:nvCxnSpPr>
          <p:spPr>
            <a:xfrm>
              <a:off x="230188" y="498180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1" name="직선 연결선 6070">
              <a:extLst>
                <a:ext uri="{FF2B5EF4-FFF2-40B4-BE49-F238E27FC236}">
                  <a16:creationId xmlns:a16="http://schemas.microsoft.com/office/drawing/2014/main" id="{8784EF47-53A4-4C89-AC69-82EE4931D3E5}"/>
                </a:ext>
              </a:extLst>
            </p:cNvPr>
            <p:cNvCxnSpPr/>
            <p:nvPr/>
          </p:nvCxnSpPr>
          <p:spPr>
            <a:xfrm>
              <a:off x="230188" y="553737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2" name="직선 연결선 6071">
              <a:extLst>
                <a:ext uri="{FF2B5EF4-FFF2-40B4-BE49-F238E27FC236}">
                  <a16:creationId xmlns:a16="http://schemas.microsoft.com/office/drawing/2014/main" id="{80A7160F-EAF0-41A9-B40A-02FC4CB8B749}"/>
                </a:ext>
              </a:extLst>
            </p:cNvPr>
            <p:cNvCxnSpPr/>
            <p:nvPr/>
          </p:nvCxnSpPr>
          <p:spPr>
            <a:xfrm>
              <a:off x="230188" y="581516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3" name="직선 연결선 6072">
              <a:extLst>
                <a:ext uri="{FF2B5EF4-FFF2-40B4-BE49-F238E27FC236}">
                  <a16:creationId xmlns:a16="http://schemas.microsoft.com/office/drawing/2014/main" id="{0CA4614A-E1CB-40C3-AAE7-624F3E69B518}"/>
                </a:ext>
              </a:extLst>
            </p:cNvPr>
            <p:cNvCxnSpPr/>
            <p:nvPr/>
          </p:nvCxnSpPr>
          <p:spPr>
            <a:xfrm>
              <a:off x="230188" y="6092949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4" name="직선 연결선 6073">
              <a:extLst>
                <a:ext uri="{FF2B5EF4-FFF2-40B4-BE49-F238E27FC236}">
                  <a16:creationId xmlns:a16="http://schemas.microsoft.com/office/drawing/2014/main" id="{6132AF7F-262E-4DBD-9EDD-D945282DD575}"/>
                </a:ext>
              </a:extLst>
            </p:cNvPr>
            <p:cNvCxnSpPr/>
            <p:nvPr/>
          </p:nvCxnSpPr>
          <p:spPr>
            <a:xfrm>
              <a:off x="230188" y="525958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5" name="직선 연결선 6074">
              <a:extLst>
                <a:ext uri="{FF2B5EF4-FFF2-40B4-BE49-F238E27FC236}">
                  <a16:creationId xmlns:a16="http://schemas.microsoft.com/office/drawing/2014/main" id="{8AAEA9B1-27BE-40CD-AB0E-CD8F4D513B6E}"/>
                </a:ext>
              </a:extLst>
            </p:cNvPr>
            <p:cNvCxnSpPr/>
            <p:nvPr/>
          </p:nvCxnSpPr>
          <p:spPr>
            <a:xfrm>
              <a:off x="230188" y="637073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6" name="직선 연결선 6075">
              <a:extLst>
                <a:ext uri="{FF2B5EF4-FFF2-40B4-BE49-F238E27FC236}">
                  <a16:creationId xmlns:a16="http://schemas.microsoft.com/office/drawing/2014/main" id="{56EBDC62-584B-498E-89D0-3EFC4B05F49F}"/>
                </a:ext>
              </a:extLst>
            </p:cNvPr>
            <p:cNvCxnSpPr/>
            <p:nvPr/>
          </p:nvCxnSpPr>
          <p:spPr>
            <a:xfrm>
              <a:off x="230188" y="6926311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7" name="직선 연결선 6076">
              <a:extLst>
                <a:ext uri="{FF2B5EF4-FFF2-40B4-BE49-F238E27FC236}">
                  <a16:creationId xmlns:a16="http://schemas.microsoft.com/office/drawing/2014/main" id="{F0B790E7-9D0F-4B83-B261-6958BC4435AC}"/>
                </a:ext>
              </a:extLst>
            </p:cNvPr>
            <p:cNvCxnSpPr/>
            <p:nvPr/>
          </p:nvCxnSpPr>
          <p:spPr>
            <a:xfrm>
              <a:off x="230188" y="720409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8" name="직선 연결선 6077">
              <a:extLst>
                <a:ext uri="{FF2B5EF4-FFF2-40B4-BE49-F238E27FC236}">
                  <a16:creationId xmlns:a16="http://schemas.microsoft.com/office/drawing/2014/main" id="{1014AE6A-68B3-46A8-A327-8C03A865887E}"/>
                </a:ext>
              </a:extLst>
            </p:cNvPr>
            <p:cNvCxnSpPr/>
            <p:nvPr/>
          </p:nvCxnSpPr>
          <p:spPr>
            <a:xfrm>
              <a:off x="230188" y="7481889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9" name="직선 연결선 6078">
              <a:extLst>
                <a:ext uri="{FF2B5EF4-FFF2-40B4-BE49-F238E27FC236}">
                  <a16:creationId xmlns:a16="http://schemas.microsoft.com/office/drawing/2014/main" id="{74F091BF-DEA0-4F49-9EA1-6675D68C5843}"/>
                </a:ext>
              </a:extLst>
            </p:cNvPr>
            <p:cNvCxnSpPr/>
            <p:nvPr/>
          </p:nvCxnSpPr>
          <p:spPr>
            <a:xfrm>
              <a:off x="230188" y="6648523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0" name="직선 연결선 6079">
              <a:extLst>
                <a:ext uri="{FF2B5EF4-FFF2-40B4-BE49-F238E27FC236}">
                  <a16:creationId xmlns:a16="http://schemas.microsoft.com/office/drawing/2014/main" id="{C789D8C7-C576-4128-AB33-C3AB2E930C5B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1" name="직선 연결선 6080">
              <a:extLst>
                <a:ext uri="{FF2B5EF4-FFF2-40B4-BE49-F238E27FC236}">
                  <a16:creationId xmlns:a16="http://schemas.microsoft.com/office/drawing/2014/main" id="{71384F65-B96D-4943-82A6-928825BE547C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185">
            <a:hlinkClick r:id="rId2"/>
            <a:extLst>
              <a:ext uri="{FF2B5EF4-FFF2-40B4-BE49-F238E27FC236}">
                <a16:creationId xmlns:a16="http://schemas.microsoft.com/office/drawing/2014/main" id="{F7D824B1-A965-455C-B279-7775E8141C3A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0" name="TextBox 186">
            <a:hlinkClick r:id="rId3"/>
            <a:extLst>
              <a:ext uri="{FF2B5EF4-FFF2-40B4-BE49-F238E27FC236}">
                <a16:creationId xmlns:a16="http://schemas.microsoft.com/office/drawing/2014/main" id="{3C71EB70-FF91-4B0A-B677-6FBFBB64BC33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1" name="TextBox 184">
            <a:hlinkClick r:id="rId4"/>
            <a:extLst>
              <a:ext uri="{FF2B5EF4-FFF2-40B4-BE49-F238E27FC236}">
                <a16:creationId xmlns:a16="http://schemas.microsoft.com/office/drawing/2014/main" id="{DF8058CB-61C4-4E27-852C-085D1380D27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104</cp:revision>
  <dcterms:created xsi:type="dcterms:W3CDTF">2021-10-29T04:43:38Z</dcterms:created>
  <dcterms:modified xsi:type="dcterms:W3CDTF">2021-12-14T04:37:06Z</dcterms:modified>
</cp:coreProperties>
</file>
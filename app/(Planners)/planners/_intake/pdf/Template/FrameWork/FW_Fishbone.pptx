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4" name="그룹 23893">
            <a:extLst>
              <a:ext uri="{FF2B5EF4-FFF2-40B4-BE49-F238E27FC236}">
                <a16:creationId xmlns:a16="http://schemas.microsoft.com/office/drawing/2014/main" id="{383F1BDD-19B8-4C89-866C-EA63081A52F0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sp>
          <p:nvSpPr>
            <p:cNvPr id="5875" name="이등변 삼각형 5874">
              <a:extLst>
                <a:ext uri="{FF2B5EF4-FFF2-40B4-BE49-F238E27FC236}">
                  <a16:creationId xmlns:a16="http://schemas.microsoft.com/office/drawing/2014/main" id="{852AE67F-E22C-45E8-98D9-038590643B79}"/>
                </a:ext>
              </a:extLst>
            </p:cNvPr>
            <p:cNvSpPr/>
            <p:nvPr/>
          </p:nvSpPr>
          <p:spPr>
            <a:xfrm rot="5400000">
              <a:off x="5221416" y="1762618"/>
              <a:ext cx="203015" cy="17501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cxnSp>
          <p:nvCxnSpPr>
            <p:cNvPr id="5876" name="직선 연결선 5875">
              <a:extLst>
                <a:ext uri="{FF2B5EF4-FFF2-40B4-BE49-F238E27FC236}">
                  <a16:creationId xmlns:a16="http://schemas.microsoft.com/office/drawing/2014/main" id="{B8A7864B-D9FC-455E-A467-AE9DA19D0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2974" y="1851471"/>
              <a:ext cx="3997677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77" name="이등변 삼각형 5876">
              <a:extLst>
                <a:ext uri="{FF2B5EF4-FFF2-40B4-BE49-F238E27FC236}">
                  <a16:creationId xmlns:a16="http://schemas.microsoft.com/office/drawing/2014/main" id="{54908B62-8155-41AE-BA02-8882DFBC645E}"/>
                </a:ext>
              </a:extLst>
            </p:cNvPr>
            <p:cNvSpPr/>
            <p:nvPr/>
          </p:nvSpPr>
          <p:spPr>
            <a:xfrm rot="7453207">
              <a:off x="1109179" y="1705337"/>
              <a:ext cx="136110" cy="175011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878" name="이등변 삼각형 5877">
              <a:extLst>
                <a:ext uri="{FF2B5EF4-FFF2-40B4-BE49-F238E27FC236}">
                  <a16:creationId xmlns:a16="http://schemas.microsoft.com/office/drawing/2014/main" id="{5B02F506-E6D6-43FB-B0CD-EB33102D01BE}"/>
                </a:ext>
              </a:extLst>
            </p:cNvPr>
            <p:cNvSpPr/>
            <p:nvPr/>
          </p:nvSpPr>
          <p:spPr>
            <a:xfrm rot="4042810">
              <a:off x="1102911" y="1818278"/>
              <a:ext cx="136110" cy="175011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grpSp>
          <p:nvGrpSpPr>
            <p:cNvPr id="5879" name="그룹 5878">
              <a:extLst>
                <a:ext uri="{FF2B5EF4-FFF2-40B4-BE49-F238E27FC236}">
                  <a16:creationId xmlns:a16="http://schemas.microsoft.com/office/drawing/2014/main" id="{F4978C0E-1D6F-442A-899C-6468D1382DC1}"/>
                </a:ext>
              </a:extLst>
            </p:cNvPr>
            <p:cNvGrpSpPr/>
            <p:nvPr/>
          </p:nvGrpSpPr>
          <p:grpSpPr>
            <a:xfrm>
              <a:off x="230188" y="3882775"/>
              <a:ext cx="5472112" cy="3599113"/>
              <a:chOff x="1481886" y="6040634"/>
              <a:chExt cx="6006114" cy="4894687"/>
            </a:xfrm>
          </p:grpSpPr>
          <p:cxnSp>
            <p:nvCxnSpPr>
              <p:cNvPr id="5880" name="직선 연결선 5879">
                <a:extLst>
                  <a:ext uri="{FF2B5EF4-FFF2-40B4-BE49-F238E27FC236}">
                    <a16:creationId xmlns:a16="http://schemas.microsoft.com/office/drawing/2014/main" id="{2579CB59-AEC3-429E-9D3A-4CF36EE48302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1" name="직선 연결선 5880">
                <a:extLst>
                  <a:ext uri="{FF2B5EF4-FFF2-40B4-BE49-F238E27FC236}">
                    <a16:creationId xmlns:a16="http://schemas.microsoft.com/office/drawing/2014/main" id="{A81EB8F8-5473-47F1-B439-FFE7961A9DA6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2" name="직선 연결선 5881">
                <a:extLst>
                  <a:ext uri="{FF2B5EF4-FFF2-40B4-BE49-F238E27FC236}">
                    <a16:creationId xmlns:a16="http://schemas.microsoft.com/office/drawing/2014/main" id="{1F4BA6FC-AD71-4EA2-B830-7F4E8EDD4E9A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3" name="직선 연결선 5882">
                <a:extLst>
                  <a:ext uri="{FF2B5EF4-FFF2-40B4-BE49-F238E27FC236}">
                    <a16:creationId xmlns:a16="http://schemas.microsoft.com/office/drawing/2014/main" id="{A483520A-12B6-47B0-B845-1A681AE1B2AE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4" name="직선 연결선 5883">
                <a:extLst>
                  <a:ext uri="{FF2B5EF4-FFF2-40B4-BE49-F238E27FC236}">
                    <a16:creationId xmlns:a16="http://schemas.microsoft.com/office/drawing/2014/main" id="{9C3B4654-1D83-4D5D-A11E-F9E27D4D58B2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5" name="직선 연결선 5884">
                <a:extLst>
                  <a:ext uri="{FF2B5EF4-FFF2-40B4-BE49-F238E27FC236}">
                    <a16:creationId xmlns:a16="http://schemas.microsoft.com/office/drawing/2014/main" id="{4286E368-2BDF-4EFB-9B9C-99EC1D3DDF01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6" name="직선 연결선 5885">
                <a:extLst>
                  <a:ext uri="{FF2B5EF4-FFF2-40B4-BE49-F238E27FC236}">
                    <a16:creationId xmlns:a16="http://schemas.microsoft.com/office/drawing/2014/main" id="{1DC6D3C2-FA9B-4302-AB05-C43AD29E69B2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7" name="직선 연결선 5886">
                <a:extLst>
                  <a:ext uri="{FF2B5EF4-FFF2-40B4-BE49-F238E27FC236}">
                    <a16:creationId xmlns:a16="http://schemas.microsoft.com/office/drawing/2014/main" id="{D83E54E9-6192-431A-9745-23F236B88356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8" name="직선 연결선 5887">
                <a:extLst>
                  <a:ext uri="{FF2B5EF4-FFF2-40B4-BE49-F238E27FC236}">
                    <a16:creationId xmlns:a16="http://schemas.microsoft.com/office/drawing/2014/main" id="{6ED9D16C-C0C6-4B3A-B4E3-70922E6724CE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9" name="직선 연결선 5888">
                <a:extLst>
                  <a:ext uri="{FF2B5EF4-FFF2-40B4-BE49-F238E27FC236}">
                    <a16:creationId xmlns:a16="http://schemas.microsoft.com/office/drawing/2014/main" id="{4DD013D0-D8A1-428B-A0B0-C9E8C1A2A188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0" name="직선 연결선 5889">
                <a:extLst>
                  <a:ext uri="{FF2B5EF4-FFF2-40B4-BE49-F238E27FC236}">
                    <a16:creationId xmlns:a16="http://schemas.microsoft.com/office/drawing/2014/main" id="{294F2F44-B721-4B5F-9A8A-6C8103B3F5E9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1" name="직선 연결선 5890">
                <a:extLst>
                  <a:ext uri="{FF2B5EF4-FFF2-40B4-BE49-F238E27FC236}">
                    <a16:creationId xmlns:a16="http://schemas.microsoft.com/office/drawing/2014/main" id="{8E568A07-A8B0-474A-97E6-4426C61351F2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2" name="직선 연결선 5891">
                <a:extLst>
                  <a:ext uri="{FF2B5EF4-FFF2-40B4-BE49-F238E27FC236}">
                    <a16:creationId xmlns:a16="http://schemas.microsoft.com/office/drawing/2014/main" id="{CF3E80CF-EE66-4C5A-A16D-39490DF35577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3" name="직선 연결선 5892">
                <a:extLst>
                  <a:ext uri="{FF2B5EF4-FFF2-40B4-BE49-F238E27FC236}">
                    <a16:creationId xmlns:a16="http://schemas.microsoft.com/office/drawing/2014/main" id="{91A3E03B-9C48-4A78-AD6C-A36C5EA0783E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94" name="직선 연결선 5893">
              <a:extLst>
                <a:ext uri="{FF2B5EF4-FFF2-40B4-BE49-F238E27FC236}">
                  <a16:creationId xmlns:a16="http://schemas.microsoft.com/office/drawing/2014/main" id="{EA8CECAA-A0CA-4F73-BBBD-6391655127C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5" name="직선 연결선 5894">
              <a:extLst>
                <a:ext uri="{FF2B5EF4-FFF2-40B4-BE49-F238E27FC236}">
                  <a16:creationId xmlns:a16="http://schemas.microsoft.com/office/drawing/2014/main" id="{15914647-3FB0-437E-B28C-FAF9F28939FB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185">
            <a:hlinkClick r:id="rId2"/>
            <a:extLst>
              <a:ext uri="{FF2B5EF4-FFF2-40B4-BE49-F238E27FC236}">
                <a16:creationId xmlns:a16="http://schemas.microsoft.com/office/drawing/2014/main" id="{3B347D12-DBEB-4913-8745-F283029FD8F1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186">
            <a:hlinkClick r:id="rId3"/>
            <a:extLst>
              <a:ext uri="{FF2B5EF4-FFF2-40B4-BE49-F238E27FC236}">
                <a16:creationId xmlns:a16="http://schemas.microsoft.com/office/drawing/2014/main" id="{A31122B4-6097-4780-8FB5-126CEBAB80DF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184">
            <a:hlinkClick r:id="rId4"/>
            <a:extLst>
              <a:ext uri="{FF2B5EF4-FFF2-40B4-BE49-F238E27FC236}">
                <a16:creationId xmlns:a16="http://schemas.microsoft.com/office/drawing/2014/main" id="{92C28BA0-4D41-442D-8518-8906CC5EC56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97</cp:revision>
  <dcterms:created xsi:type="dcterms:W3CDTF">2021-10-29T04:43:38Z</dcterms:created>
  <dcterms:modified xsi:type="dcterms:W3CDTF">2021-12-14T04:41:37Z</dcterms:modified>
</cp:coreProperties>
</file>
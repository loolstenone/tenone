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36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DE78AEFC-2184-4382-A921-03AA2AA3A012}"/>
              </a:ext>
            </a:extLst>
          </p:cNvPr>
          <p:cNvCxnSpPr/>
          <p:nvPr/>
        </p:nvCxnSpPr>
        <p:spPr>
          <a:xfrm>
            <a:off x="3707213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0BD9D1CA-F07D-4BE2-99FB-5AD772FBC54B}"/>
              </a:ext>
            </a:extLst>
          </p:cNvPr>
          <p:cNvCxnSpPr/>
          <p:nvPr/>
        </p:nvCxnSpPr>
        <p:spPr>
          <a:xfrm>
            <a:off x="30266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185">
            <a:hlinkClick r:id="rId2"/>
            <a:extLst>
              <a:ext uri="{FF2B5EF4-FFF2-40B4-BE49-F238E27FC236}">
                <a16:creationId xmlns:a16="http://schemas.microsoft.com/office/drawing/2014/main" id="{B33A79ED-81EE-4BD7-853C-9A4F8A5D93F0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6">
            <a:hlinkClick r:id="rId3"/>
            <a:extLst>
              <a:ext uri="{FF2B5EF4-FFF2-40B4-BE49-F238E27FC236}">
                <a16:creationId xmlns:a16="http://schemas.microsoft.com/office/drawing/2014/main" id="{F0280561-3176-4DFA-A502-B7942113A72E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19EDD95B-7A56-468B-B87A-97DAAB2AC1C2}"/>
              </a:ext>
            </a:extLst>
          </p:cNvPr>
          <p:cNvCxnSpPr/>
          <p:nvPr/>
        </p:nvCxnSpPr>
        <p:spPr>
          <a:xfrm>
            <a:off x="264853" y="5852882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8F83450-C797-46C2-BC18-190204A7F32D}"/>
              </a:ext>
            </a:extLst>
          </p:cNvPr>
          <p:cNvCxnSpPr/>
          <p:nvPr/>
        </p:nvCxnSpPr>
        <p:spPr>
          <a:xfrm>
            <a:off x="264853" y="6127588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B9C46FB-2A78-4CDB-9995-8CD568CB85A9}"/>
              </a:ext>
            </a:extLst>
          </p:cNvPr>
          <p:cNvCxnSpPr/>
          <p:nvPr/>
        </p:nvCxnSpPr>
        <p:spPr>
          <a:xfrm>
            <a:off x="264853" y="6677000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B58BC448-E356-4B59-8EC8-5E0CBE1DA221}"/>
              </a:ext>
            </a:extLst>
          </p:cNvPr>
          <p:cNvCxnSpPr/>
          <p:nvPr/>
        </p:nvCxnSpPr>
        <p:spPr>
          <a:xfrm>
            <a:off x="264853" y="7226412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4A48BAF7-407A-4A72-BBA0-C19845E63F35}"/>
              </a:ext>
            </a:extLst>
          </p:cNvPr>
          <p:cNvCxnSpPr/>
          <p:nvPr/>
        </p:nvCxnSpPr>
        <p:spPr>
          <a:xfrm>
            <a:off x="264853" y="7501120"/>
            <a:ext cx="549990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F1D7BD61-BC88-4F32-A1D3-73B4F93277C3}"/>
              </a:ext>
            </a:extLst>
          </p:cNvPr>
          <p:cNvCxnSpPr/>
          <p:nvPr/>
        </p:nvCxnSpPr>
        <p:spPr>
          <a:xfrm>
            <a:off x="264853" y="6402294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9B4FA90F-A266-4BB4-8353-582CAAE724E7}"/>
              </a:ext>
            </a:extLst>
          </p:cNvPr>
          <p:cNvCxnSpPr/>
          <p:nvPr/>
        </p:nvCxnSpPr>
        <p:spPr>
          <a:xfrm>
            <a:off x="264853" y="6951706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119775A-69A8-485B-989B-8A8485EE7A4D}"/>
              </a:ext>
            </a:extLst>
          </p:cNvPr>
          <p:cNvCxnSpPr/>
          <p:nvPr/>
        </p:nvCxnSpPr>
        <p:spPr>
          <a:xfrm>
            <a:off x="264853" y="5303470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CF48C23-7AAD-4968-9A05-8EACE78B07C5}"/>
              </a:ext>
            </a:extLst>
          </p:cNvPr>
          <p:cNvCxnSpPr/>
          <p:nvPr/>
        </p:nvCxnSpPr>
        <p:spPr>
          <a:xfrm>
            <a:off x="264853" y="5578176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C53B657-9FD6-459E-8377-45AE15D5AE89}"/>
              </a:ext>
            </a:extLst>
          </p:cNvPr>
          <p:cNvCxnSpPr/>
          <p:nvPr/>
        </p:nvCxnSpPr>
        <p:spPr>
          <a:xfrm>
            <a:off x="264853" y="5028764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15D27DB6-7046-4FB7-B262-9BB4B35F9852}"/>
              </a:ext>
            </a:extLst>
          </p:cNvPr>
          <p:cNvCxnSpPr/>
          <p:nvPr/>
        </p:nvCxnSpPr>
        <p:spPr>
          <a:xfrm>
            <a:off x="264853" y="4754058"/>
            <a:ext cx="549990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2F7E8FC1-997C-4994-9AE0-607D895D15A7}"/>
              </a:ext>
            </a:extLst>
          </p:cNvPr>
          <p:cNvGrpSpPr/>
          <p:nvPr/>
        </p:nvGrpSpPr>
        <p:grpSpPr>
          <a:xfrm>
            <a:off x="264852" y="642339"/>
            <a:ext cx="5499902" cy="3837012"/>
            <a:chOff x="264852" y="1402881"/>
            <a:chExt cx="29695716" cy="20717247"/>
          </a:xfrm>
        </p:grpSpPr>
        <p:sp>
          <p:nvSpPr>
            <p:cNvPr id="75" name="이등변 삼각형 74">
              <a:extLst>
                <a:ext uri="{FF2B5EF4-FFF2-40B4-BE49-F238E27FC236}">
                  <a16:creationId xmlns:a16="http://schemas.microsoft.com/office/drawing/2014/main" id="{AA1C856A-E86D-4A1B-BE59-EC2C6276265A}"/>
                </a:ext>
              </a:extLst>
            </p:cNvPr>
            <p:cNvSpPr/>
            <p:nvPr/>
          </p:nvSpPr>
          <p:spPr>
            <a:xfrm>
              <a:off x="4560538" y="1402881"/>
              <a:ext cx="21160444" cy="2574335"/>
            </a:xfrm>
            <a:prstGeom prst="triangle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6A2DAD76-D00D-4EE1-A5F4-864E27DC18BD}"/>
                </a:ext>
              </a:extLst>
            </p:cNvPr>
            <p:cNvSpPr/>
            <p:nvPr/>
          </p:nvSpPr>
          <p:spPr>
            <a:xfrm>
              <a:off x="264852" y="6015250"/>
              <a:ext cx="5714928" cy="143018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FC6B24E0-8470-4C77-93A8-D7C97D3A3A87}"/>
                </a:ext>
              </a:extLst>
            </p:cNvPr>
            <p:cNvSpPr/>
            <p:nvPr/>
          </p:nvSpPr>
          <p:spPr>
            <a:xfrm>
              <a:off x="6260050" y="6015250"/>
              <a:ext cx="5714928" cy="143018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7788B7C2-F70E-4CD0-A8C9-7F0B0C5F3F49}"/>
                </a:ext>
              </a:extLst>
            </p:cNvPr>
            <p:cNvSpPr/>
            <p:nvPr/>
          </p:nvSpPr>
          <p:spPr>
            <a:xfrm>
              <a:off x="12255248" y="6015250"/>
              <a:ext cx="5714928" cy="143018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A4C40E4-1832-4640-855B-14C21A0A420B}"/>
                </a:ext>
              </a:extLst>
            </p:cNvPr>
            <p:cNvSpPr/>
            <p:nvPr/>
          </p:nvSpPr>
          <p:spPr>
            <a:xfrm>
              <a:off x="18250445" y="6015250"/>
              <a:ext cx="5714928" cy="143018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A840D760-0213-4336-BFC6-BE8506222D25}"/>
                </a:ext>
              </a:extLst>
            </p:cNvPr>
            <p:cNvSpPr/>
            <p:nvPr/>
          </p:nvSpPr>
          <p:spPr>
            <a:xfrm>
              <a:off x="24245639" y="6015250"/>
              <a:ext cx="5714928" cy="143018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DEE5714C-B1FF-4BE4-99D3-55F2F46E780E}"/>
                </a:ext>
              </a:extLst>
            </p:cNvPr>
            <p:cNvSpPr/>
            <p:nvPr/>
          </p:nvSpPr>
          <p:spPr>
            <a:xfrm>
              <a:off x="264852" y="7707870"/>
              <a:ext cx="5714928" cy="915319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08D73AFA-E849-4158-A2E3-7D8E70799480}"/>
                </a:ext>
              </a:extLst>
            </p:cNvPr>
            <p:cNvSpPr/>
            <p:nvPr/>
          </p:nvSpPr>
          <p:spPr>
            <a:xfrm>
              <a:off x="6260050" y="7707870"/>
              <a:ext cx="5714928" cy="915319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7479BC80-AAB3-46B9-A905-2B9874A63EBD}"/>
                </a:ext>
              </a:extLst>
            </p:cNvPr>
            <p:cNvSpPr/>
            <p:nvPr/>
          </p:nvSpPr>
          <p:spPr>
            <a:xfrm>
              <a:off x="12255248" y="7707870"/>
              <a:ext cx="5714928" cy="915319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20B0632D-75CD-465B-ADE0-EF4FC76BEDD1}"/>
                </a:ext>
              </a:extLst>
            </p:cNvPr>
            <p:cNvSpPr/>
            <p:nvPr/>
          </p:nvSpPr>
          <p:spPr>
            <a:xfrm>
              <a:off x="18250445" y="7707870"/>
              <a:ext cx="5714928" cy="915319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B89D3417-51EF-415D-9AE0-78F8779FC8DC}"/>
                </a:ext>
              </a:extLst>
            </p:cNvPr>
            <p:cNvSpPr/>
            <p:nvPr/>
          </p:nvSpPr>
          <p:spPr>
            <a:xfrm>
              <a:off x="24245639" y="7707870"/>
              <a:ext cx="5714928" cy="915319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D0C2A06B-F352-4220-A40B-7D9005FE9793}"/>
                </a:ext>
              </a:extLst>
            </p:cNvPr>
            <p:cNvSpPr/>
            <p:nvPr/>
          </p:nvSpPr>
          <p:spPr>
            <a:xfrm>
              <a:off x="264856" y="17123494"/>
              <a:ext cx="29695712" cy="143018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BC38CDC5-2B3C-47CD-BC6D-7552D10883AD}"/>
                </a:ext>
              </a:extLst>
            </p:cNvPr>
            <p:cNvSpPr/>
            <p:nvPr/>
          </p:nvSpPr>
          <p:spPr>
            <a:xfrm>
              <a:off x="264856" y="18906718"/>
              <a:ext cx="29695712" cy="143018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6C4B93C3-3F72-49BD-BAC1-732969E69137}"/>
                </a:ext>
              </a:extLst>
            </p:cNvPr>
            <p:cNvSpPr/>
            <p:nvPr/>
          </p:nvSpPr>
          <p:spPr>
            <a:xfrm>
              <a:off x="264856" y="20689942"/>
              <a:ext cx="29695712" cy="143018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1953A12C-3958-4E9C-96E2-F74C1DE06680}"/>
                </a:ext>
              </a:extLst>
            </p:cNvPr>
            <p:cNvSpPr/>
            <p:nvPr/>
          </p:nvSpPr>
          <p:spPr>
            <a:xfrm>
              <a:off x="2788218" y="4322631"/>
              <a:ext cx="24648987" cy="143018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</p:grpSp>
      <p:sp>
        <p:nvSpPr>
          <p:cNvPr id="37" name="TextBox 184">
            <a:hlinkClick r:id="rId4"/>
            <a:extLst>
              <a:ext uri="{FF2B5EF4-FFF2-40B4-BE49-F238E27FC236}">
                <a16:creationId xmlns:a16="http://schemas.microsoft.com/office/drawing/2014/main" id="{084F228F-C7AB-4437-AE9C-DEF654377014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38" name="TextBox 184">
            <a:extLst>
              <a:ext uri="{FF2B5EF4-FFF2-40B4-BE49-F238E27FC236}">
                <a16:creationId xmlns:a16="http://schemas.microsoft.com/office/drawing/2014/main" id="{844C5CE0-8BEE-4F2D-B158-068D03E0C7FE}"/>
              </a:ext>
            </a:extLst>
          </p:cNvPr>
          <p:cNvSpPr txBox="1"/>
          <p:nvPr/>
        </p:nvSpPr>
        <p:spPr>
          <a:xfrm>
            <a:off x="193133" y="1457280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Think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9" name="TextBox 184">
            <a:extLst>
              <a:ext uri="{FF2B5EF4-FFF2-40B4-BE49-F238E27FC236}">
                <a16:creationId xmlns:a16="http://schemas.microsoft.com/office/drawing/2014/main" id="{BFA3ABA3-394E-4481-A797-58784685444A}"/>
              </a:ext>
            </a:extLst>
          </p:cNvPr>
          <p:cNvSpPr txBox="1"/>
          <p:nvPr/>
        </p:nvSpPr>
        <p:spPr>
          <a:xfrm>
            <a:off x="193133" y="1780360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Do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0" name="TextBox 184">
            <a:extLst>
              <a:ext uri="{FF2B5EF4-FFF2-40B4-BE49-F238E27FC236}">
                <a16:creationId xmlns:a16="http://schemas.microsoft.com/office/drawing/2014/main" id="{79E6B284-DB9C-4C94-94C9-8A6AD803A472}"/>
              </a:ext>
            </a:extLst>
          </p:cNvPr>
          <p:cNvSpPr txBox="1"/>
          <p:nvPr/>
        </p:nvSpPr>
        <p:spPr>
          <a:xfrm>
            <a:off x="2690463" y="397264"/>
            <a:ext cx="6960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Philosophy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1" name="TextBox 184">
            <a:extLst>
              <a:ext uri="{FF2B5EF4-FFF2-40B4-BE49-F238E27FC236}">
                <a16:creationId xmlns:a16="http://schemas.microsoft.com/office/drawing/2014/main" id="{76315A35-DB59-4813-867A-75AFA449AAE6}"/>
              </a:ext>
            </a:extLst>
          </p:cNvPr>
          <p:cNvSpPr txBox="1"/>
          <p:nvPr/>
        </p:nvSpPr>
        <p:spPr>
          <a:xfrm>
            <a:off x="198638" y="1147310"/>
            <a:ext cx="5437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Mission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2" name="TextBox 184">
            <a:extLst>
              <a:ext uri="{FF2B5EF4-FFF2-40B4-BE49-F238E27FC236}">
                <a16:creationId xmlns:a16="http://schemas.microsoft.com/office/drawing/2014/main" id="{BD107ADC-D273-4504-B72E-07D87ABBC790}"/>
              </a:ext>
            </a:extLst>
          </p:cNvPr>
          <p:cNvSpPr txBox="1"/>
          <p:nvPr/>
        </p:nvSpPr>
        <p:spPr>
          <a:xfrm>
            <a:off x="236738" y="3525922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Behavior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13</Words>
  <Application>Microsoft Office PowerPoint</Application>
  <PresentationFormat>사용자 지정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19</cp:revision>
  <dcterms:created xsi:type="dcterms:W3CDTF">2021-10-29T04:43:38Z</dcterms:created>
  <dcterms:modified xsi:type="dcterms:W3CDTF">2021-12-14T04:29:04Z</dcterms:modified>
</cp:coreProperties>
</file>
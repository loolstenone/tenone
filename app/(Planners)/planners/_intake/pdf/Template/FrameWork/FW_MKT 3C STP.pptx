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타원 402">
            <a:extLst>
              <a:ext uri="{FF2B5EF4-FFF2-40B4-BE49-F238E27FC236}">
                <a16:creationId xmlns:a16="http://schemas.microsoft.com/office/drawing/2014/main" id="{65434728-84A6-4037-838B-BC0D118100A6}"/>
              </a:ext>
            </a:extLst>
          </p:cNvPr>
          <p:cNvSpPr/>
          <p:nvPr/>
        </p:nvSpPr>
        <p:spPr>
          <a:xfrm>
            <a:off x="257357" y="1232422"/>
            <a:ext cx="3278751" cy="3278751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C8882229-C813-4C75-85EC-00F0CEF1D5C8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직선 연결선 401">
            <a:extLst>
              <a:ext uri="{FF2B5EF4-FFF2-40B4-BE49-F238E27FC236}">
                <a16:creationId xmlns:a16="http://schemas.microsoft.com/office/drawing/2014/main" id="{62AA684B-9930-441D-9679-89DBEA3EF0F2}"/>
              </a:ext>
            </a:extLst>
          </p:cNvPr>
          <p:cNvCxnSpPr>
            <a:cxnSpLocks/>
          </p:cNvCxnSpPr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타원 403">
            <a:extLst>
              <a:ext uri="{FF2B5EF4-FFF2-40B4-BE49-F238E27FC236}">
                <a16:creationId xmlns:a16="http://schemas.microsoft.com/office/drawing/2014/main" id="{CF8911EC-6914-4BC9-BDBF-8D3216B598B5}"/>
              </a:ext>
            </a:extLst>
          </p:cNvPr>
          <p:cNvSpPr/>
          <p:nvPr/>
        </p:nvSpPr>
        <p:spPr>
          <a:xfrm>
            <a:off x="2590959" y="1385789"/>
            <a:ext cx="2148840" cy="2148840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타원 404">
            <a:extLst>
              <a:ext uri="{FF2B5EF4-FFF2-40B4-BE49-F238E27FC236}">
                <a16:creationId xmlns:a16="http://schemas.microsoft.com/office/drawing/2014/main" id="{D2C7E0AF-CE09-4854-A9AC-EF64266273D1}"/>
              </a:ext>
            </a:extLst>
          </p:cNvPr>
          <p:cNvSpPr/>
          <p:nvPr/>
        </p:nvSpPr>
        <p:spPr>
          <a:xfrm>
            <a:off x="1940080" y="308057"/>
            <a:ext cx="2148840" cy="2148840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185">
            <a:hlinkClick r:id="rId2"/>
            <a:extLst>
              <a:ext uri="{FF2B5EF4-FFF2-40B4-BE49-F238E27FC236}">
                <a16:creationId xmlns:a16="http://schemas.microsoft.com/office/drawing/2014/main" id="{E5D8C7D8-48C6-4B49-A122-0E25940CEA61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Box 186">
            <a:hlinkClick r:id="rId3"/>
            <a:extLst>
              <a:ext uri="{FF2B5EF4-FFF2-40B4-BE49-F238E27FC236}">
                <a16:creationId xmlns:a16="http://schemas.microsoft.com/office/drawing/2014/main" id="{DF441044-B264-4A48-87A6-25BAC670CB58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E9EDA9-A117-410E-83D6-4AD7462398BC}"/>
              </a:ext>
            </a:extLst>
          </p:cNvPr>
          <p:cNvSpPr txBox="1"/>
          <p:nvPr/>
        </p:nvSpPr>
        <p:spPr>
          <a:xfrm>
            <a:off x="246856" y="1464744"/>
            <a:ext cx="981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Customer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7468D9-9DD2-4048-9A00-7372945818B8}"/>
              </a:ext>
            </a:extLst>
          </p:cNvPr>
          <p:cNvSpPr txBox="1"/>
          <p:nvPr/>
        </p:nvSpPr>
        <p:spPr>
          <a:xfrm>
            <a:off x="4102432" y="1546876"/>
            <a:ext cx="981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Competitor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4C63CD-20B5-4F44-B3ED-B7C285C303E8}"/>
              </a:ext>
            </a:extLst>
          </p:cNvPr>
          <p:cNvSpPr txBox="1"/>
          <p:nvPr/>
        </p:nvSpPr>
        <p:spPr>
          <a:xfrm>
            <a:off x="2111573" y="205904"/>
            <a:ext cx="981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Company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156722-10C3-4E41-A597-D096684662B6}"/>
              </a:ext>
            </a:extLst>
          </p:cNvPr>
          <p:cNvSpPr txBox="1"/>
          <p:nvPr/>
        </p:nvSpPr>
        <p:spPr>
          <a:xfrm>
            <a:off x="1886620" y="1580926"/>
            <a:ext cx="981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Strength</a:t>
            </a:r>
            <a:endParaRPr lang="ko-KR" altLang="en-US" sz="1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E53EA5-3368-4636-A0D1-4AFD7B64E3D3}"/>
              </a:ext>
            </a:extLst>
          </p:cNvPr>
          <p:cNvSpPr txBox="1"/>
          <p:nvPr/>
        </p:nvSpPr>
        <p:spPr>
          <a:xfrm>
            <a:off x="2589167" y="2613257"/>
            <a:ext cx="981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Weakness</a:t>
            </a:r>
            <a:endParaRPr lang="ko-KR" altLang="en-US" sz="1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022F1C-0786-48EB-97A5-FDFC68FE011C}"/>
              </a:ext>
            </a:extLst>
          </p:cNvPr>
          <p:cNvSpPr txBox="1"/>
          <p:nvPr/>
        </p:nvSpPr>
        <p:spPr>
          <a:xfrm>
            <a:off x="3829985" y="1827147"/>
            <a:ext cx="981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Threat</a:t>
            </a:r>
            <a:endParaRPr lang="ko-KR" altLang="en-US" sz="1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A0BAE3-B7BF-4EB4-B366-63B94A73F1FA}"/>
              </a:ext>
            </a:extLst>
          </p:cNvPr>
          <p:cNvSpPr txBox="1"/>
          <p:nvPr/>
        </p:nvSpPr>
        <p:spPr>
          <a:xfrm>
            <a:off x="1083569" y="1759437"/>
            <a:ext cx="981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Opportunity</a:t>
            </a:r>
            <a:endParaRPr lang="ko-KR" altLang="en-US" sz="1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591472-D0FD-4F48-BB2B-B18EB4CF464E}"/>
              </a:ext>
            </a:extLst>
          </p:cNvPr>
          <p:cNvSpPr txBox="1"/>
          <p:nvPr/>
        </p:nvSpPr>
        <p:spPr>
          <a:xfrm>
            <a:off x="2530331" y="1949114"/>
            <a:ext cx="981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Core</a:t>
            </a:r>
            <a:endParaRPr lang="ko-KR" altLang="en-US" sz="1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08492A7-9A93-45CD-A473-327F2EE34E79}"/>
              </a:ext>
            </a:extLst>
          </p:cNvPr>
          <p:cNvCxnSpPr>
            <a:cxnSpLocks/>
          </p:cNvCxnSpPr>
          <p:nvPr/>
        </p:nvCxnSpPr>
        <p:spPr>
          <a:xfrm flipH="1">
            <a:off x="2217518" y="2111632"/>
            <a:ext cx="143815" cy="154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3063C4D-F0D7-4B42-9E9F-99EBDB181095}"/>
              </a:ext>
            </a:extLst>
          </p:cNvPr>
          <p:cNvCxnSpPr>
            <a:cxnSpLocks/>
          </p:cNvCxnSpPr>
          <p:nvPr/>
        </p:nvCxnSpPr>
        <p:spPr>
          <a:xfrm>
            <a:off x="4593321" y="2204498"/>
            <a:ext cx="218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1A24A91-3655-472B-935A-FEE9034949A1}"/>
              </a:ext>
            </a:extLst>
          </p:cNvPr>
          <p:cNvSpPr txBox="1"/>
          <p:nvPr/>
        </p:nvSpPr>
        <p:spPr>
          <a:xfrm>
            <a:off x="273544" y="3695321"/>
            <a:ext cx="10636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Segmentation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3BAED8-13C9-4912-AEE0-CDF8E44B9F18}"/>
              </a:ext>
            </a:extLst>
          </p:cNvPr>
          <p:cNvSpPr txBox="1"/>
          <p:nvPr/>
        </p:nvSpPr>
        <p:spPr>
          <a:xfrm>
            <a:off x="2142950" y="3695321"/>
            <a:ext cx="10636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Targeting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728A7C7A-1956-41B5-AF71-52918AB8E056}"/>
              </a:ext>
            </a:extLst>
          </p:cNvPr>
          <p:cNvSpPr/>
          <p:nvPr/>
        </p:nvSpPr>
        <p:spPr>
          <a:xfrm>
            <a:off x="302419" y="3946030"/>
            <a:ext cx="1802375" cy="1130286"/>
          </a:xfrm>
          <a:prstGeom prst="snip1Rect">
            <a:avLst>
              <a:gd name="adj" fmla="val 124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잘린 한쪽 모서리 40">
            <a:extLst>
              <a:ext uri="{FF2B5EF4-FFF2-40B4-BE49-F238E27FC236}">
                <a16:creationId xmlns:a16="http://schemas.microsoft.com/office/drawing/2014/main" id="{BC9D2B1E-B3DF-4327-A6FE-DA87F6939D7F}"/>
              </a:ext>
            </a:extLst>
          </p:cNvPr>
          <p:cNvSpPr/>
          <p:nvPr/>
        </p:nvSpPr>
        <p:spPr>
          <a:xfrm>
            <a:off x="302419" y="5136074"/>
            <a:ext cx="1802375" cy="1130286"/>
          </a:xfrm>
          <a:prstGeom prst="snip1Rect">
            <a:avLst>
              <a:gd name="adj" fmla="val 124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잘린 한쪽 모서리 41">
            <a:extLst>
              <a:ext uri="{FF2B5EF4-FFF2-40B4-BE49-F238E27FC236}">
                <a16:creationId xmlns:a16="http://schemas.microsoft.com/office/drawing/2014/main" id="{D5D6A049-B8DE-484F-BBF8-889328AF67A5}"/>
              </a:ext>
            </a:extLst>
          </p:cNvPr>
          <p:cNvSpPr/>
          <p:nvPr/>
        </p:nvSpPr>
        <p:spPr>
          <a:xfrm>
            <a:off x="302419" y="6326119"/>
            <a:ext cx="1802375" cy="1130286"/>
          </a:xfrm>
          <a:prstGeom prst="snip1Rect">
            <a:avLst>
              <a:gd name="adj" fmla="val 124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A4BB738B-9889-4DCF-894D-9F76CB0B30A0}"/>
              </a:ext>
            </a:extLst>
          </p:cNvPr>
          <p:cNvSpPr/>
          <p:nvPr/>
        </p:nvSpPr>
        <p:spPr>
          <a:xfrm>
            <a:off x="2142950" y="3946030"/>
            <a:ext cx="1802375" cy="1130286"/>
          </a:xfrm>
          <a:prstGeom prst="snip1Rect">
            <a:avLst>
              <a:gd name="adj" fmla="val 124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52D8A7B4-A134-46F5-B554-71DA3A79FBE3}"/>
              </a:ext>
            </a:extLst>
          </p:cNvPr>
          <p:cNvSpPr/>
          <p:nvPr/>
        </p:nvSpPr>
        <p:spPr>
          <a:xfrm>
            <a:off x="2142950" y="5136074"/>
            <a:ext cx="1802375" cy="1130286"/>
          </a:xfrm>
          <a:prstGeom prst="snip1Rect">
            <a:avLst>
              <a:gd name="adj" fmla="val 124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잘린 한쪽 모서리 45">
            <a:extLst>
              <a:ext uri="{FF2B5EF4-FFF2-40B4-BE49-F238E27FC236}">
                <a16:creationId xmlns:a16="http://schemas.microsoft.com/office/drawing/2014/main" id="{3DFF5082-ABC7-4EAE-B27D-CEE84C906301}"/>
              </a:ext>
            </a:extLst>
          </p:cNvPr>
          <p:cNvSpPr/>
          <p:nvPr/>
        </p:nvSpPr>
        <p:spPr>
          <a:xfrm>
            <a:off x="2142950" y="6326119"/>
            <a:ext cx="1802375" cy="1130286"/>
          </a:xfrm>
          <a:prstGeom prst="snip1Rect">
            <a:avLst>
              <a:gd name="adj" fmla="val 124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5A6BC309-EC8A-4E5F-B3BB-7E60D8701B19}"/>
              </a:ext>
            </a:extLst>
          </p:cNvPr>
          <p:cNvSpPr/>
          <p:nvPr/>
        </p:nvSpPr>
        <p:spPr>
          <a:xfrm>
            <a:off x="4073617" y="3946030"/>
            <a:ext cx="1802375" cy="1130286"/>
          </a:xfrm>
          <a:prstGeom prst="snip1Rect">
            <a:avLst>
              <a:gd name="adj" fmla="val 124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잘린 한쪽 모서리 48">
            <a:extLst>
              <a:ext uri="{FF2B5EF4-FFF2-40B4-BE49-F238E27FC236}">
                <a16:creationId xmlns:a16="http://schemas.microsoft.com/office/drawing/2014/main" id="{C9CC7B30-DD94-457A-B3D7-3B7583C7B8A3}"/>
              </a:ext>
            </a:extLst>
          </p:cNvPr>
          <p:cNvSpPr/>
          <p:nvPr/>
        </p:nvSpPr>
        <p:spPr>
          <a:xfrm>
            <a:off x="4073617" y="5136074"/>
            <a:ext cx="1802375" cy="1130286"/>
          </a:xfrm>
          <a:prstGeom prst="snip1Rect">
            <a:avLst>
              <a:gd name="adj" fmla="val 124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잘린 한쪽 모서리 49">
            <a:extLst>
              <a:ext uri="{FF2B5EF4-FFF2-40B4-BE49-F238E27FC236}">
                <a16:creationId xmlns:a16="http://schemas.microsoft.com/office/drawing/2014/main" id="{9FC6CB5B-AAC4-4F25-9A3B-E3EEE9584552}"/>
              </a:ext>
            </a:extLst>
          </p:cNvPr>
          <p:cNvSpPr/>
          <p:nvPr/>
        </p:nvSpPr>
        <p:spPr>
          <a:xfrm>
            <a:off x="4073617" y="6326119"/>
            <a:ext cx="1802375" cy="1130286"/>
          </a:xfrm>
          <a:prstGeom prst="snip1Rect">
            <a:avLst>
              <a:gd name="adj" fmla="val 12425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20E428-1358-4A43-830D-DEBEECD70DB2}"/>
              </a:ext>
            </a:extLst>
          </p:cNvPr>
          <p:cNvSpPr txBox="1"/>
          <p:nvPr/>
        </p:nvSpPr>
        <p:spPr>
          <a:xfrm>
            <a:off x="4084942" y="3695321"/>
            <a:ext cx="10636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Positioning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4808FF-0721-4044-B42B-79CB7DE9913A}"/>
              </a:ext>
            </a:extLst>
          </p:cNvPr>
          <p:cNvSpPr txBox="1"/>
          <p:nvPr/>
        </p:nvSpPr>
        <p:spPr>
          <a:xfrm>
            <a:off x="4702541" y="2071060"/>
            <a:ext cx="1173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Differentiation</a:t>
            </a:r>
            <a:endParaRPr lang="ko-KR" altLang="en-US" sz="1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803ED9-F75A-4F49-B8EF-C49D7CFAFE34}"/>
              </a:ext>
            </a:extLst>
          </p:cNvPr>
          <p:cNvSpPr txBox="1"/>
          <p:nvPr/>
        </p:nvSpPr>
        <p:spPr>
          <a:xfrm>
            <a:off x="1726629" y="2235428"/>
            <a:ext cx="9817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Value</a:t>
            </a:r>
            <a:endParaRPr lang="ko-KR" altLang="en-US" sz="1000" dirty="0">
              <a:solidFill>
                <a:schemeClr val="bg1">
                  <a:lumMod val="8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0CE21FA9-1B94-4B60-B80C-0A549F677927}"/>
              </a:ext>
            </a:extLst>
          </p:cNvPr>
          <p:cNvSpPr/>
          <p:nvPr/>
        </p:nvSpPr>
        <p:spPr>
          <a:xfrm rot="10800000">
            <a:off x="5211733" y="3534629"/>
            <a:ext cx="77533" cy="67377"/>
          </a:xfrm>
          <a:prstGeom prst="triangle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이등변 삼각형 57">
            <a:extLst>
              <a:ext uri="{FF2B5EF4-FFF2-40B4-BE49-F238E27FC236}">
                <a16:creationId xmlns:a16="http://schemas.microsoft.com/office/drawing/2014/main" id="{93680051-3B80-46EA-AD9D-092257C3221A}"/>
              </a:ext>
            </a:extLst>
          </p:cNvPr>
          <p:cNvSpPr/>
          <p:nvPr/>
        </p:nvSpPr>
        <p:spPr>
          <a:xfrm rot="7548542">
            <a:off x="3926364" y="3848542"/>
            <a:ext cx="77533" cy="67377"/>
          </a:xfrm>
          <a:prstGeom prst="triangle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184">
            <a:hlinkClick r:id="rId4"/>
            <a:extLst>
              <a:ext uri="{FF2B5EF4-FFF2-40B4-BE49-F238E27FC236}">
                <a16:creationId xmlns:a16="http://schemas.microsoft.com/office/drawing/2014/main" id="{79FD74F0-036C-4BFD-A813-0934196703D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</TotalTime>
  <Words>21</Words>
  <Application>Microsoft Office PowerPoint</Application>
  <PresentationFormat>사용자 지정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117</cp:revision>
  <dcterms:created xsi:type="dcterms:W3CDTF">2021-10-29T04:43:38Z</dcterms:created>
  <dcterms:modified xsi:type="dcterms:W3CDTF">2021-12-14T04:36:48Z</dcterms:modified>
</cp:coreProperties>
</file>
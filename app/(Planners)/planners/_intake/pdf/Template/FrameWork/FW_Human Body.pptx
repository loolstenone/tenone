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tenone.biz/" TargetMode="External"/><Relationship Id="rId4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DE78AEFC-2184-4382-A921-03AA2AA3A012}"/>
              </a:ext>
            </a:extLst>
          </p:cNvPr>
          <p:cNvCxnSpPr/>
          <p:nvPr/>
        </p:nvCxnSpPr>
        <p:spPr>
          <a:xfrm>
            <a:off x="3707213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0BD9D1CA-F07D-4BE2-99FB-5AD772FBC54B}"/>
              </a:ext>
            </a:extLst>
          </p:cNvPr>
          <p:cNvCxnSpPr/>
          <p:nvPr/>
        </p:nvCxnSpPr>
        <p:spPr>
          <a:xfrm>
            <a:off x="30266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185">
            <a:hlinkClick r:id="rId2"/>
            <a:extLst>
              <a:ext uri="{FF2B5EF4-FFF2-40B4-BE49-F238E27FC236}">
                <a16:creationId xmlns:a16="http://schemas.microsoft.com/office/drawing/2014/main" id="{B33A79ED-81EE-4BD7-853C-9A4F8A5D93F0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186">
            <a:hlinkClick r:id="rId3"/>
            <a:extLst>
              <a:ext uri="{FF2B5EF4-FFF2-40B4-BE49-F238E27FC236}">
                <a16:creationId xmlns:a16="http://schemas.microsoft.com/office/drawing/2014/main" id="{F0280561-3176-4DFA-A502-B7942113A72E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19EDD95B-7A56-468B-B87A-97DAAB2AC1C2}"/>
              </a:ext>
            </a:extLst>
          </p:cNvPr>
          <p:cNvCxnSpPr/>
          <p:nvPr/>
        </p:nvCxnSpPr>
        <p:spPr>
          <a:xfrm>
            <a:off x="264853" y="5852882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48F83450-C797-46C2-BC18-190204A7F32D}"/>
              </a:ext>
            </a:extLst>
          </p:cNvPr>
          <p:cNvCxnSpPr/>
          <p:nvPr/>
        </p:nvCxnSpPr>
        <p:spPr>
          <a:xfrm>
            <a:off x="264853" y="6127588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B9C46FB-2A78-4CDB-9995-8CD568CB85A9}"/>
              </a:ext>
            </a:extLst>
          </p:cNvPr>
          <p:cNvCxnSpPr/>
          <p:nvPr/>
        </p:nvCxnSpPr>
        <p:spPr>
          <a:xfrm>
            <a:off x="264853" y="6677000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B58BC448-E356-4B59-8EC8-5E0CBE1DA221}"/>
              </a:ext>
            </a:extLst>
          </p:cNvPr>
          <p:cNvCxnSpPr/>
          <p:nvPr/>
        </p:nvCxnSpPr>
        <p:spPr>
          <a:xfrm>
            <a:off x="264853" y="7226412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4A48BAF7-407A-4A72-BBA0-C19845E63F35}"/>
              </a:ext>
            </a:extLst>
          </p:cNvPr>
          <p:cNvCxnSpPr/>
          <p:nvPr/>
        </p:nvCxnSpPr>
        <p:spPr>
          <a:xfrm>
            <a:off x="264853" y="7501120"/>
            <a:ext cx="549990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F1D7BD61-BC88-4F32-A1D3-73B4F93277C3}"/>
              </a:ext>
            </a:extLst>
          </p:cNvPr>
          <p:cNvCxnSpPr/>
          <p:nvPr/>
        </p:nvCxnSpPr>
        <p:spPr>
          <a:xfrm>
            <a:off x="264853" y="6402294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9B4FA90F-A266-4BB4-8353-582CAAE724E7}"/>
              </a:ext>
            </a:extLst>
          </p:cNvPr>
          <p:cNvCxnSpPr/>
          <p:nvPr/>
        </p:nvCxnSpPr>
        <p:spPr>
          <a:xfrm>
            <a:off x="264853" y="6951706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119775A-69A8-485B-989B-8A8485EE7A4D}"/>
              </a:ext>
            </a:extLst>
          </p:cNvPr>
          <p:cNvCxnSpPr/>
          <p:nvPr/>
        </p:nvCxnSpPr>
        <p:spPr>
          <a:xfrm>
            <a:off x="264853" y="5303470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ACF48C23-7AAD-4968-9A05-8EACE78B07C5}"/>
              </a:ext>
            </a:extLst>
          </p:cNvPr>
          <p:cNvCxnSpPr/>
          <p:nvPr/>
        </p:nvCxnSpPr>
        <p:spPr>
          <a:xfrm>
            <a:off x="264853" y="5578176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C53B657-9FD6-459E-8377-45AE15D5AE89}"/>
              </a:ext>
            </a:extLst>
          </p:cNvPr>
          <p:cNvCxnSpPr/>
          <p:nvPr/>
        </p:nvCxnSpPr>
        <p:spPr>
          <a:xfrm>
            <a:off x="264853" y="5028764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15D27DB6-7046-4FB7-B262-9BB4B35F9852}"/>
              </a:ext>
            </a:extLst>
          </p:cNvPr>
          <p:cNvCxnSpPr/>
          <p:nvPr/>
        </p:nvCxnSpPr>
        <p:spPr>
          <a:xfrm>
            <a:off x="264853" y="4754058"/>
            <a:ext cx="549990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Picture 4" descr="http://medicalanatomy.net/wp-content/uploads/body-outline-image-482.jpg">
            <a:extLst>
              <a:ext uri="{FF2B5EF4-FFF2-40B4-BE49-F238E27FC236}">
                <a16:creationId xmlns:a16="http://schemas.microsoft.com/office/drawing/2014/main" id="{1BC1866B-B213-4384-9E31-42B1B8039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787" y="1114970"/>
            <a:ext cx="3282034" cy="2729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4">
            <a:hlinkClick r:id="rId5"/>
            <a:extLst>
              <a:ext uri="{FF2B5EF4-FFF2-40B4-BE49-F238E27FC236}">
                <a16:creationId xmlns:a16="http://schemas.microsoft.com/office/drawing/2014/main" id="{4F954BCF-35A2-4DB9-AFD2-844776FF2FF0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20</cp:revision>
  <dcterms:created xsi:type="dcterms:W3CDTF">2021-10-29T04:43:38Z</dcterms:created>
  <dcterms:modified xsi:type="dcterms:W3CDTF">2021-12-14T04:39:12Z</dcterms:modified>
</cp:coreProperties>
</file>
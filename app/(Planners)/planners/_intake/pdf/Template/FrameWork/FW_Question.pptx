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7" name="그룹 5256">
            <a:extLst>
              <a:ext uri="{FF2B5EF4-FFF2-40B4-BE49-F238E27FC236}">
                <a16:creationId xmlns:a16="http://schemas.microsoft.com/office/drawing/2014/main" id="{91B5F523-B425-4BE7-8219-ECFA1B790649}"/>
              </a:ext>
            </a:extLst>
          </p:cNvPr>
          <p:cNvGrpSpPr/>
          <p:nvPr/>
        </p:nvGrpSpPr>
        <p:grpSpPr>
          <a:xfrm>
            <a:off x="302419" y="533400"/>
            <a:ext cx="5472112" cy="6948488"/>
            <a:chOff x="557848" y="327964"/>
            <a:chExt cx="4961255" cy="7109621"/>
          </a:xfrm>
        </p:grpSpPr>
        <p:sp>
          <p:nvSpPr>
            <p:cNvPr id="5258" name="직사각형 5257">
              <a:extLst>
                <a:ext uri="{FF2B5EF4-FFF2-40B4-BE49-F238E27FC236}">
                  <a16:creationId xmlns:a16="http://schemas.microsoft.com/office/drawing/2014/main" id="{4CD1EAA4-123C-4123-AF95-5463479CFAEC}"/>
                </a:ext>
              </a:extLst>
            </p:cNvPr>
            <p:cNvSpPr/>
            <p:nvPr/>
          </p:nvSpPr>
          <p:spPr>
            <a:xfrm>
              <a:off x="557848" y="870120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59" name="TextBox 5258">
              <a:extLst>
                <a:ext uri="{FF2B5EF4-FFF2-40B4-BE49-F238E27FC236}">
                  <a16:creationId xmlns:a16="http://schemas.microsoft.com/office/drawing/2014/main" id="{239B4EF9-A468-47DD-A41B-A2155F6E6A18}"/>
                </a:ext>
              </a:extLst>
            </p:cNvPr>
            <p:cNvSpPr txBox="1"/>
            <p:nvPr/>
          </p:nvSpPr>
          <p:spPr>
            <a:xfrm>
              <a:off x="617515" y="898156"/>
              <a:ext cx="386324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Who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누가</a:t>
              </a:r>
            </a:p>
          </p:txBody>
        </p:sp>
        <p:sp>
          <p:nvSpPr>
            <p:cNvPr id="5260" name="직사각형 5259">
              <a:extLst>
                <a:ext uri="{FF2B5EF4-FFF2-40B4-BE49-F238E27FC236}">
                  <a16:creationId xmlns:a16="http://schemas.microsoft.com/office/drawing/2014/main" id="{CDFA629E-1BE1-463A-A0D9-6CDC6A77620F}"/>
                </a:ext>
              </a:extLst>
            </p:cNvPr>
            <p:cNvSpPr/>
            <p:nvPr/>
          </p:nvSpPr>
          <p:spPr>
            <a:xfrm>
              <a:off x="2225990" y="327964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61" name="TextBox 5260">
              <a:extLst>
                <a:ext uri="{FF2B5EF4-FFF2-40B4-BE49-F238E27FC236}">
                  <a16:creationId xmlns:a16="http://schemas.microsoft.com/office/drawing/2014/main" id="{A2A01D5F-3F1E-429D-BC34-642C80D71ED5}"/>
                </a:ext>
              </a:extLst>
            </p:cNvPr>
            <p:cNvSpPr txBox="1"/>
            <p:nvPr/>
          </p:nvSpPr>
          <p:spPr>
            <a:xfrm>
              <a:off x="2282060" y="359508"/>
              <a:ext cx="528991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Problem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문제</a:t>
              </a:r>
            </a:p>
          </p:txBody>
        </p:sp>
        <p:sp>
          <p:nvSpPr>
            <p:cNvPr id="5262" name="직사각형 5261">
              <a:extLst>
                <a:ext uri="{FF2B5EF4-FFF2-40B4-BE49-F238E27FC236}">
                  <a16:creationId xmlns:a16="http://schemas.microsoft.com/office/drawing/2014/main" id="{02729EF1-4442-4B3C-9680-20038E824E31}"/>
                </a:ext>
              </a:extLst>
            </p:cNvPr>
            <p:cNvSpPr/>
            <p:nvPr/>
          </p:nvSpPr>
          <p:spPr>
            <a:xfrm>
              <a:off x="3894131" y="870120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63" name="TextBox 5262">
              <a:extLst>
                <a:ext uri="{FF2B5EF4-FFF2-40B4-BE49-F238E27FC236}">
                  <a16:creationId xmlns:a16="http://schemas.microsoft.com/office/drawing/2014/main" id="{5FD0F711-A19F-49D3-BE6D-46E61BCA2562}"/>
                </a:ext>
              </a:extLst>
            </p:cNvPr>
            <p:cNvSpPr txBox="1"/>
            <p:nvPr/>
          </p:nvSpPr>
          <p:spPr>
            <a:xfrm>
              <a:off x="4844578" y="898156"/>
              <a:ext cx="633187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Whom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누구에게</a:t>
              </a:r>
            </a:p>
          </p:txBody>
        </p:sp>
        <p:sp>
          <p:nvSpPr>
            <p:cNvPr id="5264" name="직사각형 5263">
              <a:extLst>
                <a:ext uri="{FF2B5EF4-FFF2-40B4-BE49-F238E27FC236}">
                  <a16:creationId xmlns:a16="http://schemas.microsoft.com/office/drawing/2014/main" id="{FE6A660D-E688-4F07-97D7-81BBFE05E0A2}"/>
                </a:ext>
              </a:extLst>
            </p:cNvPr>
            <p:cNvSpPr/>
            <p:nvPr/>
          </p:nvSpPr>
          <p:spPr>
            <a:xfrm>
              <a:off x="2225990" y="5475466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65" name="TextBox 5264">
              <a:extLst>
                <a:ext uri="{FF2B5EF4-FFF2-40B4-BE49-F238E27FC236}">
                  <a16:creationId xmlns:a16="http://schemas.microsoft.com/office/drawing/2014/main" id="{3E5B9855-8D34-41E0-85DB-DE3046C9BC9E}"/>
                </a:ext>
              </a:extLst>
            </p:cNvPr>
            <p:cNvSpPr txBox="1"/>
            <p:nvPr/>
          </p:nvSpPr>
          <p:spPr>
            <a:xfrm>
              <a:off x="2282061" y="7307089"/>
              <a:ext cx="464871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How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어떻게</a:t>
              </a:r>
            </a:p>
          </p:txBody>
        </p:sp>
        <p:sp>
          <p:nvSpPr>
            <p:cNvPr id="5266" name="직사각형 5265">
              <a:extLst>
                <a:ext uri="{FF2B5EF4-FFF2-40B4-BE49-F238E27FC236}">
                  <a16:creationId xmlns:a16="http://schemas.microsoft.com/office/drawing/2014/main" id="{73F9C4BC-427B-418C-AB21-11B2BB3267A7}"/>
                </a:ext>
              </a:extLst>
            </p:cNvPr>
            <p:cNvSpPr/>
            <p:nvPr/>
          </p:nvSpPr>
          <p:spPr>
            <a:xfrm>
              <a:off x="557848" y="2903837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67" name="직사각형 5266">
              <a:extLst>
                <a:ext uri="{FF2B5EF4-FFF2-40B4-BE49-F238E27FC236}">
                  <a16:creationId xmlns:a16="http://schemas.microsoft.com/office/drawing/2014/main" id="{69546569-36EA-4588-A863-F593DEC2AC33}"/>
                </a:ext>
              </a:extLst>
            </p:cNvPr>
            <p:cNvSpPr/>
            <p:nvPr/>
          </p:nvSpPr>
          <p:spPr>
            <a:xfrm>
              <a:off x="3894131" y="2903837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68" name="직사각형 5267">
              <a:extLst>
                <a:ext uri="{FF2B5EF4-FFF2-40B4-BE49-F238E27FC236}">
                  <a16:creationId xmlns:a16="http://schemas.microsoft.com/office/drawing/2014/main" id="{21931EEC-B4C6-43D2-A166-5BA5544030F8}"/>
                </a:ext>
              </a:extLst>
            </p:cNvPr>
            <p:cNvSpPr/>
            <p:nvPr/>
          </p:nvSpPr>
          <p:spPr>
            <a:xfrm>
              <a:off x="557848" y="4937552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69" name="직사각형 5268">
              <a:extLst>
                <a:ext uri="{FF2B5EF4-FFF2-40B4-BE49-F238E27FC236}">
                  <a16:creationId xmlns:a16="http://schemas.microsoft.com/office/drawing/2014/main" id="{85122BB5-9F14-433B-B616-EB4C3825DE6D}"/>
                </a:ext>
              </a:extLst>
            </p:cNvPr>
            <p:cNvSpPr/>
            <p:nvPr/>
          </p:nvSpPr>
          <p:spPr>
            <a:xfrm>
              <a:off x="3894131" y="4937552"/>
              <a:ext cx="1624972" cy="196211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70" name="TextBox 5269">
              <a:extLst>
                <a:ext uri="{FF2B5EF4-FFF2-40B4-BE49-F238E27FC236}">
                  <a16:creationId xmlns:a16="http://schemas.microsoft.com/office/drawing/2014/main" id="{4F1802A7-4DDF-46CB-8C68-173438E1FB0B}"/>
                </a:ext>
              </a:extLst>
            </p:cNvPr>
            <p:cNvSpPr txBox="1"/>
            <p:nvPr/>
          </p:nvSpPr>
          <p:spPr>
            <a:xfrm>
              <a:off x="617516" y="2923149"/>
              <a:ext cx="496931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What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무엇을</a:t>
              </a:r>
            </a:p>
          </p:txBody>
        </p:sp>
        <p:sp>
          <p:nvSpPr>
            <p:cNvPr id="5271" name="TextBox 5270">
              <a:extLst>
                <a:ext uri="{FF2B5EF4-FFF2-40B4-BE49-F238E27FC236}">
                  <a16:creationId xmlns:a16="http://schemas.microsoft.com/office/drawing/2014/main" id="{07CEDB1A-8147-41B1-9D41-DB4E05A83910}"/>
                </a:ext>
              </a:extLst>
            </p:cNvPr>
            <p:cNvSpPr txBox="1"/>
            <p:nvPr/>
          </p:nvSpPr>
          <p:spPr>
            <a:xfrm>
              <a:off x="5043351" y="2923149"/>
              <a:ext cx="434414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When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언제</a:t>
              </a:r>
            </a:p>
          </p:txBody>
        </p:sp>
        <p:sp>
          <p:nvSpPr>
            <p:cNvPr id="5272" name="TextBox 5271">
              <a:extLst>
                <a:ext uri="{FF2B5EF4-FFF2-40B4-BE49-F238E27FC236}">
                  <a16:creationId xmlns:a16="http://schemas.microsoft.com/office/drawing/2014/main" id="{48B942D7-1C75-4C07-B6B3-0021F765FF6D}"/>
                </a:ext>
              </a:extLst>
            </p:cNvPr>
            <p:cNvSpPr txBox="1"/>
            <p:nvPr/>
          </p:nvSpPr>
          <p:spPr>
            <a:xfrm>
              <a:off x="617515" y="4965588"/>
              <a:ext cx="545021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Where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어디서</a:t>
              </a:r>
            </a:p>
          </p:txBody>
        </p:sp>
        <p:sp>
          <p:nvSpPr>
            <p:cNvPr id="5273" name="TextBox 5272">
              <a:extLst>
                <a:ext uri="{FF2B5EF4-FFF2-40B4-BE49-F238E27FC236}">
                  <a16:creationId xmlns:a16="http://schemas.microsoft.com/office/drawing/2014/main" id="{0C67D753-2552-4009-8BB3-D44739E95641}"/>
                </a:ext>
              </a:extLst>
            </p:cNvPr>
            <p:cNvSpPr txBox="1"/>
            <p:nvPr/>
          </p:nvSpPr>
          <p:spPr>
            <a:xfrm>
              <a:off x="4759619" y="4965588"/>
              <a:ext cx="718146" cy="10541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685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How much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얼마나</a:t>
              </a:r>
            </a:p>
          </p:txBody>
        </p:sp>
        <p:sp>
          <p:nvSpPr>
            <p:cNvPr id="5274" name="직사각형 5273">
              <a:extLst>
                <a:ext uri="{FF2B5EF4-FFF2-40B4-BE49-F238E27FC236}">
                  <a16:creationId xmlns:a16="http://schemas.microsoft.com/office/drawing/2014/main" id="{1AF6219B-380F-4540-ADF0-F29EAA383553}"/>
                </a:ext>
              </a:extLst>
            </p:cNvPr>
            <p:cNvSpPr/>
            <p:nvPr/>
          </p:nvSpPr>
          <p:spPr>
            <a:xfrm>
              <a:off x="2056847" y="2044694"/>
              <a:ext cx="1963258" cy="36792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685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75" name="TextBox 5274">
              <a:extLst>
                <a:ext uri="{FF2B5EF4-FFF2-40B4-BE49-F238E27FC236}">
                  <a16:creationId xmlns:a16="http://schemas.microsoft.com/office/drawing/2014/main" id="{22860865-1442-467A-82E0-72230FA39C63}"/>
                </a:ext>
              </a:extLst>
            </p:cNvPr>
            <p:cNvSpPr txBox="1"/>
            <p:nvPr/>
          </p:nvSpPr>
          <p:spPr>
            <a:xfrm>
              <a:off x="2714378" y="3712773"/>
              <a:ext cx="648195" cy="3235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Why?</a:t>
              </a:r>
            </a:p>
            <a:p>
              <a:pPr algn="ctr"/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모든</a:t>
              </a:r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질문의 중심에</a:t>
              </a:r>
              <a:endParaRPr lang="en-US" altLang="ko-KR" sz="685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pPr algn="ctr"/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왜</a:t>
              </a:r>
              <a:r>
                <a:rPr lang="en-US" altLang="ko-KR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?</a:t>
              </a:r>
              <a:r>
                <a:rPr lang="ko-KR" altLang="en-US" sz="685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를 두어라</a:t>
              </a:r>
            </a:p>
          </p:txBody>
        </p:sp>
      </p:grpSp>
      <p:sp>
        <p:nvSpPr>
          <p:cNvPr id="22" name="TextBox 185">
            <a:hlinkClick r:id="rId2"/>
            <a:extLst>
              <a:ext uri="{FF2B5EF4-FFF2-40B4-BE49-F238E27FC236}">
                <a16:creationId xmlns:a16="http://schemas.microsoft.com/office/drawing/2014/main" id="{C607AE46-13CE-4C3F-8101-466751DDE520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186">
            <a:hlinkClick r:id="rId3"/>
            <a:extLst>
              <a:ext uri="{FF2B5EF4-FFF2-40B4-BE49-F238E27FC236}">
                <a16:creationId xmlns:a16="http://schemas.microsoft.com/office/drawing/2014/main" id="{AF421316-6CF2-4D01-8D18-389213B423F5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184">
            <a:hlinkClick r:id="rId4"/>
            <a:extLst>
              <a:ext uri="{FF2B5EF4-FFF2-40B4-BE49-F238E27FC236}">
                <a16:creationId xmlns:a16="http://schemas.microsoft.com/office/drawing/2014/main" id="{B7651785-92D7-4D91-B575-E4A2F941C099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34</Words>
  <Application>Microsoft Office PowerPoint</Application>
  <PresentationFormat>사용자 지정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84</cp:revision>
  <dcterms:created xsi:type="dcterms:W3CDTF">2021-10-29T04:43:38Z</dcterms:created>
  <dcterms:modified xsi:type="dcterms:W3CDTF">2021-12-14T04:30:50Z</dcterms:modified>
</cp:coreProperties>
</file>
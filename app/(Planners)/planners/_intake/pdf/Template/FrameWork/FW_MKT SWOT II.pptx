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E9A8D6D-FA9E-46A9-885F-9570B8A3DC35}"/>
              </a:ext>
            </a:extLst>
          </p:cNvPr>
          <p:cNvSpPr/>
          <p:nvPr/>
        </p:nvSpPr>
        <p:spPr>
          <a:xfrm>
            <a:off x="2123769" y="2847577"/>
            <a:ext cx="3634650" cy="462162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23" name="직선 연결선 5422">
            <a:extLst>
              <a:ext uri="{FF2B5EF4-FFF2-40B4-BE49-F238E27FC236}">
                <a16:creationId xmlns:a16="http://schemas.microsoft.com/office/drawing/2014/main" id="{C89AFA12-5DEA-4255-8B25-06148E65CF1D}"/>
              </a:ext>
            </a:extLst>
          </p:cNvPr>
          <p:cNvCxnSpPr>
            <a:cxnSpLocks/>
          </p:cNvCxnSpPr>
          <p:nvPr/>
        </p:nvCxnSpPr>
        <p:spPr>
          <a:xfrm>
            <a:off x="3698917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4" name="직선 연결선 5423">
            <a:extLst>
              <a:ext uri="{FF2B5EF4-FFF2-40B4-BE49-F238E27FC236}">
                <a16:creationId xmlns:a16="http://schemas.microsoft.com/office/drawing/2014/main" id="{41AC7E01-74F9-4330-A7BA-F4054B615832}"/>
              </a:ext>
            </a:extLst>
          </p:cNvPr>
          <p:cNvCxnSpPr>
            <a:cxnSpLocks/>
          </p:cNvCxnSpPr>
          <p:nvPr/>
        </p:nvCxnSpPr>
        <p:spPr>
          <a:xfrm>
            <a:off x="310474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83386CA7-CF18-476D-ABC7-7B605D263C33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41CA4FA3-5AE1-4BCE-AE26-4733A2AA32BD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Line 11">
            <a:extLst>
              <a:ext uri="{FF2B5EF4-FFF2-40B4-BE49-F238E27FC236}">
                <a16:creationId xmlns:a16="http://schemas.microsoft.com/office/drawing/2014/main" id="{0019C10F-FA2B-4B78-AF93-39BCEC57C7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9" y="7469204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5" name="Line 10">
            <a:extLst>
              <a:ext uri="{FF2B5EF4-FFF2-40B4-BE49-F238E27FC236}">
                <a16:creationId xmlns:a16="http://schemas.microsoft.com/office/drawing/2014/main" id="{A74ACA92-5E72-4EAF-9834-F2739C6AF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5125" y="536771"/>
            <a:ext cx="0" cy="6932433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6" name="Line 11">
            <a:extLst>
              <a:ext uri="{FF2B5EF4-FFF2-40B4-BE49-F238E27FC236}">
                <a16:creationId xmlns:a16="http://schemas.microsoft.com/office/drawing/2014/main" id="{F7972353-903B-44B1-B216-CA85C7994D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9" y="2847582"/>
            <a:ext cx="5464058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8" name="Line 10">
            <a:extLst>
              <a:ext uri="{FF2B5EF4-FFF2-40B4-BE49-F238E27FC236}">
                <a16:creationId xmlns:a16="http://schemas.microsoft.com/office/drawing/2014/main" id="{DE7BA7AD-AFAB-4ADF-B91F-32CDA4C3AA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3772" y="536771"/>
            <a:ext cx="0" cy="6932433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9" name="Line 11">
            <a:extLst>
              <a:ext uri="{FF2B5EF4-FFF2-40B4-BE49-F238E27FC236}">
                <a16:creationId xmlns:a16="http://schemas.microsoft.com/office/drawing/2014/main" id="{4BD1302D-65FA-4886-BFE8-334B8F2858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6" y="536771"/>
            <a:ext cx="5464059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20" name="Line 11">
            <a:extLst>
              <a:ext uri="{FF2B5EF4-FFF2-40B4-BE49-F238E27FC236}">
                <a16:creationId xmlns:a16="http://schemas.microsoft.com/office/drawing/2014/main" id="{65EBB02C-1FB9-4C6E-9124-CABC7AF718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9" y="5158393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21" name="Line 10">
            <a:extLst>
              <a:ext uri="{FF2B5EF4-FFF2-40B4-BE49-F238E27FC236}">
                <a16:creationId xmlns:a16="http://schemas.microsoft.com/office/drawing/2014/main" id="{4BF32B99-31D1-4163-96D8-5BF309D788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6477" y="536771"/>
            <a:ext cx="0" cy="6932433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22" name="Line 10">
            <a:extLst>
              <a:ext uri="{FF2B5EF4-FFF2-40B4-BE49-F238E27FC236}">
                <a16:creationId xmlns:a16="http://schemas.microsoft.com/office/drawing/2014/main" id="{4B330E26-265B-452E-944C-A3B067C127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419" y="536771"/>
            <a:ext cx="0" cy="6932431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D209F-ACED-457F-8F64-3F9AA4E27751}"/>
              </a:ext>
            </a:extLst>
          </p:cNvPr>
          <p:cNvSpPr txBox="1"/>
          <p:nvPr/>
        </p:nvSpPr>
        <p:spPr>
          <a:xfrm>
            <a:off x="2692209" y="594290"/>
            <a:ext cx="696024" cy="438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Strength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11F431A-AD0C-4CAB-8F6A-14FBF84F37DB}"/>
              </a:ext>
            </a:extLst>
          </p:cNvPr>
          <p:cNvSpPr txBox="1"/>
          <p:nvPr/>
        </p:nvSpPr>
        <p:spPr>
          <a:xfrm>
            <a:off x="4467233" y="594290"/>
            <a:ext cx="780984" cy="438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Weakness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E7A7C4-16C7-405E-A8CC-D0C1B17B958F}"/>
              </a:ext>
            </a:extLst>
          </p:cNvPr>
          <p:cNvSpPr txBox="1"/>
          <p:nvPr/>
        </p:nvSpPr>
        <p:spPr>
          <a:xfrm>
            <a:off x="416591" y="2893466"/>
            <a:ext cx="16007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Opportunity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D4AAD78-07D6-42E7-BA62-A3E611E75A43}"/>
              </a:ext>
            </a:extLst>
          </p:cNvPr>
          <p:cNvSpPr txBox="1"/>
          <p:nvPr/>
        </p:nvSpPr>
        <p:spPr>
          <a:xfrm>
            <a:off x="713228" y="5214302"/>
            <a:ext cx="1007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Threat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1D23E66-3CC7-4971-A792-3F0167800964}"/>
              </a:ext>
            </a:extLst>
          </p:cNvPr>
          <p:cNvSpPr txBox="1"/>
          <p:nvPr/>
        </p:nvSpPr>
        <p:spPr>
          <a:xfrm>
            <a:off x="2771396" y="3850700"/>
            <a:ext cx="526106" cy="711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SO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BFB8FE1-1D71-460D-8871-5EB55C913C4C}"/>
              </a:ext>
            </a:extLst>
          </p:cNvPr>
          <p:cNvSpPr txBox="1"/>
          <p:nvPr/>
        </p:nvSpPr>
        <p:spPr>
          <a:xfrm>
            <a:off x="4530231" y="3850700"/>
            <a:ext cx="651140" cy="711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WO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4957E61-3467-4022-86B6-4A3972EB64C4}"/>
              </a:ext>
            </a:extLst>
          </p:cNvPr>
          <p:cNvSpPr txBox="1"/>
          <p:nvPr/>
        </p:nvSpPr>
        <p:spPr>
          <a:xfrm>
            <a:off x="2802654" y="6134742"/>
            <a:ext cx="463589" cy="711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ST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715A5AF-111B-487A-A09D-5F82AF48B923}"/>
              </a:ext>
            </a:extLst>
          </p:cNvPr>
          <p:cNvSpPr txBox="1"/>
          <p:nvPr/>
        </p:nvSpPr>
        <p:spPr>
          <a:xfrm>
            <a:off x="4561490" y="6134742"/>
            <a:ext cx="588623" cy="711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WT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1" name="Line 11">
            <a:extLst>
              <a:ext uri="{FF2B5EF4-FFF2-40B4-BE49-F238E27FC236}">
                <a16:creationId xmlns:a16="http://schemas.microsoft.com/office/drawing/2014/main" id="{AAFB7F92-F9E2-44A3-8FA3-A69C9789B0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3770" y="864110"/>
            <a:ext cx="3642706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44" name="Line 11">
            <a:extLst>
              <a:ext uri="{FF2B5EF4-FFF2-40B4-BE49-F238E27FC236}">
                <a16:creationId xmlns:a16="http://schemas.microsoft.com/office/drawing/2014/main" id="{E2E50287-DB48-460E-839D-2133E6D5B6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8" y="3195595"/>
            <a:ext cx="1821351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45" name="Line 11">
            <a:extLst>
              <a:ext uri="{FF2B5EF4-FFF2-40B4-BE49-F238E27FC236}">
                <a16:creationId xmlns:a16="http://schemas.microsoft.com/office/drawing/2014/main" id="{F9112553-3C92-40E5-87C8-6DC27A9B0A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9" y="5502595"/>
            <a:ext cx="1821350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46" name="Line 11">
            <a:extLst>
              <a:ext uri="{FF2B5EF4-FFF2-40B4-BE49-F238E27FC236}">
                <a16:creationId xmlns:a16="http://schemas.microsoft.com/office/drawing/2014/main" id="{122FC3FC-3023-41D6-91FE-C46CD7861C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2414" y="536769"/>
            <a:ext cx="1821356" cy="2310808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28" name="TextBox 184">
            <a:hlinkClick r:id="rId4"/>
            <a:extLst>
              <a:ext uri="{FF2B5EF4-FFF2-40B4-BE49-F238E27FC236}">
                <a16:creationId xmlns:a16="http://schemas.microsoft.com/office/drawing/2014/main" id="{5A20CD17-7748-4AB6-B12C-755749463BD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16</Words>
  <Application>Microsoft Office PowerPoint</Application>
  <PresentationFormat>사용자 지정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95</cp:revision>
  <dcterms:created xsi:type="dcterms:W3CDTF">2021-10-29T04:43:38Z</dcterms:created>
  <dcterms:modified xsi:type="dcterms:W3CDTF">2021-12-14T04:34:19Z</dcterms:modified>
</cp:coreProperties>
</file>
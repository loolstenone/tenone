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89" name="그룹 23888">
            <a:extLst>
              <a:ext uri="{FF2B5EF4-FFF2-40B4-BE49-F238E27FC236}">
                <a16:creationId xmlns:a16="http://schemas.microsoft.com/office/drawing/2014/main" id="{F76F29C2-C04A-44CE-8B05-5BF5D9878B77}"/>
              </a:ext>
            </a:extLst>
          </p:cNvPr>
          <p:cNvGrpSpPr/>
          <p:nvPr/>
        </p:nvGrpSpPr>
        <p:grpSpPr>
          <a:xfrm>
            <a:off x="302419" y="462531"/>
            <a:ext cx="5472112" cy="7019355"/>
            <a:chOff x="230188" y="462531"/>
            <a:chExt cx="5472112" cy="7019355"/>
          </a:xfrm>
        </p:grpSpPr>
        <p:grpSp>
          <p:nvGrpSpPr>
            <p:cNvPr id="5445" name="그룹 5444">
              <a:extLst>
                <a:ext uri="{FF2B5EF4-FFF2-40B4-BE49-F238E27FC236}">
                  <a16:creationId xmlns:a16="http://schemas.microsoft.com/office/drawing/2014/main" id="{5859D2CF-F72F-4BFE-BA36-C45E656D2D4C}"/>
                </a:ext>
              </a:extLst>
            </p:cNvPr>
            <p:cNvGrpSpPr/>
            <p:nvPr/>
          </p:nvGrpSpPr>
          <p:grpSpPr>
            <a:xfrm>
              <a:off x="525680" y="654613"/>
              <a:ext cx="5176620" cy="3650323"/>
              <a:chOff x="525680" y="533401"/>
              <a:chExt cx="4798666" cy="3383807"/>
            </a:xfrm>
          </p:grpSpPr>
          <p:cxnSp>
            <p:nvCxnSpPr>
              <p:cNvPr id="5446" name="직선 연결선 5445">
                <a:extLst>
                  <a:ext uri="{FF2B5EF4-FFF2-40B4-BE49-F238E27FC236}">
                    <a16:creationId xmlns:a16="http://schemas.microsoft.com/office/drawing/2014/main" id="{56135F80-1404-44EB-AA16-2C30C259648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3557704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7" name="직선 연결선 5446">
                <a:extLst>
                  <a:ext uri="{FF2B5EF4-FFF2-40B4-BE49-F238E27FC236}">
                    <a16:creationId xmlns:a16="http://schemas.microsoft.com/office/drawing/2014/main" id="{E31AE58D-BD66-436E-A9EC-6B6722B7247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3321894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8" name="직선 연결선 5447">
                <a:extLst>
                  <a:ext uri="{FF2B5EF4-FFF2-40B4-BE49-F238E27FC236}">
                    <a16:creationId xmlns:a16="http://schemas.microsoft.com/office/drawing/2014/main" id="{0F05CBC2-1599-4567-9099-91B6D880E1F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3086083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9" name="직선 연결선 5448">
                <a:extLst>
                  <a:ext uri="{FF2B5EF4-FFF2-40B4-BE49-F238E27FC236}">
                    <a16:creationId xmlns:a16="http://schemas.microsoft.com/office/drawing/2014/main" id="{CB1AD508-5518-4D6F-A73A-1DEFA2B429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2850273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0" name="직선 연결선 5449">
                <a:extLst>
                  <a:ext uri="{FF2B5EF4-FFF2-40B4-BE49-F238E27FC236}">
                    <a16:creationId xmlns:a16="http://schemas.microsoft.com/office/drawing/2014/main" id="{A9AEF91C-FFB4-431B-9BD0-8326EAE4E4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2614463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1" name="직선 연결선 5450">
                <a:extLst>
                  <a:ext uri="{FF2B5EF4-FFF2-40B4-BE49-F238E27FC236}">
                    <a16:creationId xmlns:a16="http://schemas.microsoft.com/office/drawing/2014/main" id="{8EFA3555-E3FF-473A-B52A-04DAAD16C7D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2378652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2" name="직선 연결선 5451">
                <a:extLst>
                  <a:ext uri="{FF2B5EF4-FFF2-40B4-BE49-F238E27FC236}">
                    <a16:creationId xmlns:a16="http://schemas.microsoft.com/office/drawing/2014/main" id="{E28D231B-5E83-472A-A959-29144EAB31D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2142842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3" name="직선 연결선 5452">
                <a:extLst>
                  <a:ext uri="{FF2B5EF4-FFF2-40B4-BE49-F238E27FC236}">
                    <a16:creationId xmlns:a16="http://schemas.microsoft.com/office/drawing/2014/main" id="{009A3CFB-F188-403A-9405-82DC034BD4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1907032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4" name="직선 연결선 5453">
                <a:extLst>
                  <a:ext uri="{FF2B5EF4-FFF2-40B4-BE49-F238E27FC236}">
                    <a16:creationId xmlns:a16="http://schemas.microsoft.com/office/drawing/2014/main" id="{EAEA36BF-C65F-4176-8DD3-D8C210624E1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1671221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5" name="직선 연결선 5454">
                <a:extLst>
                  <a:ext uri="{FF2B5EF4-FFF2-40B4-BE49-F238E27FC236}">
                    <a16:creationId xmlns:a16="http://schemas.microsoft.com/office/drawing/2014/main" id="{88F4DB3C-7060-4334-8F8A-94490D757D8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1435411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6" name="직선 연결선 5455">
                <a:extLst>
                  <a:ext uri="{FF2B5EF4-FFF2-40B4-BE49-F238E27FC236}">
                    <a16:creationId xmlns:a16="http://schemas.microsoft.com/office/drawing/2014/main" id="{C6A89D8A-4686-4C5E-9E74-87E1548660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1199601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7" name="직선 연결선 5456">
                <a:extLst>
                  <a:ext uri="{FF2B5EF4-FFF2-40B4-BE49-F238E27FC236}">
                    <a16:creationId xmlns:a16="http://schemas.microsoft.com/office/drawing/2014/main" id="{3B69B47E-328A-4DE6-A817-4D41E2C5A90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963790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8" name="직선 연결선 5457">
                <a:extLst>
                  <a:ext uri="{FF2B5EF4-FFF2-40B4-BE49-F238E27FC236}">
                    <a16:creationId xmlns:a16="http://schemas.microsoft.com/office/drawing/2014/main" id="{7010BDE1-BB0D-4250-80F1-17DE9C770BE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727980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9" name="직선 연결선 5458">
                <a:extLst>
                  <a:ext uri="{FF2B5EF4-FFF2-40B4-BE49-F238E27FC236}">
                    <a16:creationId xmlns:a16="http://schemas.microsoft.com/office/drawing/2014/main" id="{65048404-0E79-4F7C-A432-19702A6464B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492170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0" name="직선 연결선 5459">
                <a:extLst>
                  <a:ext uri="{FF2B5EF4-FFF2-40B4-BE49-F238E27FC236}">
                    <a16:creationId xmlns:a16="http://schemas.microsoft.com/office/drawing/2014/main" id="{62628493-96A3-4E75-A725-7B536E6F609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3689551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1" name="직선 연결선 5460">
                <a:extLst>
                  <a:ext uri="{FF2B5EF4-FFF2-40B4-BE49-F238E27FC236}">
                    <a16:creationId xmlns:a16="http://schemas.microsoft.com/office/drawing/2014/main" id="{EB8D5F2B-D410-4D42-A464-78054BEAA5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3453741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2" name="직선 연결선 5461">
                <a:extLst>
                  <a:ext uri="{FF2B5EF4-FFF2-40B4-BE49-F238E27FC236}">
                    <a16:creationId xmlns:a16="http://schemas.microsoft.com/office/drawing/2014/main" id="{F7041A8E-B60F-41C1-A502-D7AA735E7F9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3217931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3" name="직선 연결선 5462">
                <a:extLst>
                  <a:ext uri="{FF2B5EF4-FFF2-40B4-BE49-F238E27FC236}">
                    <a16:creationId xmlns:a16="http://schemas.microsoft.com/office/drawing/2014/main" id="{65DF0B13-4870-4746-ACCE-B7431E8F9C2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2982120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4" name="직선 연결선 5463">
                <a:extLst>
                  <a:ext uri="{FF2B5EF4-FFF2-40B4-BE49-F238E27FC236}">
                    <a16:creationId xmlns:a16="http://schemas.microsoft.com/office/drawing/2014/main" id="{2F2F09EB-2701-434C-8DC1-E0D45B838A5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2746310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5" name="직선 연결선 5464">
                <a:extLst>
                  <a:ext uri="{FF2B5EF4-FFF2-40B4-BE49-F238E27FC236}">
                    <a16:creationId xmlns:a16="http://schemas.microsoft.com/office/drawing/2014/main" id="{EF444D8D-EBE4-4A7D-9729-3B3EF2804EB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2510500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6" name="직선 연결선 5465">
                <a:extLst>
                  <a:ext uri="{FF2B5EF4-FFF2-40B4-BE49-F238E27FC236}">
                    <a16:creationId xmlns:a16="http://schemas.microsoft.com/office/drawing/2014/main" id="{FD85EE80-5817-41CB-9231-72B25D8ED98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2274689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7" name="직선 연결선 5466">
                <a:extLst>
                  <a:ext uri="{FF2B5EF4-FFF2-40B4-BE49-F238E27FC236}">
                    <a16:creationId xmlns:a16="http://schemas.microsoft.com/office/drawing/2014/main" id="{A19D48D7-F57A-458A-BCA7-2A64C81E5CB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2038879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8" name="직선 연결선 5467">
                <a:extLst>
                  <a:ext uri="{FF2B5EF4-FFF2-40B4-BE49-F238E27FC236}">
                    <a16:creationId xmlns:a16="http://schemas.microsoft.com/office/drawing/2014/main" id="{ECB1630F-435A-42AD-96CA-CFAFBCA423E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1803069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9" name="직선 연결선 5468">
                <a:extLst>
                  <a:ext uri="{FF2B5EF4-FFF2-40B4-BE49-F238E27FC236}">
                    <a16:creationId xmlns:a16="http://schemas.microsoft.com/office/drawing/2014/main" id="{5F1B655E-FE47-4EB2-8382-179F77399CD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1567258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0" name="직선 연결선 5469">
                <a:extLst>
                  <a:ext uri="{FF2B5EF4-FFF2-40B4-BE49-F238E27FC236}">
                    <a16:creationId xmlns:a16="http://schemas.microsoft.com/office/drawing/2014/main" id="{0FF50335-2BB2-493D-98F9-345A8E7CD04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1331448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1" name="직선 연결선 5470">
                <a:extLst>
                  <a:ext uri="{FF2B5EF4-FFF2-40B4-BE49-F238E27FC236}">
                    <a16:creationId xmlns:a16="http://schemas.microsoft.com/office/drawing/2014/main" id="{569278BF-2C12-4923-A9CE-AF70C8A857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1095638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2" name="직선 연결선 5471">
                <a:extLst>
                  <a:ext uri="{FF2B5EF4-FFF2-40B4-BE49-F238E27FC236}">
                    <a16:creationId xmlns:a16="http://schemas.microsoft.com/office/drawing/2014/main" id="{6B428304-6956-4CD9-BB79-0E40B379178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859827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3" name="직선 연결선 5472">
                <a:extLst>
                  <a:ext uri="{FF2B5EF4-FFF2-40B4-BE49-F238E27FC236}">
                    <a16:creationId xmlns:a16="http://schemas.microsoft.com/office/drawing/2014/main" id="{9BB38113-7269-466C-8C5F-C95CFABA55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80853" y="624017"/>
                <a:ext cx="0" cy="54579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4" name="직선 연결선 5473">
                <a:extLst>
                  <a:ext uri="{FF2B5EF4-FFF2-40B4-BE49-F238E27FC236}">
                    <a16:creationId xmlns:a16="http://schemas.microsoft.com/office/drawing/2014/main" id="{CBFEFDCB-F81A-4CFA-8D00-CAAEFBD06DDA}"/>
                  </a:ext>
                </a:extLst>
              </p:cNvPr>
              <p:cNvCxnSpPr/>
              <p:nvPr/>
            </p:nvCxnSpPr>
            <p:spPr>
              <a:xfrm rot="16200000">
                <a:off x="2966242" y="1240834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5" name="직선 연결선 5474">
                <a:extLst>
                  <a:ext uri="{FF2B5EF4-FFF2-40B4-BE49-F238E27FC236}">
                    <a16:creationId xmlns:a16="http://schemas.microsoft.com/office/drawing/2014/main" id="{C6CA2010-BD57-4116-BE95-D5904C7FFDF2}"/>
                  </a:ext>
                </a:extLst>
              </p:cNvPr>
              <p:cNvCxnSpPr/>
              <p:nvPr/>
            </p:nvCxnSpPr>
            <p:spPr>
              <a:xfrm rot="16200000">
                <a:off x="2966242" y="1005023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6" name="직선 연결선 5475">
                <a:extLst>
                  <a:ext uri="{FF2B5EF4-FFF2-40B4-BE49-F238E27FC236}">
                    <a16:creationId xmlns:a16="http://schemas.microsoft.com/office/drawing/2014/main" id="{83D6F3BB-4A85-411A-AB95-B7BE8C83545C}"/>
                  </a:ext>
                </a:extLst>
              </p:cNvPr>
              <p:cNvCxnSpPr/>
              <p:nvPr/>
            </p:nvCxnSpPr>
            <p:spPr>
              <a:xfrm rot="16200000">
                <a:off x="2966242" y="769213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7" name="직선 연결선 5476">
                <a:extLst>
                  <a:ext uri="{FF2B5EF4-FFF2-40B4-BE49-F238E27FC236}">
                    <a16:creationId xmlns:a16="http://schemas.microsoft.com/office/drawing/2014/main" id="{9B70E003-AC7E-43C8-B5B0-210BF64801D3}"/>
                  </a:ext>
                </a:extLst>
              </p:cNvPr>
              <p:cNvCxnSpPr/>
              <p:nvPr/>
            </p:nvCxnSpPr>
            <p:spPr>
              <a:xfrm rot="16200000">
                <a:off x="2966242" y="533403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8" name="직선 연결선 5477">
                <a:extLst>
                  <a:ext uri="{FF2B5EF4-FFF2-40B4-BE49-F238E27FC236}">
                    <a16:creationId xmlns:a16="http://schemas.microsoft.com/office/drawing/2014/main" id="{046801F5-575B-49C7-8BA0-452B314623A5}"/>
                  </a:ext>
                </a:extLst>
              </p:cNvPr>
              <p:cNvCxnSpPr/>
              <p:nvPr/>
            </p:nvCxnSpPr>
            <p:spPr>
              <a:xfrm rot="16200000">
                <a:off x="2966242" y="297592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9" name="직선 연결선 5478">
                <a:extLst>
                  <a:ext uri="{FF2B5EF4-FFF2-40B4-BE49-F238E27FC236}">
                    <a16:creationId xmlns:a16="http://schemas.microsoft.com/office/drawing/2014/main" id="{3560C37A-5E6D-4B35-A2AB-4354CBE2C8B9}"/>
                  </a:ext>
                </a:extLst>
              </p:cNvPr>
              <p:cNvCxnSpPr/>
              <p:nvPr/>
            </p:nvCxnSpPr>
            <p:spPr>
              <a:xfrm rot="16200000">
                <a:off x="2966242" y="61782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0" name="직선 연결선 5479">
                <a:extLst>
                  <a:ext uri="{FF2B5EF4-FFF2-40B4-BE49-F238E27FC236}">
                    <a16:creationId xmlns:a16="http://schemas.microsoft.com/office/drawing/2014/main" id="{BE17A778-D214-4F28-B769-A17F1F505115}"/>
                  </a:ext>
                </a:extLst>
              </p:cNvPr>
              <p:cNvCxnSpPr/>
              <p:nvPr/>
            </p:nvCxnSpPr>
            <p:spPr>
              <a:xfrm rot="16200000">
                <a:off x="2966242" y="-174028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1" name="직선 연결선 5480">
                <a:extLst>
                  <a:ext uri="{FF2B5EF4-FFF2-40B4-BE49-F238E27FC236}">
                    <a16:creationId xmlns:a16="http://schemas.microsoft.com/office/drawing/2014/main" id="{76DA3AA4-749E-47DD-92C9-1BA0D3CC34DE}"/>
                  </a:ext>
                </a:extLst>
              </p:cNvPr>
              <p:cNvCxnSpPr/>
              <p:nvPr/>
            </p:nvCxnSpPr>
            <p:spPr>
              <a:xfrm rot="16200000">
                <a:off x="2966242" y="-409839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2" name="직선 연결선 5481">
                <a:extLst>
                  <a:ext uri="{FF2B5EF4-FFF2-40B4-BE49-F238E27FC236}">
                    <a16:creationId xmlns:a16="http://schemas.microsoft.com/office/drawing/2014/main" id="{10BC8C7B-F00B-4345-AA0F-1B8266B43E15}"/>
                  </a:ext>
                </a:extLst>
              </p:cNvPr>
              <p:cNvCxnSpPr/>
              <p:nvPr/>
            </p:nvCxnSpPr>
            <p:spPr>
              <a:xfrm rot="16200000">
                <a:off x="2966242" y="-645649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3" name="직선 연결선 5482">
                <a:extLst>
                  <a:ext uri="{FF2B5EF4-FFF2-40B4-BE49-F238E27FC236}">
                    <a16:creationId xmlns:a16="http://schemas.microsoft.com/office/drawing/2014/main" id="{541F9443-AC2B-434C-A0B1-EB0605F2F174}"/>
                  </a:ext>
                </a:extLst>
              </p:cNvPr>
              <p:cNvCxnSpPr/>
              <p:nvPr/>
            </p:nvCxnSpPr>
            <p:spPr>
              <a:xfrm rot="16200000">
                <a:off x="2966242" y="-881460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4" name="직선 연결선 5483">
                <a:extLst>
                  <a:ext uri="{FF2B5EF4-FFF2-40B4-BE49-F238E27FC236}">
                    <a16:creationId xmlns:a16="http://schemas.microsoft.com/office/drawing/2014/main" id="{43E72F44-1E2D-44FC-8B62-35DE4F3FFF68}"/>
                  </a:ext>
                </a:extLst>
              </p:cNvPr>
              <p:cNvCxnSpPr/>
              <p:nvPr/>
            </p:nvCxnSpPr>
            <p:spPr>
              <a:xfrm rot="16200000">
                <a:off x="2966242" y="-1117270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5" name="직선 연결선 5484">
                <a:extLst>
                  <a:ext uri="{FF2B5EF4-FFF2-40B4-BE49-F238E27FC236}">
                    <a16:creationId xmlns:a16="http://schemas.microsoft.com/office/drawing/2014/main" id="{DCF4E885-7B83-47F6-BC49-6A055D798E87}"/>
                  </a:ext>
                </a:extLst>
              </p:cNvPr>
              <p:cNvCxnSpPr/>
              <p:nvPr/>
            </p:nvCxnSpPr>
            <p:spPr>
              <a:xfrm rot="16200000">
                <a:off x="2966242" y="-1353080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6" name="직선 연결선 5485">
                <a:extLst>
                  <a:ext uri="{FF2B5EF4-FFF2-40B4-BE49-F238E27FC236}">
                    <a16:creationId xmlns:a16="http://schemas.microsoft.com/office/drawing/2014/main" id="{A4AE0CE8-AEA2-4D0E-AB95-3898D4D279A4}"/>
                  </a:ext>
                </a:extLst>
              </p:cNvPr>
              <p:cNvCxnSpPr/>
              <p:nvPr/>
            </p:nvCxnSpPr>
            <p:spPr>
              <a:xfrm rot="16200000">
                <a:off x="2966242" y="-1588891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7" name="직선 연결선 5486">
                <a:extLst>
                  <a:ext uri="{FF2B5EF4-FFF2-40B4-BE49-F238E27FC236}">
                    <a16:creationId xmlns:a16="http://schemas.microsoft.com/office/drawing/2014/main" id="{F6173F5D-263F-41CC-B157-1FD32DB81739}"/>
                  </a:ext>
                </a:extLst>
              </p:cNvPr>
              <p:cNvCxnSpPr/>
              <p:nvPr/>
            </p:nvCxnSpPr>
            <p:spPr>
              <a:xfrm rot="16200000">
                <a:off x="2966242" y="-1824701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8" name="직선 연결선 5487">
                <a:extLst>
                  <a:ext uri="{FF2B5EF4-FFF2-40B4-BE49-F238E27FC236}">
                    <a16:creationId xmlns:a16="http://schemas.microsoft.com/office/drawing/2014/main" id="{823C1E0D-64BA-4907-A352-19A6A6BB8EA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6243" y="1358739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9" name="직선 연결선 5488">
                <a:extLst>
                  <a:ext uri="{FF2B5EF4-FFF2-40B4-BE49-F238E27FC236}">
                    <a16:creationId xmlns:a16="http://schemas.microsoft.com/office/drawing/2014/main" id="{7D6C6DE9-895F-4BE6-9515-8035B0A883EF}"/>
                  </a:ext>
                </a:extLst>
              </p:cNvPr>
              <p:cNvCxnSpPr/>
              <p:nvPr/>
            </p:nvCxnSpPr>
            <p:spPr>
              <a:xfrm rot="16200000">
                <a:off x="2966243" y="1122928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0" name="직선 연결선 5489">
                <a:extLst>
                  <a:ext uri="{FF2B5EF4-FFF2-40B4-BE49-F238E27FC236}">
                    <a16:creationId xmlns:a16="http://schemas.microsoft.com/office/drawing/2014/main" id="{87685BC9-6F2E-48C0-98B3-F786CFDCE7E6}"/>
                  </a:ext>
                </a:extLst>
              </p:cNvPr>
              <p:cNvCxnSpPr/>
              <p:nvPr/>
            </p:nvCxnSpPr>
            <p:spPr>
              <a:xfrm rot="16200000">
                <a:off x="2966243" y="887118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1" name="직선 연결선 5490">
                <a:extLst>
                  <a:ext uri="{FF2B5EF4-FFF2-40B4-BE49-F238E27FC236}">
                    <a16:creationId xmlns:a16="http://schemas.microsoft.com/office/drawing/2014/main" id="{2B29217A-4B1E-4529-BA7A-F35BDCCF7396}"/>
                  </a:ext>
                </a:extLst>
              </p:cNvPr>
              <p:cNvCxnSpPr/>
              <p:nvPr/>
            </p:nvCxnSpPr>
            <p:spPr>
              <a:xfrm rot="16200000">
                <a:off x="2966243" y="651308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2" name="직선 연결선 5491">
                <a:extLst>
                  <a:ext uri="{FF2B5EF4-FFF2-40B4-BE49-F238E27FC236}">
                    <a16:creationId xmlns:a16="http://schemas.microsoft.com/office/drawing/2014/main" id="{DC3B5E5C-0A5C-413A-AFC2-DCE82B9ED41E}"/>
                  </a:ext>
                </a:extLst>
              </p:cNvPr>
              <p:cNvCxnSpPr/>
              <p:nvPr/>
            </p:nvCxnSpPr>
            <p:spPr>
              <a:xfrm rot="16200000">
                <a:off x="2966243" y="415497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3" name="직선 연결선 5492">
                <a:extLst>
                  <a:ext uri="{FF2B5EF4-FFF2-40B4-BE49-F238E27FC236}">
                    <a16:creationId xmlns:a16="http://schemas.microsoft.com/office/drawing/2014/main" id="{77495AF3-7990-4077-B6C9-253FB58A176D}"/>
                  </a:ext>
                </a:extLst>
              </p:cNvPr>
              <p:cNvCxnSpPr/>
              <p:nvPr/>
            </p:nvCxnSpPr>
            <p:spPr>
              <a:xfrm rot="16200000">
                <a:off x="2966243" y="179687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4" name="직선 연결선 5493">
                <a:extLst>
                  <a:ext uri="{FF2B5EF4-FFF2-40B4-BE49-F238E27FC236}">
                    <a16:creationId xmlns:a16="http://schemas.microsoft.com/office/drawing/2014/main" id="{CBD11173-B1C1-4DAB-869D-F68C7D195C6C}"/>
                  </a:ext>
                </a:extLst>
              </p:cNvPr>
              <p:cNvCxnSpPr/>
              <p:nvPr/>
            </p:nvCxnSpPr>
            <p:spPr>
              <a:xfrm rot="16200000">
                <a:off x="2966243" y="-56123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5" name="직선 연결선 5494">
                <a:extLst>
                  <a:ext uri="{FF2B5EF4-FFF2-40B4-BE49-F238E27FC236}">
                    <a16:creationId xmlns:a16="http://schemas.microsoft.com/office/drawing/2014/main" id="{59D65455-9B5C-4E59-91E1-4292309B2E1B}"/>
                  </a:ext>
                </a:extLst>
              </p:cNvPr>
              <p:cNvCxnSpPr/>
              <p:nvPr/>
            </p:nvCxnSpPr>
            <p:spPr>
              <a:xfrm rot="16200000">
                <a:off x="2966243" y="-291934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6" name="직선 연결선 5495">
                <a:extLst>
                  <a:ext uri="{FF2B5EF4-FFF2-40B4-BE49-F238E27FC236}">
                    <a16:creationId xmlns:a16="http://schemas.microsoft.com/office/drawing/2014/main" id="{D6D92DCA-329F-46D4-AE2D-7DC6ED86AAB3}"/>
                  </a:ext>
                </a:extLst>
              </p:cNvPr>
              <p:cNvCxnSpPr/>
              <p:nvPr/>
            </p:nvCxnSpPr>
            <p:spPr>
              <a:xfrm rot="16200000">
                <a:off x="2966243" y="-527744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7" name="직선 연결선 5496">
                <a:extLst>
                  <a:ext uri="{FF2B5EF4-FFF2-40B4-BE49-F238E27FC236}">
                    <a16:creationId xmlns:a16="http://schemas.microsoft.com/office/drawing/2014/main" id="{C0152DAA-FD02-49E7-B6EB-4863732AB294}"/>
                  </a:ext>
                </a:extLst>
              </p:cNvPr>
              <p:cNvCxnSpPr/>
              <p:nvPr/>
            </p:nvCxnSpPr>
            <p:spPr>
              <a:xfrm rot="16200000">
                <a:off x="2966243" y="-763554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8" name="직선 연결선 5497">
                <a:extLst>
                  <a:ext uri="{FF2B5EF4-FFF2-40B4-BE49-F238E27FC236}">
                    <a16:creationId xmlns:a16="http://schemas.microsoft.com/office/drawing/2014/main" id="{9466F8D5-7A1B-4E94-B02E-9501EE1062DE}"/>
                  </a:ext>
                </a:extLst>
              </p:cNvPr>
              <p:cNvCxnSpPr/>
              <p:nvPr/>
            </p:nvCxnSpPr>
            <p:spPr>
              <a:xfrm rot="16200000">
                <a:off x="2966243" y="-999365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9" name="직선 연결선 5498">
                <a:extLst>
                  <a:ext uri="{FF2B5EF4-FFF2-40B4-BE49-F238E27FC236}">
                    <a16:creationId xmlns:a16="http://schemas.microsoft.com/office/drawing/2014/main" id="{A3769D3D-7325-4C4B-AA0C-EC6A9A33159C}"/>
                  </a:ext>
                </a:extLst>
              </p:cNvPr>
              <p:cNvCxnSpPr/>
              <p:nvPr/>
            </p:nvCxnSpPr>
            <p:spPr>
              <a:xfrm rot="16200000">
                <a:off x="2966243" y="-1235175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0" name="직선 연결선 5499">
                <a:extLst>
                  <a:ext uri="{FF2B5EF4-FFF2-40B4-BE49-F238E27FC236}">
                    <a16:creationId xmlns:a16="http://schemas.microsoft.com/office/drawing/2014/main" id="{3813E72A-0BF4-4AD3-A651-D4D0B0B84D5A}"/>
                  </a:ext>
                </a:extLst>
              </p:cNvPr>
              <p:cNvCxnSpPr/>
              <p:nvPr/>
            </p:nvCxnSpPr>
            <p:spPr>
              <a:xfrm rot="16200000">
                <a:off x="2966243" y="-1470985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1" name="직선 연결선 5500">
                <a:extLst>
                  <a:ext uri="{FF2B5EF4-FFF2-40B4-BE49-F238E27FC236}">
                    <a16:creationId xmlns:a16="http://schemas.microsoft.com/office/drawing/2014/main" id="{38EBEB50-8E22-4916-9F1B-0385B8F71BF2}"/>
                  </a:ext>
                </a:extLst>
              </p:cNvPr>
              <p:cNvCxnSpPr/>
              <p:nvPr/>
            </p:nvCxnSpPr>
            <p:spPr>
              <a:xfrm rot="16200000">
                <a:off x="2966243" y="-1706796"/>
                <a:ext cx="0" cy="4716203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2" name="직선 연결선 5501">
                <a:extLst>
                  <a:ext uri="{FF2B5EF4-FFF2-40B4-BE49-F238E27FC236}">
                    <a16:creationId xmlns:a16="http://schemas.microsoft.com/office/drawing/2014/main" id="{FA731207-73BD-4DA7-BA0F-F59FADFC30B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6242" y="1476644"/>
                <a:ext cx="0" cy="4716203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3" name="직선 연결선 5502">
                <a:extLst>
                  <a:ext uri="{FF2B5EF4-FFF2-40B4-BE49-F238E27FC236}">
                    <a16:creationId xmlns:a16="http://schemas.microsoft.com/office/drawing/2014/main" id="{51DE0BF9-9A55-4419-AE80-38F55FC85E5A}"/>
                  </a:ext>
                </a:extLst>
              </p:cNvPr>
              <p:cNvCxnSpPr/>
              <p:nvPr/>
            </p:nvCxnSpPr>
            <p:spPr>
              <a:xfrm rot="10800000">
                <a:off x="3673675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4" name="직선 연결선 5503">
                <a:extLst>
                  <a:ext uri="{FF2B5EF4-FFF2-40B4-BE49-F238E27FC236}">
                    <a16:creationId xmlns:a16="http://schemas.microsoft.com/office/drawing/2014/main" id="{7F231FF3-BE7A-4E94-B7C4-E0EFC77FC6AA}"/>
                  </a:ext>
                </a:extLst>
              </p:cNvPr>
              <p:cNvCxnSpPr/>
              <p:nvPr/>
            </p:nvCxnSpPr>
            <p:spPr>
              <a:xfrm rot="10800000">
                <a:off x="3437864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5" name="직선 연결선 5504">
                <a:extLst>
                  <a:ext uri="{FF2B5EF4-FFF2-40B4-BE49-F238E27FC236}">
                    <a16:creationId xmlns:a16="http://schemas.microsoft.com/office/drawing/2014/main" id="{31576248-8DC1-442F-9EC2-8354CAA4D93E}"/>
                  </a:ext>
                </a:extLst>
              </p:cNvPr>
              <p:cNvCxnSpPr/>
              <p:nvPr/>
            </p:nvCxnSpPr>
            <p:spPr>
              <a:xfrm rot="10800000">
                <a:off x="3202054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6" name="직선 연결선 5505">
                <a:extLst>
                  <a:ext uri="{FF2B5EF4-FFF2-40B4-BE49-F238E27FC236}">
                    <a16:creationId xmlns:a16="http://schemas.microsoft.com/office/drawing/2014/main" id="{C463690F-5E7E-4864-96BC-A18EAEF0DA9E}"/>
                  </a:ext>
                </a:extLst>
              </p:cNvPr>
              <p:cNvCxnSpPr/>
              <p:nvPr/>
            </p:nvCxnSpPr>
            <p:spPr>
              <a:xfrm rot="10800000">
                <a:off x="2966244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7" name="직선 연결선 5506">
                <a:extLst>
                  <a:ext uri="{FF2B5EF4-FFF2-40B4-BE49-F238E27FC236}">
                    <a16:creationId xmlns:a16="http://schemas.microsoft.com/office/drawing/2014/main" id="{6235361B-0F70-4ECC-9FFA-C824A939741A}"/>
                  </a:ext>
                </a:extLst>
              </p:cNvPr>
              <p:cNvCxnSpPr/>
              <p:nvPr/>
            </p:nvCxnSpPr>
            <p:spPr>
              <a:xfrm rot="10800000">
                <a:off x="2730434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8" name="직선 연결선 5507">
                <a:extLst>
                  <a:ext uri="{FF2B5EF4-FFF2-40B4-BE49-F238E27FC236}">
                    <a16:creationId xmlns:a16="http://schemas.microsoft.com/office/drawing/2014/main" id="{323EF11D-E888-48B3-A15D-E1B08ED05ED9}"/>
                  </a:ext>
                </a:extLst>
              </p:cNvPr>
              <p:cNvCxnSpPr/>
              <p:nvPr/>
            </p:nvCxnSpPr>
            <p:spPr>
              <a:xfrm rot="10800000">
                <a:off x="2494624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9" name="직선 연결선 5508">
                <a:extLst>
                  <a:ext uri="{FF2B5EF4-FFF2-40B4-BE49-F238E27FC236}">
                    <a16:creationId xmlns:a16="http://schemas.microsoft.com/office/drawing/2014/main" id="{8FCAE2D5-0CE5-4DA7-A79F-1D096D15E6EE}"/>
                  </a:ext>
                </a:extLst>
              </p:cNvPr>
              <p:cNvCxnSpPr/>
              <p:nvPr/>
            </p:nvCxnSpPr>
            <p:spPr>
              <a:xfrm rot="10800000">
                <a:off x="2258813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0" name="직선 연결선 5509">
                <a:extLst>
                  <a:ext uri="{FF2B5EF4-FFF2-40B4-BE49-F238E27FC236}">
                    <a16:creationId xmlns:a16="http://schemas.microsoft.com/office/drawing/2014/main" id="{14185970-4ED6-4F19-A33A-04104B8A3834}"/>
                  </a:ext>
                </a:extLst>
              </p:cNvPr>
              <p:cNvCxnSpPr/>
              <p:nvPr/>
            </p:nvCxnSpPr>
            <p:spPr>
              <a:xfrm rot="10800000">
                <a:off x="2023003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1" name="직선 연결선 5510">
                <a:extLst>
                  <a:ext uri="{FF2B5EF4-FFF2-40B4-BE49-F238E27FC236}">
                    <a16:creationId xmlns:a16="http://schemas.microsoft.com/office/drawing/2014/main" id="{78225BE0-B9D3-469D-AC06-EF1EAF3F1EEA}"/>
                  </a:ext>
                </a:extLst>
              </p:cNvPr>
              <p:cNvCxnSpPr/>
              <p:nvPr/>
            </p:nvCxnSpPr>
            <p:spPr>
              <a:xfrm rot="10800000">
                <a:off x="1787193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2" name="직선 연결선 5511">
                <a:extLst>
                  <a:ext uri="{FF2B5EF4-FFF2-40B4-BE49-F238E27FC236}">
                    <a16:creationId xmlns:a16="http://schemas.microsoft.com/office/drawing/2014/main" id="{868487DD-D887-4DFA-B984-9A6D44C43A23}"/>
                  </a:ext>
                </a:extLst>
              </p:cNvPr>
              <p:cNvCxnSpPr/>
              <p:nvPr/>
            </p:nvCxnSpPr>
            <p:spPr>
              <a:xfrm rot="10800000">
                <a:off x="1551383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3" name="직선 연결선 5512">
                <a:extLst>
                  <a:ext uri="{FF2B5EF4-FFF2-40B4-BE49-F238E27FC236}">
                    <a16:creationId xmlns:a16="http://schemas.microsoft.com/office/drawing/2014/main" id="{A578B150-CC01-4CDE-B6BE-961D36B48573}"/>
                  </a:ext>
                </a:extLst>
              </p:cNvPr>
              <p:cNvCxnSpPr/>
              <p:nvPr/>
            </p:nvCxnSpPr>
            <p:spPr>
              <a:xfrm rot="10800000">
                <a:off x="1315572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4" name="직선 연결선 5513">
                <a:extLst>
                  <a:ext uri="{FF2B5EF4-FFF2-40B4-BE49-F238E27FC236}">
                    <a16:creationId xmlns:a16="http://schemas.microsoft.com/office/drawing/2014/main" id="{34ED0884-F9C7-4E1D-8A08-2C404C2D364D}"/>
                  </a:ext>
                </a:extLst>
              </p:cNvPr>
              <p:cNvCxnSpPr/>
              <p:nvPr/>
            </p:nvCxnSpPr>
            <p:spPr>
              <a:xfrm rot="10800000">
                <a:off x="1079762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5" name="직선 연결선 5514">
                <a:extLst>
                  <a:ext uri="{FF2B5EF4-FFF2-40B4-BE49-F238E27FC236}">
                    <a16:creationId xmlns:a16="http://schemas.microsoft.com/office/drawing/2014/main" id="{A5DD6FB1-2ED4-4FE6-9D4E-39885236C7A1}"/>
                  </a:ext>
                </a:extLst>
              </p:cNvPr>
              <p:cNvCxnSpPr/>
              <p:nvPr/>
            </p:nvCxnSpPr>
            <p:spPr>
              <a:xfrm rot="10800000">
                <a:off x="843952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6" name="직선 연결선 5515">
                <a:extLst>
                  <a:ext uri="{FF2B5EF4-FFF2-40B4-BE49-F238E27FC236}">
                    <a16:creationId xmlns:a16="http://schemas.microsoft.com/office/drawing/2014/main" id="{DC024A49-8E76-4BE3-BE78-FB1351D8601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08142" y="533402"/>
                <a:ext cx="0" cy="3301336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7" name="직선 연결선 5516">
                <a:extLst>
                  <a:ext uri="{FF2B5EF4-FFF2-40B4-BE49-F238E27FC236}">
                    <a16:creationId xmlns:a16="http://schemas.microsoft.com/office/drawing/2014/main" id="{1EBED334-04A2-4F3C-912D-2B81331EF5A2}"/>
                  </a:ext>
                </a:extLst>
              </p:cNvPr>
              <p:cNvCxnSpPr/>
              <p:nvPr/>
            </p:nvCxnSpPr>
            <p:spPr>
              <a:xfrm rot="10800000">
                <a:off x="3791580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8" name="직선 연결선 5517">
                <a:extLst>
                  <a:ext uri="{FF2B5EF4-FFF2-40B4-BE49-F238E27FC236}">
                    <a16:creationId xmlns:a16="http://schemas.microsoft.com/office/drawing/2014/main" id="{1F82D5E2-D19D-4647-9E6A-485FD193324D}"/>
                  </a:ext>
                </a:extLst>
              </p:cNvPr>
              <p:cNvCxnSpPr/>
              <p:nvPr/>
            </p:nvCxnSpPr>
            <p:spPr>
              <a:xfrm rot="10800000">
                <a:off x="3555770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9" name="직선 연결선 5518">
                <a:extLst>
                  <a:ext uri="{FF2B5EF4-FFF2-40B4-BE49-F238E27FC236}">
                    <a16:creationId xmlns:a16="http://schemas.microsoft.com/office/drawing/2014/main" id="{68660342-1EC4-415A-95E1-203DC0F87284}"/>
                  </a:ext>
                </a:extLst>
              </p:cNvPr>
              <p:cNvCxnSpPr/>
              <p:nvPr/>
            </p:nvCxnSpPr>
            <p:spPr>
              <a:xfrm rot="10800000">
                <a:off x="3319959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0" name="직선 연결선 5519">
                <a:extLst>
                  <a:ext uri="{FF2B5EF4-FFF2-40B4-BE49-F238E27FC236}">
                    <a16:creationId xmlns:a16="http://schemas.microsoft.com/office/drawing/2014/main" id="{3F20AE7C-9F84-4F3C-8128-6946300DE073}"/>
                  </a:ext>
                </a:extLst>
              </p:cNvPr>
              <p:cNvCxnSpPr/>
              <p:nvPr/>
            </p:nvCxnSpPr>
            <p:spPr>
              <a:xfrm rot="10800000">
                <a:off x="3084149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1" name="직선 연결선 5520">
                <a:extLst>
                  <a:ext uri="{FF2B5EF4-FFF2-40B4-BE49-F238E27FC236}">
                    <a16:creationId xmlns:a16="http://schemas.microsoft.com/office/drawing/2014/main" id="{85DA2307-6A45-4ED5-8966-170D5EAF9679}"/>
                  </a:ext>
                </a:extLst>
              </p:cNvPr>
              <p:cNvCxnSpPr/>
              <p:nvPr/>
            </p:nvCxnSpPr>
            <p:spPr>
              <a:xfrm rot="10800000">
                <a:off x="2848339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2" name="직선 연결선 5521">
                <a:extLst>
                  <a:ext uri="{FF2B5EF4-FFF2-40B4-BE49-F238E27FC236}">
                    <a16:creationId xmlns:a16="http://schemas.microsoft.com/office/drawing/2014/main" id="{EB9EAFBA-F8CF-4832-8795-21F0B8C57F5B}"/>
                  </a:ext>
                </a:extLst>
              </p:cNvPr>
              <p:cNvCxnSpPr/>
              <p:nvPr/>
            </p:nvCxnSpPr>
            <p:spPr>
              <a:xfrm rot="10800000">
                <a:off x="2612529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3" name="직선 연결선 5522">
                <a:extLst>
                  <a:ext uri="{FF2B5EF4-FFF2-40B4-BE49-F238E27FC236}">
                    <a16:creationId xmlns:a16="http://schemas.microsoft.com/office/drawing/2014/main" id="{AB3B5E1F-3FCC-43FA-A653-5D4D66363ED2}"/>
                  </a:ext>
                </a:extLst>
              </p:cNvPr>
              <p:cNvCxnSpPr/>
              <p:nvPr/>
            </p:nvCxnSpPr>
            <p:spPr>
              <a:xfrm rot="10800000">
                <a:off x="2376718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4" name="직선 연결선 5523">
                <a:extLst>
                  <a:ext uri="{FF2B5EF4-FFF2-40B4-BE49-F238E27FC236}">
                    <a16:creationId xmlns:a16="http://schemas.microsoft.com/office/drawing/2014/main" id="{5B620F41-3AEF-4D67-883F-4CB56CAEC57F}"/>
                  </a:ext>
                </a:extLst>
              </p:cNvPr>
              <p:cNvCxnSpPr/>
              <p:nvPr/>
            </p:nvCxnSpPr>
            <p:spPr>
              <a:xfrm rot="10800000">
                <a:off x="2140908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5" name="직선 연결선 5524">
                <a:extLst>
                  <a:ext uri="{FF2B5EF4-FFF2-40B4-BE49-F238E27FC236}">
                    <a16:creationId xmlns:a16="http://schemas.microsoft.com/office/drawing/2014/main" id="{3CA82881-5679-498E-88D5-87E6E7EDC0E0}"/>
                  </a:ext>
                </a:extLst>
              </p:cNvPr>
              <p:cNvCxnSpPr/>
              <p:nvPr/>
            </p:nvCxnSpPr>
            <p:spPr>
              <a:xfrm rot="10800000">
                <a:off x="1905098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6" name="직선 연결선 5525">
                <a:extLst>
                  <a:ext uri="{FF2B5EF4-FFF2-40B4-BE49-F238E27FC236}">
                    <a16:creationId xmlns:a16="http://schemas.microsoft.com/office/drawing/2014/main" id="{E6719710-D399-42F9-BFA1-52AFD1BF0C5A}"/>
                  </a:ext>
                </a:extLst>
              </p:cNvPr>
              <p:cNvCxnSpPr/>
              <p:nvPr/>
            </p:nvCxnSpPr>
            <p:spPr>
              <a:xfrm rot="10800000">
                <a:off x="1669288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7" name="직선 연결선 5526">
                <a:extLst>
                  <a:ext uri="{FF2B5EF4-FFF2-40B4-BE49-F238E27FC236}">
                    <a16:creationId xmlns:a16="http://schemas.microsoft.com/office/drawing/2014/main" id="{0C71394A-09BB-470F-BC79-0C3FC9F7CEAF}"/>
                  </a:ext>
                </a:extLst>
              </p:cNvPr>
              <p:cNvCxnSpPr/>
              <p:nvPr/>
            </p:nvCxnSpPr>
            <p:spPr>
              <a:xfrm rot="10800000">
                <a:off x="1433477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8" name="직선 연결선 5527">
                <a:extLst>
                  <a:ext uri="{FF2B5EF4-FFF2-40B4-BE49-F238E27FC236}">
                    <a16:creationId xmlns:a16="http://schemas.microsoft.com/office/drawing/2014/main" id="{4DADF7D0-841E-4F2A-852A-42D0517EF2F8}"/>
                  </a:ext>
                </a:extLst>
              </p:cNvPr>
              <p:cNvCxnSpPr/>
              <p:nvPr/>
            </p:nvCxnSpPr>
            <p:spPr>
              <a:xfrm rot="10800000">
                <a:off x="1197667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9" name="직선 연결선 5528">
                <a:extLst>
                  <a:ext uri="{FF2B5EF4-FFF2-40B4-BE49-F238E27FC236}">
                    <a16:creationId xmlns:a16="http://schemas.microsoft.com/office/drawing/2014/main" id="{58030266-FAC6-4146-BB72-7B4AA1DB10F5}"/>
                  </a:ext>
                </a:extLst>
              </p:cNvPr>
              <p:cNvCxnSpPr/>
              <p:nvPr/>
            </p:nvCxnSpPr>
            <p:spPr>
              <a:xfrm rot="10800000">
                <a:off x="961857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0" name="직선 연결선 5529">
                <a:extLst>
                  <a:ext uri="{FF2B5EF4-FFF2-40B4-BE49-F238E27FC236}">
                    <a16:creationId xmlns:a16="http://schemas.microsoft.com/office/drawing/2014/main" id="{A380530C-2B87-46BE-B00C-01F40F84AFD0}"/>
                  </a:ext>
                </a:extLst>
              </p:cNvPr>
              <p:cNvCxnSpPr/>
              <p:nvPr/>
            </p:nvCxnSpPr>
            <p:spPr>
              <a:xfrm rot="10800000">
                <a:off x="726047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1" name="직선 연결선 5530">
                <a:extLst>
                  <a:ext uri="{FF2B5EF4-FFF2-40B4-BE49-F238E27FC236}">
                    <a16:creationId xmlns:a16="http://schemas.microsoft.com/office/drawing/2014/main" id="{1F9C13B5-83BE-4F01-A50E-D7D776B293E8}"/>
                  </a:ext>
                </a:extLst>
              </p:cNvPr>
              <p:cNvCxnSpPr/>
              <p:nvPr/>
            </p:nvCxnSpPr>
            <p:spPr>
              <a:xfrm rot="10800000">
                <a:off x="5088536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2" name="직선 연결선 5531">
                <a:extLst>
                  <a:ext uri="{FF2B5EF4-FFF2-40B4-BE49-F238E27FC236}">
                    <a16:creationId xmlns:a16="http://schemas.microsoft.com/office/drawing/2014/main" id="{08D00E7A-6C65-4142-94F3-D13BBF69299B}"/>
                  </a:ext>
                </a:extLst>
              </p:cNvPr>
              <p:cNvCxnSpPr/>
              <p:nvPr/>
            </p:nvCxnSpPr>
            <p:spPr>
              <a:xfrm rot="10800000">
                <a:off x="4852726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3" name="직선 연결선 5532">
                <a:extLst>
                  <a:ext uri="{FF2B5EF4-FFF2-40B4-BE49-F238E27FC236}">
                    <a16:creationId xmlns:a16="http://schemas.microsoft.com/office/drawing/2014/main" id="{F0DDA117-A01C-46E4-8AA2-B922ED1D17F3}"/>
                  </a:ext>
                </a:extLst>
              </p:cNvPr>
              <p:cNvCxnSpPr/>
              <p:nvPr/>
            </p:nvCxnSpPr>
            <p:spPr>
              <a:xfrm rot="10800000">
                <a:off x="4616916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4" name="직선 연결선 5533">
                <a:extLst>
                  <a:ext uri="{FF2B5EF4-FFF2-40B4-BE49-F238E27FC236}">
                    <a16:creationId xmlns:a16="http://schemas.microsoft.com/office/drawing/2014/main" id="{73A5F791-94D9-4341-B63E-01E0FE69E13F}"/>
                  </a:ext>
                </a:extLst>
              </p:cNvPr>
              <p:cNvCxnSpPr/>
              <p:nvPr/>
            </p:nvCxnSpPr>
            <p:spPr>
              <a:xfrm rot="10800000">
                <a:off x="4381105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5" name="직선 연결선 5534">
                <a:extLst>
                  <a:ext uri="{FF2B5EF4-FFF2-40B4-BE49-F238E27FC236}">
                    <a16:creationId xmlns:a16="http://schemas.microsoft.com/office/drawing/2014/main" id="{31CC97CD-EF3F-4A0B-BB70-B66719A573F9}"/>
                  </a:ext>
                </a:extLst>
              </p:cNvPr>
              <p:cNvCxnSpPr/>
              <p:nvPr/>
            </p:nvCxnSpPr>
            <p:spPr>
              <a:xfrm rot="10800000">
                <a:off x="4145295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6" name="직선 연결선 5535">
                <a:extLst>
                  <a:ext uri="{FF2B5EF4-FFF2-40B4-BE49-F238E27FC236}">
                    <a16:creationId xmlns:a16="http://schemas.microsoft.com/office/drawing/2014/main" id="{F426D3C8-4263-43FC-9A2E-98932B164A74}"/>
                  </a:ext>
                </a:extLst>
              </p:cNvPr>
              <p:cNvCxnSpPr/>
              <p:nvPr/>
            </p:nvCxnSpPr>
            <p:spPr>
              <a:xfrm rot="10800000">
                <a:off x="3909485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7" name="직선 연결선 5536">
                <a:extLst>
                  <a:ext uri="{FF2B5EF4-FFF2-40B4-BE49-F238E27FC236}">
                    <a16:creationId xmlns:a16="http://schemas.microsoft.com/office/drawing/2014/main" id="{26621D4E-9DDE-42FB-BF28-A3B0721E3139}"/>
                  </a:ext>
                </a:extLst>
              </p:cNvPr>
              <p:cNvCxnSpPr/>
              <p:nvPr/>
            </p:nvCxnSpPr>
            <p:spPr>
              <a:xfrm rot="10800000">
                <a:off x="4970631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8" name="직선 연결선 5537">
                <a:extLst>
                  <a:ext uri="{FF2B5EF4-FFF2-40B4-BE49-F238E27FC236}">
                    <a16:creationId xmlns:a16="http://schemas.microsoft.com/office/drawing/2014/main" id="{2D16D301-9172-4DC4-B381-404DA7B4F897}"/>
                  </a:ext>
                </a:extLst>
              </p:cNvPr>
              <p:cNvCxnSpPr/>
              <p:nvPr/>
            </p:nvCxnSpPr>
            <p:spPr>
              <a:xfrm rot="10800000">
                <a:off x="4734821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9" name="직선 연결선 5538">
                <a:extLst>
                  <a:ext uri="{FF2B5EF4-FFF2-40B4-BE49-F238E27FC236}">
                    <a16:creationId xmlns:a16="http://schemas.microsoft.com/office/drawing/2014/main" id="{6AE1AEE6-0924-4E53-85A2-549F10AA33B2}"/>
                  </a:ext>
                </a:extLst>
              </p:cNvPr>
              <p:cNvCxnSpPr/>
              <p:nvPr/>
            </p:nvCxnSpPr>
            <p:spPr>
              <a:xfrm rot="10800000">
                <a:off x="4499011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0" name="직선 연결선 5539">
                <a:extLst>
                  <a:ext uri="{FF2B5EF4-FFF2-40B4-BE49-F238E27FC236}">
                    <a16:creationId xmlns:a16="http://schemas.microsoft.com/office/drawing/2014/main" id="{518C2DE6-5178-415C-AA01-2B9B86D4302F}"/>
                  </a:ext>
                </a:extLst>
              </p:cNvPr>
              <p:cNvCxnSpPr/>
              <p:nvPr/>
            </p:nvCxnSpPr>
            <p:spPr>
              <a:xfrm rot="10800000">
                <a:off x="4263200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1" name="직선 연결선 5540">
                <a:extLst>
                  <a:ext uri="{FF2B5EF4-FFF2-40B4-BE49-F238E27FC236}">
                    <a16:creationId xmlns:a16="http://schemas.microsoft.com/office/drawing/2014/main" id="{87E4A71E-B777-44F5-90E0-84FDD03DD08F}"/>
                  </a:ext>
                </a:extLst>
              </p:cNvPr>
              <p:cNvCxnSpPr/>
              <p:nvPr/>
            </p:nvCxnSpPr>
            <p:spPr>
              <a:xfrm rot="10800000">
                <a:off x="4027390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2" name="직선 연결선 5541">
                <a:extLst>
                  <a:ext uri="{FF2B5EF4-FFF2-40B4-BE49-F238E27FC236}">
                    <a16:creationId xmlns:a16="http://schemas.microsoft.com/office/drawing/2014/main" id="{F45FF9ED-418E-4742-AF2D-69C73688BE2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324346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3" name="직선 연결선 5542">
                <a:extLst>
                  <a:ext uri="{FF2B5EF4-FFF2-40B4-BE49-F238E27FC236}">
                    <a16:creationId xmlns:a16="http://schemas.microsoft.com/office/drawing/2014/main" id="{2D04D57C-DD72-4161-82A3-32B1AA0895CC}"/>
                  </a:ext>
                </a:extLst>
              </p:cNvPr>
              <p:cNvCxnSpPr/>
              <p:nvPr/>
            </p:nvCxnSpPr>
            <p:spPr>
              <a:xfrm rot="10800000">
                <a:off x="5206441" y="533402"/>
                <a:ext cx="0" cy="330133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4" name="직선 연결선 5543">
                <a:extLst>
                  <a:ext uri="{FF2B5EF4-FFF2-40B4-BE49-F238E27FC236}">
                    <a16:creationId xmlns:a16="http://schemas.microsoft.com/office/drawing/2014/main" id="{2429261D-E775-42B1-AD1E-3C2114DD25C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6911" y="3793514"/>
                <a:ext cx="0" cy="8246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45" name="그룹 5544">
                <a:extLst>
                  <a:ext uri="{FF2B5EF4-FFF2-40B4-BE49-F238E27FC236}">
                    <a16:creationId xmlns:a16="http://schemas.microsoft.com/office/drawing/2014/main" id="{9950C93B-BCEE-484C-B940-3D52B0BEF2F9}"/>
                  </a:ext>
                </a:extLst>
              </p:cNvPr>
              <p:cNvGrpSpPr/>
              <p:nvPr/>
            </p:nvGrpSpPr>
            <p:grpSpPr>
              <a:xfrm>
                <a:off x="608140" y="3834746"/>
                <a:ext cx="4716203" cy="82462"/>
                <a:chOff x="359180" y="4926730"/>
                <a:chExt cx="6176758" cy="108000"/>
              </a:xfrm>
            </p:grpSpPr>
            <p:cxnSp>
              <p:nvCxnSpPr>
                <p:cNvPr id="5546" name="직선 연결선 5545">
                  <a:extLst>
                    <a:ext uri="{FF2B5EF4-FFF2-40B4-BE49-F238E27FC236}">
                      <a16:creationId xmlns:a16="http://schemas.microsoft.com/office/drawing/2014/main" id="{FB15A6F7-AD36-43B0-8BD3-80C7D70859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374074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7" name="직선 연결선 5546">
                  <a:extLst>
                    <a:ext uri="{FF2B5EF4-FFF2-40B4-BE49-F238E27FC236}">
                      <a16:creationId xmlns:a16="http://schemas.microsoft.com/office/drawing/2014/main" id="{9B239648-390F-42F5-B48F-F8C0597100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065236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8" name="직선 연결선 5547">
                  <a:extLst>
                    <a:ext uri="{FF2B5EF4-FFF2-40B4-BE49-F238E27FC236}">
                      <a16:creationId xmlns:a16="http://schemas.microsoft.com/office/drawing/2014/main" id="{C3A5DE53-0485-4CB6-8865-920389A4B5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75639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9" name="직선 연결선 5548">
                  <a:extLst>
                    <a:ext uri="{FF2B5EF4-FFF2-40B4-BE49-F238E27FC236}">
                      <a16:creationId xmlns:a16="http://schemas.microsoft.com/office/drawing/2014/main" id="{CA182D4F-0353-4C4B-B7A1-4061405F61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447560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0" name="직선 연결선 5549">
                  <a:extLst>
                    <a:ext uri="{FF2B5EF4-FFF2-40B4-BE49-F238E27FC236}">
                      <a16:creationId xmlns:a16="http://schemas.microsoft.com/office/drawing/2014/main" id="{42044A92-1160-4109-B408-257C65D50B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138722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1" name="직선 연결선 5550">
                  <a:extLst>
                    <a:ext uri="{FF2B5EF4-FFF2-40B4-BE49-F238E27FC236}">
                      <a16:creationId xmlns:a16="http://schemas.microsoft.com/office/drawing/2014/main" id="{69049E42-9BC6-4816-B09B-6510B4BDAB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829884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2" name="직선 연결선 5551">
                  <a:extLst>
                    <a:ext uri="{FF2B5EF4-FFF2-40B4-BE49-F238E27FC236}">
                      <a16:creationId xmlns:a16="http://schemas.microsoft.com/office/drawing/2014/main" id="{1B9F3056-469F-41C5-8457-A3C8805A98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521046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3" name="직선 연결선 5552">
                  <a:extLst>
                    <a:ext uri="{FF2B5EF4-FFF2-40B4-BE49-F238E27FC236}">
                      <a16:creationId xmlns:a16="http://schemas.microsoft.com/office/drawing/2014/main" id="{43F9C20A-83B0-421F-B50C-C386130F8E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21220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4" name="직선 연결선 5553">
                  <a:extLst>
                    <a:ext uri="{FF2B5EF4-FFF2-40B4-BE49-F238E27FC236}">
                      <a16:creationId xmlns:a16="http://schemas.microsoft.com/office/drawing/2014/main" id="{245CD983-FE48-4B70-B4C7-A9F8D0C28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903370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5" name="직선 연결선 5554">
                  <a:extLst>
                    <a:ext uri="{FF2B5EF4-FFF2-40B4-BE49-F238E27FC236}">
                      <a16:creationId xmlns:a16="http://schemas.microsoft.com/office/drawing/2014/main" id="{B1FB856E-FB37-4FDC-9B79-9198C7A9FB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594532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6" name="직선 연결선 5555">
                  <a:extLst>
                    <a:ext uri="{FF2B5EF4-FFF2-40B4-BE49-F238E27FC236}">
                      <a16:creationId xmlns:a16="http://schemas.microsoft.com/office/drawing/2014/main" id="{B0978F5E-F034-4EB9-8BAA-CD7E1DCDB3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285694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7" name="직선 연결선 5556">
                  <a:extLst>
                    <a:ext uri="{FF2B5EF4-FFF2-40B4-BE49-F238E27FC236}">
                      <a16:creationId xmlns:a16="http://schemas.microsoft.com/office/drawing/2014/main" id="{1DB6D617-81B9-45A8-B46F-0814C2B5BD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976856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8" name="직선 연결선 5557">
                  <a:extLst>
                    <a:ext uri="{FF2B5EF4-FFF2-40B4-BE49-F238E27FC236}">
                      <a16:creationId xmlns:a16="http://schemas.microsoft.com/office/drawing/2014/main" id="{BFCF0475-21CC-45F6-98F2-8ACEDC697F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6801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9" name="직선 연결선 5558">
                  <a:extLst>
                    <a:ext uri="{FF2B5EF4-FFF2-40B4-BE49-F238E27FC236}">
                      <a16:creationId xmlns:a16="http://schemas.microsoft.com/office/drawing/2014/main" id="{D4B6BE18-49A9-4D69-B677-0E4F527943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59180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0" name="직선 연결선 5559">
                  <a:extLst>
                    <a:ext uri="{FF2B5EF4-FFF2-40B4-BE49-F238E27FC236}">
                      <a16:creationId xmlns:a16="http://schemas.microsoft.com/office/drawing/2014/main" id="{79B1CECF-4876-4541-88CB-953F7432B7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528493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1" name="직선 연결선 5560">
                  <a:extLst>
                    <a:ext uri="{FF2B5EF4-FFF2-40B4-BE49-F238E27FC236}">
                      <a16:creationId xmlns:a16="http://schemas.microsoft.com/office/drawing/2014/main" id="{2E2B4785-D80A-4789-B0F0-170D69D6AF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219656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2" name="직선 연결선 5561">
                  <a:extLst>
                    <a:ext uri="{FF2B5EF4-FFF2-40B4-BE49-F238E27FC236}">
                      <a16:creationId xmlns:a16="http://schemas.microsoft.com/office/drawing/2014/main" id="{95C823A0-9F11-4B42-88CF-DB553777B4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910818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3" name="직선 연결선 5562">
                  <a:extLst>
                    <a:ext uri="{FF2B5EF4-FFF2-40B4-BE49-F238E27FC236}">
                      <a16:creationId xmlns:a16="http://schemas.microsoft.com/office/drawing/2014/main" id="{872BF097-E770-4ED8-9F04-F01D635606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60198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4" name="직선 연결선 5563">
                  <a:extLst>
                    <a:ext uri="{FF2B5EF4-FFF2-40B4-BE49-F238E27FC236}">
                      <a16:creationId xmlns:a16="http://schemas.microsoft.com/office/drawing/2014/main" id="{A459FECE-65E9-41C7-9CF2-C7EB71CC6F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293142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5" name="직선 연결선 5564">
                  <a:extLst>
                    <a:ext uri="{FF2B5EF4-FFF2-40B4-BE49-F238E27FC236}">
                      <a16:creationId xmlns:a16="http://schemas.microsoft.com/office/drawing/2014/main" id="{90D66412-05EB-4373-AA5C-2A694E8FB2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984304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6" name="직선 연결선 5565">
                  <a:extLst>
                    <a:ext uri="{FF2B5EF4-FFF2-40B4-BE49-F238E27FC236}">
                      <a16:creationId xmlns:a16="http://schemas.microsoft.com/office/drawing/2014/main" id="{E459533D-555D-4BBC-9BFD-25BEDBDF6A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675466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7" name="직선 연결선 5566">
                  <a:extLst>
                    <a:ext uri="{FF2B5EF4-FFF2-40B4-BE49-F238E27FC236}">
                      <a16:creationId xmlns:a16="http://schemas.microsoft.com/office/drawing/2014/main" id="{60C0491B-8C77-465E-861A-E10A746AB4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366628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8" name="직선 연결선 5567">
                  <a:extLst>
                    <a:ext uri="{FF2B5EF4-FFF2-40B4-BE49-F238E27FC236}">
                      <a16:creationId xmlns:a16="http://schemas.microsoft.com/office/drawing/2014/main" id="{735DC27A-687C-45F0-8B7C-A9498B2D3E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05779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9" name="직선 연결선 5568">
                  <a:extLst>
                    <a:ext uri="{FF2B5EF4-FFF2-40B4-BE49-F238E27FC236}">
                      <a16:creationId xmlns:a16="http://schemas.microsoft.com/office/drawing/2014/main" id="{F47F655C-A376-44FB-99AD-359ECFF7A4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748952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0" name="직선 연결선 5569">
                  <a:extLst>
                    <a:ext uri="{FF2B5EF4-FFF2-40B4-BE49-F238E27FC236}">
                      <a16:creationId xmlns:a16="http://schemas.microsoft.com/office/drawing/2014/main" id="{13F939F7-56C9-47A1-847F-6E9F5B6E01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440114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1" name="직선 연결선 5570">
                  <a:extLst>
                    <a:ext uri="{FF2B5EF4-FFF2-40B4-BE49-F238E27FC236}">
                      <a16:creationId xmlns:a16="http://schemas.microsoft.com/office/drawing/2014/main" id="{FF35D55A-3DC7-4B5A-A38D-7D835FA6DF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131276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2" name="직선 연결선 5571">
                  <a:extLst>
                    <a:ext uri="{FF2B5EF4-FFF2-40B4-BE49-F238E27FC236}">
                      <a16:creationId xmlns:a16="http://schemas.microsoft.com/office/drawing/2014/main" id="{CC08DD89-D627-4475-8146-8452FACF69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822438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3" name="직선 연결선 5572">
                  <a:extLst>
                    <a:ext uri="{FF2B5EF4-FFF2-40B4-BE49-F238E27FC236}">
                      <a16:creationId xmlns:a16="http://schemas.microsoft.com/office/drawing/2014/main" id="{AA7E1F56-AC4B-4FD0-BF2F-CEE024BAB0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1360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4" name="직선 연결선 5573">
                  <a:extLst>
                    <a:ext uri="{FF2B5EF4-FFF2-40B4-BE49-F238E27FC236}">
                      <a16:creationId xmlns:a16="http://schemas.microsoft.com/office/drawing/2014/main" id="{A6A7217B-8954-4FE8-89C8-18D33FCAD4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682912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5" name="직선 연결선 5574">
                  <a:extLst>
                    <a:ext uri="{FF2B5EF4-FFF2-40B4-BE49-F238E27FC236}">
                      <a16:creationId xmlns:a16="http://schemas.microsoft.com/office/drawing/2014/main" id="{99F8E2C6-46F8-42FF-B1EF-3755F3AEDB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81890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6" name="직선 연결선 5575">
                  <a:extLst>
                    <a:ext uri="{FF2B5EF4-FFF2-40B4-BE49-F238E27FC236}">
                      <a16:creationId xmlns:a16="http://schemas.microsoft.com/office/drawing/2014/main" id="{BCC93FF3-1FF4-42EA-98E8-2C30550FB3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53593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7" name="직선 연결선 5576">
                  <a:extLst>
                    <a:ext uri="{FF2B5EF4-FFF2-40B4-BE49-F238E27FC236}">
                      <a16:creationId xmlns:a16="http://schemas.microsoft.com/office/drawing/2014/main" id="{FDF71FA5-0754-4EFB-954B-D7C3767BB3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27100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8" name="직선 연결선 5577">
                  <a:extLst>
                    <a:ext uri="{FF2B5EF4-FFF2-40B4-BE49-F238E27FC236}">
                      <a16:creationId xmlns:a16="http://schemas.microsoft.com/office/drawing/2014/main" id="{71915BD4-5D12-4050-80A0-4284E136B6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918262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9" name="직선 연결선 5578">
                  <a:extLst>
                    <a:ext uri="{FF2B5EF4-FFF2-40B4-BE49-F238E27FC236}">
                      <a16:creationId xmlns:a16="http://schemas.microsoft.com/office/drawing/2014/main" id="{CCB7DCD0-AD9F-4FAA-8337-DA54FBE25A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609424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0" name="직선 연결선 5579">
                  <a:extLst>
                    <a:ext uri="{FF2B5EF4-FFF2-40B4-BE49-F238E27FC236}">
                      <a16:creationId xmlns:a16="http://schemas.microsoft.com/office/drawing/2014/main" id="{AE5BF0D9-63DA-413E-B34D-C768E5BBF8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300586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1" name="직선 연결선 5580">
                  <a:extLst>
                    <a:ext uri="{FF2B5EF4-FFF2-40B4-BE49-F238E27FC236}">
                      <a16:creationId xmlns:a16="http://schemas.microsoft.com/office/drawing/2014/main" id="{4FA329CD-D1DC-4EB0-A645-62A68E9409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99174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2" name="직선 연결선 5581">
                  <a:extLst>
                    <a:ext uri="{FF2B5EF4-FFF2-40B4-BE49-F238E27FC236}">
                      <a16:creationId xmlns:a16="http://schemas.microsoft.com/office/drawing/2014/main" id="{10F0C86D-4ADB-4958-AD3F-C457B3D34C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38152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3" name="직선 연결선 5582">
                  <a:extLst>
                    <a:ext uri="{FF2B5EF4-FFF2-40B4-BE49-F238E27FC236}">
                      <a16:creationId xmlns:a16="http://schemas.microsoft.com/office/drawing/2014/main" id="{11D0972A-4F59-4B8D-A9A8-001D4CF65F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072682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4" name="직선 연결선 5583">
                  <a:extLst>
                    <a:ext uri="{FF2B5EF4-FFF2-40B4-BE49-F238E27FC236}">
                      <a16:creationId xmlns:a16="http://schemas.microsoft.com/office/drawing/2014/main" id="{AACE647A-0521-48D4-AB9D-237FB652AC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763844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5" name="직선 연결선 5584">
                  <a:extLst>
                    <a:ext uri="{FF2B5EF4-FFF2-40B4-BE49-F238E27FC236}">
                      <a16:creationId xmlns:a16="http://schemas.microsoft.com/office/drawing/2014/main" id="{4DC8C316-B7E0-4EDB-9665-09EAB3F14C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455006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6" name="직선 연결선 5585">
                  <a:extLst>
                    <a:ext uri="{FF2B5EF4-FFF2-40B4-BE49-F238E27FC236}">
                      <a16:creationId xmlns:a16="http://schemas.microsoft.com/office/drawing/2014/main" id="{7F39C465-9680-40F8-B21D-1411EEBF45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146168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587" name="직선 연결선 5586">
              <a:extLst>
                <a:ext uri="{FF2B5EF4-FFF2-40B4-BE49-F238E27FC236}">
                  <a16:creationId xmlns:a16="http://schemas.microsoft.com/office/drawing/2014/main" id="{0D4AE695-C319-4A63-8B59-D732F3B0DB28}"/>
                </a:ext>
              </a:extLst>
            </p:cNvPr>
            <p:cNvCxnSpPr/>
            <p:nvPr/>
          </p:nvCxnSpPr>
          <p:spPr>
            <a:xfrm>
              <a:off x="230188" y="471333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8" name="직선 연결선 5587">
              <a:extLst>
                <a:ext uri="{FF2B5EF4-FFF2-40B4-BE49-F238E27FC236}">
                  <a16:creationId xmlns:a16="http://schemas.microsoft.com/office/drawing/2014/main" id="{AC9A1D05-28B5-4BF2-B1DE-23FD99E2EF92}"/>
                </a:ext>
              </a:extLst>
            </p:cNvPr>
            <p:cNvCxnSpPr/>
            <p:nvPr/>
          </p:nvCxnSpPr>
          <p:spPr>
            <a:xfrm>
              <a:off x="230188" y="499019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9" name="직선 연결선 5588">
              <a:extLst>
                <a:ext uri="{FF2B5EF4-FFF2-40B4-BE49-F238E27FC236}">
                  <a16:creationId xmlns:a16="http://schemas.microsoft.com/office/drawing/2014/main" id="{5A3D1275-215B-42B2-BA9F-FDB761228670}"/>
                </a:ext>
              </a:extLst>
            </p:cNvPr>
            <p:cNvCxnSpPr/>
            <p:nvPr/>
          </p:nvCxnSpPr>
          <p:spPr>
            <a:xfrm>
              <a:off x="230188" y="554390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0" name="직선 연결선 5589">
              <a:extLst>
                <a:ext uri="{FF2B5EF4-FFF2-40B4-BE49-F238E27FC236}">
                  <a16:creationId xmlns:a16="http://schemas.microsoft.com/office/drawing/2014/main" id="{26404CEE-F69D-4360-9431-529CD33E9AB7}"/>
                </a:ext>
              </a:extLst>
            </p:cNvPr>
            <p:cNvCxnSpPr/>
            <p:nvPr/>
          </p:nvCxnSpPr>
          <p:spPr>
            <a:xfrm>
              <a:off x="230188" y="582075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1" name="직선 연결선 5590">
              <a:extLst>
                <a:ext uri="{FF2B5EF4-FFF2-40B4-BE49-F238E27FC236}">
                  <a16:creationId xmlns:a16="http://schemas.microsoft.com/office/drawing/2014/main" id="{33713299-CD7C-4801-9FBD-B6F711E55486}"/>
                </a:ext>
              </a:extLst>
            </p:cNvPr>
            <p:cNvCxnSpPr/>
            <p:nvPr/>
          </p:nvCxnSpPr>
          <p:spPr>
            <a:xfrm>
              <a:off x="230188" y="609761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2" name="직선 연결선 5591">
              <a:extLst>
                <a:ext uri="{FF2B5EF4-FFF2-40B4-BE49-F238E27FC236}">
                  <a16:creationId xmlns:a16="http://schemas.microsoft.com/office/drawing/2014/main" id="{047083E5-6995-4DAA-A9C4-3D038173AA84}"/>
                </a:ext>
              </a:extLst>
            </p:cNvPr>
            <p:cNvCxnSpPr/>
            <p:nvPr/>
          </p:nvCxnSpPr>
          <p:spPr>
            <a:xfrm>
              <a:off x="230188" y="526704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3" name="직선 연결선 5592">
              <a:extLst>
                <a:ext uri="{FF2B5EF4-FFF2-40B4-BE49-F238E27FC236}">
                  <a16:creationId xmlns:a16="http://schemas.microsoft.com/office/drawing/2014/main" id="{E12F2FEE-F484-4466-9694-CEFB0912614A}"/>
                </a:ext>
              </a:extLst>
            </p:cNvPr>
            <p:cNvCxnSpPr/>
            <p:nvPr/>
          </p:nvCxnSpPr>
          <p:spPr>
            <a:xfrm>
              <a:off x="230188" y="637446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4" name="직선 연결선 5593">
              <a:extLst>
                <a:ext uri="{FF2B5EF4-FFF2-40B4-BE49-F238E27FC236}">
                  <a16:creationId xmlns:a16="http://schemas.microsoft.com/office/drawing/2014/main" id="{C37AD626-6F21-408E-9CF7-0465BBD864C5}"/>
                </a:ext>
              </a:extLst>
            </p:cNvPr>
            <p:cNvCxnSpPr/>
            <p:nvPr/>
          </p:nvCxnSpPr>
          <p:spPr>
            <a:xfrm>
              <a:off x="230188" y="692817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5" name="직선 연결선 5594">
              <a:extLst>
                <a:ext uri="{FF2B5EF4-FFF2-40B4-BE49-F238E27FC236}">
                  <a16:creationId xmlns:a16="http://schemas.microsoft.com/office/drawing/2014/main" id="{87B2FD95-0580-4933-A5CB-87CCA09E9561}"/>
                </a:ext>
              </a:extLst>
            </p:cNvPr>
            <p:cNvCxnSpPr/>
            <p:nvPr/>
          </p:nvCxnSpPr>
          <p:spPr>
            <a:xfrm>
              <a:off x="230188" y="720502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6" name="직선 연결선 5595">
              <a:extLst>
                <a:ext uri="{FF2B5EF4-FFF2-40B4-BE49-F238E27FC236}">
                  <a16:creationId xmlns:a16="http://schemas.microsoft.com/office/drawing/2014/main" id="{10104770-94B9-4CA0-9334-770856121423}"/>
                </a:ext>
              </a:extLst>
            </p:cNvPr>
            <p:cNvCxnSpPr/>
            <p:nvPr/>
          </p:nvCxnSpPr>
          <p:spPr>
            <a:xfrm>
              <a:off x="230188" y="7481886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7" name="직선 연결선 5596">
              <a:extLst>
                <a:ext uri="{FF2B5EF4-FFF2-40B4-BE49-F238E27FC236}">
                  <a16:creationId xmlns:a16="http://schemas.microsoft.com/office/drawing/2014/main" id="{EB1CB5B5-803C-4989-B172-40FC94DF83D9}"/>
                </a:ext>
              </a:extLst>
            </p:cNvPr>
            <p:cNvCxnSpPr/>
            <p:nvPr/>
          </p:nvCxnSpPr>
          <p:spPr>
            <a:xfrm>
              <a:off x="230188" y="665131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8" name="직선 연결선 5597">
              <a:extLst>
                <a:ext uri="{FF2B5EF4-FFF2-40B4-BE49-F238E27FC236}">
                  <a16:creationId xmlns:a16="http://schemas.microsoft.com/office/drawing/2014/main" id="{11030D34-4178-471F-9F77-719BB63E3B14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9" name="직선 연결선 5598">
              <a:extLst>
                <a:ext uri="{FF2B5EF4-FFF2-40B4-BE49-F238E27FC236}">
                  <a16:creationId xmlns:a16="http://schemas.microsoft.com/office/drawing/2014/main" id="{E18DFC4D-70A6-44A2-AD2D-85A2A3DDADF5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TextBox 185">
            <a:hlinkClick r:id="rId2"/>
            <a:extLst>
              <a:ext uri="{FF2B5EF4-FFF2-40B4-BE49-F238E27FC236}">
                <a16:creationId xmlns:a16="http://schemas.microsoft.com/office/drawing/2014/main" id="{234C8427-51C0-420D-9FDA-04E66C4316B3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0" name="TextBox 186">
            <a:hlinkClick r:id="rId3"/>
            <a:extLst>
              <a:ext uri="{FF2B5EF4-FFF2-40B4-BE49-F238E27FC236}">
                <a16:creationId xmlns:a16="http://schemas.microsoft.com/office/drawing/2014/main" id="{28801F64-A705-4793-AAFD-2DD41F1DCBDB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1" name="TextBox 184">
            <a:hlinkClick r:id="rId4"/>
            <a:extLst>
              <a:ext uri="{FF2B5EF4-FFF2-40B4-BE49-F238E27FC236}">
                <a16:creationId xmlns:a16="http://schemas.microsoft.com/office/drawing/2014/main" id="{C60AF51B-7FB0-4244-AB6E-C213AB08DFC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92</cp:revision>
  <dcterms:created xsi:type="dcterms:W3CDTF">2021-10-29T04:43:38Z</dcterms:created>
  <dcterms:modified xsi:type="dcterms:W3CDTF">2021-12-14T04:39:52Z</dcterms:modified>
</cp:coreProperties>
</file>
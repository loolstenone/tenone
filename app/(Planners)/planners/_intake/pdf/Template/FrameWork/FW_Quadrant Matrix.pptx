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3" name="그룹 23892">
            <a:extLst>
              <a:ext uri="{FF2B5EF4-FFF2-40B4-BE49-F238E27FC236}">
                <a16:creationId xmlns:a16="http://schemas.microsoft.com/office/drawing/2014/main" id="{A65E3753-CCD9-4508-9756-9AFE11690AF8}"/>
              </a:ext>
            </a:extLst>
          </p:cNvPr>
          <p:cNvGrpSpPr/>
          <p:nvPr/>
        </p:nvGrpSpPr>
        <p:grpSpPr>
          <a:xfrm>
            <a:off x="302419" y="462531"/>
            <a:ext cx="5472113" cy="7019356"/>
            <a:chOff x="230187" y="462531"/>
            <a:chExt cx="5472113" cy="7019356"/>
          </a:xfrm>
        </p:grpSpPr>
        <p:sp>
          <p:nvSpPr>
            <p:cNvPr id="5856" name="Line 10">
              <a:extLst>
                <a:ext uri="{FF2B5EF4-FFF2-40B4-BE49-F238E27FC236}">
                  <a16:creationId xmlns:a16="http://schemas.microsoft.com/office/drawing/2014/main" id="{1A36E20F-1629-45D3-91DE-ABCC19DB5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436" y="879715"/>
              <a:ext cx="0" cy="3016727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857" name="Line 11">
              <a:extLst>
                <a:ext uri="{FF2B5EF4-FFF2-40B4-BE49-F238E27FC236}">
                  <a16:creationId xmlns:a16="http://schemas.microsoft.com/office/drawing/2014/main" id="{8226EFFD-7505-4A93-9E42-A3884A5B6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7240" y="2388078"/>
              <a:ext cx="4529101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858" name="Rectangle 19">
              <a:extLst>
                <a:ext uri="{FF2B5EF4-FFF2-40B4-BE49-F238E27FC236}">
                  <a16:creationId xmlns:a16="http://schemas.microsoft.com/office/drawing/2014/main" id="{6B437F92-6ED2-4DE8-9809-0AF3975D2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240" y="878378"/>
              <a:ext cx="4542473" cy="3014053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643"/>
            </a:p>
          </p:txBody>
        </p:sp>
        <p:cxnSp>
          <p:nvCxnSpPr>
            <p:cNvPr id="5859" name="직선 연결선 5858">
              <a:extLst>
                <a:ext uri="{FF2B5EF4-FFF2-40B4-BE49-F238E27FC236}">
                  <a16:creationId xmlns:a16="http://schemas.microsoft.com/office/drawing/2014/main" id="{89CD4BD9-9E28-407D-983D-DC229C5BE60D}"/>
                </a:ext>
              </a:extLst>
            </p:cNvPr>
            <p:cNvCxnSpPr/>
            <p:nvPr/>
          </p:nvCxnSpPr>
          <p:spPr>
            <a:xfrm>
              <a:off x="230187" y="4159629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0" name="직선 연결선 5859">
              <a:extLst>
                <a:ext uri="{FF2B5EF4-FFF2-40B4-BE49-F238E27FC236}">
                  <a16:creationId xmlns:a16="http://schemas.microsoft.com/office/drawing/2014/main" id="{6EAAEE24-E533-4342-AA1B-B5A40FB8C589}"/>
                </a:ext>
              </a:extLst>
            </p:cNvPr>
            <p:cNvCxnSpPr/>
            <p:nvPr/>
          </p:nvCxnSpPr>
          <p:spPr>
            <a:xfrm>
              <a:off x="230187" y="4436484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1" name="직선 연결선 5860">
              <a:extLst>
                <a:ext uri="{FF2B5EF4-FFF2-40B4-BE49-F238E27FC236}">
                  <a16:creationId xmlns:a16="http://schemas.microsoft.com/office/drawing/2014/main" id="{072E9A57-E405-4FC5-A205-852C68914442}"/>
                </a:ext>
              </a:extLst>
            </p:cNvPr>
            <p:cNvCxnSpPr/>
            <p:nvPr/>
          </p:nvCxnSpPr>
          <p:spPr>
            <a:xfrm>
              <a:off x="230187" y="4713338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2" name="직선 연결선 5861">
              <a:extLst>
                <a:ext uri="{FF2B5EF4-FFF2-40B4-BE49-F238E27FC236}">
                  <a16:creationId xmlns:a16="http://schemas.microsoft.com/office/drawing/2014/main" id="{86DACB5D-62A1-4997-8288-6D68AC8A8E17}"/>
                </a:ext>
              </a:extLst>
            </p:cNvPr>
            <p:cNvCxnSpPr/>
            <p:nvPr/>
          </p:nvCxnSpPr>
          <p:spPr>
            <a:xfrm>
              <a:off x="230187" y="4990193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3" name="직선 연결선 5862">
              <a:extLst>
                <a:ext uri="{FF2B5EF4-FFF2-40B4-BE49-F238E27FC236}">
                  <a16:creationId xmlns:a16="http://schemas.microsoft.com/office/drawing/2014/main" id="{8B31DAF4-060D-4072-8EA5-C356B51D19AD}"/>
                </a:ext>
              </a:extLst>
            </p:cNvPr>
            <p:cNvCxnSpPr/>
            <p:nvPr/>
          </p:nvCxnSpPr>
          <p:spPr>
            <a:xfrm>
              <a:off x="230187" y="5543902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4" name="직선 연결선 5863">
              <a:extLst>
                <a:ext uri="{FF2B5EF4-FFF2-40B4-BE49-F238E27FC236}">
                  <a16:creationId xmlns:a16="http://schemas.microsoft.com/office/drawing/2014/main" id="{D31810B0-FE88-41D8-9743-E4CB749B2164}"/>
                </a:ext>
              </a:extLst>
            </p:cNvPr>
            <p:cNvCxnSpPr/>
            <p:nvPr/>
          </p:nvCxnSpPr>
          <p:spPr>
            <a:xfrm>
              <a:off x="230187" y="5820756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5" name="직선 연결선 5864">
              <a:extLst>
                <a:ext uri="{FF2B5EF4-FFF2-40B4-BE49-F238E27FC236}">
                  <a16:creationId xmlns:a16="http://schemas.microsoft.com/office/drawing/2014/main" id="{39CFE5A2-82E8-40FB-B5A5-F84E2A2321C0}"/>
                </a:ext>
              </a:extLst>
            </p:cNvPr>
            <p:cNvCxnSpPr/>
            <p:nvPr/>
          </p:nvCxnSpPr>
          <p:spPr>
            <a:xfrm>
              <a:off x="230187" y="6097611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6" name="직선 연결선 5865">
              <a:extLst>
                <a:ext uri="{FF2B5EF4-FFF2-40B4-BE49-F238E27FC236}">
                  <a16:creationId xmlns:a16="http://schemas.microsoft.com/office/drawing/2014/main" id="{6988FC30-7146-4715-A65A-330FB544E31B}"/>
                </a:ext>
              </a:extLst>
            </p:cNvPr>
            <p:cNvCxnSpPr/>
            <p:nvPr/>
          </p:nvCxnSpPr>
          <p:spPr>
            <a:xfrm>
              <a:off x="230187" y="5267047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7" name="직선 연결선 5866">
              <a:extLst>
                <a:ext uri="{FF2B5EF4-FFF2-40B4-BE49-F238E27FC236}">
                  <a16:creationId xmlns:a16="http://schemas.microsoft.com/office/drawing/2014/main" id="{1E1B2977-C0CC-4FAA-882C-83CAF8A37D37}"/>
                </a:ext>
              </a:extLst>
            </p:cNvPr>
            <p:cNvCxnSpPr/>
            <p:nvPr/>
          </p:nvCxnSpPr>
          <p:spPr>
            <a:xfrm>
              <a:off x="230187" y="6374465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8" name="직선 연결선 5867">
              <a:extLst>
                <a:ext uri="{FF2B5EF4-FFF2-40B4-BE49-F238E27FC236}">
                  <a16:creationId xmlns:a16="http://schemas.microsoft.com/office/drawing/2014/main" id="{B3CFBCD9-7632-42FE-8D38-F41A283387EE}"/>
                </a:ext>
              </a:extLst>
            </p:cNvPr>
            <p:cNvCxnSpPr/>
            <p:nvPr/>
          </p:nvCxnSpPr>
          <p:spPr>
            <a:xfrm>
              <a:off x="230187" y="6928174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9" name="직선 연결선 5868">
              <a:extLst>
                <a:ext uri="{FF2B5EF4-FFF2-40B4-BE49-F238E27FC236}">
                  <a16:creationId xmlns:a16="http://schemas.microsoft.com/office/drawing/2014/main" id="{A9E71519-3753-46F1-B643-8ED1C18DAF37}"/>
                </a:ext>
              </a:extLst>
            </p:cNvPr>
            <p:cNvCxnSpPr/>
            <p:nvPr/>
          </p:nvCxnSpPr>
          <p:spPr>
            <a:xfrm>
              <a:off x="230187" y="7205029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0" name="직선 연결선 5869">
              <a:extLst>
                <a:ext uri="{FF2B5EF4-FFF2-40B4-BE49-F238E27FC236}">
                  <a16:creationId xmlns:a16="http://schemas.microsoft.com/office/drawing/2014/main" id="{48688DE4-A6A3-4CD7-BE73-2CED54AD3D1A}"/>
                </a:ext>
              </a:extLst>
            </p:cNvPr>
            <p:cNvCxnSpPr/>
            <p:nvPr/>
          </p:nvCxnSpPr>
          <p:spPr>
            <a:xfrm>
              <a:off x="230187" y="7481887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1" name="직선 연결선 5870">
              <a:extLst>
                <a:ext uri="{FF2B5EF4-FFF2-40B4-BE49-F238E27FC236}">
                  <a16:creationId xmlns:a16="http://schemas.microsoft.com/office/drawing/2014/main" id="{FE7A5BBB-E428-4222-A2A5-F0DA1E6227DF}"/>
                </a:ext>
              </a:extLst>
            </p:cNvPr>
            <p:cNvCxnSpPr/>
            <p:nvPr/>
          </p:nvCxnSpPr>
          <p:spPr>
            <a:xfrm>
              <a:off x="230187" y="6651320"/>
              <a:ext cx="5472111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2" name="직선 연결선 5871">
              <a:extLst>
                <a:ext uri="{FF2B5EF4-FFF2-40B4-BE49-F238E27FC236}">
                  <a16:creationId xmlns:a16="http://schemas.microsoft.com/office/drawing/2014/main" id="{82242180-8650-4F8E-A940-D0117B45ADEF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3" name="직선 연결선 5872">
              <a:extLst>
                <a:ext uri="{FF2B5EF4-FFF2-40B4-BE49-F238E27FC236}">
                  <a16:creationId xmlns:a16="http://schemas.microsoft.com/office/drawing/2014/main" id="{770648C0-6986-4B14-BA9A-1E3EFA226880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85">
            <a:hlinkClick r:id="rId2"/>
            <a:extLst>
              <a:ext uri="{FF2B5EF4-FFF2-40B4-BE49-F238E27FC236}">
                <a16:creationId xmlns:a16="http://schemas.microsoft.com/office/drawing/2014/main" id="{7129A8E5-170E-4416-BF2F-8D2BEAE5CB7E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186">
            <a:hlinkClick r:id="rId3"/>
            <a:extLst>
              <a:ext uri="{FF2B5EF4-FFF2-40B4-BE49-F238E27FC236}">
                <a16:creationId xmlns:a16="http://schemas.microsoft.com/office/drawing/2014/main" id="{027CAEEC-3FB5-4673-B3E8-A490DF0C56B4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184">
            <a:hlinkClick r:id="rId4"/>
            <a:extLst>
              <a:ext uri="{FF2B5EF4-FFF2-40B4-BE49-F238E27FC236}">
                <a16:creationId xmlns:a16="http://schemas.microsoft.com/office/drawing/2014/main" id="{1CC0BAC7-703A-48F9-A9B6-1C4699B88A6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96</cp:revision>
  <dcterms:created xsi:type="dcterms:W3CDTF">2021-10-29T04:43:38Z</dcterms:created>
  <dcterms:modified xsi:type="dcterms:W3CDTF">2021-12-14T04:31:11Z</dcterms:modified>
</cp:coreProperties>
</file>
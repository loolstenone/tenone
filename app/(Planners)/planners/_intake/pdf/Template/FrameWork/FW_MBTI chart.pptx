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774" y="36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16personalities.com/ko/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tenone.biz/" TargetMode="External"/><Relationship Id="rId5" Type="http://schemas.openxmlformats.org/officeDocument/2006/relationships/hyperlink" Target="https://planners.tenone.biz/" TargetMode="External"/><Relationship Id="rId4" Type="http://schemas.openxmlformats.org/officeDocument/2006/relationships/hyperlink" Target="https://badak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14C67A06-6866-467A-A20C-B997802D8E8B}"/>
              </a:ext>
            </a:extLst>
          </p:cNvPr>
          <p:cNvSpPr/>
          <p:nvPr/>
        </p:nvSpPr>
        <p:spPr>
          <a:xfrm>
            <a:off x="253206" y="462532"/>
            <a:ext cx="2747962" cy="347140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9CC6B96-7C3E-49BB-8531-998BC1AE617B}"/>
              </a:ext>
            </a:extLst>
          </p:cNvPr>
          <p:cNvSpPr/>
          <p:nvPr/>
        </p:nvSpPr>
        <p:spPr>
          <a:xfrm>
            <a:off x="253206" y="4010486"/>
            <a:ext cx="2747962" cy="347140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59624D8-DF87-4145-9A87-F12B4DB29F98}"/>
              </a:ext>
            </a:extLst>
          </p:cNvPr>
          <p:cNvSpPr/>
          <p:nvPr/>
        </p:nvSpPr>
        <p:spPr>
          <a:xfrm>
            <a:off x="3075782" y="462532"/>
            <a:ext cx="2747962" cy="347140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66BD29A-5EDF-448E-A490-4BABABC3B455}"/>
              </a:ext>
            </a:extLst>
          </p:cNvPr>
          <p:cNvSpPr/>
          <p:nvPr/>
        </p:nvSpPr>
        <p:spPr>
          <a:xfrm>
            <a:off x="3075782" y="4010486"/>
            <a:ext cx="2747962" cy="347140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8A9941B-E2D3-408C-9053-AD1288A37E0A}"/>
              </a:ext>
            </a:extLst>
          </p:cNvPr>
          <p:cNvSpPr txBox="1"/>
          <p:nvPr/>
        </p:nvSpPr>
        <p:spPr>
          <a:xfrm>
            <a:off x="258511" y="109602"/>
            <a:ext cx="463268" cy="23512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528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MBTI</a:t>
            </a:r>
            <a:endParaRPr lang="ko-KR" altLang="en-US" sz="1528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04592C3-75EE-4FCF-A093-7B6CEFD2EBA8}"/>
              </a:ext>
            </a:extLst>
          </p:cNvPr>
          <p:cNvSpPr txBox="1"/>
          <p:nvPr/>
        </p:nvSpPr>
        <p:spPr>
          <a:xfrm>
            <a:off x="278606" y="473283"/>
            <a:ext cx="671659" cy="16158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에너지 방향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237C4BC-B0FB-4648-91E5-DF0D599B54EE}"/>
              </a:ext>
            </a:extLst>
          </p:cNvPr>
          <p:cNvSpPr txBox="1"/>
          <p:nvPr/>
        </p:nvSpPr>
        <p:spPr>
          <a:xfrm>
            <a:off x="5545070" y="473283"/>
            <a:ext cx="253274" cy="16158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인식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2DF74C0-0AB7-4DD5-A535-FDA1B6388397}"/>
              </a:ext>
            </a:extLst>
          </p:cNvPr>
          <p:cNvSpPr txBox="1"/>
          <p:nvPr/>
        </p:nvSpPr>
        <p:spPr>
          <a:xfrm>
            <a:off x="278606" y="4041036"/>
            <a:ext cx="253274" cy="16158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판단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B77BF39-5C7C-4887-A4A8-E5263DA020C5}"/>
              </a:ext>
            </a:extLst>
          </p:cNvPr>
          <p:cNvSpPr txBox="1"/>
          <p:nvPr/>
        </p:nvSpPr>
        <p:spPr>
          <a:xfrm>
            <a:off x="5253323" y="4041036"/>
            <a:ext cx="545021" cy="16158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생활 양식</a:t>
            </a: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021555AB-976C-4CD5-8A0B-614E60FD15EB}"/>
              </a:ext>
            </a:extLst>
          </p:cNvPr>
          <p:cNvGrpSpPr/>
          <p:nvPr/>
        </p:nvGrpSpPr>
        <p:grpSpPr>
          <a:xfrm>
            <a:off x="2553715" y="3480131"/>
            <a:ext cx="969520" cy="971458"/>
            <a:chOff x="2530697" y="3480131"/>
            <a:chExt cx="969520" cy="971458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89A4287B-764B-4816-92FF-5EA8E816F646}"/>
                </a:ext>
              </a:extLst>
            </p:cNvPr>
            <p:cNvSpPr/>
            <p:nvPr/>
          </p:nvSpPr>
          <p:spPr>
            <a:xfrm>
              <a:off x="2530697" y="3480131"/>
              <a:ext cx="485553" cy="48555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775430DD-18E5-4E70-ACBC-615D127224E3}"/>
                </a:ext>
              </a:extLst>
            </p:cNvPr>
            <p:cNvSpPr/>
            <p:nvPr/>
          </p:nvSpPr>
          <p:spPr>
            <a:xfrm>
              <a:off x="3014664" y="3480131"/>
              <a:ext cx="485553" cy="48555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32906107-8544-4FD9-AF27-B6063FABEE39}"/>
                </a:ext>
              </a:extLst>
            </p:cNvPr>
            <p:cNvSpPr/>
            <p:nvPr/>
          </p:nvSpPr>
          <p:spPr>
            <a:xfrm>
              <a:off x="2530697" y="3966036"/>
              <a:ext cx="485553" cy="48555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1B032CDF-1B12-4A68-9C8C-EF199F4DFBF9}"/>
                </a:ext>
              </a:extLst>
            </p:cNvPr>
            <p:cNvSpPr/>
            <p:nvPr/>
          </p:nvSpPr>
          <p:spPr>
            <a:xfrm>
              <a:off x="3014664" y="3966036"/>
              <a:ext cx="485553" cy="48555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24D8785A-8B34-4EDE-97FD-72F2AA007C9B}"/>
              </a:ext>
            </a:extLst>
          </p:cNvPr>
          <p:cNvSpPr txBox="1"/>
          <p:nvPr/>
        </p:nvSpPr>
        <p:spPr>
          <a:xfrm>
            <a:off x="469106" y="889877"/>
            <a:ext cx="836768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더욱 강화할 것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4DB07B8-2E34-43E9-8886-E7BFFD16B62D}"/>
              </a:ext>
            </a:extLst>
          </p:cNvPr>
          <p:cNvSpPr txBox="1"/>
          <p:nvPr/>
        </p:nvSpPr>
        <p:spPr>
          <a:xfrm>
            <a:off x="469106" y="2160753"/>
            <a:ext cx="1128514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보완 개선필요 한 것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EC57B41-72EB-41EE-84DA-3BC8AA2C2A25}"/>
              </a:ext>
            </a:extLst>
          </p:cNvPr>
          <p:cNvSpPr txBox="1"/>
          <p:nvPr/>
        </p:nvSpPr>
        <p:spPr>
          <a:xfrm>
            <a:off x="469106" y="4480421"/>
            <a:ext cx="836768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더욱 강화할 것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57A2CA9-868D-4B09-8EFE-6748F5590212}"/>
              </a:ext>
            </a:extLst>
          </p:cNvPr>
          <p:cNvSpPr txBox="1"/>
          <p:nvPr/>
        </p:nvSpPr>
        <p:spPr>
          <a:xfrm>
            <a:off x="469106" y="5724985"/>
            <a:ext cx="1128514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보완 개선필요 한 것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4DB824D-8433-4ED1-BC34-58E8A6D4D8DD}"/>
              </a:ext>
            </a:extLst>
          </p:cNvPr>
          <p:cNvSpPr txBox="1"/>
          <p:nvPr/>
        </p:nvSpPr>
        <p:spPr>
          <a:xfrm>
            <a:off x="3257872" y="889877"/>
            <a:ext cx="836768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더욱 강화할 것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33FC061-A580-4274-BA4E-2CE25C2AB4FB}"/>
              </a:ext>
            </a:extLst>
          </p:cNvPr>
          <p:cNvSpPr txBox="1"/>
          <p:nvPr/>
        </p:nvSpPr>
        <p:spPr>
          <a:xfrm>
            <a:off x="3257872" y="2160753"/>
            <a:ext cx="1128514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보완 개선필요 한 것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86C8245-0A31-4FFC-AAD4-47DC3D43B86A}"/>
              </a:ext>
            </a:extLst>
          </p:cNvPr>
          <p:cNvSpPr txBox="1"/>
          <p:nvPr/>
        </p:nvSpPr>
        <p:spPr>
          <a:xfrm>
            <a:off x="3257872" y="4480421"/>
            <a:ext cx="836768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더욱 강화할 것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1B0BC78-AC27-4832-BF5C-0CE970157F18}"/>
              </a:ext>
            </a:extLst>
          </p:cNvPr>
          <p:cNvSpPr txBox="1"/>
          <p:nvPr/>
        </p:nvSpPr>
        <p:spPr>
          <a:xfrm>
            <a:off x="3257872" y="5724985"/>
            <a:ext cx="1128514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보완 개선필요 한 것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8A130E9-8F50-4A85-9501-AF4A03E5CD31}"/>
              </a:ext>
            </a:extLst>
          </p:cNvPr>
          <p:cNvSpPr txBox="1"/>
          <p:nvPr/>
        </p:nvSpPr>
        <p:spPr>
          <a:xfrm>
            <a:off x="3720045" y="7293940"/>
            <a:ext cx="989053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MBTI </a:t>
            </a:r>
            <a:r>
              <a:rPr lang="ko-KR" altLang="en-US" sz="105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검사해보기</a:t>
            </a:r>
          </a:p>
        </p:txBody>
      </p:sp>
      <p:pic>
        <p:nvPicPr>
          <p:cNvPr id="52" name="그림 51">
            <a:hlinkClick r:id="rId2"/>
            <a:extLst>
              <a:ext uri="{FF2B5EF4-FFF2-40B4-BE49-F238E27FC236}">
                <a16:creationId xmlns:a16="http://schemas.microsoft.com/office/drawing/2014/main" id="{F478330C-7116-4A82-8F3E-FDA2C7F7ED1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699" r="6260" b="8034"/>
          <a:stretch/>
        </p:blipFill>
        <p:spPr>
          <a:xfrm>
            <a:off x="4709099" y="7267574"/>
            <a:ext cx="1016219" cy="214314"/>
          </a:xfrm>
          <a:prstGeom prst="rect">
            <a:avLst/>
          </a:prstGeom>
        </p:spPr>
      </p:pic>
      <p:sp>
        <p:nvSpPr>
          <p:cNvPr id="55" name="TextBox 185">
            <a:hlinkClick r:id="rId4"/>
            <a:extLst>
              <a:ext uri="{FF2B5EF4-FFF2-40B4-BE49-F238E27FC236}">
                <a16:creationId xmlns:a16="http://schemas.microsoft.com/office/drawing/2014/main" id="{1E270003-7212-44DF-8A77-63748400F06F}"/>
              </a:ext>
            </a:extLst>
          </p:cNvPr>
          <p:cNvSpPr txBox="1"/>
          <p:nvPr/>
        </p:nvSpPr>
        <p:spPr>
          <a:xfrm>
            <a:off x="5233839" y="7553348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6" name="TextBox 186">
            <a:hlinkClick r:id="rId5"/>
            <a:extLst>
              <a:ext uri="{FF2B5EF4-FFF2-40B4-BE49-F238E27FC236}">
                <a16:creationId xmlns:a16="http://schemas.microsoft.com/office/drawing/2014/main" id="{2C894747-72E7-414E-B780-9EFE1B54AF91}"/>
              </a:ext>
            </a:extLst>
          </p:cNvPr>
          <p:cNvSpPr txBox="1"/>
          <p:nvPr/>
        </p:nvSpPr>
        <p:spPr>
          <a:xfrm>
            <a:off x="2525732" y="7553348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3" name="TextBox 184">
            <a:hlinkClick r:id="rId6"/>
            <a:extLst>
              <a:ext uri="{FF2B5EF4-FFF2-40B4-BE49-F238E27FC236}">
                <a16:creationId xmlns:a16="http://schemas.microsoft.com/office/drawing/2014/main" id="{DAF9A5CC-E00E-4FB4-9A82-63487A0FCBBD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295</TotalTime>
  <Words>45</Words>
  <Application>Microsoft Office PowerPoint</Application>
  <PresentationFormat>사용자 지정</PresentationFormat>
  <Paragraphs>17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112</cp:revision>
  <dcterms:created xsi:type="dcterms:W3CDTF">2021-10-29T04:43:38Z</dcterms:created>
  <dcterms:modified xsi:type="dcterms:W3CDTF">2021-12-14T04:37:47Z</dcterms:modified>
</cp:coreProperties>
</file>
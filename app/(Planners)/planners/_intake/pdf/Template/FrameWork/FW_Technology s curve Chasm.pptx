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96" name="그룹 23895">
            <a:extLst>
              <a:ext uri="{FF2B5EF4-FFF2-40B4-BE49-F238E27FC236}">
                <a16:creationId xmlns:a16="http://schemas.microsoft.com/office/drawing/2014/main" id="{48A9964C-CB0B-42E8-AB96-5FEA942DA22F}"/>
              </a:ext>
            </a:extLst>
          </p:cNvPr>
          <p:cNvGrpSpPr/>
          <p:nvPr/>
        </p:nvGrpSpPr>
        <p:grpSpPr>
          <a:xfrm>
            <a:off x="302419" y="462531"/>
            <a:ext cx="5472112" cy="7019354"/>
            <a:chOff x="230188" y="462531"/>
            <a:chExt cx="5472112" cy="7019354"/>
          </a:xfrm>
        </p:grpSpPr>
        <p:cxnSp>
          <p:nvCxnSpPr>
            <p:cNvPr id="5952" name="직선 연결선 5951">
              <a:extLst>
                <a:ext uri="{FF2B5EF4-FFF2-40B4-BE49-F238E27FC236}">
                  <a16:creationId xmlns:a16="http://schemas.microsoft.com/office/drawing/2014/main" id="{5EF090E9-8602-483D-BF3D-018F8C3CD789}"/>
                </a:ext>
              </a:extLst>
            </p:cNvPr>
            <p:cNvCxnSpPr>
              <a:cxnSpLocks/>
            </p:cNvCxnSpPr>
            <p:nvPr/>
          </p:nvCxnSpPr>
          <p:spPr>
            <a:xfrm>
              <a:off x="956832" y="3499855"/>
              <a:ext cx="4163286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53" name="자유형: 도형 5952">
              <a:extLst>
                <a:ext uri="{FF2B5EF4-FFF2-40B4-BE49-F238E27FC236}">
                  <a16:creationId xmlns:a16="http://schemas.microsoft.com/office/drawing/2014/main" id="{B9733A2B-A652-4726-B7F5-4D9EB1C9414B}"/>
                </a:ext>
              </a:extLst>
            </p:cNvPr>
            <p:cNvSpPr/>
            <p:nvPr/>
          </p:nvSpPr>
          <p:spPr>
            <a:xfrm>
              <a:off x="956832" y="773692"/>
              <a:ext cx="4343535" cy="2551209"/>
            </a:xfrm>
            <a:custGeom>
              <a:avLst/>
              <a:gdLst>
                <a:gd name="connsiteX0" fmla="*/ 0 w 4414838"/>
                <a:gd name="connsiteY0" fmla="*/ 2462466 h 2462466"/>
                <a:gd name="connsiteX1" fmla="*/ 100013 w 4414838"/>
                <a:gd name="connsiteY1" fmla="*/ 1876679 h 2462466"/>
                <a:gd name="connsiteX2" fmla="*/ 219075 w 4414838"/>
                <a:gd name="connsiteY2" fmla="*/ 1171829 h 2462466"/>
                <a:gd name="connsiteX3" fmla="*/ 381000 w 4414838"/>
                <a:gd name="connsiteY3" fmla="*/ 486029 h 2462466"/>
                <a:gd name="connsiteX4" fmla="*/ 547688 w 4414838"/>
                <a:gd name="connsiteY4" fmla="*/ 57404 h 2462466"/>
                <a:gd name="connsiteX5" fmla="*/ 652463 w 4414838"/>
                <a:gd name="connsiteY5" fmla="*/ 14541 h 2462466"/>
                <a:gd name="connsiteX6" fmla="*/ 776288 w 4414838"/>
                <a:gd name="connsiteY6" fmla="*/ 152654 h 2462466"/>
                <a:gd name="connsiteX7" fmla="*/ 962025 w 4414838"/>
                <a:gd name="connsiteY7" fmla="*/ 733679 h 2462466"/>
                <a:gd name="connsiteX8" fmla="*/ 1166813 w 4414838"/>
                <a:gd name="connsiteY8" fmla="*/ 1390904 h 2462466"/>
                <a:gd name="connsiteX9" fmla="*/ 1319213 w 4414838"/>
                <a:gd name="connsiteY9" fmla="*/ 1833816 h 2462466"/>
                <a:gd name="connsiteX10" fmla="*/ 1495425 w 4414838"/>
                <a:gd name="connsiteY10" fmla="*/ 1948116 h 2462466"/>
                <a:gd name="connsiteX11" fmla="*/ 1724025 w 4414838"/>
                <a:gd name="connsiteY11" fmla="*/ 1786191 h 2462466"/>
                <a:gd name="connsiteX12" fmla="*/ 2081213 w 4414838"/>
                <a:gd name="connsiteY12" fmla="*/ 1167066 h 2462466"/>
                <a:gd name="connsiteX13" fmla="*/ 2352675 w 4414838"/>
                <a:gd name="connsiteY13" fmla="*/ 933704 h 2462466"/>
                <a:gd name="connsiteX14" fmla="*/ 3100388 w 4414838"/>
                <a:gd name="connsiteY14" fmla="*/ 847979 h 2462466"/>
                <a:gd name="connsiteX15" fmla="*/ 3938588 w 4414838"/>
                <a:gd name="connsiteY15" fmla="*/ 824166 h 2462466"/>
                <a:gd name="connsiteX16" fmla="*/ 4414838 w 4414838"/>
                <a:gd name="connsiteY16" fmla="*/ 814641 h 2462466"/>
                <a:gd name="connsiteX0" fmla="*/ 0 w 4414838"/>
                <a:gd name="connsiteY0" fmla="*/ 2462466 h 2462466"/>
                <a:gd name="connsiteX1" fmla="*/ 100013 w 4414838"/>
                <a:gd name="connsiteY1" fmla="*/ 1876679 h 2462466"/>
                <a:gd name="connsiteX2" fmla="*/ 219075 w 4414838"/>
                <a:gd name="connsiteY2" fmla="*/ 1171829 h 2462466"/>
                <a:gd name="connsiteX3" fmla="*/ 381000 w 4414838"/>
                <a:gd name="connsiteY3" fmla="*/ 486029 h 2462466"/>
                <a:gd name="connsiteX4" fmla="*/ 547688 w 4414838"/>
                <a:gd name="connsiteY4" fmla="*/ 57404 h 2462466"/>
                <a:gd name="connsiteX5" fmla="*/ 676275 w 4414838"/>
                <a:gd name="connsiteY5" fmla="*/ 14541 h 2462466"/>
                <a:gd name="connsiteX6" fmla="*/ 776288 w 4414838"/>
                <a:gd name="connsiteY6" fmla="*/ 152654 h 2462466"/>
                <a:gd name="connsiteX7" fmla="*/ 962025 w 4414838"/>
                <a:gd name="connsiteY7" fmla="*/ 733679 h 2462466"/>
                <a:gd name="connsiteX8" fmla="*/ 1166813 w 4414838"/>
                <a:gd name="connsiteY8" fmla="*/ 1390904 h 2462466"/>
                <a:gd name="connsiteX9" fmla="*/ 1319213 w 4414838"/>
                <a:gd name="connsiteY9" fmla="*/ 1833816 h 2462466"/>
                <a:gd name="connsiteX10" fmla="*/ 1495425 w 4414838"/>
                <a:gd name="connsiteY10" fmla="*/ 1948116 h 2462466"/>
                <a:gd name="connsiteX11" fmla="*/ 1724025 w 4414838"/>
                <a:gd name="connsiteY11" fmla="*/ 1786191 h 2462466"/>
                <a:gd name="connsiteX12" fmla="*/ 2081213 w 4414838"/>
                <a:gd name="connsiteY12" fmla="*/ 1167066 h 2462466"/>
                <a:gd name="connsiteX13" fmla="*/ 2352675 w 4414838"/>
                <a:gd name="connsiteY13" fmla="*/ 933704 h 2462466"/>
                <a:gd name="connsiteX14" fmla="*/ 3100388 w 4414838"/>
                <a:gd name="connsiteY14" fmla="*/ 847979 h 2462466"/>
                <a:gd name="connsiteX15" fmla="*/ 3938588 w 4414838"/>
                <a:gd name="connsiteY15" fmla="*/ 824166 h 2462466"/>
                <a:gd name="connsiteX16" fmla="*/ 4414838 w 4414838"/>
                <a:gd name="connsiteY16" fmla="*/ 814641 h 2462466"/>
                <a:gd name="connsiteX0" fmla="*/ 0 w 4414838"/>
                <a:gd name="connsiteY0" fmla="*/ 2462466 h 2462466"/>
                <a:gd name="connsiteX1" fmla="*/ 100013 w 4414838"/>
                <a:gd name="connsiteY1" fmla="*/ 1876679 h 2462466"/>
                <a:gd name="connsiteX2" fmla="*/ 219075 w 4414838"/>
                <a:gd name="connsiteY2" fmla="*/ 1171829 h 2462466"/>
                <a:gd name="connsiteX3" fmla="*/ 381000 w 4414838"/>
                <a:gd name="connsiteY3" fmla="*/ 486029 h 2462466"/>
                <a:gd name="connsiteX4" fmla="*/ 547688 w 4414838"/>
                <a:gd name="connsiteY4" fmla="*/ 57404 h 2462466"/>
                <a:gd name="connsiteX5" fmla="*/ 704850 w 4414838"/>
                <a:gd name="connsiteY5" fmla="*/ 14541 h 2462466"/>
                <a:gd name="connsiteX6" fmla="*/ 776288 w 4414838"/>
                <a:gd name="connsiteY6" fmla="*/ 152654 h 2462466"/>
                <a:gd name="connsiteX7" fmla="*/ 962025 w 4414838"/>
                <a:gd name="connsiteY7" fmla="*/ 733679 h 2462466"/>
                <a:gd name="connsiteX8" fmla="*/ 1166813 w 4414838"/>
                <a:gd name="connsiteY8" fmla="*/ 1390904 h 2462466"/>
                <a:gd name="connsiteX9" fmla="*/ 1319213 w 4414838"/>
                <a:gd name="connsiteY9" fmla="*/ 1833816 h 2462466"/>
                <a:gd name="connsiteX10" fmla="*/ 1495425 w 4414838"/>
                <a:gd name="connsiteY10" fmla="*/ 1948116 h 2462466"/>
                <a:gd name="connsiteX11" fmla="*/ 1724025 w 4414838"/>
                <a:gd name="connsiteY11" fmla="*/ 1786191 h 2462466"/>
                <a:gd name="connsiteX12" fmla="*/ 2081213 w 4414838"/>
                <a:gd name="connsiteY12" fmla="*/ 1167066 h 2462466"/>
                <a:gd name="connsiteX13" fmla="*/ 2352675 w 4414838"/>
                <a:gd name="connsiteY13" fmla="*/ 933704 h 2462466"/>
                <a:gd name="connsiteX14" fmla="*/ 3100388 w 4414838"/>
                <a:gd name="connsiteY14" fmla="*/ 847979 h 2462466"/>
                <a:gd name="connsiteX15" fmla="*/ 3938588 w 4414838"/>
                <a:gd name="connsiteY15" fmla="*/ 824166 h 2462466"/>
                <a:gd name="connsiteX16" fmla="*/ 4414838 w 4414838"/>
                <a:gd name="connsiteY16" fmla="*/ 814641 h 2462466"/>
                <a:gd name="connsiteX0" fmla="*/ 0 w 4414838"/>
                <a:gd name="connsiteY0" fmla="*/ 2471927 h 2471927"/>
                <a:gd name="connsiteX1" fmla="*/ 100013 w 4414838"/>
                <a:gd name="connsiteY1" fmla="*/ 1886140 h 2471927"/>
                <a:gd name="connsiteX2" fmla="*/ 219075 w 4414838"/>
                <a:gd name="connsiteY2" fmla="*/ 1181290 h 2471927"/>
                <a:gd name="connsiteX3" fmla="*/ 381000 w 4414838"/>
                <a:gd name="connsiteY3" fmla="*/ 495490 h 2471927"/>
                <a:gd name="connsiteX4" fmla="*/ 547688 w 4414838"/>
                <a:gd name="connsiteY4" fmla="*/ 66865 h 2471927"/>
                <a:gd name="connsiteX5" fmla="*/ 704850 w 4414838"/>
                <a:gd name="connsiteY5" fmla="*/ 24002 h 2471927"/>
                <a:gd name="connsiteX6" fmla="*/ 776288 w 4414838"/>
                <a:gd name="connsiteY6" fmla="*/ 162115 h 2471927"/>
                <a:gd name="connsiteX7" fmla="*/ 962025 w 4414838"/>
                <a:gd name="connsiteY7" fmla="*/ 743140 h 2471927"/>
                <a:gd name="connsiteX8" fmla="*/ 1166813 w 4414838"/>
                <a:gd name="connsiteY8" fmla="*/ 1400365 h 2471927"/>
                <a:gd name="connsiteX9" fmla="*/ 1319213 w 4414838"/>
                <a:gd name="connsiteY9" fmla="*/ 1843277 h 2471927"/>
                <a:gd name="connsiteX10" fmla="*/ 1495425 w 4414838"/>
                <a:gd name="connsiteY10" fmla="*/ 1957577 h 2471927"/>
                <a:gd name="connsiteX11" fmla="*/ 1724025 w 4414838"/>
                <a:gd name="connsiteY11" fmla="*/ 1795652 h 2471927"/>
                <a:gd name="connsiteX12" fmla="*/ 2081213 w 4414838"/>
                <a:gd name="connsiteY12" fmla="*/ 1176527 h 2471927"/>
                <a:gd name="connsiteX13" fmla="*/ 2352675 w 4414838"/>
                <a:gd name="connsiteY13" fmla="*/ 943165 h 2471927"/>
                <a:gd name="connsiteX14" fmla="*/ 3100388 w 4414838"/>
                <a:gd name="connsiteY14" fmla="*/ 857440 h 2471927"/>
                <a:gd name="connsiteX15" fmla="*/ 3938588 w 4414838"/>
                <a:gd name="connsiteY15" fmla="*/ 833627 h 2471927"/>
                <a:gd name="connsiteX16" fmla="*/ 4414838 w 4414838"/>
                <a:gd name="connsiteY16" fmla="*/ 824102 h 2471927"/>
                <a:gd name="connsiteX0" fmla="*/ 0 w 4414838"/>
                <a:gd name="connsiteY0" fmla="*/ 2476058 h 2476058"/>
                <a:gd name="connsiteX1" fmla="*/ 100013 w 4414838"/>
                <a:gd name="connsiteY1" fmla="*/ 1890271 h 2476058"/>
                <a:gd name="connsiteX2" fmla="*/ 219075 w 4414838"/>
                <a:gd name="connsiteY2" fmla="*/ 1185421 h 2476058"/>
                <a:gd name="connsiteX3" fmla="*/ 381000 w 4414838"/>
                <a:gd name="connsiteY3" fmla="*/ 499621 h 2476058"/>
                <a:gd name="connsiteX4" fmla="*/ 547688 w 4414838"/>
                <a:gd name="connsiteY4" fmla="*/ 70996 h 2476058"/>
                <a:gd name="connsiteX5" fmla="*/ 704850 w 4414838"/>
                <a:gd name="connsiteY5" fmla="*/ 28133 h 2476058"/>
                <a:gd name="connsiteX6" fmla="*/ 776288 w 4414838"/>
                <a:gd name="connsiteY6" fmla="*/ 166246 h 2476058"/>
                <a:gd name="connsiteX7" fmla="*/ 962025 w 4414838"/>
                <a:gd name="connsiteY7" fmla="*/ 747271 h 2476058"/>
                <a:gd name="connsiteX8" fmla="*/ 1166813 w 4414838"/>
                <a:gd name="connsiteY8" fmla="*/ 1404496 h 2476058"/>
                <a:gd name="connsiteX9" fmla="*/ 1319213 w 4414838"/>
                <a:gd name="connsiteY9" fmla="*/ 1847408 h 2476058"/>
                <a:gd name="connsiteX10" fmla="*/ 1495425 w 4414838"/>
                <a:gd name="connsiteY10" fmla="*/ 1961708 h 2476058"/>
                <a:gd name="connsiteX11" fmla="*/ 1724025 w 4414838"/>
                <a:gd name="connsiteY11" fmla="*/ 1799783 h 2476058"/>
                <a:gd name="connsiteX12" fmla="*/ 2081213 w 4414838"/>
                <a:gd name="connsiteY12" fmla="*/ 1180658 h 2476058"/>
                <a:gd name="connsiteX13" fmla="*/ 2352675 w 4414838"/>
                <a:gd name="connsiteY13" fmla="*/ 947296 h 2476058"/>
                <a:gd name="connsiteX14" fmla="*/ 3100388 w 4414838"/>
                <a:gd name="connsiteY14" fmla="*/ 861571 h 2476058"/>
                <a:gd name="connsiteX15" fmla="*/ 3938588 w 4414838"/>
                <a:gd name="connsiteY15" fmla="*/ 837758 h 2476058"/>
                <a:gd name="connsiteX16" fmla="*/ 4414838 w 4414838"/>
                <a:gd name="connsiteY16" fmla="*/ 828233 h 2476058"/>
                <a:gd name="connsiteX0" fmla="*/ 0 w 4414838"/>
                <a:gd name="connsiteY0" fmla="*/ 2461471 h 2461471"/>
                <a:gd name="connsiteX1" fmla="*/ 100013 w 4414838"/>
                <a:gd name="connsiteY1" fmla="*/ 1875684 h 2461471"/>
                <a:gd name="connsiteX2" fmla="*/ 219075 w 4414838"/>
                <a:gd name="connsiteY2" fmla="*/ 1170834 h 2461471"/>
                <a:gd name="connsiteX3" fmla="*/ 381000 w 4414838"/>
                <a:gd name="connsiteY3" fmla="*/ 485034 h 2461471"/>
                <a:gd name="connsiteX4" fmla="*/ 547688 w 4414838"/>
                <a:gd name="connsiteY4" fmla="*/ 56409 h 2461471"/>
                <a:gd name="connsiteX5" fmla="*/ 733425 w 4414838"/>
                <a:gd name="connsiteY5" fmla="*/ 35771 h 2461471"/>
                <a:gd name="connsiteX6" fmla="*/ 776288 w 4414838"/>
                <a:gd name="connsiteY6" fmla="*/ 151659 h 2461471"/>
                <a:gd name="connsiteX7" fmla="*/ 962025 w 4414838"/>
                <a:gd name="connsiteY7" fmla="*/ 732684 h 2461471"/>
                <a:gd name="connsiteX8" fmla="*/ 1166813 w 4414838"/>
                <a:gd name="connsiteY8" fmla="*/ 1389909 h 2461471"/>
                <a:gd name="connsiteX9" fmla="*/ 1319213 w 4414838"/>
                <a:gd name="connsiteY9" fmla="*/ 1832821 h 2461471"/>
                <a:gd name="connsiteX10" fmla="*/ 1495425 w 4414838"/>
                <a:gd name="connsiteY10" fmla="*/ 1947121 h 2461471"/>
                <a:gd name="connsiteX11" fmla="*/ 1724025 w 4414838"/>
                <a:gd name="connsiteY11" fmla="*/ 1785196 h 2461471"/>
                <a:gd name="connsiteX12" fmla="*/ 2081213 w 4414838"/>
                <a:gd name="connsiteY12" fmla="*/ 1166071 h 2461471"/>
                <a:gd name="connsiteX13" fmla="*/ 2352675 w 4414838"/>
                <a:gd name="connsiteY13" fmla="*/ 932709 h 2461471"/>
                <a:gd name="connsiteX14" fmla="*/ 3100388 w 4414838"/>
                <a:gd name="connsiteY14" fmla="*/ 846984 h 2461471"/>
                <a:gd name="connsiteX15" fmla="*/ 3938588 w 4414838"/>
                <a:gd name="connsiteY15" fmla="*/ 823171 h 2461471"/>
                <a:gd name="connsiteX16" fmla="*/ 4414838 w 4414838"/>
                <a:gd name="connsiteY16" fmla="*/ 813646 h 2461471"/>
                <a:gd name="connsiteX0" fmla="*/ 0 w 4414838"/>
                <a:gd name="connsiteY0" fmla="*/ 2464135 h 2464135"/>
                <a:gd name="connsiteX1" fmla="*/ 100013 w 4414838"/>
                <a:gd name="connsiteY1" fmla="*/ 1878348 h 2464135"/>
                <a:gd name="connsiteX2" fmla="*/ 219075 w 4414838"/>
                <a:gd name="connsiteY2" fmla="*/ 1173498 h 2464135"/>
                <a:gd name="connsiteX3" fmla="*/ 381000 w 4414838"/>
                <a:gd name="connsiteY3" fmla="*/ 487698 h 2464135"/>
                <a:gd name="connsiteX4" fmla="*/ 547688 w 4414838"/>
                <a:gd name="connsiteY4" fmla="*/ 59073 h 2464135"/>
                <a:gd name="connsiteX5" fmla="*/ 733425 w 4414838"/>
                <a:gd name="connsiteY5" fmla="*/ 38435 h 2464135"/>
                <a:gd name="connsiteX6" fmla="*/ 776288 w 4414838"/>
                <a:gd name="connsiteY6" fmla="*/ 154323 h 2464135"/>
                <a:gd name="connsiteX7" fmla="*/ 962025 w 4414838"/>
                <a:gd name="connsiteY7" fmla="*/ 735348 h 2464135"/>
                <a:gd name="connsiteX8" fmla="*/ 1166813 w 4414838"/>
                <a:gd name="connsiteY8" fmla="*/ 1392573 h 2464135"/>
                <a:gd name="connsiteX9" fmla="*/ 1319213 w 4414838"/>
                <a:gd name="connsiteY9" fmla="*/ 1835485 h 2464135"/>
                <a:gd name="connsiteX10" fmla="*/ 1495425 w 4414838"/>
                <a:gd name="connsiteY10" fmla="*/ 1949785 h 2464135"/>
                <a:gd name="connsiteX11" fmla="*/ 1724025 w 4414838"/>
                <a:gd name="connsiteY11" fmla="*/ 1787860 h 2464135"/>
                <a:gd name="connsiteX12" fmla="*/ 2081213 w 4414838"/>
                <a:gd name="connsiteY12" fmla="*/ 1168735 h 2464135"/>
                <a:gd name="connsiteX13" fmla="*/ 2352675 w 4414838"/>
                <a:gd name="connsiteY13" fmla="*/ 935373 h 2464135"/>
                <a:gd name="connsiteX14" fmla="*/ 3100388 w 4414838"/>
                <a:gd name="connsiteY14" fmla="*/ 849648 h 2464135"/>
                <a:gd name="connsiteX15" fmla="*/ 3938588 w 4414838"/>
                <a:gd name="connsiteY15" fmla="*/ 825835 h 2464135"/>
                <a:gd name="connsiteX16" fmla="*/ 4414838 w 4414838"/>
                <a:gd name="connsiteY16" fmla="*/ 816310 h 2464135"/>
                <a:gd name="connsiteX0" fmla="*/ 0 w 7838124"/>
                <a:gd name="connsiteY0" fmla="*/ 2464135 h 2464135"/>
                <a:gd name="connsiteX1" fmla="*/ 100013 w 7838124"/>
                <a:gd name="connsiteY1" fmla="*/ 1878348 h 2464135"/>
                <a:gd name="connsiteX2" fmla="*/ 219075 w 7838124"/>
                <a:gd name="connsiteY2" fmla="*/ 1173498 h 2464135"/>
                <a:gd name="connsiteX3" fmla="*/ 381000 w 7838124"/>
                <a:gd name="connsiteY3" fmla="*/ 487698 h 2464135"/>
                <a:gd name="connsiteX4" fmla="*/ 547688 w 7838124"/>
                <a:gd name="connsiteY4" fmla="*/ 59073 h 2464135"/>
                <a:gd name="connsiteX5" fmla="*/ 733425 w 7838124"/>
                <a:gd name="connsiteY5" fmla="*/ 38435 h 2464135"/>
                <a:gd name="connsiteX6" fmla="*/ 776288 w 7838124"/>
                <a:gd name="connsiteY6" fmla="*/ 154323 h 2464135"/>
                <a:gd name="connsiteX7" fmla="*/ 962025 w 7838124"/>
                <a:gd name="connsiteY7" fmla="*/ 735348 h 2464135"/>
                <a:gd name="connsiteX8" fmla="*/ 1166813 w 7838124"/>
                <a:gd name="connsiteY8" fmla="*/ 1392573 h 2464135"/>
                <a:gd name="connsiteX9" fmla="*/ 1319213 w 7838124"/>
                <a:gd name="connsiteY9" fmla="*/ 1835485 h 2464135"/>
                <a:gd name="connsiteX10" fmla="*/ 1495425 w 7838124"/>
                <a:gd name="connsiteY10" fmla="*/ 1949785 h 2464135"/>
                <a:gd name="connsiteX11" fmla="*/ 1724025 w 7838124"/>
                <a:gd name="connsiteY11" fmla="*/ 1787860 h 2464135"/>
                <a:gd name="connsiteX12" fmla="*/ 2081213 w 7838124"/>
                <a:gd name="connsiteY12" fmla="*/ 1168735 h 2464135"/>
                <a:gd name="connsiteX13" fmla="*/ 2352675 w 7838124"/>
                <a:gd name="connsiteY13" fmla="*/ 935373 h 2464135"/>
                <a:gd name="connsiteX14" fmla="*/ 3100388 w 7838124"/>
                <a:gd name="connsiteY14" fmla="*/ 849648 h 2464135"/>
                <a:gd name="connsiteX15" fmla="*/ 3938588 w 7838124"/>
                <a:gd name="connsiteY15" fmla="*/ 825835 h 2464135"/>
                <a:gd name="connsiteX16" fmla="*/ 7838124 w 7838124"/>
                <a:gd name="connsiteY16" fmla="*/ 657937 h 2464135"/>
                <a:gd name="connsiteX0" fmla="*/ 0 w 7838124"/>
                <a:gd name="connsiteY0" fmla="*/ 2464135 h 2464135"/>
                <a:gd name="connsiteX1" fmla="*/ 100013 w 7838124"/>
                <a:gd name="connsiteY1" fmla="*/ 1878348 h 2464135"/>
                <a:gd name="connsiteX2" fmla="*/ 219075 w 7838124"/>
                <a:gd name="connsiteY2" fmla="*/ 1173498 h 2464135"/>
                <a:gd name="connsiteX3" fmla="*/ 381000 w 7838124"/>
                <a:gd name="connsiteY3" fmla="*/ 487698 h 2464135"/>
                <a:gd name="connsiteX4" fmla="*/ 547688 w 7838124"/>
                <a:gd name="connsiteY4" fmla="*/ 59073 h 2464135"/>
                <a:gd name="connsiteX5" fmla="*/ 733425 w 7838124"/>
                <a:gd name="connsiteY5" fmla="*/ 38435 h 2464135"/>
                <a:gd name="connsiteX6" fmla="*/ 776288 w 7838124"/>
                <a:gd name="connsiteY6" fmla="*/ 154323 h 2464135"/>
                <a:gd name="connsiteX7" fmla="*/ 962025 w 7838124"/>
                <a:gd name="connsiteY7" fmla="*/ 735348 h 2464135"/>
                <a:gd name="connsiteX8" fmla="*/ 1166813 w 7838124"/>
                <a:gd name="connsiteY8" fmla="*/ 1392573 h 2464135"/>
                <a:gd name="connsiteX9" fmla="*/ 1319213 w 7838124"/>
                <a:gd name="connsiteY9" fmla="*/ 1835485 h 2464135"/>
                <a:gd name="connsiteX10" fmla="*/ 1495425 w 7838124"/>
                <a:gd name="connsiteY10" fmla="*/ 1949785 h 2464135"/>
                <a:gd name="connsiteX11" fmla="*/ 1724025 w 7838124"/>
                <a:gd name="connsiteY11" fmla="*/ 1787860 h 2464135"/>
                <a:gd name="connsiteX12" fmla="*/ 2081213 w 7838124"/>
                <a:gd name="connsiteY12" fmla="*/ 1168735 h 2464135"/>
                <a:gd name="connsiteX13" fmla="*/ 2352675 w 7838124"/>
                <a:gd name="connsiteY13" fmla="*/ 935373 h 2464135"/>
                <a:gd name="connsiteX14" fmla="*/ 3100388 w 7838124"/>
                <a:gd name="connsiteY14" fmla="*/ 849648 h 2464135"/>
                <a:gd name="connsiteX15" fmla="*/ 4663717 w 7838124"/>
                <a:gd name="connsiteY15" fmla="*/ 769273 h 2464135"/>
                <a:gd name="connsiteX16" fmla="*/ 7838124 w 7838124"/>
                <a:gd name="connsiteY16" fmla="*/ 657937 h 2464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838124" h="2464135">
                  <a:moveTo>
                    <a:pt x="0" y="2464135"/>
                  </a:moveTo>
                  <a:cubicBezTo>
                    <a:pt x="31750" y="2278794"/>
                    <a:pt x="63501" y="2093454"/>
                    <a:pt x="100013" y="1878348"/>
                  </a:cubicBezTo>
                  <a:cubicBezTo>
                    <a:pt x="136525" y="1663242"/>
                    <a:pt x="172244" y="1405273"/>
                    <a:pt x="219075" y="1173498"/>
                  </a:cubicBezTo>
                  <a:cubicBezTo>
                    <a:pt x="265906" y="941723"/>
                    <a:pt x="326231" y="673435"/>
                    <a:pt x="381000" y="487698"/>
                  </a:cubicBezTo>
                  <a:cubicBezTo>
                    <a:pt x="435769" y="301961"/>
                    <a:pt x="488951" y="133950"/>
                    <a:pt x="547688" y="59073"/>
                  </a:cubicBezTo>
                  <a:cubicBezTo>
                    <a:pt x="606425" y="-15804"/>
                    <a:pt x="715325" y="-15866"/>
                    <a:pt x="733425" y="38435"/>
                  </a:cubicBezTo>
                  <a:cubicBezTo>
                    <a:pt x="749300" y="86060"/>
                    <a:pt x="738188" y="38171"/>
                    <a:pt x="776288" y="154323"/>
                  </a:cubicBezTo>
                  <a:cubicBezTo>
                    <a:pt x="814388" y="270475"/>
                    <a:pt x="896938" y="528973"/>
                    <a:pt x="962025" y="735348"/>
                  </a:cubicBezTo>
                  <a:cubicBezTo>
                    <a:pt x="1027112" y="941723"/>
                    <a:pt x="1107282" y="1209217"/>
                    <a:pt x="1166813" y="1392573"/>
                  </a:cubicBezTo>
                  <a:cubicBezTo>
                    <a:pt x="1226344" y="1575929"/>
                    <a:pt x="1264444" y="1742616"/>
                    <a:pt x="1319213" y="1835485"/>
                  </a:cubicBezTo>
                  <a:cubicBezTo>
                    <a:pt x="1373982" y="1928354"/>
                    <a:pt x="1427956" y="1957722"/>
                    <a:pt x="1495425" y="1949785"/>
                  </a:cubicBezTo>
                  <a:cubicBezTo>
                    <a:pt x="1562894" y="1941848"/>
                    <a:pt x="1626394" y="1918035"/>
                    <a:pt x="1724025" y="1787860"/>
                  </a:cubicBezTo>
                  <a:cubicBezTo>
                    <a:pt x="1821656" y="1657685"/>
                    <a:pt x="1976438" y="1310816"/>
                    <a:pt x="2081213" y="1168735"/>
                  </a:cubicBezTo>
                  <a:cubicBezTo>
                    <a:pt x="2185988" y="1026654"/>
                    <a:pt x="2182812" y="988554"/>
                    <a:pt x="2352675" y="935373"/>
                  </a:cubicBezTo>
                  <a:cubicBezTo>
                    <a:pt x="2522538" y="882192"/>
                    <a:pt x="2715214" y="877331"/>
                    <a:pt x="3100388" y="849648"/>
                  </a:cubicBezTo>
                  <a:cubicBezTo>
                    <a:pt x="3485562" y="821965"/>
                    <a:pt x="4663717" y="769273"/>
                    <a:pt x="4663717" y="769273"/>
                  </a:cubicBezTo>
                  <a:lnTo>
                    <a:pt x="7838124" y="657937"/>
                  </a:lnTo>
                </a:path>
              </a:pathLst>
            </a:cu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sp>
          <p:nvSpPr>
            <p:cNvPr id="5954" name="자유형: 도형 5953">
              <a:extLst>
                <a:ext uri="{FF2B5EF4-FFF2-40B4-BE49-F238E27FC236}">
                  <a16:creationId xmlns:a16="http://schemas.microsoft.com/office/drawing/2014/main" id="{3E340641-00B3-431F-B682-00D2E283B66D}"/>
                </a:ext>
              </a:extLst>
            </p:cNvPr>
            <p:cNvSpPr/>
            <p:nvPr/>
          </p:nvSpPr>
          <p:spPr>
            <a:xfrm>
              <a:off x="1899221" y="1823618"/>
              <a:ext cx="3220898" cy="1414749"/>
            </a:xfrm>
            <a:custGeom>
              <a:avLst/>
              <a:gdLst>
                <a:gd name="connsiteX0" fmla="*/ 0 w 5421600"/>
                <a:gd name="connsiteY0" fmla="*/ 2436832 h 2465632"/>
                <a:gd name="connsiteX1" fmla="*/ 1108800 w 5421600"/>
                <a:gd name="connsiteY1" fmla="*/ 2141632 h 2465632"/>
                <a:gd name="connsiteX2" fmla="*/ 2016000 w 5421600"/>
                <a:gd name="connsiteY2" fmla="*/ 500032 h 2465632"/>
                <a:gd name="connsiteX3" fmla="*/ 2736000 w 5421600"/>
                <a:gd name="connsiteY3" fmla="*/ 3232 h 2465632"/>
                <a:gd name="connsiteX4" fmla="*/ 3369600 w 5421600"/>
                <a:gd name="connsiteY4" fmla="*/ 384832 h 2465632"/>
                <a:gd name="connsiteX5" fmla="*/ 4255200 w 5421600"/>
                <a:gd name="connsiteY5" fmla="*/ 2055232 h 2465632"/>
                <a:gd name="connsiteX6" fmla="*/ 5421600 w 5421600"/>
                <a:gd name="connsiteY6" fmla="*/ 2465632 h 2465632"/>
                <a:gd name="connsiteX0" fmla="*/ 0 w 4312800"/>
                <a:gd name="connsiteY0" fmla="*/ 2141632 h 2465632"/>
                <a:gd name="connsiteX1" fmla="*/ 907200 w 4312800"/>
                <a:gd name="connsiteY1" fmla="*/ 500032 h 2465632"/>
                <a:gd name="connsiteX2" fmla="*/ 1627200 w 4312800"/>
                <a:gd name="connsiteY2" fmla="*/ 3232 h 2465632"/>
                <a:gd name="connsiteX3" fmla="*/ 2260800 w 4312800"/>
                <a:gd name="connsiteY3" fmla="*/ 384832 h 2465632"/>
                <a:gd name="connsiteX4" fmla="*/ 3146400 w 4312800"/>
                <a:gd name="connsiteY4" fmla="*/ 2055232 h 2465632"/>
                <a:gd name="connsiteX5" fmla="*/ 4312800 w 4312800"/>
                <a:gd name="connsiteY5" fmla="*/ 2465632 h 2465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12800" h="2465632">
                  <a:moveTo>
                    <a:pt x="0" y="2141632"/>
                  </a:moveTo>
                  <a:cubicBezTo>
                    <a:pt x="336000" y="1818832"/>
                    <a:pt x="636000" y="856432"/>
                    <a:pt x="907200" y="500032"/>
                  </a:cubicBezTo>
                  <a:cubicBezTo>
                    <a:pt x="1178400" y="143632"/>
                    <a:pt x="1401600" y="22432"/>
                    <a:pt x="1627200" y="3232"/>
                  </a:cubicBezTo>
                  <a:cubicBezTo>
                    <a:pt x="1852800" y="-15968"/>
                    <a:pt x="2007600" y="42832"/>
                    <a:pt x="2260800" y="384832"/>
                  </a:cubicBezTo>
                  <a:cubicBezTo>
                    <a:pt x="2514000" y="726832"/>
                    <a:pt x="2804400" y="1708432"/>
                    <a:pt x="3146400" y="2055232"/>
                  </a:cubicBezTo>
                  <a:cubicBezTo>
                    <a:pt x="3488400" y="2402032"/>
                    <a:pt x="3900600" y="2433832"/>
                    <a:pt x="4312800" y="2465632"/>
                  </a:cubicBezTo>
                </a:path>
              </a:pathLst>
            </a:cu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sp>
          <p:nvSpPr>
            <p:cNvPr id="5955" name="자유형: 도형 5954">
              <a:extLst>
                <a:ext uri="{FF2B5EF4-FFF2-40B4-BE49-F238E27FC236}">
                  <a16:creationId xmlns:a16="http://schemas.microsoft.com/office/drawing/2014/main" id="{63CF63C1-E843-4BA2-ADA7-D3950290DDB5}"/>
                </a:ext>
              </a:extLst>
            </p:cNvPr>
            <p:cNvSpPr/>
            <p:nvPr/>
          </p:nvSpPr>
          <p:spPr>
            <a:xfrm>
              <a:off x="956832" y="3180715"/>
              <a:ext cx="735697" cy="172589"/>
            </a:xfrm>
            <a:custGeom>
              <a:avLst/>
              <a:gdLst>
                <a:gd name="connsiteX0" fmla="*/ 0 w 5421600"/>
                <a:gd name="connsiteY0" fmla="*/ 2436832 h 2465632"/>
                <a:gd name="connsiteX1" fmla="*/ 1108800 w 5421600"/>
                <a:gd name="connsiteY1" fmla="*/ 2141632 h 2465632"/>
                <a:gd name="connsiteX2" fmla="*/ 2016000 w 5421600"/>
                <a:gd name="connsiteY2" fmla="*/ 500032 h 2465632"/>
                <a:gd name="connsiteX3" fmla="*/ 2736000 w 5421600"/>
                <a:gd name="connsiteY3" fmla="*/ 3232 h 2465632"/>
                <a:gd name="connsiteX4" fmla="*/ 3369600 w 5421600"/>
                <a:gd name="connsiteY4" fmla="*/ 384832 h 2465632"/>
                <a:gd name="connsiteX5" fmla="*/ 4255200 w 5421600"/>
                <a:gd name="connsiteY5" fmla="*/ 2055232 h 2465632"/>
                <a:gd name="connsiteX6" fmla="*/ 5421600 w 5421600"/>
                <a:gd name="connsiteY6" fmla="*/ 2465632 h 2465632"/>
                <a:gd name="connsiteX0" fmla="*/ 0 w 4255200"/>
                <a:gd name="connsiteY0" fmla="*/ 2436832 h 2442420"/>
                <a:gd name="connsiteX1" fmla="*/ 1108800 w 4255200"/>
                <a:gd name="connsiteY1" fmla="*/ 2141632 h 2442420"/>
                <a:gd name="connsiteX2" fmla="*/ 2016000 w 4255200"/>
                <a:gd name="connsiteY2" fmla="*/ 500032 h 2442420"/>
                <a:gd name="connsiteX3" fmla="*/ 2736000 w 4255200"/>
                <a:gd name="connsiteY3" fmla="*/ 3232 h 2442420"/>
                <a:gd name="connsiteX4" fmla="*/ 3369600 w 4255200"/>
                <a:gd name="connsiteY4" fmla="*/ 384832 h 2442420"/>
                <a:gd name="connsiteX5" fmla="*/ 4255200 w 4255200"/>
                <a:gd name="connsiteY5" fmla="*/ 2055232 h 2442420"/>
                <a:gd name="connsiteX0" fmla="*/ 0 w 3369600"/>
                <a:gd name="connsiteY0" fmla="*/ 2436832 h 2442420"/>
                <a:gd name="connsiteX1" fmla="*/ 1108800 w 3369600"/>
                <a:gd name="connsiteY1" fmla="*/ 2141632 h 2442420"/>
                <a:gd name="connsiteX2" fmla="*/ 2016000 w 3369600"/>
                <a:gd name="connsiteY2" fmla="*/ 500032 h 2442420"/>
                <a:gd name="connsiteX3" fmla="*/ 2736000 w 3369600"/>
                <a:gd name="connsiteY3" fmla="*/ 3232 h 2442420"/>
                <a:gd name="connsiteX4" fmla="*/ 3369600 w 3369600"/>
                <a:gd name="connsiteY4" fmla="*/ 384832 h 2442420"/>
                <a:gd name="connsiteX0" fmla="*/ 0 w 2736000"/>
                <a:gd name="connsiteY0" fmla="*/ 2433600 h 2439188"/>
                <a:gd name="connsiteX1" fmla="*/ 1108800 w 2736000"/>
                <a:gd name="connsiteY1" fmla="*/ 2138400 h 2439188"/>
                <a:gd name="connsiteX2" fmla="*/ 2016000 w 2736000"/>
                <a:gd name="connsiteY2" fmla="*/ 496800 h 2439188"/>
                <a:gd name="connsiteX3" fmla="*/ 2736000 w 2736000"/>
                <a:gd name="connsiteY3" fmla="*/ 0 h 2439188"/>
                <a:gd name="connsiteX0" fmla="*/ 0 w 2016000"/>
                <a:gd name="connsiteY0" fmla="*/ 1936800 h 1942388"/>
                <a:gd name="connsiteX1" fmla="*/ 1108800 w 2016000"/>
                <a:gd name="connsiteY1" fmla="*/ 1641600 h 1942388"/>
                <a:gd name="connsiteX2" fmla="*/ 2016000 w 2016000"/>
                <a:gd name="connsiteY2" fmla="*/ 0 h 1942388"/>
                <a:gd name="connsiteX0" fmla="*/ 0 w 1108800"/>
                <a:gd name="connsiteY0" fmla="*/ 295200 h 300788"/>
                <a:gd name="connsiteX1" fmla="*/ 1108800 w 1108800"/>
                <a:gd name="connsiteY1" fmla="*/ 0 h 300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08800" h="300788">
                  <a:moveTo>
                    <a:pt x="0" y="295200"/>
                  </a:moveTo>
                  <a:cubicBezTo>
                    <a:pt x="386400" y="309000"/>
                    <a:pt x="772800" y="322800"/>
                    <a:pt x="1108800" y="0"/>
                  </a:cubicBezTo>
                </a:path>
              </a:pathLst>
            </a:cu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43"/>
            </a:p>
          </p:txBody>
        </p:sp>
        <p:grpSp>
          <p:nvGrpSpPr>
            <p:cNvPr id="5956" name="그룹 5955">
              <a:extLst>
                <a:ext uri="{FF2B5EF4-FFF2-40B4-BE49-F238E27FC236}">
                  <a16:creationId xmlns:a16="http://schemas.microsoft.com/office/drawing/2014/main" id="{F3B5A82F-9A83-4661-8B6D-7752265057D0}"/>
                </a:ext>
              </a:extLst>
            </p:cNvPr>
            <p:cNvGrpSpPr/>
            <p:nvPr/>
          </p:nvGrpSpPr>
          <p:grpSpPr>
            <a:xfrm>
              <a:off x="230188" y="3882774"/>
              <a:ext cx="5472112" cy="3599111"/>
              <a:chOff x="1481886" y="6040634"/>
              <a:chExt cx="6006114" cy="4894687"/>
            </a:xfrm>
          </p:grpSpPr>
          <p:cxnSp>
            <p:nvCxnSpPr>
              <p:cNvPr id="5957" name="직선 연결선 5956">
                <a:extLst>
                  <a:ext uri="{FF2B5EF4-FFF2-40B4-BE49-F238E27FC236}">
                    <a16:creationId xmlns:a16="http://schemas.microsoft.com/office/drawing/2014/main" id="{8725C486-7704-4ABB-A4D1-69C8D0A6B1D9}"/>
                  </a:ext>
                </a:extLst>
              </p:cNvPr>
              <p:cNvCxnSpPr/>
              <p:nvPr/>
            </p:nvCxnSpPr>
            <p:spPr>
              <a:xfrm>
                <a:off x="1481886" y="641714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8" name="직선 연결선 5957">
                <a:extLst>
                  <a:ext uri="{FF2B5EF4-FFF2-40B4-BE49-F238E27FC236}">
                    <a16:creationId xmlns:a16="http://schemas.microsoft.com/office/drawing/2014/main" id="{0DC07483-95F3-4BAC-BE52-5CD48D4057A3}"/>
                  </a:ext>
                </a:extLst>
              </p:cNvPr>
              <p:cNvCxnSpPr/>
              <p:nvPr/>
            </p:nvCxnSpPr>
            <p:spPr>
              <a:xfrm>
                <a:off x="1481886" y="679366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9" name="직선 연결선 5958">
                <a:extLst>
                  <a:ext uri="{FF2B5EF4-FFF2-40B4-BE49-F238E27FC236}">
                    <a16:creationId xmlns:a16="http://schemas.microsoft.com/office/drawing/2014/main" id="{3B9EB0D8-A5A5-4431-A21D-16FD49244FC1}"/>
                  </a:ext>
                </a:extLst>
              </p:cNvPr>
              <p:cNvCxnSpPr/>
              <p:nvPr/>
            </p:nvCxnSpPr>
            <p:spPr>
              <a:xfrm>
                <a:off x="1481886" y="717017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0" name="직선 연결선 5959">
                <a:extLst>
                  <a:ext uri="{FF2B5EF4-FFF2-40B4-BE49-F238E27FC236}">
                    <a16:creationId xmlns:a16="http://schemas.microsoft.com/office/drawing/2014/main" id="{14DD8284-8537-4160-A479-2E7A5F345BBC}"/>
                  </a:ext>
                </a:extLst>
              </p:cNvPr>
              <p:cNvCxnSpPr/>
              <p:nvPr/>
            </p:nvCxnSpPr>
            <p:spPr>
              <a:xfrm>
                <a:off x="1481886" y="604063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1" name="직선 연결선 5960">
                <a:extLst>
                  <a:ext uri="{FF2B5EF4-FFF2-40B4-BE49-F238E27FC236}">
                    <a16:creationId xmlns:a16="http://schemas.microsoft.com/office/drawing/2014/main" id="{0B509A1C-40FF-4ED2-84B2-4DDF8A58A8C0}"/>
                  </a:ext>
                </a:extLst>
              </p:cNvPr>
              <p:cNvCxnSpPr/>
              <p:nvPr/>
            </p:nvCxnSpPr>
            <p:spPr>
              <a:xfrm>
                <a:off x="1481886" y="754669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2" name="직선 연결선 5961">
                <a:extLst>
                  <a:ext uri="{FF2B5EF4-FFF2-40B4-BE49-F238E27FC236}">
                    <a16:creationId xmlns:a16="http://schemas.microsoft.com/office/drawing/2014/main" id="{83631855-E9A6-444F-B11B-B3218D5323E3}"/>
                  </a:ext>
                </a:extLst>
              </p:cNvPr>
              <p:cNvCxnSpPr/>
              <p:nvPr/>
            </p:nvCxnSpPr>
            <p:spPr>
              <a:xfrm>
                <a:off x="1481886" y="829971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3" name="직선 연결선 5962">
                <a:extLst>
                  <a:ext uri="{FF2B5EF4-FFF2-40B4-BE49-F238E27FC236}">
                    <a16:creationId xmlns:a16="http://schemas.microsoft.com/office/drawing/2014/main" id="{0FB9CD7F-82F4-4C24-9129-F18A619C7FE2}"/>
                  </a:ext>
                </a:extLst>
              </p:cNvPr>
              <p:cNvCxnSpPr/>
              <p:nvPr/>
            </p:nvCxnSpPr>
            <p:spPr>
              <a:xfrm>
                <a:off x="1481886" y="867623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4" name="직선 연결선 5963">
                <a:extLst>
                  <a:ext uri="{FF2B5EF4-FFF2-40B4-BE49-F238E27FC236}">
                    <a16:creationId xmlns:a16="http://schemas.microsoft.com/office/drawing/2014/main" id="{E5BE25FE-EE50-4881-B7AF-729CA5931E83}"/>
                  </a:ext>
                </a:extLst>
              </p:cNvPr>
              <p:cNvCxnSpPr/>
              <p:nvPr/>
            </p:nvCxnSpPr>
            <p:spPr>
              <a:xfrm>
                <a:off x="1481886" y="9052746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5" name="직선 연결선 5964">
                <a:extLst>
                  <a:ext uri="{FF2B5EF4-FFF2-40B4-BE49-F238E27FC236}">
                    <a16:creationId xmlns:a16="http://schemas.microsoft.com/office/drawing/2014/main" id="{76BDD977-3121-4D15-B917-64B4D237E8B6}"/>
                  </a:ext>
                </a:extLst>
              </p:cNvPr>
              <p:cNvCxnSpPr/>
              <p:nvPr/>
            </p:nvCxnSpPr>
            <p:spPr>
              <a:xfrm>
                <a:off x="1481886" y="792320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6" name="직선 연결선 5965">
                <a:extLst>
                  <a:ext uri="{FF2B5EF4-FFF2-40B4-BE49-F238E27FC236}">
                    <a16:creationId xmlns:a16="http://schemas.microsoft.com/office/drawing/2014/main" id="{54AEF1CC-0A12-4711-91EA-B5624AF28885}"/>
                  </a:ext>
                </a:extLst>
              </p:cNvPr>
              <p:cNvCxnSpPr/>
              <p:nvPr/>
            </p:nvCxnSpPr>
            <p:spPr>
              <a:xfrm>
                <a:off x="1481886" y="9429260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7" name="직선 연결선 5966">
                <a:extLst>
                  <a:ext uri="{FF2B5EF4-FFF2-40B4-BE49-F238E27FC236}">
                    <a16:creationId xmlns:a16="http://schemas.microsoft.com/office/drawing/2014/main" id="{FE089EAD-CE6A-41B3-BF13-F8315BEF4300}"/>
                  </a:ext>
                </a:extLst>
              </p:cNvPr>
              <p:cNvCxnSpPr/>
              <p:nvPr/>
            </p:nvCxnSpPr>
            <p:spPr>
              <a:xfrm>
                <a:off x="1481886" y="10182288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8" name="직선 연결선 5967">
                <a:extLst>
                  <a:ext uri="{FF2B5EF4-FFF2-40B4-BE49-F238E27FC236}">
                    <a16:creationId xmlns:a16="http://schemas.microsoft.com/office/drawing/2014/main" id="{A400DA9A-64DE-4369-B82E-745DB831BC6A}"/>
                  </a:ext>
                </a:extLst>
              </p:cNvPr>
              <p:cNvCxnSpPr/>
              <p:nvPr/>
            </p:nvCxnSpPr>
            <p:spPr>
              <a:xfrm>
                <a:off x="1481886" y="10558802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9" name="직선 연결선 5968">
                <a:extLst>
                  <a:ext uri="{FF2B5EF4-FFF2-40B4-BE49-F238E27FC236}">
                    <a16:creationId xmlns:a16="http://schemas.microsoft.com/office/drawing/2014/main" id="{4AD5C4A5-ABE8-457B-9AE7-A7E3A640BC4A}"/>
                  </a:ext>
                </a:extLst>
              </p:cNvPr>
              <p:cNvCxnSpPr/>
              <p:nvPr/>
            </p:nvCxnSpPr>
            <p:spPr>
              <a:xfrm>
                <a:off x="1481886" y="10935321"/>
                <a:ext cx="600611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70" name="직선 연결선 5969">
                <a:extLst>
                  <a:ext uri="{FF2B5EF4-FFF2-40B4-BE49-F238E27FC236}">
                    <a16:creationId xmlns:a16="http://schemas.microsoft.com/office/drawing/2014/main" id="{C0B941DD-A58E-4611-BDFD-CB780D918912}"/>
                  </a:ext>
                </a:extLst>
              </p:cNvPr>
              <p:cNvCxnSpPr/>
              <p:nvPr/>
            </p:nvCxnSpPr>
            <p:spPr>
              <a:xfrm>
                <a:off x="1481886" y="9805774"/>
                <a:ext cx="6006114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71" name="직선 연결선 5970">
              <a:extLst>
                <a:ext uri="{FF2B5EF4-FFF2-40B4-BE49-F238E27FC236}">
                  <a16:creationId xmlns:a16="http://schemas.microsoft.com/office/drawing/2014/main" id="{84FF11E4-73B0-4385-A119-7EFBE4FE186A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2" name="직선 연결선 5971">
              <a:extLst>
                <a:ext uri="{FF2B5EF4-FFF2-40B4-BE49-F238E27FC236}">
                  <a16:creationId xmlns:a16="http://schemas.microsoft.com/office/drawing/2014/main" id="{42F6B0C3-F4EC-4601-9BB1-EAB7F6F075C2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185">
            <a:hlinkClick r:id="rId2"/>
            <a:extLst>
              <a:ext uri="{FF2B5EF4-FFF2-40B4-BE49-F238E27FC236}">
                <a16:creationId xmlns:a16="http://schemas.microsoft.com/office/drawing/2014/main" id="{0A3FB8CD-EC78-47D0-AF24-FE593AA2BDFC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TextBox 186">
            <a:hlinkClick r:id="rId3"/>
            <a:extLst>
              <a:ext uri="{FF2B5EF4-FFF2-40B4-BE49-F238E27FC236}">
                <a16:creationId xmlns:a16="http://schemas.microsoft.com/office/drawing/2014/main" id="{479A87E2-28B3-4F67-838C-5B3616B3EB22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xtBox 184">
            <a:hlinkClick r:id="rId4"/>
            <a:extLst>
              <a:ext uri="{FF2B5EF4-FFF2-40B4-BE49-F238E27FC236}">
                <a16:creationId xmlns:a16="http://schemas.microsoft.com/office/drawing/2014/main" id="{814A3C37-D52F-458E-9943-D45660B26F1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268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101</cp:revision>
  <dcterms:created xsi:type="dcterms:W3CDTF">2021-10-29T04:43:38Z</dcterms:created>
  <dcterms:modified xsi:type="dcterms:W3CDTF">2021-12-14T04:29:47Z</dcterms:modified>
</cp:coreProperties>
</file>
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774" y="36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91" name="그룹 23890">
            <a:extLst>
              <a:ext uri="{FF2B5EF4-FFF2-40B4-BE49-F238E27FC236}">
                <a16:creationId xmlns:a16="http://schemas.microsoft.com/office/drawing/2014/main" id="{EE37810C-CC5B-48B9-B5D2-47054B64254B}"/>
              </a:ext>
            </a:extLst>
          </p:cNvPr>
          <p:cNvGrpSpPr/>
          <p:nvPr/>
        </p:nvGrpSpPr>
        <p:grpSpPr>
          <a:xfrm>
            <a:off x="302419" y="462531"/>
            <a:ext cx="5472112" cy="7019355"/>
            <a:chOff x="230188" y="462531"/>
            <a:chExt cx="5472112" cy="7019355"/>
          </a:xfrm>
        </p:grpSpPr>
        <p:cxnSp>
          <p:nvCxnSpPr>
            <p:cNvPr id="5787" name="직선 연결선 5786">
              <a:extLst>
                <a:ext uri="{FF2B5EF4-FFF2-40B4-BE49-F238E27FC236}">
                  <a16:creationId xmlns:a16="http://schemas.microsoft.com/office/drawing/2014/main" id="{74392B80-319E-42D7-8137-100880ABFBEF}"/>
                </a:ext>
              </a:extLst>
            </p:cNvPr>
            <p:cNvCxnSpPr/>
            <p:nvPr/>
          </p:nvCxnSpPr>
          <p:spPr>
            <a:xfrm>
              <a:off x="230188" y="4436484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88" name="직선 연결선 5787">
              <a:extLst>
                <a:ext uri="{FF2B5EF4-FFF2-40B4-BE49-F238E27FC236}">
                  <a16:creationId xmlns:a16="http://schemas.microsoft.com/office/drawing/2014/main" id="{D3550832-AA9C-4CE5-AAB4-889978B2BFD6}"/>
                </a:ext>
              </a:extLst>
            </p:cNvPr>
            <p:cNvCxnSpPr/>
            <p:nvPr/>
          </p:nvCxnSpPr>
          <p:spPr>
            <a:xfrm>
              <a:off x="230188" y="4713338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89" name="직선 연결선 5788">
              <a:extLst>
                <a:ext uri="{FF2B5EF4-FFF2-40B4-BE49-F238E27FC236}">
                  <a16:creationId xmlns:a16="http://schemas.microsoft.com/office/drawing/2014/main" id="{8300D2DA-0662-4F9D-9143-B72478045F49}"/>
                </a:ext>
              </a:extLst>
            </p:cNvPr>
            <p:cNvCxnSpPr/>
            <p:nvPr/>
          </p:nvCxnSpPr>
          <p:spPr>
            <a:xfrm>
              <a:off x="230188" y="4990193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90" name="직선 연결선 5789">
              <a:extLst>
                <a:ext uri="{FF2B5EF4-FFF2-40B4-BE49-F238E27FC236}">
                  <a16:creationId xmlns:a16="http://schemas.microsoft.com/office/drawing/2014/main" id="{94705424-B5DE-4910-A28D-6BE98CF594D4}"/>
                </a:ext>
              </a:extLst>
            </p:cNvPr>
            <p:cNvCxnSpPr/>
            <p:nvPr/>
          </p:nvCxnSpPr>
          <p:spPr>
            <a:xfrm>
              <a:off x="230188" y="5543901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91" name="직선 연결선 5790">
              <a:extLst>
                <a:ext uri="{FF2B5EF4-FFF2-40B4-BE49-F238E27FC236}">
                  <a16:creationId xmlns:a16="http://schemas.microsoft.com/office/drawing/2014/main" id="{75F3AB7B-7A2B-43A8-9884-F589066E2F5E}"/>
                </a:ext>
              </a:extLst>
            </p:cNvPr>
            <p:cNvCxnSpPr/>
            <p:nvPr/>
          </p:nvCxnSpPr>
          <p:spPr>
            <a:xfrm>
              <a:off x="230188" y="5820756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92" name="직선 연결선 5791">
              <a:extLst>
                <a:ext uri="{FF2B5EF4-FFF2-40B4-BE49-F238E27FC236}">
                  <a16:creationId xmlns:a16="http://schemas.microsoft.com/office/drawing/2014/main" id="{449C76E6-A029-45E2-AD36-B939A302BE67}"/>
                </a:ext>
              </a:extLst>
            </p:cNvPr>
            <p:cNvCxnSpPr/>
            <p:nvPr/>
          </p:nvCxnSpPr>
          <p:spPr>
            <a:xfrm>
              <a:off x="230188" y="6097610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93" name="직선 연결선 5792">
              <a:extLst>
                <a:ext uri="{FF2B5EF4-FFF2-40B4-BE49-F238E27FC236}">
                  <a16:creationId xmlns:a16="http://schemas.microsoft.com/office/drawing/2014/main" id="{8E2B585A-D6FD-4878-B133-D73A9A9F3EE8}"/>
                </a:ext>
              </a:extLst>
            </p:cNvPr>
            <p:cNvCxnSpPr/>
            <p:nvPr/>
          </p:nvCxnSpPr>
          <p:spPr>
            <a:xfrm>
              <a:off x="230188" y="5267047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94" name="직선 연결선 5793">
              <a:extLst>
                <a:ext uri="{FF2B5EF4-FFF2-40B4-BE49-F238E27FC236}">
                  <a16:creationId xmlns:a16="http://schemas.microsoft.com/office/drawing/2014/main" id="{26C61B77-97A3-42C1-8B06-D2CFFBC6EE15}"/>
                </a:ext>
              </a:extLst>
            </p:cNvPr>
            <p:cNvCxnSpPr/>
            <p:nvPr/>
          </p:nvCxnSpPr>
          <p:spPr>
            <a:xfrm>
              <a:off x="230188" y="6374465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95" name="직선 연결선 5794">
              <a:extLst>
                <a:ext uri="{FF2B5EF4-FFF2-40B4-BE49-F238E27FC236}">
                  <a16:creationId xmlns:a16="http://schemas.microsoft.com/office/drawing/2014/main" id="{6E6CC99E-3D7B-4F4A-B1F3-A8685CD00A45}"/>
                </a:ext>
              </a:extLst>
            </p:cNvPr>
            <p:cNvCxnSpPr/>
            <p:nvPr/>
          </p:nvCxnSpPr>
          <p:spPr>
            <a:xfrm>
              <a:off x="230188" y="6928174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96" name="직선 연결선 5795">
              <a:extLst>
                <a:ext uri="{FF2B5EF4-FFF2-40B4-BE49-F238E27FC236}">
                  <a16:creationId xmlns:a16="http://schemas.microsoft.com/office/drawing/2014/main" id="{532AC1F4-C523-4D71-B1A7-FEC8A90AF61B}"/>
                </a:ext>
              </a:extLst>
            </p:cNvPr>
            <p:cNvCxnSpPr/>
            <p:nvPr/>
          </p:nvCxnSpPr>
          <p:spPr>
            <a:xfrm>
              <a:off x="230188" y="7205028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97" name="직선 연결선 5796">
              <a:extLst>
                <a:ext uri="{FF2B5EF4-FFF2-40B4-BE49-F238E27FC236}">
                  <a16:creationId xmlns:a16="http://schemas.microsoft.com/office/drawing/2014/main" id="{C95C44FF-AEE2-46FF-8B0D-43A23F15690F}"/>
                </a:ext>
              </a:extLst>
            </p:cNvPr>
            <p:cNvCxnSpPr/>
            <p:nvPr/>
          </p:nvCxnSpPr>
          <p:spPr>
            <a:xfrm>
              <a:off x="230188" y="7481886"/>
              <a:ext cx="5472112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98" name="직선 연결선 5797">
              <a:extLst>
                <a:ext uri="{FF2B5EF4-FFF2-40B4-BE49-F238E27FC236}">
                  <a16:creationId xmlns:a16="http://schemas.microsoft.com/office/drawing/2014/main" id="{AB4FCBAB-1564-48E3-8D27-89BD8BBFD26A}"/>
                </a:ext>
              </a:extLst>
            </p:cNvPr>
            <p:cNvCxnSpPr/>
            <p:nvPr/>
          </p:nvCxnSpPr>
          <p:spPr>
            <a:xfrm>
              <a:off x="230188" y="6651319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99" name="직선 연결선 5798">
              <a:extLst>
                <a:ext uri="{FF2B5EF4-FFF2-40B4-BE49-F238E27FC236}">
                  <a16:creationId xmlns:a16="http://schemas.microsoft.com/office/drawing/2014/main" id="{1C536E75-B547-446C-A106-98E876666864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00" name="직선 연결선 5799">
              <a:extLst>
                <a:ext uri="{FF2B5EF4-FFF2-40B4-BE49-F238E27FC236}">
                  <a16:creationId xmlns:a16="http://schemas.microsoft.com/office/drawing/2014/main" id="{D906DFA3-1A88-44D3-9377-8720546DA2E7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01" name="직선 연결선 5800">
              <a:extLst>
                <a:ext uri="{FF2B5EF4-FFF2-40B4-BE49-F238E27FC236}">
                  <a16:creationId xmlns:a16="http://schemas.microsoft.com/office/drawing/2014/main" id="{AB9EDBB7-96C0-4B9E-BAE3-17A471C335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97000" y="3302377"/>
              <a:ext cx="857250" cy="85725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02" name="직선 연결선 5801">
              <a:extLst>
                <a:ext uri="{FF2B5EF4-FFF2-40B4-BE49-F238E27FC236}">
                  <a16:creationId xmlns:a16="http://schemas.microsoft.com/office/drawing/2014/main" id="{2F6ADB22-FC6C-4108-9523-87312E5C92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54250" y="759281"/>
              <a:ext cx="0" cy="2543096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03" name="직선 연결선 5802">
              <a:extLst>
                <a:ext uri="{FF2B5EF4-FFF2-40B4-BE49-F238E27FC236}">
                  <a16:creationId xmlns:a16="http://schemas.microsoft.com/office/drawing/2014/main" id="{793B0266-FFCE-4EF6-95B6-8C310B300FBE}"/>
                </a:ext>
              </a:extLst>
            </p:cNvPr>
            <p:cNvCxnSpPr>
              <a:cxnSpLocks/>
            </p:cNvCxnSpPr>
            <p:nvPr/>
          </p:nvCxnSpPr>
          <p:spPr>
            <a:xfrm>
              <a:off x="2254250" y="3302377"/>
              <a:ext cx="2552699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04" name="직선 연결선 5803">
              <a:extLst>
                <a:ext uri="{FF2B5EF4-FFF2-40B4-BE49-F238E27FC236}">
                  <a16:creationId xmlns:a16="http://schemas.microsoft.com/office/drawing/2014/main" id="{FC6248CF-1FC9-42DB-BA4D-5E1CCB104D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97000" y="2030788"/>
              <a:ext cx="857250" cy="85725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05" name="직선 연결선 5804">
              <a:extLst>
                <a:ext uri="{FF2B5EF4-FFF2-40B4-BE49-F238E27FC236}">
                  <a16:creationId xmlns:a16="http://schemas.microsoft.com/office/drawing/2014/main" id="{A6C371C9-7EDB-4BEF-84B5-EC12568489EC}"/>
                </a:ext>
              </a:extLst>
            </p:cNvPr>
            <p:cNvCxnSpPr>
              <a:cxnSpLocks/>
            </p:cNvCxnSpPr>
            <p:nvPr/>
          </p:nvCxnSpPr>
          <p:spPr>
            <a:xfrm>
              <a:off x="2254250" y="2036431"/>
              <a:ext cx="2552699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06" name="직선 연결선 5805">
              <a:extLst>
                <a:ext uri="{FF2B5EF4-FFF2-40B4-BE49-F238E27FC236}">
                  <a16:creationId xmlns:a16="http://schemas.microsoft.com/office/drawing/2014/main" id="{9684C106-9D89-47D0-921D-A3CB22313F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84550" y="759281"/>
              <a:ext cx="0" cy="2543096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07" name="직선 연결선 5806">
              <a:extLst>
                <a:ext uri="{FF2B5EF4-FFF2-40B4-BE49-F238E27FC236}">
                  <a16:creationId xmlns:a16="http://schemas.microsoft.com/office/drawing/2014/main" id="{A8E4FAE0-E38C-41FA-9498-A1CF12D5EA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97000" y="1616531"/>
              <a:ext cx="0" cy="2543096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08" name="직선 연결선 5807">
              <a:extLst>
                <a:ext uri="{FF2B5EF4-FFF2-40B4-BE49-F238E27FC236}">
                  <a16:creationId xmlns:a16="http://schemas.microsoft.com/office/drawing/2014/main" id="{10727750-97DF-4D0C-ACC3-DAAA71E85A54}"/>
                </a:ext>
              </a:extLst>
            </p:cNvPr>
            <p:cNvCxnSpPr>
              <a:cxnSpLocks/>
            </p:cNvCxnSpPr>
            <p:nvPr/>
          </p:nvCxnSpPr>
          <p:spPr>
            <a:xfrm>
              <a:off x="2254250" y="759281"/>
              <a:ext cx="2552699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09" name="직선 연결선 5808">
              <a:extLst>
                <a:ext uri="{FF2B5EF4-FFF2-40B4-BE49-F238E27FC236}">
                  <a16:creationId xmlns:a16="http://schemas.microsoft.com/office/drawing/2014/main" id="{A011F9D0-2003-4130-A023-55A1510791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06949" y="759281"/>
              <a:ext cx="0" cy="2543096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10" name="직선 연결선 5809">
              <a:extLst>
                <a:ext uri="{FF2B5EF4-FFF2-40B4-BE49-F238E27FC236}">
                  <a16:creationId xmlns:a16="http://schemas.microsoft.com/office/drawing/2014/main" id="{4D98284F-2951-4B4E-B4E8-92CCCEA054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49699" y="3302377"/>
              <a:ext cx="857250" cy="85725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11" name="직선 연결선 5810">
              <a:extLst>
                <a:ext uri="{FF2B5EF4-FFF2-40B4-BE49-F238E27FC236}">
                  <a16:creationId xmlns:a16="http://schemas.microsoft.com/office/drawing/2014/main" id="{93A1EAC3-03A3-4CDC-8C99-2E82B5FD7A94}"/>
                </a:ext>
              </a:extLst>
            </p:cNvPr>
            <p:cNvCxnSpPr>
              <a:cxnSpLocks/>
            </p:cNvCxnSpPr>
            <p:nvPr/>
          </p:nvCxnSpPr>
          <p:spPr>
            <a:xfrm>
              <a:off x="1397000" y="4159627"/>
              <a:ext cx="2552699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12" name="직선 연결선 5811">
              <a:extLst>
                <a:ext uri="{FF2B5EF4-FFF2-40B4-BE49-F238E27FC236}">
                  <a16:creationId xmlns:a16="http://schemas.microsoft.com/office/drawing/2014/main" id="{9707A05D-0127-4A2D-A40A-8BCEB3252B54}"/>
                </a:ext>
              </a:extLst>
            </p:cNvPr>
            <p:cNvCxnSpPr>
              <a:cxnSpLocks/>
            </p:cNvCxnSpPr>
            <p:nvPr/>
          </p:nvCxnSpPr>
          <p:spPr>
            <a:xfrm>
              <a:off x="1825087" y="3731002"/>
              <a:ext cx="2552699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13" name="직선 연결선 5812">
              <a:extLst>
                <a:ext uri="{FF2B5EF4-FFF2-40B4-BE49-F238E27FC236}">
                  <a16:creationId xmlns:a16="http://schemas.microsoft.com/office/drawing/2014/main" id="{CA43967D-DEF0-48A7-81EC-0E6BE67D61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97000" y="761847"/>
              <a:ext cx="857250" cy="85725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14" name="직선 연결선 5813">
              <a:extLst>
                <a:ext uri="{FF2B5EF4-FFF2-40B4-BE49-F238E27FC236}">
                  <a16:creationId xmlns:a16="http://schemas.microsoft.com/office/drawing/2014/main" id="{AA5C91DF-9A96-4582-85E5-3E9AB15204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49699" y="761847"/>
              <a:ext cx="857250" cy="85725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15" name="직선 연결선 5814">
              <a:extLst>
                <a:ext uri="{FF2B5EF4-FFF2-40B4-BE49-F238E27FC236}">
                  <a16:creationId xmlns:a16="http://schemas.microsoft.com/office/drawing/2014/main" id="{DA0952BF-7FAF-4584-8F50-C2D8AB944176}"/>
                </a:ext>
              </a:extLst>
            </p:cNvPr>
            <p:cNvCxnSpPr>
              <a:cxnSpLocks/>
            </p:cNvCxnSpPr>
            <p:nvPr/>
          </p:nvCxnSpPr>
          <p:spPr>
            <a:xfrm>
              <a:off x="1397000" y="1616531"/>
              <a:ext cx="2552699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16" name="직선 연결선 5815">
              <a:extLst>
                <a:ext uri="{FF2B5EF4-FFF2-40B4-BE49-F238E27FC236}">
                  <a16:creationId xmlns:a16="http://schemas.microsoft.com/office/drawing/2014/main" id="{929FA4BD-C854-415C-95E1-5623A392B9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49699" y="1626942"/>
              <a:ext cx="0" cy="2543096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17" name="직선 연결선 5816">
              <a:extLst>
                <a:ext uri="{FF2B5EF4-FFF2-40B4-BE49-F238E27FC236}">
                  <a16:creationId xmlns:a16="http://schemas.microsoft.com/office/drawing/2014/main" id="{6765E836-B3B2-42B4-ABF8-F6A194D1B0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27300" y="3302377"/>
              <a:ext cx="857250" cy="85725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18" name="직선 연결선 5817">
              <a:extLst>
                <a:ext uri="{FF2B5EF4-FFF2-40B4-BE49-F238E27FC236}">
                  <a16:creationId xmlns:a16="http://schemas.microsoft.com/office/drawing/2014/main" id="{82FAB7F3-DB3C-4A7D-BE3D-C5B00E0529BA}"/>
                </a:ext>
              </a:extLst>
            </p:cNvPr>
            <p:cNvCxnSpPr>
              <a:cxnSpLocks/>
            </p:cNvCxnSpPr>
            <p:nvPr/>
          </p:nvCxnSpPr>
          <p:spPr>
            <a:xfrm>
              <a:off x="1396999" y="2878969"/>
              <a:ext cx="2552699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19" name="직선 연결선 5818">
              <a:extLst>
                <a:ext uri="{FF2B5EF4-FFF2-40B4-BE49-F238E27FC236}">
                  <a16:creationId xmlns:a16="http://schemas.microsoft.com/office/drawing/2014/main" id="{98520C62-F280-4F13-8932-7DF7D605E1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49161" y="2030788"/>
              <a:ext cx="857250" cy="85725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20" name="직선 연결선 5819">
              <a:extLst>
                <a:ext uri="{FF2B5EF4-FFF2-40B4-BE49-F238E27FC236}">
                  <a16:creationId xmlns:a16="http://schemas.microsoft.com/office/drawing/2014/main" id="{4A1F58FE-AA2C-4B00-915F-4B00D3FDAA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26123" y="2033962"/>
              <a:ext cx="857250" cy="85725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21" name="직선 연결선 5820">
              <a:extLst>
                <a:ext uri="{FF2B5EF4-FFF2-40B4-BE49-F238E27FC236}">
                  <a16:creationId xmlns:a16="http://schemas.microsoft.com/office/drawing/2014/main" id="{799DE30C-6F88-43BB-A9DE-FDDF1AE1F570}"/>
                </a:ext>
              </a:extLst>
            </p:cNvPr>
            <p:cNvCxnSpPr>
              <a:cxnSpLocks/>
            </p:cNvCxnSpPr>
            <p:nvPr/>
          </p:nvCxnSpPr>
          <p:spPr>
            <a:xfrm>
              <a:off x="1834611" y="2457700"/>
              <a:ext cx="2552699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22" name="직선 연결선 5821">
              <a:extLst>
                <a:ext uri="{FF2B5EF4-FFF2-40B4-BE49-F238E27FC236}">
                  <a16:creationId xmlns:a16="http://schemas.microsoft.com/office/drawing/2014/main" id="{3B90A725-AA23-46B4-B768-B18911442B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66244" y="1186152"/>
              <a:ext cx="0" cy="2543096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23" name="직선 연결선 5822">
              <a:extLst>
                <a:ext uri="{FF2B5EF4-FFF2-40B4-BE49-F238E27FC236}">
                  <a16:creationId xmlns:a16="http://schemas.microsoft.com/office/drawing/2014/main" id="{1A674816-9E31-4AB9-9157-F0268DD1BF65}"/>
                </a:ext>
              </a:extLst>
            </p:cNvPr>
            <p:cNvCxnSpPr>
              <a:cxnSpLocks/>
            </p:cNvCxnSpPr>
            <p:nvPr/>
          </p:nvCxnSpPr>
          <p:spPr>
            <a:xfrm>
              <a:off x="1834611" y="1186152"/>
              <a:ext cx="2552699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24" name="직선 연결선 5823">
              <a:extLst>
                <a:ext uri="{FF2B5EF4-FFF2-40B4-BE49-F238E27FC236}">
                  <a16:creationId xmlns:a16="http://schemas.microsoft.com/office/drawing/2014/main" id="{92027225-2759-435A-8DC8-A8C3F08AD4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33267" y="752225"/>
              <a:ext cx="857250" cy="85725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25" name="직선 연결선 5824">
              <a:extLst>
                <a:ext uri="{FF2B5EF4-FFF2-40B4-BE49-F238E27FC236}">
                  <a16:creationId xmlns:a16="http://schemas.microsoft.com/office/drawing/2014/main" id="{B33BCB89-BF40-4613-9E55-387CFC4572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36442" y="1596342"/>
              <a:ext cx="0" cy="2543096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26" name="직선 연결선 5825">
              <a:extLst>
                <a:ext uri="{FF2B5EF4-FFF2-40B4-BE49-F238E27FC236}">
                  <a16:creationId xmlns:a16="http://schemas.microsoft.com/office/drawing/2014/main" id="{AF72384E-C593-495E-9B20-19374EB298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34611" y="1186152"/>
              <a:ext cx="0" cy="2543096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27" name="직선 연결선 5826">
              <a:extLst>
                <a:ext uri="{FF2B5EF4-FFF2-40B4-BE49-F238E27FC236}">
                  <a16:creationId xmlns:a16="http://schemas.microsoft.com/office/drawing/2014/main" id="{93FC4F96-0420-4A17-8D98-B33CB31A63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87310" y="1186152"/>
              <a:ext cx="0" cy="2543096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TextBox 185">
            <a:hlinkClick r:id="rId2"/>
            <a:extLst>
              <a:ext uri="{FF2B5EF4-FFF2-40B4-BE49-F238E27FC236}">
                <a16:creationId xmlns:a16="http://schemas.microsoft.com/office/drawing/2014/main" id="{B727F369-5170-46EB-8121-15CD8B2E01C7}"/>
              </a:ext>
            </a:extLst>
          </p:cNvPr>
          <p:cNvSpPr txBox="1"/>
          <p:nvPr/>
        </p:nvSpPr>
        <p:spPr>
          <a:xfrm>
            <a:off x="5233839" y="7553348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6" name="TextBox 186">
            <a:hlinkClick r:id="rId3"/>
            <a:extLst>
              <a:ext uri="{FF2B5EF4-FFF2-40B4-BE49-F238E27FC236}">
                <a16:creationId xmlns:a16="http://schemas.microsoft.com/office/drawing/2014/main" id="{0CADAFBB-8785-4E93-ACAF-543A867448C8}"/>
              </a:ext>
            </a:extLst>
          </p:cNvPr>
          <p:cNvSpPr txBox="1"/>
          <p:nvPr/>
        </p:nvSpPr>
        <p:spPr>
          <a:xfrm>
            <a:off x="2525732" y="7553348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7" name="TextBox 184">
            <a:hlinkClick r:id="rId4"/>
            <a:extLst>
              <a:ext uri="{FF2B5EF4-FFF2-40B4-BE49-F238E27FC236}">
                <a16:creationId xmlns:a16="http://schemas.microsoft.com/office/drawing/2014/main" id="{59616C70-FBA0-4A04-AC3A-359C3C052CC4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276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94</cp:revision>
  <dcterms:created xsi:type="dcterms:W3CDTF">2021-10-29T04:43:38Z</dcterms:created>
  <dcterms:modified xsi:type="dcterms:W3CDTF">2021-12-14T04:40:27Z</dcterms:modified>
</cp:coreProperties>
</file>
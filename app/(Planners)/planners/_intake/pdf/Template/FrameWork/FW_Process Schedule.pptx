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23" name="그룹 5322">
            <a:extLst>
              <a:ext uri="{FF2B5EF4-FFF2-40B4-BE49-F238E27FC236}">
                <a16:creationId xmlns:a16="http://schemas.microsoft.com/office/drawing/2014/main" id="{F0EF38ED-4957-41FB-A2E7-5A3556C71D47}"/>
              </a:ext>
            </a:extLst>
          </p:cNvPr>
          <p:cNvGrpSpPr/>
          <p:nvPr/>
        </p:nvGrpSpPr>
        <p:grpSpPr>
          <a:xfrm>
            <a:off x="230188" y="599912"/>
            <a:ext cx="5472112" cy="3740265"/>
            <a:chOff x="129372" y="573922"/>
            <a:chExt cx="7455348" cy="5095835"/>
          </a:xfrm>
        </p:grpSpPr>
        <p:cxnSp>
          <p:nvCxnSpPr>
            <p:cNvPr id="5324" name="직선 연결선 5323">
              <a:extLst>
                <a:ext uri="{FF2B5EF4-FFF2-40B4-BE49-F238E27FC236}">
                  <a16:creationId xmlns:a16="http://schemas.microsoft.com/office/drawing/2014/main" id="{233D3444-F250-4EB4-8E3E-B3CB0C836A65}"/>
                </a:ext>
              </a:extLst>
            </p:cNvPr>
            <p:cNvCxnSpPr/>
            <p:nvPr/>
          </p:nvCxnSpPr>
          <p:spPr>
            <a:xfrm rot="16200000">
              <a:off x="3858682" y="1634894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5" name="직선 연결선 5324">
              <a:extLst>
                <a:ext uri="{FF2B5EF4-FFF2-40B4-BE49-F238E27FC236}">
                  <a16:creationId xmlns:a16="http://schemas.microsoft.com/office/drawing/2014/main" id="{B7A986AD-6897-44E9-B02B-EF6156CCF970}"/>
                </a:ext>
              </a:extLst>
            </p:cNvPr>
            <p:cNvCxnSpPr/>
            <p:nvPr/>
          </p:nvCxnSpPr>
          <p:spPr>
            <a:xfrm rot="16200000">
              <a:off x="3858682" y="1326056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6" name="직선 연결선 5325">
              <a:extLst>
                <a:ext uri="{FF2B5EF4-FFF2-40B4-BE49-F238E27FC236}">
                  <a16:creationId xmlns:a16="http://schemas.microsoft.com/office/drawing/2014/main" id="{2B27AEC0-C0E0-44B2-A58A-E12275E8F5A5}"/>
                </a:ext>
              </a:extLst>
            </p:cNvPr>
            <p:cNvCxnSpPr/>
            <p:nvPr/>
          </p:nvCxnSpPr>
          <p:spPr>
            <a:xfrm rot="16200000">
              <a:off x="3858682" y="1017218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7" name="직선 연결선 5326">
              <a:extLst>
                <a:ext uri="{FF2B5EF4-FFF2-40B4-BE49-F238E27FC236}">
                  <a16:creationId xmlns:a16="http://schemas.microsoft.com/office/drawing/2014/main" id="{425CEBE4-3F66-41B0-B5AC-43948F65DC55}"/>
                </a:ext>
              </a:extLst>
            </p:cNvPr>
            <p:cNvCxnSpPr/>
            <p:nvPr/>
          </p:nvCxnSpPr>
          <p:spPr>
            <a:xfrm rot="16200000">
              <a:off x="3858682" y="708380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8" name="직선 연결선 5327">
              <a:extLst>
                <a:ext uri="{FF2B5EF4-FFF2-40B4-BE49-F238E27FC236}">
                  <a16:creationId xmlns:a16="http://schemas.microsoft.com/office/drawing/2014/main" id="{35FF976E-FF9A-4642-91E5-412C7A726F78}"/>
                </a:ext>
              </a:extLst>
            </p:cNvPr>
            <p:cNvCxnSpPr/>
            <p:nvPr/>
          </p:nvCxnSpPr>
          <p:spPr>
            <a:xfrm rot="16200000">
              <a:off x="3858682" y="399542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9" name="직선 연결선 5328">
              <a:extLst>
                <a:ext uri="{FF2B5EF4-FFF2-40B4-BE49-F238E27FC236}">
                  <a16:creationId xmlns:a16="http://schemas.microsoft.com/office/drawing/2014/main" id="{1AA3B7D3-1665-42E4-AEB4-617B9D35E109}"/>
                </a:ext>
              </a:extLst>
            </p:cNvPr>
            <p:cNvCxnSpPr/>
            <p:nvPr/>
          </p:nvCxnSpPr>
          <p:spPr>
            <a:xfrm rot="16200000">
              <a:off x="3858682" y="90704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0" name="직선 연결선 5329">
              <a:extLst>
                <a:ext uri="{FF2B5EF4-FFF2-40B4-BE49-F238E27FC236}">
                  <a16:creationId xmlns:a16="http://schemas.microsoft.com/office/drawing/2014/main" id="{288A7B85-2F59-46D4-891F-8152E86DE90F}"/>
                </a:ext>
              </a:extLst>
            </p:cNvPr>
            <p:cNvCxnSpPr/>
            <p:nvPr/>
          </p:nvCxnSpPr>
          <p:spPr>
            <a:xfrm rot="16200000">
              <a:off x="3858682" y="-218134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1" name="직선 연결선 5330">
              <a:extLst>
                <a:ext uri="{FF2B5EF4-FFF2-40B4-BE49-F238E27FC236}">
                  <a16:creationId xmlns:a16="http://schemas.microsoft.com/office/drawing/2014/main" id="{710AA5B8-755D-4DB1-9090-09A094222937}"/>
                </a:ext>
              </a:extLst>
            </p:cNvPr>
            <p:cNvCxnSpPr/>
            <p:nvPr/>
          </p:nvCxnSpPr>
          <p:spPr>
            <a:xfrm rot="16200000">
              <a:off x="3858682" y="-526972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2" name="직선 연결선 5331">
              <a:extLst>
                <a:ext uri="{FF2B5EF4-FFF2-40B4-BE49-F238E27FC236}">
                  <a16:creationId xmlns:a16="http://schemas.microsoft.com/office/drawing/2014/main" id="{AF0FA3AD-AABE-4833-B941-FFF8AD41E8B3}"/>
                </a:ext>
              </a:extLst>
            </p:cNvPr>
            <p:cNvCxnSpPr/>
            <p:nvPr/>
          </p:nvCxnSpPr>
          <p:spPr>
            <a:xfrm rot="16200000">
              <a:off x="3858682" y="-835810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3" name="직선 연결선 5332">
              <a:extLst>
                <a:ext uri="{FF2B5EF4-FFF2-40B4-BE49-F238E27FC236}">
                  <a16:creationId xmlns:a16="http://schemas.microsoft.com/office/drawing/2014/main" id="{97E30DBB-E4F9-4BBC-8ED8-9BC7F6DF08DE}"/>
                </a:ext>
              </a:extLst>
            </p:cNvPr>
            <p:cNvCxnSpPr/>
            <p:nvPr/>
          </p:nvCxnSpPr>
          <p:spPr>
            <a:xfrm rot="16200000">
              <a:off x="3858682" y="-1144648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4" name="직선 연결선 5333">
              <a:extLst>
                <a:ext uri="{FF2B5EF4-FFF2-40B4-BE49-F238E27FC236}">
                  <a16:creationId xmlns:a16="http://schemas.microsoft.com/office/drawing/2014/main" id="{40EFC240-48A3-40CF-82B5-69C8B4B0FC16}"/>
                </a:ext>
              </a:extLst>
            </p:cNvPr>
            <p:cNvCxnSpPr/>
            <p:nvPr/>
          </p:nvCxnSpPr>
          <p:spPr>
            <a:xfrm rot="16200000">
              <a:off x="3858682" y="-1453486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5" name="직선 연결선 5334">
              <a:extLst>
                <a:ext uri="{FF2B5EF4-FFF2-40B4-BE49-F238E27FC236}">
                  <a16:creationId xmlns:a16="http://schemas.microsoft.com/office/drawing/2014/main" id="{0C78EE2B-61C5-4053-807B-42550D292350}"/>
                </a:ext>
              </a:extLst>
            </p:cNvPr>
            <p:cNvCxnSpPr/>
            <p:nvPr/>
          </p:nvCxnSpPr>
          <p:spPr>
            <a:xfrm rot="16200000">
              <a:off x="3858682" y="-1762324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6" name="직선 연결선 5335">
              <a:extLst>
                <a:ext uri="{FF2B5EF4-FFF2-40B4-BE49-F238E27FC236}">
                  <a16:creationId xmlns:a16="http://schemas.microsoft.com/office/drawing/2014/main" id="{0722D2FD-454A-4F3F-85AC-DB5062083496}"/>
                </a:ext>
              </a:extLst>
            </p:cNvPr>
            <p:cNvCxnSpPr/>
            <p:nvPr/>
          </p:nvCxnSpPr>
          <p:spPr>
            <a:xfrm rot="16200000">
              <a:off x="3858682" y="-2071162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7" name="직선 연결선 5336">
              <a:extLst>
                <a:ext uri="{FF2B5EF4-FFF2-40B4-BE49-F238E27FC236}">
                  <a16:creationId xmlns:a16="http://schemas.microsoft.com/office/drawing/2014/main" id="{C88326B5-A99F-4877-864B-11130A9971B4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858684" y="1789313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8" name="직선 연결선 5337">
              <a:extLst>
                <a:ext uri="{FF2B5EF4-FFF2-40B4-BE49-F238E27FC236}">
                  <a16:creationId xmlns:a16="http://schemas.microsoft.com/office/drawing/2014/main" id="{44C0395D-5E36-4A9F-BA74-EE60DA2BBC43}"/>
                </a:ext>
              </a:extLst>
            </p:cNvPr>
            <p:cNvCxnSpPr/>
            <p:nvPr/>
          </p:nvCxnSpPr>
          <p:spPr>
            <a:xfrm rot="16200000">
              <a:off x="3858684" y="1480475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39" name="직선 연결선 5338">
              <a:extLst>
                <a:ext uri="{FF2B5EF4-FFF2-40B4-BE49-F238E27FC236}">
                  <a16:creationId xmlns:a16="http://schemas.microsoft.com/office/drawing/2014/main" id="{9E1B70F2-E5F1-481B-A730-113EAA2F4169}"/>
                </a:ext>
              </a:extLst>
            </p:cNvPr>
            <p:cNvCxnSpPr/>
            <p:nvPr/>
          </p:nvCxnSpPr>
          <p:spPr>
            <a:xfrm rot="16200000">
              <a:off x="3858684" y="1171637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0" name="직선 연결선 5339">
              <a:extLst>
                <a:ext uri="{FF2B5EF4-FFF2-40B4-BE49-F238E27FC236}">
                  <a16:creationId xmlns:a16="http://schemas.microsoft.com/office/drawing/2014/main" id="{993F53BC-6E71-45BB-BFD8-70629F7687B7}"/>
                </a:ext>
              </a:extLst>
            </p:cNvPr>
            <p:cNvCxnSpPr/>
            <p:nvPr/>
          </p:nvCxnSpPr>
          <p:spPr>
            <a:xfrm rot="16200000">
              <a:off x="3858684" y="862799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1" name="직선 연결선 5340">
              <a:extLst>
                <a:ext uri="{FF2B5EF4-FFF2-40B4-BE49-F238E27FC236}">
                  <a16:creationId xmlns:a16="http://schemas.microsoft.com/office/drawing/2014/main" id="{7C0F016B-B4FF-455C-A9FC-53DDA7987818}"/>
                </a:ext>
              </a:extLst>
            </p:cNvPr>
            <p:cNvCxnSpPr/>
            <p:nvPr/>
          </p:nvCxnSpPr>
          <p:spPr>
            <a:xfrm rot="16200000">
              <a:off x="3858684" y="553961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2" name="직선 연결선 5341">
              <a:extLst>
                <a:ext uri="{FF2B5EF4-FFF2-40B4-BE49-F238E27FC236}">
                  <a16:creationId xmlns:a16="http://schemas.microsoft.com/office/drawing/2014/main" id="{55D9F679-E6A0-4847-B1F6-AEB06FBEDB95}"/>
                </a:ext>
              </a:extLst>
            </p:cNvPr>
            <p:cNvCxnSpPr/>
            <p:nvPr/>
          </p:nvCxnSpPr>
          <p:spPr>
            <a:xfrm rot="16200000">
              <a:off x="3858684" y="245123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3" name="직선 연결선 5342">
              <a:extLst>
                <a:ext uri="{FF2B5EF4-FFF2-40B4-BE49-F238E27FC236}">
                  <a16:creationId xmlns:a16="http://schemas.microsoft.com/office/drawing/2014/main" id="{C9F9917E-B89B-4241-B10E-D0D9B4636611}"/>
                </a:ext>
              </a:extLst>
            </p:cNvPr>
            <p:cNvCxnSpPr/>
            <p:nvPr/>
          </p:nvCxnSpPr>
          <p:spPr>
            <a:xfrm rot="16200000">
              <a:off x="3858684" y="-63715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4" name="직선 연결선 5343">
              <a:extLst>
                <a:ext uri="{FF2B5EF4-FFF2-40B4-BE49-F238E27FC236}">
                  <a16:creationId xmlns:a16="http://schemas.microsoft.com/office/drawing/2014/main" id="{5553824A-9F68-468F-87AC-765454892DD4}"/>
                </a:ext>
              </a:extLst>
            </p:cNvPr>
            <p:cNvCxnSpPr/>
            <p:nvPr/>
          </p:nvCxnSpPr>
          <p:spPr>
            <a:xfrm rot="16200000">
              <a:off x="3858684" y="-372553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5" name="직선 연결선 5344">
              <a:extLst>
                <a:ext uri="{FF2B5EF4-FFF2-40B4-BE49-F238E27FC236}">
                  <a16:creationId xmlns:a16="http://schemas.microsoft.com/office/drawing/2014/main" id="{9B9B9582-F0B4-49B7-8C82-A634F31FDD52}"/>
                </a:ext>
              </a:extLst>
            </p:cNvPr>
            <p:cNvCxnSpPr/>
            <p:nvPr/>
          </p:nvCxnSpPr>
          <p:spPr>
            <a:xfrm rot="16200000">
              <a:off x="3858684" y="-681391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6" name="직선 연결선 5345">
              <a:extLst>
                <a:ext uri="{FF2B5EF4-FFF2-40B4-BE49-F238E27FC236}">
                  <a16:creationId xmlns:a16="http://schemas.microsoft.com/office/drawing/2014/main" id="{68435C65-765B-4DAE-A06B-9F707892AD4B}"/>
                </a:ext>
              </a:extLst>
            </p:cNvPr>
            <p:cNvCxnSpPr/>
            <p:nvPr/>
          </p:nvCxnSpPr>
          <p:spPr>
            <a:xfrm rot="16200000">
              <a:off x="3858684" y="-990229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7" name="직선 연결선 5346">
              <a:extLst>
                <a:ext uri="{FF2B5EF4-FFF2-40B4-BE49-F238E27FC236}">
                  <a16:creationId xmlns:a16="http://schemas.microsoft.com/office/drawing/2014/main" id="{76465937-B9AA-408A-B917-F7290E93F817}"/>
                </a:ext>
              </a:extLst>
            </p:cNvPr>
            <p:cNvCxnSpPr/>
            <p:nvPr/>
          </p:nvCxnSpPr>
          <p:spPr>
            <a:xfrm rot="16200000">
              <a:off x="3858684" y="-1299067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8" name="직선 연결선 5347">
              <a:extLst>
                <a:ext uri="{FF2B5EF4-FFF2-40B4-BE49-F238E27FC236}">
                  <a16:creationId xmlns:a16="http://schemas.microsoft.com/office/drawing/2014/main" id="{F5DBE90B-AC94-4B4D-930F-581CB89400DE}"/>
                </a:ext>
              </a:extLst>
            </p:cNvPr>
            <p:cNvCxnSpPr/>
            <p:nvPr/>
          </p:nvCxnSpPr>
          <p:spPr>
            <a:xfrm rot="16200000">
              <a:off x="3858684" y="-1607905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49" name="직선 연결선 5348">
              <a:extLst>
                <a:ext uri="{FF2B5EF4-FFF2-40B4-BE49-F238E27FC236}">
                  <a16:creationId xmlns:a16="http://schemas.microsoft.com/office/drawing/2014/main" id="{314AF8B1-AD78-4152-B1A3-EC9E148DDD62}"/>
                </a:ext>
              </a:extLst>
            </p:cNvPr>
            <p:cNvCxnSpPr/>
            <p:nvPr/>
          </p:nvCxnSpPr>
          <p:spPr>
            <a:xfrm rot="16200000">
              <a:off x="3858684" y="-1916743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0" name="직선 연결선 5349">
              <a:extLst>
                <a:ext uri="{FF2B5EF4-FFF2-40B4-BE49-F238E27FC236}">
                  <a16:creationId xmlns:a16="http://schemas.microsoft.com/office/drawing/2014/main" id="{D6E70C1F-4E53-4939-8524-2BB09B529642}"/>
                </a:ext>
              </a:extLst>
            </p:cNvPr>
            <p:cNvCxnSpPr/>
            <p:nvPr/>
          </p:nvCxnSpPr>
          <p:spPr>
            <a:xfrm rot="16200000">
              <a:off x="3858684" y="-2225581"/>
              <a:ext cx="0" cy="7452049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1" name="직선 연결선 5350">
              <a:extLst>
                <a:ext uri="{FF2B5EF4-FFF2-40B4-BE49-F238E27FC236}">
                  <a16:creationId xmlns:a16="http://schemas.microsoft.com/office/drawing/2014/main" id="{CDD375DB-7F2C-4B30-8E9D-3AFBB165045A}"/>
                </a:ext>
              </a:extLst>
            </p:cNvPr>
            <p:cNvCxnSpPr>
              <a:cxnSpLocks/>
            </p:cNvCxnSpPr>
            <p:nvPr/>
          </p:nvCxnSpPr>
          <p:spPr>
            <a:xfrm rot="16200000">
              <a:off x="3858682" y="1943732"/>
              <a:ext cx="0" cy="7452049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2" name="직선 연결선 5351">
              <a:extLst>
                <a:ext uri="{FF2B5EF4-FFF2-40B4-BE49-F238E27FC236}">
                  <a16:creationId xmlns:a16="http://schemas.microsoft.com/office/drawing/2014/main" id="{62241624-1AC0-4243-8933-F7A56CA233CC}"/>
                </a:ext>
              </a:extLst>
            </p:cNvPr>
            <p:cNvCxnSpPr/>
            <p:nvPr/>
          </p:nvCxnSpPr>
          <p:spPr>
            <a:xfrm rot="10800000">
              <a:off x="5265151" y="1346026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3" name="직선 연결선 5352">
              <a:extLst>
                <a:ext uri="{FF2B5EF4-FFF2-40B4-BE49-F238E27FC236}">
                  <a16:creationId xmlns:a16="http://schemas.microsoft.com/office/drawing/2014/main" id="{4407BD8C-1C5C-45DC-9B06-DA38D228305E}"/>
                </a:ext>
              </a:extLst>
            </p:cNvPr>
            <p:cNvCxnSpPr/>
            <p:nvPr/>
          </p:nvCxnSpPr>
          <p:spPr>
            <a:xfrm rot="10800000">
              <a:off x="4956313" y="1346026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4" name="직선 연결선 5353">
              <a:extLst>
                <a:ext uri="{FF2B5EF4-FFF2-40B4-BE49-F238E27FC236}">
                  <a16:creationId xmlns:a16="http://schemas.microsoft.com/office/drawing/2014/main" id="{8463B911-0729-4E0A-AF46-1CBF52BC1E5C}"/>
                </a:ext>
              </a:extLst>
            </p:cNvPr>
            <p:cNvCxnSpPr/>
            <p:nvPr/>
          </p:nvCxnSpPr>
          <p:spPr>
            <a:xfrm rot="10800000">
              <a:off x="4647475" y="1346026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5" name="직선 연결선 5354">
              <a:extLst>
                <a:ext uri="{FF2B5EF4-FFF2-40B4-BE49-F238E27FC236}">
                  <a16:creationId xmlns:a16="http://schemas.microsoft.com/office/drawing/2014/main" id="{BCCB32C6-AC41-46D5-A0A8-49681448A23F}"/>
                </a:ext>
              </a:extLst>
            </p:cNvPr>
            <p:cNvCxnSpPr/>
            <p:nvPr/>
          </p:nvCxnSpPr>
          <p:spPr>
            <a:xfrm rot="10800000">
              <a:off x="4338637" y="1346026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6" name="직선 연결선 5355">
              <a:extLst>
                <a:ext uri="{FF2B5EF4-FFF2-40B4-BE49-F238E27FC236}">
                  <a16:creationId xmlns:a16="http://schemas.microsoft.com/office/drawing/2014/main" id="{8A8247C8-B499-4727-B1D1-4A5F8B12FFEA}"/>
                </a:ext>
              </a:extLst>
            </p:cNvPr>
            <p:cNvCxnSpPr/>
            <p:nvPr/>
          </p:nvCxnSpPr>
          <p:spPr>
            <a:xfrm rot="10800000">
              <a:off x="4029799" y="1346026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7" name="직선 연결선 5356">
              <a:extLst>
                <a:ext uri="{FF2B5EF4-FFF2-40B4-BE49-F238E27FC236}">
                  <a16:creationId xmlns:a16="http://schemas.microsoft.com/office/drawing/2014/main" id="{5F9A7256-443A-4C59-A8EA-99B63FA7ED90}"/>
                </a:ext>
              </a:extLst>
            </p:cNvPr>
            <p:cNvCxnSpPr/>
            <p:nvPr/>
          </p:nvCxnSpPr>
          <p:spPr>
            <a:xfrm rot="10800000">
              <a:off x="3720961" y="1346026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8" name="직선 연결선 5357">
              <a:extLst>
                <a:ext uri="{FF2B5EF4-FFF2-40B4-BE49-F238E27FC236}">
                  <a16:creationId xmlns:a16="http://schemas.microsoft.com/office/drawing/2014/main" id="{795C5D01-4287-46F0-AA17-8CD8B7DC1977}"/>
                </a:ext>
              </a:extLst>
            </p:cNvPr>
            <p:cNvCxnSpPr/>
            <p:nvPr/>
          </p:nvCxnSpPr>
          <p:spPr>
            <a:xfrm rot="10800000">
              <a:off x="3412123" y="1346026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59" name="직선 연결선 5358">
              <a:extLst>
                <a:ext uri="{FF2B5EF4-FFF2-40B4-BE49-F238E27FC236}">
                  <a16:creationId xmlns:a16="http://schemas.microsoft.com/office/drawing/2014/main" id="{FDAC2670-4A38-437A-9ECB-B5B0BB743D8D}"/>
                </a:ext>
              </a:extLst>
            </p:cNvPr>
            <p:cNvCxnSpPr/>
            <p:nvPr/>
          </p:nvCxnSpPr>
          <p:spPr>
            <a:xfrm rot="10800000">
              <a:off x="3103285" y="1346026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0" name="직선 연결선 5359">
              <a:extLst>
                <a:ext uri="{FF2B5EF4-FFF2-40B4-BE49-F238E27FC236}">
                  <a16:creationId xmlns:a16="http://schemas.microsoft.com/office/drawing/2014/main" id="{04DDE6C1-C237-4B94-BEFC-86FF9A527C8B}"/>
                </a:ext>
              </a:extLst>
            </p:cNvPr>
            <p:cNvCxnSpPr/>
            <p:nvPr/>
          </p:nvCxnSpPr>
          <p:spPr>
            <a:xfrm rot="10800000">
              <a:off x="2794447" y="1346026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1" name="직선 연결선 5360">
              <a:extLst>
                <a:ext uri="{FF2B5EF4-FFF2-40B4-BE49-F238E27FC236}">
                  <a16:creationId xmlns:a16="http://schemas.microsoft.com/office/drawing/2014/main" id="{D1D0CC91-17CB-4C7C-93A2-FA6B10E66285}"/>
                </a:ext>
              </a:extLst>
            </p:cNvPr>
            <p:cNvCxnSpPr/>
            <p:nvPr/>
          </p:nvCxnSpPr>
          <p:spPr>
            <a:xfrm rot="10800000">
              <a:off x="2485609" y="1346026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2" name="직선 연결선 5361">
              <a:extLst>
                <a:ext uri="{FF2B5EF4-FFF2-40B4-BE49-F238E27FC236}">
                  <a16:creationId xmlns:a16="http://schemas.microsoft.com/office/drawing/2014/main" id="{F354FB1F-654E-4756-9942-7E931D72E458}"/>
                </a:ext>
              </a:extLst>
            </p:cNvPr>
            <p:cNvCxnSpPr/>
            <p:nvPr/>
          </p:nvCxnSpPr>
          <p:spPr>
            <a:xfrm rot="10800000">
              <a:off x="2176771" y="1346026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3" name="직선 연결선 5362">
              <a:extLst>
                <a:ext uri="{FF2B5EF4-FFF2-40B4-BE49-F238E27FC236}">
                  <a16:creationId xmlns:a16="http://schemas.microsoft.com/office/drawing/2014/main" id="{8FB6D4F3-478E-4A6D-844D-7AC4038EA3C6}"/>
                </a:ext>
              </a:extLst>
            </p:cNvPr>
            <p:cNvCxnSpPr/>
            <p:nvPr/>
          </p:nvCxnSpPr>
          <p:spPr>
            <a:xfrm rot="10800000">
              <a:off x="1867933" y="1346026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4" name="직선 연결선 5363">
              <a:extLst>
                <a:ext uri="{FF2B5EF4-FFF2-40B4-BE49-F238E27FC236}">
                  <a16:creationId xmlns:a16="http://schemas.microsoft.com/office/drawing/2014/main" id="{914E64CB-8524-4914-B374-5505B456E9A3}"/>
                </a:ext>
              </a:extLst>
            </p:cNvPr>
            <p:cNvCxnSpPr/>
            <p:nvPr/>
          </p:nvCxnSpPr>
          <p:spPr>
            <a:xfrm rot="10800000">
              <a:off x="1559095" y="1346026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5" name="직선 연결선 5364">
              <a:extLst>
                <a:ext uri="{FF2B5EF4-FFF2-40B4-BE49-F238E27FC236}">
                  <a16:creationId xmlns:a16="http://schemas.microsoft.com/office/drawing/2014/main" id="{429B8AE7-CF5A-4A38-A7B8-EEB1F3301FD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257" y="1346009"/>
              <a:ext cx="0" cy="432374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6" name="직선 연결선 5365">
              <a:extLst>
                <a:ext uri="{FF2B5EF4-FFF2-40B4-BE49-F238E27FC236}">
                  <a16:creationId xmlns:a16="http://schemas.microsoft.com/office/drawing/2014/main" id="{0C6A26F4-BAB0-4799-A2EF-1150EB7632A4}"/>
                </a:ext>
              </a:extLst>
            </p:cNvPr>
            <p:cNvCxnSpPr/>
            <p:nvPr/>
          </p:nvCxnSpPr>
          <p:spPr>
            <a:xfrm rot="10800000">
              <a:off x="5419570" y="1346025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7" name="직선 연결선 5366">
              <a:extLst>
                <a:ext uri="{FF2B5EF4-FFF2-40B4-BE49-F238E27FC236}">
                  <a16:creationId xmlns:a16="http://schemas.microsoft.com/office/drawing/2014/main" id="{584052DD-1924-4C5D-B298-852BD22BABE1}"/>
                </a:ext>
              </a:extLst>
            </p:cNvPr>
            <p:cNvCxnSpPr/>
            <p:nvPr/>
          </p:nvCxnSpPr>
          <p:spPr>
            <a:xfrm rot="10800000">
              <a:off x="5110732" y="1346025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8" name="직선 연결선 5367">
              <a:extLst>
                <a:ext uri="{FF2B5EF4-FFF2-40B4-BE49-F238E27FC236}">
                  <a16:creationId xmlns:a16="http://schemas.microsoft.com/office/drawing/2014/main" id="{24E33940-D1AB-4362-B012-6CFCB4DE605B}"/>
                </a:ext>
              </a:extLst>
            </p:cNvPr>
            <p:cNvCxnSpPr/>
            <p:nvPr/>
          </p:nvCxnSpPr>
          <p:spPr>
            <a:xfrm rot="10800000">
              <a:off x="4801894" y="1346025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69" name="직선 연결선 5368">
              <a:extLst>
                <a:ext uri="{FF2B5EF4-FFF2-40B4-BE49-F238E27FC236}">
                  <a16:creationId xmlns:a16="http://schemas.microsoft.com/office/drawing/2014/main" id="{4DC8DE98-3B54-4AF8-A123-D5E25924EABE}"/>
                </a:ext>
              </a:extLst>
            </p:cNvPr>
            <p:cNvCxnSpPr/>
            <p:nvPr/>
          </p:nvCxnSpPr>
          <p:spPr>
            <a:xfrm rot="10800000">
              <a:off x="4493056" y="1346025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0" name="직선 연결선 5369">
              <a:extLst>
                <a:ext uri="{FF2B5EF4-FFF2-40B4-BE49-F238E27FC236}">
                  <a16:creationId xmlns:a16="http://schemas.microsoft.com/office/drawing/2014/main" id="{47799563-A0BC-4395-B5E6-162E7D4C556F}"/>
                </a:ext>
              </a:extLst>
            </p:cNvPr>
            <p:cNvCxnSpPr/>
            <p:nvPr/>
          </p:nvCxnSpPr>
          <p:spPr>
            <a:xfrm rot="10800000">
              <a:off x="4184218" y="1346025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1" name="직선 연결선 5370">
              <a:extLst>
                <a:ext uri="{FF2B5EF4-FFF2-40B4-BE49-F238E27FC236}">
                  <a16:creationId xmlns:a16="http://schemas.microsoft.com/office/drawing/2014/main" id="{3D70AAF8-1083-4AFE-9870-ECB01C098E62}"/>
                </a:ext>
              </a:extLst>
            </p:cNvPr>
            <p:cNvCxnSpPr/>
            <p:nvPr/>
          </p:nvCxnSpPr>
          <p:spPr>
            <a:xfrm rot="10800000">
              <a:off x="3875380" y="1346025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2" name="직선 연결선 5371">
              <a:extLst>
                <a:ext uri="{FF2B5EF4-FFF2-40B4-BE49-F238E27FC236}">
                  <a16:creationId xmlns:a16="http://schemas.microsoft.com/office/drawing/2014/main" id="{35E60051-49B8-4B1F-ACBF-4A1A36FD5E09}"/>
                </a:ext>
              </a:extLst>
            </p:cNvPr>
            <p:cNvCxnSpPr/>
            <p:nvPr/>
          </p:nvCxnSpPr>
          <p:spPr>
            <a:xfrm rot="10800000">
              <a:off x="3566542" y="1346025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3" name="직선 연결선 5372">
              <a:extLst>
                <a:ext uri="{FF2B5EF4-FFF2-40B4-BE49-F238E27FC236}">
                  <a16:creationId xmlns:a16="http://schemas.microsoft.com/office/drawing/2014/main" id="{C6719DB3-7BBE-4455-AD92-90361860FE3B}"/>
                </a:ext>
              </a:extLst>
            </p:cNvPr>
            <p:cNvCxnSpPr/>
            <p:nvPr/>
          </p:nvCxnSpPr>
          <p:spPr>
            <a:xfrm rot="10800000">
              <a:off x="3257704" y="1346025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4" name="직선 연결선 5373">
              <a:extLst>
                <a:ext uri="{FF2B5EF4-FFF2-40B4-BE49-F238E27FC236}">
                  <a16:creationId xmlns:a16="http://schemas.microsoft.com/office/drawing/2014/main" id="{EC5980A5-E2B0-4B17-B7DC-03A62F895CCF}"/>
                </a:ext>
              </a:extLst>
            </p:cNvPr>
            <p:cNvCxnSpPr/>
            <p:nvPr/>
          </p:nvCxnSpPr>
          <p:spPr>
            <a:xfrm rot="10800000">
              <a:off x="2948866" y="1346025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5" name="직선 연결선 5374">
              <a:extLst>
                <a:ext uri="{FF2B5EF4-FFF2-40B4-BE49-F238E27FC236}">
                  <a16:creationId xmlns:a16="http://schemas.microsoft.com/office/drawing/2014/main" id="{9972B96C-A87A-4F4B-9F30-B10FBDC4B3BF}"/>
                </a:ext>
              </a:extLst>
            </p:cNvPr>
            <p:cNvCxnSpPr/>
            <p:nvPr/>
          </p:nvCxnSpPr>
          <p:spPr>
            <a:xfrm rot="10800000">
              <a:off x="2640028" y="1346025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6" name="직선 연결선 5375">
              <a:extLst>
                <a:ext uri="{FF2B5EF4-FFF2-40B4-BE49-F238E27FC236}">
                  <a16:creationId xmlns:a16="http://schemas.microsoft.com/office/drawing/2014/main" id="{4DCA9EF1-12BD-46C7-BC5F-8BF4677D2F5C}"/>
                </a:ext>
              </a:extLst>
            </p:cNvPr>
            <p:cNvCxnSpPr/>
            <p:nvPr/>
          </p:nvCxnSpPr>
          <p:spPr>
            <a:xfrm rot="10800000">
              <a:off x="2331190" y="1346025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7" name="직선 연결선 5376">
              <a:extLst>
                <a:ext uri="{FF2B5EF4-FFF2-40B4-BE49-F238E27FC236}">
                  <a16:creationId xmlns:a16="http://schemas.microsoft.com/office/drawing/2014/main" id="{39CDDE6B-AAFE-4194-A74E-018534B0296B}"/>
                </a:ext>
              </a:extLst>
            </p:cNvPr>
            <p:cNvCxnSpPr/>
            <p:nvPr/>
          </p:nvCxnSpPr>
          <p:spPr>
            <a:xfrm rot="10800000">
              <a:off x="2022352" y="1346025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8" name="직선 연결선 5377">
              <a:extLst>
                <a:ext uri="{FF2B5EF4-FFF2-40B4-BE49-F238E27FC236}">
                  <a16:creationId xmlns:a16="http://schemas.microsoft.com/office/drawing/2014/main" id="{17DE5841-115A-4567-9720-75CD9AEF3A91}"/>
                </a:ext>
              </a:extLst>
            </p:cNvPr>
            <p:cNvCxnSpPr/>
            <p:nvPr/>
          </p:nvCxnSpPr>
          <p:spPr>
            <a:xfrm rot="10800000">
              <a:off x="1713514" y="1346025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79" name="직선 연결선 5378">
              <a:extLst>
                <a:ext uri="{FF2B5EF4-FFF2-40B4-BE49-F238E27FC236}">
                  <a16:creationId xmlns:a16="http://schemas.microsoft.com/office/drawing/2014/main" id="{FA715F12-2592-4261-812D-D7D6FF75E880}"/>
                </a:ext>
              </a:extLst>
            </p:cNvPr>
            <p:cNvCxnSpPr/>
            <p:nvPr/>
          </p:nvCxnSpPr>
          <p:spPr>
            <a:xfrm rot="10800000">
              <a:off x="6809341" y="1346026"/>
              <a:ext cx="0" cy="4323721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0" name="직선 연결선 5379">
              <a:extLst>
                <a:ext uri="{FF2B5EF4-FFF2-40B4-BE49-F238E27FC236}">
                  <a16:creationId xmlns:a16="http://schemas.microsoft.com/office/drawing/2014/main" id="{E723651E-1E08-4DF6-B048-0311FEEB424B}"/>
                </a:ext>
              </a:extLst>
            </p:cNvPr>
            <p:cNvCxnSpPr/>
            <p:nvPr/>
          </p:nvCxnSpPr>
          <p:spPr>
            <a:xfrm rot="10800000">
              <a:off x="6500503" y="1346026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1" name="직선 연결선 5380">
              <a:extLst>
                <a:ext uri="{FF2B5EF4-FFF2-40B4-BE49-F238E27FC236}">
                  <a16:creationId xmlns:a16="http://schemas.microsoft.com/office/drawing/2014/main" id="{F4618F97-346D-48EB-BABB-FD96740168E7}"/>
                </a:ext>
              </a:extLst>
            </p:cNvPr>
            <p:cNvCxnSpPr/>
            <p:nvPr/>
          </p:nvCxnSpPr>
          <p:spPr>
            <a:xfrm rot="10800000">
              <a:off x="6191665" y="1346026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2" name="직선 연결선 5381">
              <a:extLst>
                <a:ext uri="{FF2B5EF4-FFF2-40B4-BE49-F238E27FC236}">
                  <a16:creationId xmlns:a16="http://schemas.microsoft.com/office/drawing/2014/main" id="{BA11E3C2-663D-4F48-8AA4-04C067A13829}"/>
                </a:ext>
              </a:extLst>
            </p:cNvPr>
            <p:cNvCxnSpPr/>
            <p:nvPr/>
          </p:nvCxnSpPr>
          <p:spPr>
            <a:xfrm rot="10800000">
              <a:off x="5882827" y="1346026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3" name="직선 연결선 5382">
              <a:extLst>
                <a:ext uri="{FF2B5EF4-FFF2-40B4-BE49-F238E27FC236}">
                  <a16:creationId xmlns:a16="http://schemas.microsoft.com/office/drawing/2014/main" id="{4B39FC12-1188-490A-B655-733C0AF99911}"/>
                </a:ext>
              </a:extLst>
            </p:cNvPr>
            <p:cNvCxnSpPr/>
            <p:nvPr/>
          </p:nvCxnSpPr>
          <p:spPr>
            <a:xfrm rot="10800000">
              <a:off x="5573989" y="1346026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4" name="직선 연결선 5383">
              <a:extLst>
                <a:ext uri="{FF2B5EF4-FFF2-40B4-BE49-F238E27FC236}">
                  <a16:creationId xmlns:a16="http://schemas.microsoft.com/office/drawing/2014/main" id="{D7F8CF2B-FB47-4467-BF5C-CC718061F3C6}"/>
                </a:ext>
              </a:extLst>
            </p:cNvPr>
            <p:cNvCxnSpPr/>
            <p:nvPr/>
          </p:nvCxnSpPr>
          <p:spPr>
            <a:xfrm rot="10800000">
              <a:off x="6654922" y="1346025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5" name="직선 연결선 5384">
              <a:extLst>
                <a:ext uri="{FF2B5EF4-FFF2-40B4-BE49-F238E27FC236}">
                  <a16:creationId xmlns:a16="http://schemas.microsoft.com/office/drawing/2014/main" id="{A7FF579E-3297-4D4A-966C-71DBB8511E15}"/>
                </a:ext>
              </a:extLst>
            </p:cNvPr>
            <p:cNvCxnSpPr/>
            <p:nvPr/>
          </p:nvCxnSpPr>
          <p:spPr>
            <a:xfrm rot="10800000">
              <a:off x="6346084" y="1346025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6" name="직선 연결선 5385">
              <a:extLst>
                <a:ext uri="{FF2B5EF4-FFF2-40B4-BE49-F238E27FC236}">
                  <a16:creationId xmlns:a16="http://schemas.microsoft.com/office/drawing/2014/main" id="{835BE97E-193C-4681-8D12-3EDCA9FAE863}"/>
                </a:ext>
              </a:extLst>
            </p:cNvPr>
            <p:cNvCxnSpPr/>
            <p:nvPr/>
          </p:nvCxnSpPr>
          <p:spPr>
            <a:xfrm rot="10800000">
              <a:off x="6037246" y="1346025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7" name="직선 연결선 5386">
              <a:extLst>
                <a:ext uri="{FF2B5EF4-FFF2-40B4-BE49-F238E27FC236}">
                  <a16:creationId xmlns:a16="http://schemas.microsoft.com/office/drawing/2014/main" id="{A730AAB3-D3B7-4579-B62E-CBAAE58DCC4D}"/>
                </a:ext>
              </a:extLst>
            </p:cNvPr>
            <p:cNvCxnSpPr/>
            <p:nvPr/>
          </p:nvCxnSpPr>
          <p:spPr>
            <a:xfrm rot="10800000">
              <a:off x="5728408" y="1346025"/>
              <a:ext cx="0" cy="4323721"/>
            </a:xfrm>
            <a:prstGeom prst="line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8" name="직선 연결선 5387">
              <a:extLst>
                <a:ext uri="{FF2B5EF4-FFF2-40B4-BE49-F238E27FC236}">
                  <a16:creationId xmlns:a16="http://schemas.microsoft.com/office/drawing/2014/main" id="{4B5B3F97-2243-475C-93C3-A232AD223A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559095" y="573931"/>
              <a:ext cx="772094" cy="772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89" name="직선 연결선 5388">
              <a:extLst>
                <a:ext uri="{FF2B5EF4-FFF2-40B4-BE49-F238E27FC236}">
                  <a16:creationId xmlns:a16="http://schemas.microsoft.com/office/drawing/2014/main" id="{56423B67-1FE2-4AA5-801D-2BBDB6193C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68126" y="573931"/>
              <a:ext cx="772094" cy="772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0" name="직선 연결선 5389">
              <a:extLst>
                <a:ext uri="{FF2B5EF4-FFF2-40B4-BE49-F238E27FC236}">
                  <a16:creationId xmlns:a16="http://schemas.microsoft.com/office/drawing/2014/main" id="{95DE1C47-4D34-438B-AC2B-F5D14EB30F8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77157" y="573931"/>
              <a:ext cx="772094" cy="772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1" name="직선 연결선 5390">
              <a:extLst>
                <a:ext uri="{FF2B5EF4-FFF2-40B4-BE49-F238E27FC236}">
                  <a16:creationId xmlns:a16="http://schemas.microsoft.com/office/drawing/2014/main" id="{9EB80B5A-C07E-46F5-8064-2F4CEC1AA89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486188" y="573931"/>
              <a:ext cx="772094" cy="772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2" name="직선 연결선 5391">
              <a:extLst>
                <a:ext uri="{FF2B5EF4-FFF2-40B4-BE49-F238E27FC236}">
                  <a16:creationId xmlns:a16="http://schemas.microsoft.com/office/drawing/2014/main" id="{3C058392-8EBD-4EB3-BCAC-8FB591E85A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95219" y="573931"/>
              <a:ext cx="772094" cy="772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3" name="직선 연결선 5392">
              <a:extLst>
                <a:ext uri="{FF2B5EF4-FFF2-40B4-BE49-F238E27FC236}">
                  <a16:creationId xmlns:a16="http://schemas.microsoft.com/office/drawing/2014/main" id="{F3FC8F5D-3087-42B7-A394-2B4DCECA24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04250" y="573931"/>
              <a:ext cx="772094" cy="772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4" name="직선 연결선 5393">
              <a:extLst>
                <a:ext uri="{FF2B5EF4-FFF2-40B4-BE49-F238E27FC236}">
                  <a16:creationId xmlns:a16="http://schemas.microsoft.com/office/drawing/2014/main" id="{AD9060A9-C337-4269-8CC6-AA6A832F047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13281" y="573931"/>
              <a:ext cx="772094" cy="772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5" name="직선 연결선 5394">
              <a:extLst>
                <a:ext uri="{FF2B5EF4-FFF2-40B4-BE49-F238E27FC236}">
                  <a16:creationId xmlns:a16="http://schemas.microsoft.com/office/drawing/2014/main" id="{12A6BF7E-2F5C-4170-92A5-CE2CDC1F913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722312" y="573931"/>
              <a:ext cx="772094" cy="772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6" name="직선 연결선 5395">
              <a:extLst>
                <a:ext uri="{FF2B5EF4-FFF2-40B4-BE49-F238E27FC236}">
                  <a16:creationId xmlns:a16="http://schemas.microsoft.com/office/drawing/2014/main" id="{751BA33C-C4B2-4F38-AEE8-FFBDBEC5CA3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31343" y="573931"/>
              <a:ext cx="772094" cy="772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7" name="직선 연결선 5396">
              <a:extLst>
                <a:ext uri="{FF2B5EF4-FFF2-40B4-BE49-F238E27FC236}">
                  <a16:creationId xmlns:a16="http://schemas.microsoft.com/office/drawing/2014/main" id="{5D054FD3-EFB9-406F-A74D-7E0631CE79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40374" y="573931"/>
              <a:ext cx="772094" cy="772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8" name="직선 연결선 5397">
              <a:extLst>
                <a:ext uri="{FF2B5EF4-FFF2-40B4-BE49-F238E27FC236}">
                  <a16:creationId xmlns:a16="http://schemas.microsoft.com/office/drawing/2014/main" id="{8A12D83D-BE79-463B-9824-851918BF4A7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49405" y="573931"/>
              <a:ext cx="772094" cy="772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99" name="직선 연결선 5398">
              <a:extLst>
                <a:ext uri="{FF2B5EF4-FFF2-40B4-BE49-F238E27FC236}">
                  <a16:creationId xmlns:a16="http://schemas.microsoft.com/office/drawing/2014/main" id="{B046D59C-3804-4E45-8AFA-BFF6935DF4A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958436" y="573931"/>
              <a:ext cx="772094" cy="772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0" name="직선 연결선 5399">
              <a:extLst>
                <a:ext uri="{FF2B5EF4-FFF2-40B4-BE49-F238E27FC236}">
                  <a16:creationId xmlns:a16="http://schemas.microsoft.com/office/drawing/2014/main" id="{8F85E0B8-5BBD-431B-AB79-45BEF8B4BAC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267467" y="573931"/>
              <a:ext cx="772094" cy="772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1" name="직선 연결선 5400">
              <a:extLst>
                <a:ext uri="{FF2B5EF4-FFF2-40B4-BE49-F238E27FC236}">
                  <a16:creationId xmlns:a16="http://schemas.microsoft.com/office/drawing/2014/main" id="{6152A1F0-1F17-484D-B92C-5A285F19E7F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76498" y="573931"/>
              <a:ext cx="772094" cy="772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2" name="직선 연결선 5401">
              <a:extLst>
                <a:ext uri="{FF2B5EF4-FFF2-40B4-BE49-F238E27FC236}">
                  <a16:creationId xmlns:a16="http://schemas.microsoft.com/office/drawing/2014/main" id="{7112FE9E-41E6-455C-8263-C5C3C24A862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85529" y="573931"/>
              <a:ext cx="772094" cy="772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3" name="직선 연결선 5402">
              <a:extLst>
                <a:ext uri="{FF2B5EF4-FFF2-40B4-BE49-F238E27FC236}">
                  <a16:creationId xmlns:a16="http://schemas.microsoft.com/office/drawing/2014/main" id="{A8AB089E-8479-40A5-9017-60C4C4B93C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94560" y="573931"/>
              <a:ext cx="772094" cy="772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4" name="직선 연결선 5403">
              <a:extLst>
                <a:ext uri="{FF2B5EF4-FFF2-40B4-BE49-F238E27FC236}">
                  <a16:creationId xmlns:a16="http://schemas.microsoft.com/office/drawing/2014/main" id="{CD545B1C-1CD5-406A-AF62-7D4059FB33F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03591" y="573931"/>
              <a:ext cx="772094" cy="772088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5" name="직선 연결선 5404">
              <a:extLst>
                <a:ext uri="{FF2B5EF4-FFF2-40B4-BE49-F238E27FC236}">
                  <a16:creationId xmlns:a16="http://schemas.microsoft.com/office/drawing/2014/main" id="{88614CD1-2C05-45EE-9005-74CA9833CD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812626" y="573931"/>
              <a:ext cx="772094" cy="772088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6" name="직선 연결선 5405">
              <a:extLst>
                <a:ext uri="{FF2B5EF4-FFF2-40B4-BE49-F238E27FC236}">
                  <a16:creationId xmlns:a16="http://schemas.microsoft.com/office/drawing/2014/main" id="{E26C62E6-3F12-4D2E-8903-46D410EFAC9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50256" y="573930"/>
              <a:ext cx="772094" cy="772088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7" name="직선 연결선 5406">
              <a:extLst>
                <a:ext uri="{FF2B5EF4-FFF2-40B4-BE49-F238E27FC236}">
                  <a16:creationId xmlns:a16="http://schemas.microsoft.com/office/drawing/2014/main" id="{7665F42F-4D24-4348-AD17-B2755055FE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9372" y="1346009"/>
              <a:ext cx="0" cy="432374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8" name="직선 연결선 5407">
              <a:extLst>
                <a:ext uri="{FF2B5EF4-FFF2-40B4-BE49-F238E27FC236}">
                  <a16:creationId xmlns:a16="http://schemas.microsoft.com/office/drawing/2014/main" id="{E288CB49-6143-428F-810D-B14FFE2757E2}"/>
                </a:ext>
              </a:extLst>
            </p:cNvPr>
            <p:cNvCxnSpPr>
              <a:cxnSpLocks/>
            </p:cNvCxnSpPr>
            <p:nvPr/>
          </p:nvCxnSpPr>
          <p:spPr>
            <a:xfrm>
              <a:off x="2022350" y="573922"/>
              <a:ext cx="5562370" cy="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09" name="직선 연결선 5408">
              <a:extLst>
                <a:ext uri="{FF2B5EF4-FFF2-40B4-BE49-F238E27FC236}">
                  <a16:creationId xmlns:a16="http://schemas.microsoft.com/office/drawing/2014/main" id="{681848D5-46D4-4A69-9AD7-89B34258656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584720" y="1346009"/>
              <a:ext cx="0" cy="4323740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0" name="직선 연결선 5409">
              <a:extLst>
                <a:ext uri="{FF2B5EF4-FFF2-40B4-BE49-F238E27FC236}">
                  <a16:creationId xmlns:a16="http://schemas.microsoft.com/office/drawing/2014/main" id="{BEC857BB-F1CE-4330-B9F7-72B564C11D15}"/>
                </a:ext>
              </a:extLst>
            </p:cNvPr>
            <p:cNvCxnSpPr/>
            <p:nvPr/>
          </p:nvCxnSpPr>
          <p:spPr>
            <a:xfrm rot="16200000">
              <a:off x="3858682" y="-2380000"/>
              <a:ext cx="0" cy="7452049"/>
            </a:xfrm>
            <a:prstGeom prst="line">
              <a:avLst/>
            </a:prstGeom>
            <a:ln w="317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411" name="그룹 5410">
            <a:extLst>
              <a:ext uri="{FF2B5EF4-FFF2-40B4-BE49-F238E27FC236}">
                <a16:creationId xmlns:a16="http://schemas.microsoft.com/office/drawing/2014/main" id="{AFE94420-5DF2-4253-BB01-DD8A900F6D3B}"/>
              </a:ext>
            </a:extLst>
          </p:cNvPr>
          <p:cNvGrpSpPr/>
          <p:nvPr/>
        </p:nvGrpSpPr>
        <p:grpSpPr>
          <a:xfrm>
            <a:off x="230188" y="4704013"/>
            <a:ext cx="5472112" cy="2777877"/>
            <a:chOff x="1481886" y="7170176"/>
            <a:chExt cx="6006114" cy="3765145"/>
          </a:xfrm>
        </p:grpSpPr>
        <p:cxnSp>
          <p:nvCxnSpPr>
            <p:cNvPr id="5412" name="직선 연결선 5411">
              <a:extLst>
                <a:ext uri="{FF2B5EF4-FFF2-40B4-BE49-F238E27FC236}">
                  <a16:creationId xmlns:a16="http://schemas.microsoft.com/office/drawing/2014/main" id="{7887973D-1A04-4746-90E8-002E38203500}"/>
                </a:ext>
              </a:extLst>
            </p:cNvPr>
            <p:cNvCxnSpPr/>
            <p:nvPr/>
          </p:nvCxnSpPr>
          <p:spPr>
            <a:xfrm>
              <a:off x="1481886" y="7170176"/>
              <a:ext cx="6006114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3" name="직선 연결선 5412">
              <a:extLst>
                <a:ext uri="{FF2B5EF4-FFF2-40B4-BE49-F238E27FC236}">
                  <a16:creationId xmlns:a16="http://schemas.microsoft.com/office/drawing/2014/main" id="{12F8938C-A47B-43EA-B6F6-07178E1CA829}"/>
                </a:ext>
              </a:extLst>
            </p:cNvPr>
            <p:cNvCxnSpPr/>
            <p:nvPr/>
          </p:nvCxnSpPr>
          <p:spPr>
            <a:xfrm>
              <a:off x="1481886" y="7546690"/>
              <a:ext cx="6006114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4" name="직선 연결선 5413">
              <a:extLst>
                <a:ext uri="{FF2B5EF4-FFF2-40B4-BE49-F238E27FC236}">
                  <a16:creationId xmlns:a16="http://schemas.microsoft.com/office/drawing/2014/main" id="{A12CAEF7-9CEA-4017-8608-B68D06DED489}"/>
                </a:ext>
              </a:extLst>
            </p:cNvPr>
            <p:cNvCxnSpPr/>
            <p:nvPr/>
          </p:nvCxnSpPr>
          <p:spPr>
            <a:xfrm>
              <a:off x="1481886" y="8299718"/>
              <a:ext cx="6006114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5" name="직선 연결선 5414">
              <a:extLst>
                <a:ext uri="{FF2B5EF4-FFF2-40B4-BE49-F238E27FC236}">
                  <a16:creationId xmlns:a16="http://schemas.microsoft.com/office/drawing/2014/main" id="{BF0EAE17-FC0A-4529-BD57-BF8141A9E15B}"/>
                </a:ext>
              </a:extLst>
            </p:cNvPr>
            <p:cNvCxnSpPr/>
            <p:nvPr/>
          </p:nvCxnSpPr>
          <p:spPr>
            <a:xfrm>
              <a:off x="1481886" y="8676232"/>
              <a:ext cx="6006114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6" name="직선 연결선 5415">
              <a:extLst>
                <a:ext uri="{FF2B5EF4-FFF2-40B4-BE49-F238E27FC236}">
                  <a16:creationId xmlns:a16="http://schemas.microsoft.com/office/drawing/2014/main" id="{ECCCA303-9567-4521-9897-0E4A3A6B6162}"/>
                </a:ext>
              </a:extLst>
            </p:cNvPr>
            <p:cNvCxnSpPr/>
            <p:nvPr/>
          </p:nvCxnSpPr>
          <p:spPr>
            <a:xfrm>
              <a:off x="1481886" y="9052746"/>
              <a:ext cx="6006114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7" name="직선 연결선 5416">
              <a:extLst>
                <a:ext uri="{FF2B5EF4-FFF2-40B4-BE49-F238E27FC236}">
                  <a16:creationId xmlns:a16="http://schemas.microsoft.com/office/drawing/2014/main" id="{9E097763-301E-4BAA-8C4B-A6EBFEE8BB95}"/>
                </a:ext>
              </a:extLst>
            </p:cNvPr>
            <p:cNvCxnSpPr/>
            <p:nvPr/>
          </p:nvCxnSpPr>
          <p:spPr>
            <a:xfrm>
              <a:off x="1481886" y="7923204"/>
              <a:ext cx="6006114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8" name="직선 연결선 5417">
              <a:extLst>
                <a:ext uri="{FF2B5EF4-FFF2-40B4-BE49-F238E27FC236}">
                  <a16:creationId xmlns:a16="http://schemas.microsoft.com/office/drawing/2014/main" id="{0614A9BE-1B9C-47F5-A97F-7E2271E0D3B4}"/>
                </a:ext>
              </a:extLst>
            </p:cNvPr>
            <p:cNvCxnSpPr/>
            <p:nvPr/>
          </p:nvCxnSpPr>
          <p:spPr>
            <a:xfrm>
              <a:off x="1481886" y="9429260"/>
              <a:ext cx="6006114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19" name="직선 연결선 5418">
              <a:extLst>
                <a:ext uri="{FF2B5EF4-FFF2-40B4-BE49-F238E27FC236}">
                  <a16:creationId xmlns:a16="http://schemas.microsoft.com/office/drawing/2014/main" id="{BAF3118E-FCCA-47A6-8F3B-5D5B6EA92D9C}"/>
                </a:ext>
              </a:extLst>
            </p:cNvPr>
            <p:cNvCxnSpPr/>
            <p:nvPr/>
          </p:nvCxnSpPr>
          <p:spPr>
            <a:xfrm>
              <a:off x="1481886" y="10182288"/>
              <a:ext cx="6006114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0" name="직선 연결선 5419">
              <a:extLst>
                <a:ext uri="{FF2B5EF4-FFF2-40B4-BE49-F238E27FC236}">
                  <a16:creationId xmlns:a16="http://schemas.microsoft.com/office/drawing/2014/main" id="{AAA60A8C-BED8-4B51-978D-5539A1C50693}"/>
                </a:ext>
              </a:extLst>
            </p:cNvPr>
            <p:cNvCxnSpPr/>
            <p:nvPr/>
          </p:nvCxnSpPr>
          <p:spPr>
            <a:xfrm>
              <a:off x="1481886" y="10558802"/>
              <a:ext cx="6006114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1" name="직선 연결선 5420">
              <a:extLst>
                <a:ext uri="{FF2B5EF4-FFF2-40B4-BE49-F238E27FC236}">
                  <a16:creationId xmlns:a16="http://schemas.microsoft.com/office/drawing/2014/main" id="{0A139FC2-7A5A-4579-B681-D70748676C27}"/>
                </a:ext>
              </a:extLst>
            </p:cNvPr>
            <p:cNvCxnSpPr/>
            <p:nvPr/>
          </p:nvCxnSpPr>
          <p:spPr>
            <a:xfrm>
              <a:off x="1481886" y="10935321"/>
              <a:ext cx="6006114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22" name="직선 연결선 5421">
              <a:extLst>
                <a:ext uri="{FF2B5EF4-FFF2-40B4-BE49-F238E27FC236}">
                  <a16:creationId xmlns:a16="http://schemas.microsoft.com/office/drawing/2014/main" id="{00D568EF-36B3-49FC-9007-D1F8972EC008}"/>
                </a:ext>
              </a:extLst>
            </p:cNvPr>
            <p:cNvCxnSpPr/>
            <p:nvPr/>
          </p:nvCxnSpPr>
          <p:spPr>
            <a:xfrm>
              <a:off x="1481886" y="9805774"/>
              <a:ext cx="6006114" cy="0"/>
            </a:xfrm>
            <a:prstGeom prst="line">
              <a:avLst/>
            </a:prstGeom>
            <a:ln w="3175">
              <a:solidFill>
                <a:schemeClr val="bg1">
                  <a:lumMod val="6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423" name="직선 연결선 5422">
            <a:extLst>
              <a:ext uri="{FF2B5EF4-FFF2-40B4-BE49-F238E27FC236}">
                <a16:creationId xmlns:a16="http://schemas.microsoft.com/office/drawing/2014/main" id="{C89AFA12-5DEA-4255-8B25-06148E65CF1D}"/>
              </a:ext>
            </a:extLst>
          </p:cNvPr>
          <p:cNvCxnSpPr/>
          <p:nvPr/>
        </p:nvCxnSpPr>
        <p:spPr>
          <a:xfrm>
            <a:off x="3634740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4" name="직선 연결선 5423">
            <a:extLst>
              <a:ext uri="{FF2B5EF4-FFF2-40B4-BE49-F238E27FC236}">
                <a16:creationId xmlns:a16="http://schemas.microsoft.com/office/drawing/2014/main" id="{41AC7E01-74F9-4330-A7BA-F4054B615832}"/>
              </a:ext>
            </a:extLst>
          </p:cNvPr>
          <p:cNvCxnSpPr/>
          <p:nvPr/>
        </p:nvCxnSpPr>
        <p:spPr>
          <a:xfrm>
            <a:off x="230188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85">
            <a:hlinkClick r:id="rId2"/>
            <a:extLst>
              <a:ext uri="{FF2B5EF4-FFF2-40B4-BE49-F238E27FC236}">
                <a16:creationId xmlns:a16="http://schemas.microsoft.com/office/drawing/2014/main" id="{83386CA7-CF18-476D-ABC7-7B605D263C33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6" name="TextBox 186">
            <a:hlinkClick r:id="rId3"/>
            <a:extLst>
              <a:ext uri="{FF2B5EF4-FFF2-40B4-BE49-F238E27FC236}">
                <a16:creationId xmlns:a16="http://schemas.microsoft.com/office/drawing/2014/main" id="{41CA4FA3-5AE1-4BCE-AE26-4733A2AA32BD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7" name="TextBox 184">
            <a:hlinkClick r:id="rId4"/>
            <a:extLst>
              <a:ext uri="{FF2B5EF4-FFF2-40B4-BE49-F238E27FC236}">
                <a16:creationId xmlns:a16="http://schemas.microsoft.com/office/drawing/2014/main" id="{4F122F68-BD01-454B-9740-643450864ABF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234</TotalTime>
  <Words>8</Words>
  <Application>Microsoft Office PowerPoint</Application>
  <PresentationFormat>사용자 지정</PresentationFormat>
  <Paragraphs>3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90</cp:revision>
  <dcterms:created xsi:type="dcterms:W3CDTF">2021-10-29T04:43:38Z</dcterms:created>
  <dcterms:modified xsi:type="dcterms:W3CDTF">2021-12-14T04:31:57Z</dcterms:modified>
</cp:coreProperties>
</file>
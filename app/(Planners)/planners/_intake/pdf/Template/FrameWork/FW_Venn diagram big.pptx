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8" name="직선 연결선 377">
            <a:extLst>
              <a:ext uri="{FF2B5EF4-FFF2-40B4-BE49-F238E27FC236}">
                <a16:creationId xmlns:a16="http://schemas.microsoft.com/office/drawing/2014/main" id="{94FC878D-1EF8-448C-B9B4-5FBBFB3BBC25}"/>
              </a:ext>
            </a:extLst>
          </p:cNvPr>
          <p:cNvCxnSpPr/>
          <p:nvPr/>
        </p:nvCxnSpPr>
        <p:spPr>
          <a:xfrm>
            <a:off x="302419" y="6374466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직선 연결선 378">
            <a:extLst>
              <a:ext uri="{FF2B5EF4-FFF2-40B4-BE49-F238E27FC236}">
                <a16:creationId xmlns:a16="http://schemas.microsoft.com/office/drawing/2014/main" id="{B4250138-9671-405C-B6C5-5981D9962C78}"/>
              </a:ext>
            </a:extLst>
          </p:cNvPr>
          <p:cNvCxnSpPr/>
          <p:nvPr/>
        </p:nvCxnSpPr>
        <p:spPr>
          <a:xfrm>
            <a:off x="302419" y="6928175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0" name="직선 연결선 379">
            <a:extLst>
              <a:ext uri="{FF2B5EF4-FFF2-40B4-BE49-F238E27FC236}">
                <a16:creationId xmlns:a16="http://schemas.microsoft.com/office/drawing/2014/main" id="{CBF373E5-0935-4A80-A35E-E935FF6C9FCB}"/>
              </a:ext>
            </a:extLst>
          </p:cNvPr>
          <p:cNvCxnSpPr/>
          <p:nvPr/>
        </p:nvCxnSpPr>
        <p:spPr>
          <a:xfrm>
            <a:off x="302419" y="7205030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직선 연결선 380">
            <a:extLst>
              <a:ext uri="{FF2B5EF4-FFF2-40B4-BE49-F238E27FC236}">
                <a16:creationId xmlns:a16="http://schemas.microsoft.com/office/drawing/2014/main" id="{7C02928C-A8E5-4BFF-BAD4-0E7875A99195}"/>
              </a:ext>
            </a:extLst>
          </p:cNvPr>
          <p:cNvCxnSpPr/>
          <p:nvPr/>
        </p:nvCxnSpPr>
        <p:spPr>
          <a:xfrm>
            <a:off x="302419" y="7481888"/>
            <a:ext cx="547211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직선 연결선 381">
            <a:extLst>
              <a:ext uri="{FF2B5EF4-FFF2-40B4-BE49-F238E27FC236}">
                <a16:creationId xmlns:a16="http://schemas.microsoft.com/office/drawing/2014/main" id="{379385C7-BBF0-4360-A731-E0B84D20433B}"/>
              </a:ext>
            </a:extLst>
          </p:cNvPr>
          <p:cNvCxnSpPr/>
          <p:nvPr/>
        </p:nvCxnSpPr>
        <p:spPr>
          <a:xfrm>
            <a:off x="302419" y="6651321"/>
            <a:ext cx="5472112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직선 연결선 382">
            <a:extLst>
              <a:ext uri="{FF2B5EF4-FFF2-40B4-BE49-F238E27FC236}">
                <a16:creationId xmlns:a16="http://schemas.microsoft.com/office/drawing/2014/main" id="{74A5152A-B5F0-4C8A-9BBF-B04B83F9A67C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직선 연결선 383">
            <a:extLst>
              <a:ext uri="{FF2B5EF4-FFF2-40B4-BE49-F238E27FC236}">
                <a16:creationId xmlns:a16="http://schemas.microsoft.com/office/drawing/2014/main" id="{3B30D0AD-952B-4AD4-81B1-1E597357D053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D988FFEE-8C51-4ADE-ABFD-445F62D33777}"/>
              </a:ext>
            </a:extLst>
          </p:cNvPr>
          <p:cNvGrpSpPr/>
          <p:nvPr/>
        </p:nvGrpSpPr>
        <p:grpSpPr>
          <a:xfrm>
            <a:off x="220252" y="1726368"/>
            <a:ext cx="5601936" cy="3384262"/>
            <a:chOff x="1228566" y="1285684"/>
            <a:chExt cx="3556953" cy="2148840"/>
          </a:xfrm>
        </p:grpSpPr>
        <p:sp>
          <p:nvSpPr>
            <p:cNvPr id="385" name="타원 384">
              <a:extLst>
                <a:ext uri="{FF2B5EF4-FFF2-40B4-BE49-F238E27FC236}">
                  <a16:creationId xmlns:a16="http://schemas.microsoft.com/office/drawing/2014/main" id="{8175363E-B6DA-49CC-A402-4A07237AE69C}"/>
                </a:ext>
              </a:extLst>
            </p:cNvPr>
            <p:cNvSpPr/>
            <p:nvPr/>
          </p:nvSpPr>
          <p:spPr>
            <a:xfrm>
              <a:off x="1228566" y="1285684"/>
              <a:ext cx="2148840" cy="2148840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6" name="타원 385">
              <a:extLst>
                <a:ext uri="{FF2B5EF4-FFF2-40B4-BE49-F238E27FC236}">
                  <a16:creationId xmlns:a16="http://schemas.microsoft.com/office/drawing/2014/main" id="{5C6C2B77-E45C-49B5-82C4-F38FF7C564B4}"/>
                </a:ext>
              </a:extLst>
            </p:cNvPr>
            <p:cNvSpPr/>
            <p:nvPr/>
          </p:nvSpPr>
          <p:spPr>
            <a:xfrm>
              <a:off x="2636679" y="1285684"/>
              <a:ext cx="2148840" cy="2148840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185">
            <a:hlinkClick r:id="rId2"/>
            <a:extLst>
              <a:ext uri="{FF2B5EF4-FFF2-40B4-BE49-F238E27FC236}">
                <a16:creationId xmlns:a16="http://schemas.microsoft.com/office/drawing/2014/main" id="{FD0FFE21-727A-44F7-A429-4EAD62E6A99B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2" name="TextBox 186">
            <a:hlinkClick r:id="rId3"/>
            <a:extLst>
              <a:ext uri="{FF2B5EF4-FFF2-40B4-BE49-F238E27FC236}">
                <a16:creationId xmlns:a16="http://schemas.microsoft.com/office/drawing/2014/main" id="{95880335-5FB7-40AC-ABAC-8E89C41BECF9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5" name="TextBox 184">
            <a:hlinkClick r:id="rId4"/>
            <a:extLst>
              <a:ext uri="{FF2B5EF4-FFF2-40B4-BE49-F238E27FC236}">
                <a16:creationId xmlns:a16="http://schemas.microsoft.com/office/drawing/2014/main" id="{61D95553-A6B5-4A43-A1D2-F408E05EC65D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286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115</cp:revision>
  <dcterms:created xsi:type="dcterms:W3CDTF">2021-10-29T04:43:38Z</dcterms:created>
  <dcterms:modified xsi:type="dcterms:W3CDTF">2021-12-14T04:28:42Z</dcterms:modified>
</cp:coreProperties>
</file>
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78" y="34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DE78AEFC-2184-4382-A921-03AA2AA3A012}"/>
              </a:ext>
            </a:extLst>
          </p:cNvPr>
          <p:cNvCxnSpPr>
            <a:cxnSpLocks/>
          </p:cNvCxnSpPr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0BD9D1CA-F07D-4BE2-99FB-5AD772FBC54B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B33A79ED-81EE-4BD7-853C-9A4F8A5D93F0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F0280561-3176-4DFA-A502-B7942113A72E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9EDD95B-7A56-468B-B87A-97DAAB2AC1C2}"/>
              </a:ext>
            </a:extLst>
          </p:cNvPr>
          <p:cNvCxnSpPr>
            <a:cxnSpLocks/>
          </p:cNvCxnSpPr>
          <p:nvPr/>
        </p:nvCxnSpPr>
        <p:spPr>
          <a:xfrm>
            <a:off x="2956418" y="5750095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8F83450-C797-46C2-BC18-190204A7F32D}"/>
              </a:ext>
            </a:extLst>
          </p:cNvPr>
          <p:cNvCxnSpPr>
            <a:cxnSpLocks/>
          </p:cNvCxnSpPr>
          <p:nvPr/>
        </p:nvCxnSpPr>
        <p:spPr>
          <a:xfrm>
            <a:off x="2956418" y="6041933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B9C46FB-2A78-4CDB-9995-8CD568CB85A9}"/>
              </a:ext>
            </a:extLst>
          </p:cNvPr>
          <p:cNvCxnSpPr>
            <a:cxnSpLocks/>
          </p:cNvCxnSpPr>
          <p:nvPr/>
        </p:nvCxnSpPr>
        <p:spPr>
          <a:xfrm>
            <a:off x="2956418" y="6625609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B58BC448-E356-4B59-8EC8-5E0CBE1DA221}"/>
              </a:ext>
            </a:extLst>
          </p:cNvPr>
          <p:cNvCxnSpPr>
            <a:cxnSpLocks/>
          </p:cNvCxnSpPr>
          <p:nvPr/>
        </p:nvCxnSpPr>
        <p:spPr>
          <a:xfrm>
            <a:off x="2956418" y="7209285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D7BD61-BC88-4F32-A1D3-73B4F93277C3}"/>
              </a:ext>
            </a:extLst>
          </p:cNvPr>
          <p:cNvCxnSpPr>
            <a:cxnSpLocks/>
          </p:cNvCxnSpPr>
          <p:nvPr/>
        </p:nvCxnSpPr>
        <p:spPr>
          <a:xfrm>
            <a:off x="2956418" y="6333771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B4FA90F-A266-4BB4-8353-582CAAE724E7}"/>
              </a:ext>
            </a:extLst>
          </p:cNvPr>
          <p:cNvCxnSpPr>
            <a:cxnSpLocks/>
          </p:cNvCxnSpPr>
          <p:nvPr/>
        </p:nvCxnSpPr>
        <p:spPr>
          <a:xfrm>
            <a:off x="2956418" y="6917447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CF48C23-7AAD-4968-9A05-8EACE78B07C5}"/>
              </a:ext>
            </a:extLst>
          </p:cNvPr>
          <p:cNvCxnSpPr>
            <a:cxnSpLocks/>
          </p:cNvCxnSpPr>
          <p:nvPr/>
        </p:nvCxnSpPr>
        <p:spPr>
          <a:xfrm>
            <a:off x="2956418" y="5458257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5D27DB6-7046-4FB7-B262-9BB4B35F9852}"/>
              </a:ext>
            </a:extLst>
          </p:cNvPr>
          <p:cNvCxnSpPr>
            <a:cxnSpLocks/>
          </p:cNvCxnSpPr>
          <p:nvPr/>
        </p:nvCxnSpPr>
        <p:spPr>
          <a:xfrm>
            <a:off x="2956418" y="4874581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D3F944A3-27BF-4055-9473-B2E04F1B0721}"/>
              </a:ext>
            </a:extLst>
          </p:cNvPr>
          <p:cNvGrpSpPr/>
          <p:nvPr/>
        </p:nvGrpSpPr>
        <p:grpSpPr>
          <a:xfrm>
            <a:off x="287825" y="632672"/>
            <a:ext cx="2067560" cy="2063382"/>
            <a:chOff x="1441871" y="4316377"/>
            <a:chExt cx="10503063" cy="10481843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38837133-5B98-45BC-94B3-EF1E4F355205}"/>
                </a:ext>
              </a:extLst>
            </p:cNvPr>
            <p:cNvSpPr/>
            <p:nvPr/>
          </p:nvSpPr>
          <p:spPr>
            <a:xfrm>
              <a:off x="1441871" y="4316377"/>
              <a:ext cx="10503063" cy="10481843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72538B-6537-4161-828D-F46969E17918}"/>
                </a:ext>
              </a:extLst>
            </p:cNvPr>
            <p:cNvSpPr/>
            <p:nvPr/>
          </p:nvSpPr>
          <p:spPr>
            <a:xfrm>
              <a:off x="1587163" y="4461375"/>
              <a:ext cx="10212478" cy="10191846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1AFB10ED-17CA-4FE5-B13E-9DDC3A2898B3}"/>
                </a:ext>
              </a:extLst>
            </p:cNvPr>
            <p:cNvSpPr/>
            <p:nvPr/>
          </p:nvSpPr>
          <p:spPr>
            <a:xfrm rot="900000">
              <a:off x="2739468" y="5611352"/>
              <a:ext cx="7907869" cy="789189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4EA55D3B-1E68-49EC-B191-56A8979CD597}"/>
                </a:ext>
              </a:extLst>
            </p:cNvPr>
            <p:cNvSpPr/>
            <p:nvPr/>
          </p:nvSpPr>
          <p:spPr>
            <a:xfrm rot="1800000">
              <a:off x="4345497" y="7214137"/>
              <a:ext cx="4695810" cy="468632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4FD70591-D265-4B29-BDE8-E3E822091C74}"/>
                </a:ext>
              </a:extLst>
            </p:cNvPr>
            <p:cNvSpPr/>
            <p:nvPr/>
          </p:nvSpPr>
          <p:spPr>
            <a:xfrm rot="3600000">
              <a:off x="5461782" y="8328167"/>
              <a:ext cx="2463240" cy="245826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0A07244B-C938-4D4E-96E4-E9D6BA748578}"/>
                </a:ext>
              </a:extLst>
            </p:cNvPr>
            <p:cNvCxnSpPr>
              <a:cxnSpLocks/>
              <a:stCxn id="104" idx="2"/>
              <a:endCxn id="105" idx="2"/>
            </p:cNvCxnSpPr>
            <p:nvPr/>
          </p:nvCxnSpPr>
          <p:spPr>
            <a:xfrm flipV="1">
              <a:off x="1441871" y="9557298"/>
              <a:ext cx="145292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51989917-AAE6-49E5-9715-0C40C5387BD7}"/>
                </a:ext>
              </a:extLst>
            </p:cNvPr>
            <p:cNvCxnSpPr>
              <a:cxnSpLocks/>
              <a:stCxn id="105" idx="1"/>
              <a:endCxn id="104" idx="1"/>
            </p:cNvCxnSpPr>
            <p:nvPr/>
          </p:nvCxnSpPr>
          <p:spPr>
            <a:xfrm flipH="1" flipV="1">
              <a:off x="2980009" y="5851407"/>
              <a:ext cx="102737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C997915A-89A3-4826-837D-5C85D4E9BDBF}"/>
                </a:ext>
              </a:extLst>
            </p:cNvPr>
            <p:cNvCxnSpPr>
              <a:cxnSpLocks/>
              <a:endCxn id="104" idx="4"/>
            </p:cNvCxnSpPr>
            <p:nvPr/>
          </p:nvCxnSpPr>
          <p:spPr>
            <a:xfrm>
              <a:off x="6693403" y="14653221"/>
              <a:ext cx="0" cy="14499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B7635997-5A96-4C62-BCC0-87F5EC3CC0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5507" y="12114248"/>
              <a:ext cx="113129" cy="65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BCA1499E-9092-47F3-9139-F1D12B360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635" y="13971503"/>
              <a:ext cx="77227" cy="13375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5B729DEF-F266-4226-8C8D-3A319B7840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33" y="14478313"/>
              <a:ext cx="41420" cy="1552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07DFC80-42E5-42E7-8FDA-CC1BE9ECB7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250" y="10872016"/>
              <a:ext cx="147638" cy="394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044AE2B0-438C-4B51-ADB8-44A9D0454C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4035" y="6936495"/>
              <a:ext cx="117726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9E0454F8-D63A-4147-A268-90296FDA02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250" y="8192180"/>
              <a:ext cx="147640" cy="39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6AD73389-A1B3-4FF9-A7D5-1FCB438239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635" y="5019933"/>
              <a:ext cx="77224" cy="13344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65ADADEA-5C50-4BB1-9251-165075EF0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0943" y="4492783"/>
              <a:ext cx="37411" cy="139074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43474AC6-52A1-4114-BAF6-BB23EF6762A8}"/>
                </a:ext>
              </a:extLst>
            </p:cNvPr>
            <p:cNvCxnSpPr>
              <a:cxnSpLocks/>
              <a:stCxn id="104" idx="0"/>
              <a:endCxn id="105" idx="0"/>
            </p:cNvCxnSpPr>
            <p:nvPr/>
          </p:nvCxnSpPr>
          <p:spPr>
            <a:xfrm flipH="1">
              <a:off x="6693402" y="4316377"/>
              <a:ext cx="1" cy="14499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7BDD5371-E97D-413C-AFA3-F957B64DE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833" y="4491066"/>
              <a:ext cx="37572" cy="14079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F1B0E514-7307-4131-95E2-0C5D5C995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1946" y="5019617"/>
              <a:ext cx="71289" cy="12347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DDCA9143-07FC-44C7-983F-97820F74CD84}"/>
                </a:ext>
              </a:extLst>
            </p:cNvPr>
            <p:cNvCxnSpPr>
              <a:cxnSpLocks/>
              <a:stCxn id="104" idx="3"/>
              <a:endCxn id="105" idx="3"/>
            </p:cNvCxnSpPr>
            <p:nvPr/>
          </p:nvCxnSpPr>
          <p:spPr>
            <a:xfrm flipV="1">
              <a:off x="2980009" y="13160660"/>
              <a:ext cx="102737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006CB128-6F3A-43FC-A25A-34AE0EA2173B}"/>
                </a:ext>
              </a:extLst>
            </p:cNvPr>
            <p:cNvCxnSpPr>
              <a:cxnSpLocks/>
              <a:stCxn id="105" idx="7"/>
              <a:endCxn id="104" idx="7"/>
            </p:cNvCxnSpPr>
            <p:nvPr/>
          </p:nvCxnSpPr>
          <p:spPr>
            <a:xfrm flipV="1">
              <a:off x="10304058" y="5851407"/>
              <a:ext cx="102738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F2E5D94B-8006-459B-AFE8-7C3BDD5B45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4828" y="6936495"/>
              <a:ext cx="117933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0EB9429F-6671-41BF-849F-BB038A131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6635" y="8200957"/>
              <a:ext cx="139256" cy="3716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F58761CC-580D-430D-B7E0-80A05285C770}"/>
                </a:ext>
              </a:extLst>
            </p:cNvPr>
            <p:cNvCxnSpPr>
              <a:cxnSpLocks/>
              <a:stCxn id="105" idx="6"/>
              <a:endCxn id="104" idx="6"/>
            </p:cNvCxnSpPr>
            <p:nvPr/>
          </p:nvCxnSpPr>
          <p:spPr>
            <a:xfrm>
              <a:off x="11799641" y="9557298"/>
              <a:ext cx="145293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AFAE3E85-8B47-4147-A5C4-0BDAA6FA86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1932" y="10877858"/>
              <a:ext cx="173960" cy="4680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605B0527-7A4A-47FA-A485-6BF20970E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4828" y="12115784"/>
              <a:ext cx="117934" cy="68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60F234B5-9D89-4D4B-999A-C6BCA44E188B}"/>
                </a:ext>
              </a:extLst>
            </p:cNvPr>
            <p:cNvCxnSpPr>
              <a:cxnSpLocks/>
              <a:stCxn id="104" idx="5"/>
              <a:endCxn id="105" idx="5"/>
            </p:cNvCxnSpPr>
            <p:nvPr/>
          </p:nvCxnSpPr>
          <p:spPr>
            <a:xfrm flipH="1" flipV="1">
              <a:off x="10304058" y="13160660"/>
              <a:ext cx="102738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FB77616E-9D42-4B99-8400-F8125E012D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946" y="13961217"/>
              <a:ext cx="71289" cy="12318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07E9EC7F-7F45-43BF-A480-2F6786AC55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7319" y="14478313"/>
              <a:ext cx="35386" cy="1315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F05843B8-1DAA-4250-AFA8-903DF71AEBF9}"/>
                </a:ext>
              </a:extLst>
            </p:cNvPr>
            <p:cNvSpPr/>
            <p:nvPr/>
          </p:nvSpPr>
          <p:spPr>
            <a:xfrm rot="3600000">
              <a:off x="6623050" y="9487088"/>
              <a:ext cx="140704" cy="14042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93E7315-0C9D-462E-88F5-9B1EF443095D}"/>
              </a:ext>
            </a:extLst>
          </p:cNvPr>
          <p:cNvGrpSpPr/>
          <p:nvPr/>
        </p:nvGrpSpPr>
        <p:grpSpPr>
          <a:xfrm>
            <a:off x="287825" y="2967374"/>
            <a:ext cx="2067560" cy="2063382"/>
            <a:chOff x="1441871" y="4316377"/>
            <a:chExt cx="10503063" cy="10481843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02BC1BC-49D3-462D-8A64-FF5120ED7663}"/>
                </a:ext>
              </a:extLst>
            </p:cNvPr>
            <p:cNvSpPr/>
            <p:nvPr/>
          </p:nvSpPr>
          <p:spPr>
            <a:xfrm>
              <a:off x="1441871" y="4316377"/>
              <a:ext cx="10503063" cy="10481843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3AC7EEF7-14DE-44CE-857B-5A988FF8676D}"/>
                </a:ext>
              </a:extLst>
            </p:cNvPr>
            <p:cNvSpPr/>
            <p:nvPr/>
          </p:nvSpPr>
          <p:spPr>
            <a:xfrm>
              <a:off x="1587163" y="4461375"/>
              <a:ext cx="10212478" cy="10191846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3EDFB140-3CEA-4098-97BB-7536BDD723BD}"/>
                </a:ext>
              </a:extLst>
            </p:cNvPr>
            <p:cNvSpPr/>
            <p:nvPr/>
          </p:nvSpPr>
          <p:spPr>
            <a:xfrm rot="900000">
              <a:off x="2739468" y="5611352"/>
              <a:ext cx="7907869" cy="789189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8F759812-BC8A-4E51-BB2D-E0B451C844DD}"/>
                </a:ext>
              </a:extLst>
            </p:cNvPr>
            <p:cNvSpPr/>
            <p:nvPr/>
          </p:nvSpPr>
          <p:spPr>
            <a:xfrm rot="1800000">
              <a:off x="4345497" y="7214137"/>
              <a:ext cx="4695810" cy="468632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1FE37C9A-81E0-4EAF-AC62-8DBDDC040C7F}"/>
                </a:ext>
              </a:extLst>
            </p:cNvPr>
            <p:cNvSpPr/>
            <p:nvPr/>
          </p:nvSpPr>
          <p:spPr>
            <a:xfrm rot="3600000">
              <a:off x="5461782" y="8328167"/>
              <a:ext cx="2463240" cy="245826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83AB1C00-C7FC-4C9A-85DB-1AA9B9FE32E3}"/>
                </a:ext>
              </a:extLst>
            </p:cNvPr>
            <p:cNvCxnSpPr>
              <a:cxnSpLocks/>
              <a:stCxn id="135" idx="2"/>
              <a:endCxn id="136" idx="2"/>
            </p:cNvCxnSpPr>
            <p:nvPr/>
          </p:nvCxnSpPr>
          <p:spPr>
            <a:xfrm flipV="1">
              <a:off x="1441871" y="9557298"/>
              <a:ext cx="145292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D739557-9BDE-469D-B5F6-8F92C156D7FA}"/>
                </a:ext>
              </a:extLst>
            </p:cNvPr>
            <p:cNvCxnSpPr>
              <a:cxnSpLocks/>
              <a:stCxn id="136" idx="1"/>
              <a:endCxn id="135" idx="1"/>
            </p:cNvCxnSpPr>
            <p:nvPr/>
          </p:nvCxnSpPr>
          <p:spPr>
            <a:xfrm flipH="1" flipV="1">
              <a:off x="2980009" y="5851407"/>
              <a:ext cx="102737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239C9B9D-6F2C-4998-A21A-F72682E90169}"/>
                </a:ext>
              </a:extLst>
            </p:cNvPr>
            <p:cNvCxnSpPr>
              <a:cxnSpLocks/>
              <a:endCxn id="135" idx="4"/>
            </p:cNvCxnSpPr>
            <p:nvPr/>
          </p:nvCxnSpPr>
          <p:spPr>
            <a:xfrm>
              <a:off x="6693403" y="14653221"/>
              <a:ext cx="0" cy="14499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AA5A1E2D-4312-49B3-AB67-6A1A83741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5507" y="12114248"/>
              <a:ext cx="113129" cy="65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33565841-BB44-41D8-BEA1-B79A3CF879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635" y="13971503"/>
              <a:ext cx="77227" cy="13375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A93EBE18-DFC8-458E-A513-BBCD46FCE6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33" y="14478313"/>
              <a:ext cx="41420" cy="1552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5E891120-9FA0-4D1C-8BB7-4FAC4DC52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250" y="10872016"/>
              <a:ext cx="147638" cy="394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F8E8DF6C-2EBC-4961-B569-FBD9B991BF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4035" y="6936495"/>
              <a:ext cx="117726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2AA9023C-4D48-4328-8FF2-8AE9C0A4F0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250" y="8192180"/>
              <a:ext cx="147640" cy="39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D7BF957A-EBCB-4F0D-A081-8FA4A8440F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635" y="5019933"/>
              <a:ext cx="77224" cy="13344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730FA4DA-9A5A-4160-925B-022838E319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0943" y="4492783"/>
              <a:ext cx="37411" cy="139074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A684740D-E430-4AE8-9A0C-A6033544860B}"/>
                </a:ext>
              </a:extLst>
            </p:cNvPr>
            <p:cNvCxnSpPr>
              <a:cxnSpLocks/>
              <a:stCxn id="135" idx="0"/>
              <a:endCxn id="136" idx="0"/>
            </p:cNvCxnSpPr>
            <p:nvPr/>
          </p:nvCxnSpPr>
          <p:spPr>
            <a:xfrm flipH="1">
              <a:off x="6693402" y="4316377"/>
              <a:ext cx="1" cy="14499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A33FCF3A-1763-47D4-AD65-60D769E2DE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833" y="4491066"/>
              <a:ext cx="37572" cy="14079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A34841C8-3BD5-47DD-9965-4AE38A987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1946" y="5019617"/>
              <a:ext cx="71289" cy="12347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B28B1792-DE32-422B-979B-01B5D6671E9E}"/>
                </a:ext>
              </a:extLst>
            </p:cNvPr>
            <p:cNvCxnSpPr>
              <a:cxnSpLocks/>
              <a:stCxn id="135" idx="3"/>
              <a:endCxn id="136" idx="3"/>
            </p:cNvCxnSpPr>
            <p:nvPr/>
          </p:nvCxnSpPr>
          <p:spPr>
            <a:xfrm flipV="1">
              <a:off x="2980009" y="13160660"/>
              <a:ext cx="102737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5128C7CA-CE64-4849-9AB0-2EFAC9C9B402}"/>
                </a:ext>
              </a:extLst>
            </p:cNvPr>
            <p:cNvCxnSpPr>
              <a:cxnSpLocks/>
              <a:stCxn id="136" idx="7"/>
              <a:endCxn id="135" idx="7"/>
            </p:cNvCxnSpPr>
            <p:nvPr/>
          </p:nvCxnSpPr>
          <p:spPr>
            <a:xfrm flipV="1">
              <a:off x="10304058" y="5851407"/>
              <a:ext cx="102738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B05E7EC8-FD60-4AA3-9BD1-1A7C60EEC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4828" y="6936495"/>
              <a:ext cx="117933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810B7DC6-AA05-4F5F-9BD9-9B3D436E63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6635" y="8200957"/>
              <a:ext cx="139256" cy="3716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73E7224E-6CEE-4AED-83F4-671BFBF21FF8}"/>
                </a:ext>
              </a:extLst>
            </p:cNvPr>
            <p:cNvCxnSpPr>
              <a:cxnSpLocks/>
              <a:stCxn id="136" idx="6"/>
              <a:endCxn id="135" idx="6"/>
            </p:cNvCxnSpPr>
            <p:nvPr/>
          </p:nvCxnSpPr>
          <p:spPr>
            <a:xfrm>
              <a:off x="11799641" y="9557298"/>
              <a:ext cx="145293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0AA8ED62-28A8-48D1-94EE-183A733D8B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1932" y="10877858"/>
              <a:ext cx="173960" cy="4680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14B24E79-3915-4B89-B64B-77F2633A72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4828" y="12115784"/>
              <a:ext cx="117934" cy="68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24B9950-CD89-4AE8-B74A-756175031D98}"/>
                </a:ext>
              </a:extLst>
            </p:cNvPr>
            <p:cNvCxnSpPr>
              <a:cxnSpLocks/>
              <a:stCxn id="135" idx="5"/>
              <a:endCxn id="136" idx="5"/>
            </p:cNvCxnSpPr>
            <p:nvPr/>
          </p:nvCxnSpPr>
          <p:spPr>
            <a:xfrm flipH="1" flipV="1">
              <a:off x="10304058" y="13160660"/>
              <a:ext cx="102738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42B34EF9-0D27-4CEF-B782-572EEE4A2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946" y="13961217"/>
              <a:ext cx="71289" cy="12318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4F0C945A-76CB-4BD5-B1C3-9177E9F33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7319" y="14478313"/>
              <a:ext cx="35386" cy="1315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C66323D8-D0AF-4BC8-9CD5-1E7E2FB9B7DF}"/>
                </a:ext>
              </a:extLst>
            </p:cNvPr>
            <p:cNvSpPr/>
            <p:nvPr/>
          </p:nvSpPr>
          <p:spPr>
            <a:xfrm rot="3600000">
              <a:off x="6623050" y="9487088"/>
              <a:ext cx="140704" cy="14042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1FF7DE5A-8CFA-4889-B0CA-6334356704C1}"/>
              </a:ext>
            </a:extLst>
          </p:cNvPr>
          <p:cNvGrpSpPr/>
          <p:nvPr/>
        </p:nvGrpSpPr>
        <p:grpSpPr>
          <a:xfrm>
            <a:off x="287825" y="5302076"/>
            <a:ext cx="2067560" cy="2063382"/>
            <a:chOff x="1441871" y="4316377"/>
            <a:chExt cx="10503063" cy="10481843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F717A3CB-ED7F-4CCA-8DC3-E34327D4482D}"/>
                </a:ext>
              </a:extLst>
            </p:cNvPr>
            <p:cNvSpPr/>
            <p:nvPr/>
          </p:nvSpPr>
          <p:spPr>
            <a:xfrm>
              <a:off x="1441871" y="4316377"/>
              <a:ext cx="10503063" cy="10481843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FDC77BEA-03AE-4FD1-AD4A-931C29CA5AE8}"/>
                </a:ext>
              </a:extLst>
            </p:cNvPr>
            <p:cNvSpPr/>
            <p:nvPr/>
          </p:nvSpPr>
          <p:spPr>
            <a:xfrm>
              <a:off x="1587163" y="4461375"/>
              <a:ext cx="10212478" cy="10191846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110980BD-2CC3-48E8-95A8-77AA0059CC6F}"/>
                </a:ext>
              </a:extLst>
            </p:cNvPr>
            <p:cNvSpPr/>
            <p:nvPr/>
          </p:nvSpPr>
          <p:spPr>
            <a:xfrm rot="900000">
              <a:off x="2739468" y="5611352"/>
              <a:ext cx="7907869" cy="789189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7359879B-839A-432C-8DED-68575CCED0E9}"/>
                </a:ext>
              </a:extLst>
            </p:cNvPr>
            <p:cNvSpPr/>
            <p:nvPr/>
          </p:nvSpPr>
          <p:spPr>
            <a:xfrm rot="1800000">
              <a:off x="4345497" y="7214137"/>
              <a:ext cx="4695810" cy="4686323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FA36CABE-99B4-4950-8D82-F03AEC5AC745}"/>
                </a:ext>
              </a:extLst>
            </p:cNvPr>
            <p:cNvSpPr/>
            <p:nvPr/>
          </p:nvSpPr>
          <p:spPr>
            <a:xfrm rot="3600000">
              <a:off x="5461782" y="8328167"/>
              <a:ext cx="2463240" cy="245826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  <p:cxnSp>
          <p:nvCxnSpPr>
            <p:cNvPr id="203" name="직선 연결선 202">
              <a:extLst>
                <a:ext uri="{FF2B5EF4-FFF2-40B4-BE49-F238E27FC236}">
                  <a16:creationId xmlns:a16="http://schemas.microsoft.com/office/drawing/2014/main" id="{421C5EBA-B433-4767-8BFC-79C4AFB2BBC1}"/>
                </a:ext>
              </a:extLst>
            </p:cNvPr>
            <p:cNvCxnSpPr>
              <a:cxnSpLocks/>
              <a:stCxn id="198" idx="2"/>
              <a:endCxn id="199" idx="2"/>
            </p:cNvCxnSpPr>
            <p:nvPr/>
          </p:nvCxnSpPr>
          <p:spPr>
            <a:xfrm flipV="1">
              <a:off x="1441871" y="9557298"/>
              <a:ext cx="145292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DD3BB928-45C8-4B66-BC3B-C632C48A01AD}"/>
                </a:ext>
              </a:extLst>
            </p:cNvPr>
            <p:cNvCxnSpPr>
              <a:cxnSpLocks/>
              <a:stCxn id="199" idx="1"/>
              <a:endCxn id="198" idx="1"/>
            </p:cNvCxnSpPr>
            <p:nvPr/>
          </p:nvCxnSpPr>
          <p:spPr>
            <a:xfrm flipH="1" flipV="1">
              <a:off x="2980009" y="5851407"/>
              <a:ext cx="102737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557D9D25-4533-4A1E-A998-FA877A056E15}"/>
                </a:ext>
              </a:extLst>
            </p:cNvPr>
            <p:cNvCxnSpPr>
              <a:cxnSpLocks/>
              <a:endCxn id="198" idx="4"/>
            </p:cNvCxnSpPr>
            <p:nvPr/>
          </p:nvCxnSpPr>
          <p:spPr>
            <a:xfrm>
              <a:off x="6693403" y="14653221"/>
              <a:ext cx="0" cy="14499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0345507F-B86E-402F-9F7A-D4B7B92579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45507" y="12114248"/>
              <a:ext cx="113129" cy="65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704D28A1-A618-47A8-9F44-A33F50E237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7635" y="13971503"/>
              <a:ext cx="77227" cy="13375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53A4595C-11CB-48E1-8FC3-82114F71A4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8733" y="14478313"/>
              <a:ext cx="41420" cy="15520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E12FF62-5839-4FAD-A270-55360FC85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19250" y="10872016"/>
              <a:ext cx="147638" cy="394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D962F9B7-162D-4FF2-81DB-A064830E06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54035" y="6936495"/>
              <a:ext cx="117726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D107728C-F916-4C1E-B06D-B4A6D6280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9250" y="8192180"/>
              <a:ext cx="147640" cy="39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8ADB176D-1948-44F1-B52D-B5905B116F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635" y="5019933"/>
              <a:ext cx="77224" cy="13344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D45B7177-508C-4E93-A42D-6E4A9ED32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0943" y="4492783"/>
              <a:ext cx="37411" cy="139074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181948A0-E5F6-416E-A20A-0C044988D32E}"/>
                </a:ext>
              </a:extLst>
            </p:cNvPr>
            <p:cNvCxnSpPr>
              <a:cxnSpLocks/>
              <a:stCxn id="198" idx="0"/>
              <a:endCxn id="199" idx="0"/>
            </p:cNvCxnSpPr>
            <p:nvPr/>
          </p:nvCxnSpPr>
          <p:spPr>
            <a:xfrm flipH="1">
              <a:off x="6693402" y="4316377"/>
              <a:ext cx="1" cy="14499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6FACBE1E-2C59-47FB-BF6F-7263F796C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833" y="4491066"/>
              <a:ext cx="37572" cy="14079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37F6243F-9C80-4F64-B7D2-BC0A094E4A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41946" y="5019617"/>
              <a:ext cx="71289" cy="12347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06CA5458-5BFA-4666-9989-A18AC9979C05}"/>
                </a:ext>
              </a:extLst>
            </p:cNvPr>
            <p:cNvCxnSpPr>
              <a:cxnSpLocks/>
              <a:stCxn id="198" idx="3"/>
              <a:endCxn id="199" idx="3"/>
            </p:cNvCxnSpPr>
            <p:nvPr/>
          </p:nvCxnSpPr>
          <p:spPr>
            <a:xfrm flipV="1">
              <a:off x="2980009" y="13160660"/>
              <a:ext cx="102737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713F4E33-4612-4B35-BF54-B3C9429B6A23}"/>
                </a:ext>
              </a:extLst>
            </p:cNvPr>
            <p:cNvCxnSpPr>
              <a:cxnSpLocks/>
              <a:stCxn id="199" idx="7"/>
              <a:endCxn id="198" idx="7"/>
            </p:cNvCxnSpPr>
            <p:nvPr/>
          </p:nvCxnSpPr>
          <p:spPr>
            <a:xfrm flipV="1">
              <a:off x="10304058" y="5851407"/>
              <a:ext cx="102738" cy="10252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18ED2B9C-3FD8-4C58-AAEF-CF54602392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24828" y="6936495"/>
              <a:ext cx="117933" cy="67967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355C0D8B-4E53-43CD-B1EE-9574526970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6635" y="8200957"/>
              <a:ext cx="139256" cy="37163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5F8421D2-1BBA-49E8-8A6A-7A82B4FDAD99}"/>
                </a:ext>
              </a:extLst>
            </p:cNvPr>
            <p:cNvCxnSpPr>
              <a:cxnSpLocks/>
              <a:stCxn id="199" idx="6"/>
              <a:endCxn id="198" idx="6"/>
            </p:cNvCxnSpPr>
            <p:nvPr/>
          </p:nvCxnSpPr>
          <p:spPr>
            <a:xfrm>
              <a:off x="11799641" y="9557298"/>
              <a:ext cx="145293" cy="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C8F6DA27-D243-4B3E-9E01-B07E781A7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01932" y="10877858"/>
              <a:ext cx="173960" cy="4680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289B308B-5D41-4708-845D-C412C6E76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4828" y="12115784"/>
              <a:ext cx="117934" cy="68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0C95FD07-E7D2-4F48-9946-B8291FA284AD}"/>
                </a:ext>
              </a:extLst>
            </p:cNvPr>
            <p:cNvCxnSpPr>
              <a:cxnSpLocks/>
              <a:stCxn id="198" idx="5"/>
              <a:endCxn id="199" idx="5"/>
            </p:cNvCxnSpPr>
            <p:nvPr/>
          </p:nvCxnSpPr>
          <p:spPr>
            <a:xfrm flipH="1" flipV="1">
              <a:off x="10304058" y="13160660"/>
              <a:ext cx="102738" cy="10253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11E55656-667B-4985-B8D9-9B22E5341F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946" y="13961217"/>
              <a:ext cx="71289" cy="123186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7CB33C95-5190-490F-BBED-3ADC352FC9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7319" y="14478313"/>
              <a:ext cx="35386" cy="131525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타원 226">
              <a:extLst>
                <a:ext uri="{FF2B5EF4-FFF2-40B4-BE49-F238E27FC236}">
                  <a16:creationId xmlns:a16="http://schemas.microsoft.com/office/drawing/2014/main" id="{E22AE3F6-CD24-4325-854F-DB84FEC5F60A}"/>
                </a:ext>
              </a:extLst>
            </p:cNvPr>
            <p:cNvSpPr/>
            <p:nvPr/>
          </p:nvSpPr>
          <p:spPr>
            <a:xfrm rot="3600000">
              <a:off x="6623050" y="9487088"/>
              <a:ext cx="140704" cy="14042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150"/>
            </a:p>
          </p:txBody>
        </p:sp>
      </p:grp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1838A58C-3A22-4306-ACB1-C566DAA50354}"/>
              </a:ext>
            </a:extLst>
          </p:cNvPr>
          <p:cNvCxnSpPr>
            <a:cxnSpLocks/>
          </p:cNvCxnSpPr>
          <p:nvPr/>
        </p:nvCxnSpPr>
        <p:spPr>
          <a:xfrm>
            <a:off x="2956418" y="3123553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05019272-7B59-4252-922A-4CE4840C7703}"/>
              </a:ext>
            </a:extLst>
          </p:cNvPr>
          <p:cNvCxnSpPr>
            <a:cxnSpLocks/>
          </p:cNvCxnSpPr>
          <p:nvPr/>
        </p:nvCxnSpPr>
        <p:spPr>
          <a:xfrm>
            <a:off x="2956418" y="3707229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C197A624-E8E4-41C4-AC43-D85B08A1A0AB}"/>
              </a:ext>
            </a:extLst>
          </p:cNvPr>
          <p:cNvCxnSpPr>
            <a:cxnSpLocks/>
          </p:cNvCxnSpPr>
          <p:nvPr/>
        </p:nvCxnSpPr>
        <p:spPr>
          <a:xfrm>
            <a:off x="2956418" y="4290905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4775D1B4-61A1-4D72-B40E-9B320C0558D5}"/>
              </a:ext>
            </a:extLst>
          </p:cNvPr>
          <p:cNvCxnSpPr>
            <a:cxnSpLocks/>
          </p:cNvCxnSpPr>
          <p:nvPr/>
        </p:nvCxnSpPr>
        <p:spPr>
          <a:xfrm>
            <a:off x="2956418" y="4582743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3EF20A07-0037-4305-86BA-39F0A180567D}"/>
              </a:ext>
            </a:extLst>
          </p:cNvPr>
          <p:cNvCxnSpPr>
            <a:cxnSpLocks/>
          </p:cNvCxnSpPr>
          <p:nvPr/>
        </p:nvCxnSpPr>
        <p:spPr>
          <a:xfrm>
            <a:off x="2956418" y="3415391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5664F8BC-F2D1-4D10-B7DD-5CEFA78310E2}"/>
              </a:ext>
            </a:extLst>
          </p:cNvPr>
          <p:cNvCxnSpPr>
            <a:cxnSpLocks/>
          </p:cNvCxnSpPr>
          <p:nvPr/>
        </p:nvCxnSpPr>
        <p:spPr>
          <a:xfrm>
            <a:off x="2956418" y="3999067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620E6A9A-F444-4923-B553-8CB69CFDFC7E}"/>
              </a:ext>
            </a:extLst>
          </p:cNvPr>
          <p:cNvCxnSpPr>
            <a:cxnSpLocks/>
          </p:cNvCxnSpPr>
          <p:nvPr/>
        </p:nvCxnSpPr>
        <p:spPr>
          <a:xfrm>
            <a:off x="2956418" y="2248039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27940036-CEAE-4234-9AE4-C5008FE85AC7}"/>
              </a:ext>
            </a:extLst>
          </p:cNvPr>
          <p:cNvCxnSpPr>
            <a:cxnSpLocks/>
          </p:cNvCxnSpPr>
          <p:nvPr/>
        </p:nvCxnSpPr>
        <p:spPr>
          <a:xfrm>
            <a:off x="2956418" y="2539877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7090D8BF-0263-47DA-BA94-8B4E58E1402F}"/>
              </a:ext>
            </a:extLst>
          </p:cNvPr>
          <p:cNvCxnSpPr>
            <a:cxnSpLocks/>
          </p:cNvCxnSpPr>
          <p:nvPr/>
        </p:nvCxnSpPr>
        <p:spPr>
          <a:xfrm>
            <a:off x="2956418" y="1956201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D13087EE-2E03-4449-8C88-F5724858EDBF}"/>
              </a:ext>
            </a:extLst>
          </p:cNvPr>
          <p:cNvCxnSpPr>
            <a:cxnSpLocks/>
          </p:cNvCxnSpPr>
          <p:nvPr/>
        </p:nvCxnSpPr>
        <p:spPr>
          <a:xfrm>
            <a:off x="2956418" y="1664363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9DB79AB2-5FAD-430F-91AC-23D22E9FCCE9}"/>
              </a:ext>
            </a:extLst>
          </p:cNvPr>
          <p:cNvCxnSpPr>
            <a:cxnSpLocks/>
          </p:cNvCxnSpPr>
          <p:nvPr/>
        </p:nvCxnSpPr>
        <p:spPr>
          <a:xfrm>
            <a:off x="2956418" y="1080687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C142B7CA-94E3-40AC-B994-79230D041806}"/>
              </a:ext>
            </a:extLst>
          </p:cNvPr>
          <p:cNvCxnSpPr>
            <a:cxnSpLocks/>
          </p:cNvCxnSpPr>
          <p:nvPr/>
        </p:nvCxnSpPr>
        <p:spPr>
          <a:xfrm>
            <a:off x="2956418" y="1372525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122EB5B1-82BC-4234-B784-1C2B76E8598A}"/>
              </a:ext>
            </a:extLst>
          </p:cNvPr>
          <p:cNvCxnSpPr>
            <a:cxnSpLocks/>
          </p:cNvCxnSpPr>
          <p:nvPr/>
        </p:nvCxnSpPr>
        <p:spPr>
          <a:xfrm>
            <a:off x="2956418" y="788849"/>
            <a:ext cx="28183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B154D1-0B89-419C-A828-C7C341A9B0B1}"/>
              </a:ext>
            </a:extLst>
          </p:cNvPr>
          <p:cNvGrpSpPr/>
          <p:nvPr/>
        </p:nvGrpSpPr>
        <p:grpSpPr>
          <a:xfrm>
            <a:off x="287825" y="497011"/>
            <a:ext cx="5486948" cy="7004109"/>
            <a:chOff x="374773" y="497011"/>
            <a:chExt cx="5400000" cy="7004109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A48BAF7-407A-4A72-BBA0-C19845E63F35}"/>
                </a:ext>
              </a:extLst>
            </p:cNvPr>
            <p:cNvCxnSpPr>
              <a:cxnSpLocks/>
            </p:cNvCxnSpPr>
            <p:nvPr/>
          </p:nvCxnSpPr>
          <p:spPr>
            <a:xfrm>
              <a:off x="374773" y="7501120"/>
              <a:ext cx="540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119775A-69A8-485B-989B-8A8485EE7A4D}"/>
                </a:ext>
              </a:extLst>
            </p:cNvPr>
            <p:cNvCxnSpPr>
              <a:cxnSpLocks/>
            </p:cNvCxnSpPr>
            <p:nvPr/>
          </p:nvCxnSpPr>
          <p:spPr>
            <a:xfrm>
              <a:off x="374773" y="5166416"/>
              <a:ext cx="540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564B08C3-48B6-4781-B68E-C819453C959C}"/>
                </a:ext>
              </a:extLst>
            </p:cNvPr>
            <p:cNvCxnSpPr>
              <a:cxnSpLocks/>
            </p:cNvCxnSpPr>
            <p:nvPr/>
          </p:nvCxnSpPr>
          <p:spPr>
            <a:xfrm>
              <a:off x="374773" y="2831714"/>
              <a:ext cx="540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연결선 242">
              <a:extLst>
                <a:ext uri="{FF2B5EF4-FFF2-40B4-BE49-F238E27FC236}">
                  <a16:creationId xmlns:a16="http://schemas.microsoft.com/office/drawing/2014/main" id="{5EE57B2C-1C74-49D1-A0A9-5D05ADC5589B}"/>
                </a:ext>
              </a:extLst>
            </p:cNvPr>
            <p:cNvCxnSpPr>
              <a:cxnSpLocks/>
            </p:cNvCxnSpPr>
            <p:nvPr/>
          </p:nvCxnSpPr>
          <p:spPr>
            <a:xfrm>
              <a:off x="374773" y="497011"/>
              <a:ext cx="540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TextBox 184">
            <a:hlinkClick r:id="rId4"/>
            <a:extLst>
              <a:ext uri="{FF2B5EF4-FFF2-40B4-BE49-F238E27FC236}">
                <a16:creationId xmlns:a16="http://schemas.microsoft.com/office/drawing/2014/main" id="{A39011EC-DB8D-4FAC-8D5F-65C43D39934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22</cp:revision>
  <dcterms:created xsi:type="dcterms:W3CDTF">2021-10-29T04:43:38Z</dcterms:created>
  <dcterms:modified xsi:type="dcterms:W3CDTF">2021-12-14T04:41:56Z</dcterms:modified>
</cp:coreProperties>
</file>
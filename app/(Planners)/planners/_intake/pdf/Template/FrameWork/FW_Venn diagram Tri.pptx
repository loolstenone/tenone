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7CFE729-85D5-4E45-80BD-7F4CEE44C14E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62A89B9A-6DC9-4013-B643-EB6D79310F52}"/>
                </a:ext>
              </a:extLst>
            </p:cNvPr>
            <p:cNvCxnSpPr/>
            <p:nvPr/>
          </p:nvCxnSpPr>
          <p:spPr>
            <a:xfrm>
              <a:off x="230188" y="41596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연결선 388">
              <a:extLst>
                <a:ext uri="{FF2B5EF4-FFF2-40B4-BE49-F238E27FC236}">
                  <a16:creationId xmlns:a16="http://schemas.microsoft.com/office/drawing/2014/main" id="{4A90C5B1-03EE-4FE6-8CF5-A8B91F1D6299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>
              <a:extLst>
                <a:ext uri="{FF2B5EF4-FFF2-40B4-BE49-F238E27FC236}">
                  <a16:creationId xmlns:a16="http://schemas.microsoft.com/office/drawing/2014/main" id="{C0211763-DFFC-4EF1-BDC2-08BBBEA4EE44}"/>
                </a:ext>
              </a:extLst>
            </p:cNvPr>
            <p:cNvCxnSpPr/>
            <p:nvPr/>
          </p:nvCxnSpPr>
          <p:spPr>
            <a:xfrm>
              <a:off x="230188" y="471333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직선 연결선 390">
              <a:extLst>
                <a:ext uri="{FF2B5EF4-FFF2-40B4-BE49-F238E27FC236}">
                  <a16:creationId xmlns:a16="http://schemas.microsoft.com/office/drawing/2014/main" id="{0B436999-F42E-46DC-A276-1679BD22112F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연결선 391">
              <a:extLst>
                <a:ext uri="{FF2B5EF4-FFF2-40B4-BE49-F238E27FC236}">
                  <a16:creationId xmlns:a16="http://schemas.microsoft.com/office/drawing/2014/main" id="{6608A97D-7CB5-4A08-8F2F-69956DCC15CE}"/>
                </a:ext>
              </a:extLst>
            </p:cNvPr>
            <p:cNvCxnSpPr/>
            <p:nvPr/>
          </p:nvCxnSpPr>
          <p:spPr>
            <a:xfrm>
              <a:off x="230188" y="554390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7AA85DC7-A7B2-4434-A31A-FB674669EF15}"/>
                </a:ext>
              </a:extLst>
            </p:cNvPr>
            <p:cNvCxnSpPr/>
            <p:nvPr/>
          </p:nvCxnSpPr>
          <p:spPr>
            <a:xfrm>
              <a:off x="230188" y="582075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연결선 393">
              <a:extLst>
                <a:ext uri="{FF2B5EF4-FFF2-40B4-BE49-F238E27FC236}">
                  <a16:creationId xmlns:a16="http://schemas.microsoft.com/office/drawing/2014/main" id="{FD2528A5-6547-43B6-9718-DD1DBC9DA660}"/>
                </a:ext>
              </a:extLst>
            </p:cNvPr>
            <p:cNvCxnSpPr/>
            <p:nvPr/>
          </p:nvCxnSpPr>
          <p:spPr>
            <a:xfrm>
              <a:off x="230188" y="609761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6FEB7FEF-055D-4CB2-A603-DDAFEF7629A2}"/>
                </a:ext>
              </a:extLst>
            </p:cNvPr>
            <p:cNvCxnSpPr/>
            <p:nvPr/>
          </p:nvCxnSpPr>
          <p:spPr>
            <a:xfrm>
              <a:off x="230188" y="526704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연결선 395">
              <a:extLst>
                <a:ext uri="{FF2B5EF4-FFF2-40B4-BE49-F238E27FC236}">
                  <a16:creationId xmlns:a16="http://schemas.microsoft.com/office/drawing/2014/main" id="{DD384A1C-7F29-4540-AD71-0C706600D8D8}"/>
                </a:ext>
              </a:extLst>
            </p:cNvPr>
            <p:cNvCxnSpPr/>
            <p:nvPr/>
          </p:nvCxnSpPr>
          <p:spPr>
            <a:xfrm>
              <a:off x="230188" y="637446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직선 연결선 396">
              <a:extLst>
                <a:ext uri="{FF2B5EF4-FFF2-40B4-BE49-F238E27FC236}">
                  <a16:creationId xmlns:a16="http://schemas.microsoft.com/office/drawing/2014/main" id="{F76FB182-E956-4D48-A9AA-3ED01FB210A0}"/>
                </a:ext>
              </a:extLst>
            </p:cNvPr>
            <p:cNvCxnSpPr/>
            <p:nvPr/>
          </p:nvCxnSpPr>
          <p:spPr>
            <a:xfrm>
              <a:off x="230188" y="692817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직선 연결선 397">
              <a:extLst>
                <a:ext uri="{FF2B5EF4-FFF2-40B4-BE49-F238E27FC236}">
                  <a16:creationId xmlns:a16="http://schemas.microsoft.com/office/drawing/2014/main" id="{2A56CA8E-E0FC-4147-AF5A-8839A4796CDE}"/>
                </a:ext>
              </a:extLst>
            </p:cNvPr>
            <p:cNvCxnSpPr/>
            <p:nvPr/>
          </p:nvCxnSpPr>
          <p:spPr>
            <a:xfrm>
              <a:off x="230188" y="72050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직선 연결선 398">
              <a:extLst>
                <a:ext uri="{FF2B5EF4-FFF2-40B4-BE49-F238E27FC236}">
                  <a16:creationId xmlns:a16="http://schemas.microsoft.com/office/drawing/2014/main" id="{131183C3-B170-4A59-ADCF-1A163A6DB0A1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직선 연결선 399">
              <a:extLst>
                <a:ext uri="{FF2B5EF4-FFF2-40B4-BE49-F238E27FC236}">
                  <a16:creationId xmlns:a16="http://schemas.microsoft.com/office/drawing/2014/main" id="{92B90DF7-F7AB-44DA-B1E6-260316F045AD}"/>
                </a:ext>
              </a:extLst>
            </p:cNvPr>
            <p:cNvCxnSpPr/>
            <p:nvPr/>
          </p:nvCxnSpPr>
          <p:spPr>
            <a:xfrm>
              <a:off x="230188" y="665132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C8882229-C813-4C75-85EC-00F0CEF1D5C8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직선 연결선 401">
              <a:extLst>
                <a:ext uri="{FF2B5EF4-FFF2-40B4-BE49-F238E27FC236}">
                  <a16:creationId xmlns:a16="http://schemas.microsoft.com/office/drawing/2014/main" id="{62AA684B-9930-441D-9679-89DBEA3EF0F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타원 402">
              <a:extLst>
                <a:ext uri="{FF2B5EF4-FFF2-40B4-BE49-F238E27FC236}">
                  <a16:creationId xmlns:a16="http://schemas.microsoft.com/office/drawing/2014/main" id="{65434728-84A6-4037-838B-BC0D118100A6}"/>
                </a:ext>
              </a:extLst>
            </p:cNvPr>
            <p:cNvSpPr/>
            <p:nvPr/>
          </p:nvSpPr>
          <p:spPr>
            <a:xfrm>
              <a:off x="1202055" y="1732291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CF8911EC-6914-4BC9-BDBF-8D3216B598B5}"/>
                </a:ext>
              </a:extLst>
            </p:cNvPr>
            <p:cNvSpPr/>
            <p:nvPr/>
          </p:nvSpPr>
          <p:spPr>
            <a:xfrm>
              <a:off x="2518728" y="1732291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" name="타원 404">
              <a:extLst>
                <a:ext uri="{FF2B5EF4-FFF2-40B4-BE49-F238E27FC236}">
                  <a16:creationId xmlns:a16="http://schemas.microsoft.com/office/drawing/2014/main" id="{D2C7E0AF-CE09-4854-A9AC-EF64266273D1}"/>
                </a:ext>
              </a:extLst>
            </p:cNvPr>
            <p:cNvSpPr/>
            <p:nvPr/>
          </p:nvSpPr>
          <p:spPr>
            <a:xfrm>
              <a:off x="1867849" y="654559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185">
            <a:hlinkClick r:id="rId2"/>
            <a:extLst>
              <a:ext uri="{FF2B5EF4-FFF2-40B4-BE49-F238E27FC236}">
                <a16:creationId xmlns:a16="http://schemas.microsoft.com/office/drawing/2014/main" id="{E5D8C7D8-48C6-4B49-A122-0E25940CEA61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186">
            <a:hlinkClick r:id="rId3"/>
            <a:extLst>
              <a:ext uri="{FF2B5EF4-FFF2-40B4-BE49-F238E27FC236}">
                <a16:creationId xmlns:a16="http://schemas.microsoft.com/office/drawing/2014/main" id="{DF441044-B264-4A48-87A6-25BAC670CB58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184">
            <a:hlinkClick r:id="rId4"/>
            <a:extLst>
              <a:ext uri="{FF2B5EF4-FFF2-40B4-BE49-F238E27FC236}">
                <a16:creationId xmlns:a16="http://schemas.microsoft.com/office/drawing/2014/main" id="{3A2F83AE-94D3-44AE-9C49-E3CA6B3A82A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115</cp:revision>
  <dcterms:created xsi:type="dcterms:W3CDTF">2021-10-29T04:43:38Z</dcterms:created>
  <dcterms:modified xsi:type="dcterms:W3CDTF">2021-12-14T04:28:16Z</dcterms:modified>
</cp:coreProperties>
</file>
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78" y="34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04" name="그룹 23903">
            <a:extLst>
              <a:ext uri="{FF2B5EF4-FFF2-40B4-BE49-F238E27FC236}">
                <a16:creationId xmlns:a16="http://schemas.microsoft.com/office/drawing/2014/main" id="{5109AC1E-1FFB-4842-A16C-AEFB1B3EE73C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grpSp>
          <p:nvGrpSpPr>
            <p:cNvPr id="6286" name="그룹 6285">
              <a:extLst>
                <a:ext uri="{FF2B5EF4-FFF2-40B4-BE49-F238E27FC236}">
                  <a16:creationId xmlns:a16="http://schemas.microsoft.com/office/drawing/2014/main" id="{2FF3E5A8-72A4-43F0-A308-CE41300DA6CF}"/>
                </a:ext>
              </a:extLst>
            </p:cNvPr>
            <p:cNvGrpSpPr/>
            <p:nvPr/>
          </p:nvGrpSpPr>
          <p:grpSpPr>
            <a:xfrm>
              <a:off x="1296010" y="491236"/>
              <a:ext cx="3484932" cy="3484932"/>
              <a:chOff x="1799837" y="825500"/>
              <a:chExt cx="3960000" cy="3960000"/>
            </a:xfrm>
          </p:grpSpPr>
          <p:sp>
            <p:nvSpPr>
              <p:cNvPr id="6287" name="타원 6286">
                <a:extLst>
                  <a:ext uri="{FF2B5EF4-FFF2-40B4-BE49-F238E27FC236}">
                    <a16:creationId xmlns:a16="http://schemas.microsoft.com/office/drawing/2014/main" id="{8B19DC1C-CFA1-46BA-8A7E-7DC5B5ED93B0}"/>
                  </a:ext>
                </a:extLst>
              </p:cNvPr>
              <p:cNvSpPr/>
              <p:nvPr/>
            </p:nvSpPr>
            <p:spPr>
              <a:xfrm>
                <a:off x="1979837" y="1005500"/>
                <a:ext cx="3600000" cy="360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 dirty="0"/>
              </a:p>
            </p:txBody>
          </p:sp>
          <p:sp>
            <p:nvSpPr>
              <p:cNvPr id="6288" name="타원 6287">
                <a:extLst>
                  <a:ext uri="{FF2B5EF4-FFF2-40B4-BE49-F238E27FC236}">
                    <a16:creationId xmlns:a16="http://schemas.microsoft.com/office/drawing/2014/main" id="{827E35E8-7315-415E-953E-A1E44EECCCEF}"/>
                  </a:ext>
                </a:extLst>
              </p:cNvPr>
              <p:cNvSpPr/>
              <p:nvPr/>
            </p:nvSpPr>
            <p:spPr>
              <a:xfrm>
                <a:off x="2159837" y="1185500"/>
                <a:ext cx="3240000" cy="324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/>
              </a:p>
            </p:txBody>
          </p:sp>
          <p:sp>
            <p:nvSpPr>
              <p:cNvPr id="6289" name="타원 6288">
                <a:extLst>
                  <a:ext uri="{FF2B5EF4-FFF2-40B4-BE49-F238E27FC236}">
                    <a16:creationId xmlns:a16="http://schemas.microsoft.com/office/drawing/2014/main" id="{1B3B1FBD-1170-46FA-8724-49416027B43E}"/>
                  </a:ext>
                </a:extLst>
              </p:cNvPr>
              <p:cNvSpPr/>
              <p:nvPr/>
            </p:nvSpPr>
            <p:spPr>
              <a:xfrm>
                <a:off x="2339837" y="1365500"/>
                <a:ext cx="2880000" cy="288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/>
              </a:p>
            </p:txBody>
          </p:sp>
          <p:sp>
            <p:nvSpPr>
              <p:cNvPr id="6290" name="타원 6289">
                <a:extLst>
                  <a:ext uri="{FF2B5EF4-FFF2-40B4-BE49-F238E27FC236}">
                    <a16:creationId xmlns:a16="http://schemas.microsoft.com/office/drawing/2014/main" id="{A9672994-682B-49AD-8E99-1DE721E22302}"/>
                  </a:ext>
                </a:extLst>
              </p:cNvPr>
              <p:cNvSpPr/>
              <p:nvPr/>
            </p:nvSpPr>
            <p:spPr>
              <a:xfrm>
                <a:off x="2519837" y="1545500"/>
                <a:ext cx="2520000" cy="252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/>
              </a:p>
            </p:txBody>
          </p:sp>
          <p:sp>
            <p:nvSpPr>
              <p:cNvPr id="6291" name="타원 6290">
                <a:extLst>
                  <a:ext uri="{FF2B5EF4-FFF2-40B4-BE49-F238E27FC236}">
                    <a16:creationId xmlns:a16="http://schemas.microsoft.com/office/drawing/2014/main" id="{891AA6D4-153D-4A0D-ADD2-2DD42C70149A}"/>
                  </a:ext>
                </a:extLst>
              </p:cNvPr>
              <p:cNvSpPr/>
              <p:nvPr/>
            </p:nvSpPr>
            <p:spPr>
              <a:xfrm>
                <a:off x="2699837" y="1725500"/>
                <a:ext cx="2160000" cy="216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/>
              </a:p>
            </p:txBody>
          </p:sp>
          <p:sp>
            <p:nvSpPr>
              <p:cNvPr id="6292" name="타원 6291">
                <a:extLst>
                  <a:ext uri="{FF2B5EF4-FFF2-40B4-BE49-F238E27FC236}">
                    <a16:creationId xmlns:a16="http://schemas.microsoft.com/office/drawing/2014/main" id="{9DDC244A-FACB-4E9D-9637-D59EE0737210}"/>
                  </a:ext>
                </a:extLst>
              </p:cNvPr>
              <p:cNvSpPr/>
              <p:nvPr/>
            </p:nvSpPr>
            <p:spPr>
              <a:xfrm>
                <a:off x="2879837" y="1905500"/>
                <a:ext cx="1800000" cy="180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/>
              </a:p>
            </p:txBody>
          </p:sp>
          <p:sp>
            <p:nvSpPr>
              <p:cNvPr id="6293" name="타원 6292">
                <a:extLst>
                  <a:ext uri="{FF2B5EF4-FFF2-40B4-BE49-F238E27FC236}">
                    <a16:creationId xmlns:a16="http://schemas.microsoft.com/office/drawing/2014/main" id="{EB57417D-D6D7-49EA-9EDC-5F336BE95187}"/>
                  </a:ext>
                </a:extLst>
              </p:cNvPr>
              <p:cNvSpPr/>
              <p:nvPr/>
            </p:nvSpPr>
            <p:spPr>
              <a:xfrm>
                <a:off x="3059837" y="2085500"/>
                <a:ext cx="1440000" cy="144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/>
              </a:p>
            </p:txBody>
          </p:sp>
          <p:sp>
            <p:nvSpPr>
              <p:cNvPr id="6294" name="타원 6293">
                <a:extLst>
                  <a:ext uri="{FF2B5EF4-FFF2-40B4-BE49-F238E27FC236}">
                    <a16:creationId xmlns:a16="http://schemas.microsoft.com/office/drawing/2014/main" id="{05A5558F-8821-4B8E-97CE-EB77C53E4941}"/>
                  </a:ext>
                </a:extLst>
              </p:cNvPr>
              <p:cNvSpPr/>
              <p:nvPr/>
            </p:nvSpPr>
            <p:spPr>
              <a:xfrm>
                <a:off x="3239837" y="2265500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/>
              </a:p>
            </p:txBody>
          </p:sp>
          <p:sp>
            <p:nvSpPr>
              <p:cNvPr id="6295" name="타원 6294">
                <a:extLst>
                  <a:ext uri="{FF2B5EF4-FFF2-40B4-BE49-F238E27FC236}">
                    <a16:creationId xmlns:a16="http://schemas.microsoft.com/office/drawing/2014/main" id="{BE1C6117-BB0E-42F1-AFB6-E055D968B8AB}"/>
                  </a:ext>
                </a:extLst>
              </p:cNvPr>
              <p:cNvSpPr/>
              <p:nvPr/>
            </p:nvSpPr>
            <p:spPr>
              <a:xfrm>
                <a:off x="3419837" y="2445500"/>
                <a:ext cx="720000" cy="72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/>
              </a:p>
            </p:txBody>
          </p:sp>
          <p:sp>
            <p:nvSpPr>
              <p:cNvPr id="6296" name="타원 6295">
                <a:extLst>
                  <a:ext uri="{FF2B5EF4-FFF2-40B4-BE49-F238E27FC236}">
                    <a16:creationId xmlns:a16="http://schemas.microsoft.com/office/drawing/2014/main" id="{0F26D435-8FBE-480C-87EB-500471341191}"/>
                  </a:ext>
                </a:extLst>
              </p:cNvPr>
              <p:cNvSpPr/>
              <p:nvPr/>
            </p:nvSpPr>
            <p:spPr>
              <a:xfrm>
                <a:off x="3599837" y="2625500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/>
              </a:p>
            </p:txBody>
          </p:sp>
          <p:cxnSp>
            <p:nvCxnSpPr>
              <p:cNvPr id="6297" name="직선 연결선 6296">
                <a:extLst>
                  <a:ext uri="{FF2B5EF4-FFF2-40B4-BE49-F238E27FC236}">
                    <a16:creationId xmlns:a16="http://schemas.microsoft.com/office/drawing/2014/main" id="{AC58D9D1-6CD7-4AF4-AE21-D04B1576C4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9837" y="825500"/>
                <a:ext cx="0" cy="396000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8" name="직선 연결선 6297">
                <a:extLst>
                  <a:ext uri="{FF2B5EF4-FFF2-40B4-BE49-F238E27FC236}">
                    <a16:creationId xmlns:a16="http://schemas.microsoft.com/office/drawing/2014/main" id="{C1D354EA-ED7B-4B7C-849F-340F71229A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99837" y="2805500"/>
                <a:ext cx="3960000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9" name="직선 연결선 6298">
                <a:extLst>
                  <a:ext uri="{FF2B5EF4-FFF2-40B4-BE49-F238E27FC236}">
                    <a16:creationId xmlns:a16="http://schemas.microsoft.com/office/drawing/2014/main" id="{98273326-5A1B-43D7-AD82-5A65F0701178}"/>
                  </a:ext>
                </a:extLst>
              </p:cNvPr>
              <p:cNvCxnSpPr>
                <a:cxnSpLocks/>
                <a:stCxn id="6287" idx="7"/>
                <a:endCxn id="6287" idx="3"/>
              </p:cNvCxnSpPr>
              <p:nvPr/>
            </p:nvCxnSpPr>
            <p:spPr>
              <a:xfrm flipH="1">
                <a:off x="2507045" y="1532708"/>
                <a:ext cx="2545584" cy="2545584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00" name="직선 연결선 6299">
                <a:extLst>
                  <a:ext uri="{FF2B5EF4-FFF2-40B4-BE49-F238E27FC236}">
                    <a16:creationId xmlns:a16="http://schemas.microsoft.com/office/drawing/2014/main" id="{BEA9E134-7BA7-4AD7-9A53-4818146A2373}"/>
                  </a:ext>
                </a:extLst>
              </p:cNvPr>
              <p:cNvCxnSpPr>
                <a:cxnSpLocks/>
                <a:stCxn id="6287" idx="1"/>
                <a:endCxn id="6287" idx="5"/>
              </p:cNvCxnSpPr>
              <p:nvPr/>
            </p:nvCxnSpPr>
            <p:spPr>
              <a:xfrm>
                <a:off x="2507045" y="1532708"/>
                <a:ext cx="2545584" cy="2545584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01" name="직선 연결선 6300">
              <a:extLst>
                <a:ext uri="{FF2B5EF4-FFF2-40B4-BE49-F238E27FC236}">
                  <a16:creationId xmlns:a16="http://schemas.microsoft.com/office/drawing/2014/main" id="{659D26EA-39AB-4DC1-A9E0-EC3D791883E0}"/>
                </a:ext>
              </a:extLst>
            </p:cNvPr>
            <p:cNvCxnSpPr/>
            <p:nvPr/>
          </p:nvCxnSpPr>
          <p:spPr>
            <a:xfrm>
              <a:off x="230188" y="415963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2" name="직선 연결선 6301">
              <a:extLst>
                <a:ext uri="{FF2B5EF4-FFF2-40B4-BE49-F238E27FC236}">
                  <a16:creationId xmlns:a16="http://schemas.microsoft.com/office/drawing/2014/main" id="{B9AC0837-886F-4F46-9BE9-0563136D2D14}"/>
                </a:ext>
              </a:extLst>
            </p:cNvPr>
            <p:cNvCxnSpPr/>
            <p:nvPr/>
          </p:nvCxnSpPr>
          <p:spPr>
            <a:xfrm>
              <a:off x="230188" y="443648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3" name="직선 연결선 6302">
              <a:extLst>
                <a:ext uri="{FF2B5EF4-FFF2-40B4-BE49-F238E27FC236}">
                  <a16:creationId xmlns:a16="http://schemas.microsoft.com/office/drawing/2014/main" id="{4EC1821E-D250-4673-9BBA-4E56797D9EE7}"/>
                </a:ext>
              </a:extLst>
            </p:cNvPr>
            <p:cNvCxnSpPr/>
            <p:nvPr/>
          </p:nvCxnSpPr>
          <p:spPr>
            <a:xfrm>
              <a:off x="230188" y="4713339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4" name="직선 연결선 6303">
              <a:extLst>
                <a:ext uri="{FF2B5EF4-FFF2-40B4-BE49-F238E27FC236}">
                  <a16:creationId xmlns:a16="http://schemas.microsoft.com/office/drawing/2014/main" id="{08B9DBEC-9E16-433F-89A2-B494F212C0FC}"/>
                </a:ext>
              </a:extLst>
            </p:cNvPr>
            <p:cNvCxnSpPr/>
            <p:nvPr/>
          </p:nvCxnSpPr>
          <p:spPr>
            <a:xfrm>
              <a:off x="230188" y="4990193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5" name="직선 연결선 6304">
              <a:extLst>
                <a:ext uri="{FF2B5EF4-FFF2-40B4-BE49-F238E27FC236}">
                  <a16:creationId xmlns:a16="http://schemas.microsoft.com/office/drawing/2014/main" id="{3DD27205-C3E2-4426-A5E1-9A0E52372634}"/>
                </a:ext>
              </a:extLst>
            </p:cNvPr>
            <p:cNvCxnSpPr/>
            <p:nvPr/>
          </p:nvCxnSpPr>
          <p:spPr>
            <a:xfrm>
              <a:off x="230188" y="554390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6" name="직선 연결선 6305">
              <a:extLst>
                <a:ext uri="{FF2B5EF4-FFF2-40B4-BE49-F238E27FC236}">
                  <a16:creationId xmlns:a16="http://schemas.microsoft.com/office/drawing/2014/main" id="{978402AC-9AC9-484D-A533-607A28C653AC}"/>
                </a:ext>
              </a:extLst>
            </p:cNvPr>
            <p:cNvCxnSpPr/>
            <p:nvPr/>
          </p:nvCxnSpPr>
          <p:spPr>
            <a:xfrm>
              <a:off x="230188" y="582075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7" name="직선 연결선 6306">
              <a:extLst>
                <a:ext uri="{FF2B5EF4-FFF2-40B4-BE49-F238E27FC236}">
                  <a16:creationId xmlns:a16="http://schemas.microsoft.com/office/drawing/2014/main" id="{62DFD66B-BD80-455B-B0A5-5475B0971146}"/>
                </a:ext>
              </a:extLst>
            </p:cNvPr>
            <p:cNvCxnSpPr/>
            <p:nvPr/>
          </p:nvCxnSpPr>
          <p:spPr>
            <a:xfrm>
              <a:off x="230188" y="609761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8" name="직선 연결선 6307">
              <a:extLst>
                <a:ext uri="{FF2B5EF4-FFF2-40B4-BE49-F238E27FC236}">
                  <a16:creationId xmlns:a16="http://schemas.microsoft.com/office/drawing/2014/main" id="{3A52E62B-09C2-4552-B2C3-5811524D4535}"/>
                </a:ext>
              </a:extLst>
            </p:cNvPr>
            <p:cNvCxnSpPr/>
            <p:nvPr/>
          </p:nvCxnSpPr>
          <p:spPr>
            <a:xfrm>
              <a:off x="230188" y="526704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9" name="직선 연결선 6308">
              <a:extLst>
                <a:ext uri="{FF2B5EF4-FFF2-40B4-BE49-F238E27FC236}">
                  <a16:creationId xmlns:a16="http://schemas.microsoft.com/office/drawing/2014/main" id="{B50CD31C-8F1D-42D6-A0C5-6E682722B64D}"/>
                </a:ext>
              </a:extLst>
            </p:cNvPr>
            <p:cNvCxnSpPr/>
            <p:nvPr/>
          </p:nvCxnSpPr>
          <p:spPr>
            <a:xfrm>
              <a:off x="230188" y="637446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0" name="직선 연결선 6309">
              <a:extLst>
                <a:ext uri="{FF2B5EF4-FFF2-40B4-BE49-F238E27FC236}">
                  <a16:creationId xmlns:a16="http://schemas.microsoft.com/office/drawing/2014/main" id="{2810C2D1-DD04-48F6-A8AA-31302AC4A05C}"/>
                </a:ext>
              </a:extLst>
            </p:cNvPr>
            <p:cNvCxnSpPr/>
            <p:nvPr/>
          </p:nvCxnSpPr>
          <p:spPr>
            <a:xfrm>
              <a:off x="230188" y="6928175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1" name="직선 연결선 6310">
              <a:extLst>
                <a:ext uri="{FF2B5EF4-FFF2-40B4-BE49-F238E27FC236}">
                  <a16:creationId xmlns:a16="http://schemas.microsoft.com/office/drawing/2014/main" id="{CB1299EE-420A-4E81-88B0-3525C58F2D6A}"/>
                </a:ext>
              </a:extLst>
            </p:cNvPr>
            <p:cNvCxnSpPr/>
            <p:nvPr/>
          </p:nvCxnSpPr>
          <p:spPr>
            <a:xfrm>
              <a:off x="230188" y="720503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2" name="직선 연결선 6311">
              <a:extLst>
                <a:ext uri="{FF2B5EF4-FFF2-40B4-BE49-F238E27FC236}">
                  <a16:creationId xmlns:a16="http://schemas.microsoft.com/office/drawing/2014/main" id="{0A09DB3F-4ACD-42EB-A52F-A2ED7BAFD656}"/>
                </a:ext>
              </a:extLst>
            </p:cNvPr>
            <p:cNvCxnSpPr/>
            <p:nvPr/>
          </p:nvCxnSpPr>
          <p:spPr>
            <a:xfrm>
              <a:off x="230188" y="7481888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3" name="직선 연결선 6312">
              <a:extLst>
                <a:ext uri="{FF2B5EF4-FFF2-40B4-BE49-F238E27FC236}">
                  <a16:creationId xmlns:a16="http://schemas.microsoft.com/office/drawing/2014/main" id="{A13CFCC9-4D35-4DA0-8220-ADEBFF3C56C5}"/>
                </a:ext>
              </a:extLst>
            </p:cNvPr>
            <p:cNvCxnSpPr/>
            <p:nvPr/>
          </p:nvCxnSpPr>
          <p:spPr>
            <a:xfrm>
              <a:off x="230188" y="6651321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4" name="직선 연결선 6313">
              <a:extLst>
                <a:ext uri="{FF2B5EF4-FFF2-40B4-BE49-F238E27FC236}">
                  <a16:creationId xmlns:a16="http://schemas.microsoft.com/office/drawing/2014/main" id="{8A369023-775E-4B92-9F90-E30335212E0A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5" name="직선 연결선 6314">
              <a:extLst>
                <a:ext uri="{FF2B5EF4-FFF2-40B4-BE49-F238E27FC236}">
                  <a16:creationId xmlns:a16="http://schemas.microsoft.com/office/drawing/2014/main" id="{EE6C44E2-2A19-4CE9-B92D-74999D47EAC4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185">
            <a:hlinkClick r:id="rId2"/>
            <a:extLst>
              <a:ext uri="{FF2B5EF4-FFF2-40B4-BE49-F238E27FC236}">
                <a16:creationId xmlns:a16="http://schemas.microsoft.com/office/drawing/2014/main" id="{0BF18A65-1F2F-438D-9600-640B73625BBB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xtBox 186">
            <a:hlinkClick r:id="rId3"/>
            <a:extLst>
              <a:ext uri="{FF2B5EF4-FFF2-40B4-BE49-F238E27FC236}">
                <a16:creationId xmlns:a16="http://schemas.microsoft.com/office/drawing/2014/main" id="{136BAF3D-67B8-45F0-A3CE-9DDDEC64353C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4">
            <a:hlinkClick r:id="rId4"/>
            <a:extLst>
              <a:ext uri="{FF2B5EF4-FFF2-40B4-BE49-F238E27FC236}">
                <a16:creationId xmlns:a16="http://schemas.microsoft.com/office/drawing/2014/main" id="{F866C549-44B2-44BC-B212-DC417FE30F14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109</cp:revision>
  <dcterms:created xsi:type="dcterms:W3CDTF">2021-10-29T04:43:38Z</dcterms:created>
  <dcterms:modified xsi:type="dcterms:W3CDTF">2021-12-14T04:41:39Z</dcterms:modified>
</cp:coreProperties>
</file>
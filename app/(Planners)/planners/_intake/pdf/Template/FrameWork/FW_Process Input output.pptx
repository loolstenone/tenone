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>
        <p:scale>
          <a:sx n="150" d="100"/>
          <a:sy n="150" d="100"/>
        </p:scale>
        <p:origin x="-2106" y="108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15" name="직선 연결선 5314">
            <a:extLst>
              <a:ext uri="{FF2B5EF4-FFF2-40B4-BE49-F238E27FC236}">
                <a16:creationId xmlns:a16="http://schemas.microsoft.com/office/drawing/2014/main" id="{49FE3CC9-F759-4DA9-88AB-D459540CDD64}"/>
              </a:ext>
            </a:extLst>
          </p:cNvPr>
          <p:cNvCxnSpPr>
            <a:cxnSpLocks/>
          </p:cNvCxnSpPr>
          <p:nvPr/>
        </p:nvCxnSpPr>
        <p:spPr>
          <a:xfrm>
            <a:off x="3634740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6" name="직선 연결선 5315">
            <a:extLst>
              <a:ext uri="{FF2B5EF4-FFF2-40B4-BE49-F238E27FC236}">
                <a16:creationId xmlns:a16="http://schemas.microsoft.com/office/drawing/2014/main" id="{F6E7AC04-A1CD-4930-85B0-87939961B157}"/>
              </a:ext>
            </a:extLst>
          </p:cNvPr>
          <p:cNvCxnSpPr/>
          <p:nvPr/>
        </p:nvCxnSpPr>
        <p:spPr>
          <a:xfrm>
            <a:off x="285845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18" name="TextBox 5317">
            <a:hlinkClick r:id="rId2"/>
            <a:extLst>
              <a:ext uri="{FF2B5EF4-FFF2-40B4-BE49-F238E27FC236}">
                <a16:creationId xmlns:a16="http://schemas.microsoft.com/office/drawing/2014/main" id="{A8FA4FD5-AD5F-43D2-A5E6-0D126FE0CE00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8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8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19" name="TextBox 5318">
            <a:hlinkClick r:id="rId3"/>
            <a:extLst>
              <a:ext uri="{FF2B5EF4-FFF2-40B4-BE49-F238E27FC236}">
                <a16:creationId xmlns:a16="http://schemas.microsoft.com/office/drawing/2014/main" id="{842922D9-828B-45EC-BDB0-B3E1DE4CB60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8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9F7EECA-0AB1-4774-B5CD-4D60EFCBF946}"/>
              </a:ext>
            </a:extLst>
          </p:cNvPr>
          <p:cNvGrpSpPr/>
          <p:nvPr/>
        </p:nvGrpSpPr>
        <p:grpSpPr>
          <a:xfrm>
            <a:off x="2217515" y="533401"/>
            <a:ext cx="1565720" cy="6948235"/>
            <a:chOff x="2259337" y="533401"/>
            <a:chExt cx="1565720" cy="6948235"/>
          </a:xfrm>
        </p:grpSpPr>
        <p:sp>
          <p:nvSpPr>
            <p:cNvPr id="5278" name="오각형 3">
              <a:extLst>
                <a:ext uri="{FF2B5EF4-FFF2-40B4-BE49-F238E27FC236}">
                  <a16:creationId xmlns:a16="http://schemas.microsoft.com/office/drawing/2014/main" id="{E066B318-0539-4590-90BE-D0186F3E9EBA}"/>
                </a:ext>
              </a:extLst>
            </p:cNvPr>
            <p:cNvSpPr/>
            <p:nvPr/>
          </p:nvSpPr>
          <p:spPr>
            <a:xfrm rot="5400000">
              <a:off x="2545985" y="246753"/>
              <a:ext cx="992423" cy="1565720"/>
            </a:xfrm>
            <a:prstGeom prst="homePlate">
              <a:avLst>
                <a:gd name="adj" fmla="val 7501"/>
              </a:avLst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6248" tIns="128123" rIns="256248" bIns="128123" rtlCol="0" anchor="ctr"/>
            <a:lstStyle/>
            <a:p>
              <a:pPr algn="ctr"/>
              <a:endParaRPr lang="ko-KR" altLang="en-US" sz="4896" dirty="0"/>
            </a:p>
          </p:txBody>
        </p:sp>
        <p:sp>
          <p:nvSpPr>
            <p:cNvPr id="5279" name="갈매기형 수장 4">
              <a:extLst>
                <a:ext uri="{FF2B5EF4-FFF2-40B4-BE49-F238E27FC236}">
                  <a16:creationId xmlns:a16="http://schemas.microsoft.com/office/drawing/2014/main" id="{DBEB3644-7D27-480F-8FE8-B7004219A05D}"/>
                </a:ext>
              </a:extLst>
            </p:cNvPr>
            <p:cNvSpPr/>
            <p:nvPr/>
          </p:nvSpPr>
          <p:spPr>
            <a:xfrm rot="5400000">
              <a:off x="2545985" y="1239388"/>
              <a:ext cx="992423" cy="1565720"/>
            </a:xfrm>
            <a:prstGeom prst="chevron">
              <a:avLst>
                <a:gd name="adj" fmla="val 7957"/>
              </a:avLst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6248" tIns="128123" rIns="256248" bIns="128123" rtlCol="0" anchor="ctr"/>
            <a:lstStyle/>
            <a:p>
              <a:pPr algn="ctr"/>
              <a:endParaRPr lang="ko-KR" altLang="en-US" sz="4896">
                <a:solidFill>
                  <a:schemeClr val="tx1"/>
                </a:solidFill>
              </a:endParaRPr>
            </a:p>
          </p:txBody>
        </p:sp>
        <p:sp>
          <p:nvSpPr>
            <p:cNvPr id="5280" name="갈매기형 수장 39">
              <a:extLst>
                <a:ext uri="{FF2B5EF4-FFF2-40B4-BE49-F238E27FC236}">
                  <a16:creationId xmlns:a16="http://schemas.microsoft.com/office/drawing/2014/main" id="{CD6AEA0E-4FDB-49A8-A5BD-A0C7A101341F}"/>
                </a:ext>
              </a:extLst>
            </p:cNvPr>
            <p:cNvSpPr/>
            <p:nvPr/>
          </p:nvSpPr>
          <p:spPr>
            <a:xfrm rot="5400000">
              <a:off x="2545985" y="2232023"/>
              <a:ext cx="992423" cy="1565720"/>
            </a:xfrm>
            <a:prstGeom prst="chevron">
              <a:avLst>
                <a:gd name="adj" fmla="val 7957"/>
              </a:avLst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6248" tIns="128123" rIns="256248" bIns="128123" rtlCol="0" anchor="ctr"/>
            <a:lstStyle/>
            <a:p>
              <a:pPr algn="ctr"/>
              <a:endParaRPr lang="ko-KR" altLang="en-US" sz="4896">
                <a:solidFill>
                  <a:schemeClr val="tx1"/>
                </a:solidFill>
              </a:endParaRPr>
            </a:p>
          </p:txBody>
        </p:sp>
        <p:sp>
          <p:nvSpPr>
            <p:cNvPr id="5281" name="갈매기형 수장 40">
              <a:extLst>
                <a:ext uri="{FF2B5EF4-FFF2-40B4-BE49-F238E27FC236}">
                  <a16:creationId xmlns:a16="http://schemas.microsoft.com/office/drawing/2014/main" id="{74C6D9A9-FE94-47C0-9149-09B2D33964F0}"/>
                </a:ext>
              </a:extLst>
            </p:cNvPr>
            <p:cNvSpPr/>
            <p:nvPr/>
          </p:nvSpPr>
          <p:spPr>
            <a:xfrm rot="5400000">
              <a:off x="2545985" y="3224658"/>
              <a:ext cx="992423" cy="1565720"/>
            </a:xfrm>
            <a:prstGeom prst="chevron">
              <a:avLst>
                <a:gd name="adj" fmla="val 7957"/>
              </a:avLst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6248" tIns="128123" rIns="256248" bIns="128123" rtlCol="0" anchor="ctr"/>
            <a:lstStyle/>
            <a:p>
              <a:pPr algn="ctr"/>
              <a:endParaRPr lang="ko-KR" altLang="en-US" sz="4896">
                <a:solidFill>
                  <a:schemeClr val="tx1"/>
                </a:solidFill>
              </a:endParaRPr>
            </a:p>
          </p:txBody>
        </p:sp>
        <p:sp>
          <p:nvSpPr>
            <p:cNvPr id="5282" name="갈매기형 수장 41">
              <a:extLst>
                <a:ext uri="{FF2B5EF4-FFF2-40B4-BE49-F238E27FC236}">
                  <a16:creationId xmlns:a16="http://schemas.microsoft.com/office/drawing/2014/main" id="{F184C44C-31ED-4B45-AEBD-5B339C5D37B5}"/>
                </a:ext>
              </a:extLst>
            </p:cNvPr>
            <p:cNvSpPr/>
            <p:nvPr/>
          </p:nvSpPr>
          <p:spPr>
            <a:xfrm rot="5400000">
              <a:off x="2545985" y="4217293"/>
              <a:ext cx="992423" cy="1565720"/>
            </a:xfrm>
            <a:prstGeom prst="chevron">
              <a:avLst>
                <a:gd name="adj" fmla="val 7957"/>
              </a:avLst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6248" tIns="128123" rIns="256248" bIns="128123" rtlCol="0" anchor="ctr"/>
            <a:lstStyle/>
            <a:p>
              <a:pPr algn="ctr"/>
              <a:endParaRPr lang="ko-KR" altLang="en-US" sz="4896">
                <a:solidFill>
                  <a:schemeClr val="tx1"/>
                </a:solidFill>
              </a:endParaRPr>
            </a:p>
          </p:txBody>
        </p:sp>
        <p:sp>
          <p:nvSpPr>
            <p:cNvPr id="5283" name="갈매기형 수장 36">
              <a:extLst>
                <a:ext uri="{FF2B5EF4-FFF2-40B4-BE49-F238E27FC236}">
                  <a16:creationId xmlns:a16="http://schemas.microsoft.com/office/drawing/2014/main" id="{430A874D-0020-409C-A5A0-976CBF883466}"/>
                </a:ext>
              </a:extLst>
            </p:cNvPr>
            <p:cNvSpPr/>
            <p:nvPr/>
          </p:nvSpPr>
          <p:spPr>
            <a:xfrm rot="5400000">
              <a:off x="2545985" y="5209928"/>
              <a:ext cx="992423" cy="1565720"/>
            </a:xfrm>
            <a:prstGeom prst="chevron">
              <a:avLst>
                <a:gd name="adj" fmla="val 7957"/>
              </a:avLst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6248" tIns="128123" rIns="256248" bIns="128123" rtlCol="0" anchor="ctr"/>
            <a:lstStyle/>
            <a:p>
              <a:pPr algn="ctr"/>
              <a:endParaRPr lang="ko-KR" altLang="en-US" sz="4896" dirty="0">
                <a:solidFill>
                  <a:schemeClr val="tx1"/>
                </a:solidFill>
              </a:endParaRPr>
            </a:p>
          </p:txBody>
        </p:sp>
        <p:sp>
          <p:nvSpPr>
            <p:cNvPr id="105" name="갈매기형 수장 36">
              <a:extLst>
                <a:ext uri="{FF2B5EF4-FFF2-40B4-BE49-F238E27FC236}">
                  <a16:creationId xmlns:a16="http://schemas.microsoft.com/office/drawing/2014/main" id="{E337070A-3155-42BD-AD9A-A6F2F3C1E264}"/>
                </a:ext>
              </a:extLst>
            </p:cNvPr>
            <p:cNvSpPr/>
            <p:nvPr/>
          </p:nvSpPr>
          <p:spPr>
            <a:xfrm rot="5400000">
              <a:off x="2545985" y="6202565"/>
              <a:ext cx="992423" cy="1565720"/>
            </a:xfrm>
            <a:prstGeom prst="chevron">
              <a:avLst>
                <a:gd name="adj" fmla="val 7957"/>
              </a:avLst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6248" tIns="128123" rIns="256248" bIns="128123" rtlCol="0" anchor="ctr"/>
            <a:lstStyle/>
            <a:p>
              <a:pPr algn="ctr"/>
              <a:endParaRPr lang="ko-KR" altLang="en-US" sz="4896" dirty="0">
                <a:solidFill>
                  <a:schemeClr val="tx1"/>
                </a:solidFill>
              </a:endParaRP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80A2934C-29FB-4E48-939F-969A2DC427AF}"/>
              </a:ext>
            </a:extLst>
          </p:cNvPr>
          <p:cNvSpPr/>
          <p:nvPr/>
        </p:nvSpPr>
        <p:spPr>
          <a:xfrm rot="5400000">
            <a:off x="726803" y="93381"/>
            <a:ext cx="957600" cy="183951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6248" tIns="128123" rIns="256248" bIns="128123" rtlCol="0" anchor="ctr"/>
          <a:lstStyle/>
          <a:p>
            <a:pPr algn="ctr"/>
            <a:endParaRPr lang="ko-KR" altLang="en-US" sz="4896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A3D3407D-9F0F-4C94-B32E-2DD39046EF49}"/>
              </a:ext>
            </a:extLst>
          </p:cNvPr>
          <p:cNvSpPr/>
          <p:nvPr/>
        </p:nvSpPr>
        <p:spPr>
          <a:xfrm rot="5400000">
            <a:off x="726803" y="1085053"/>
            <a:ext cx="957600" cy="183951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6248" tIns="128123" rIns="256248" bIns="128123" rtlCol="0" anchor="ctr"/>
          <a:lstStyle/>
          <a:p>
            <a:pPr algn="ctr"/>
            <a:endParaRPr lang="ko-KR" altLang="en-US" sz="4896"/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E7BD64F4-BC0B-4F1E-B6A4-DE0E943E38EF}"/>
              </a:ext>
            </a:extLst>
          </p:cNvPr>
          <p:cNvSpPr/>
          <p:nvPr/>
        </p:nvSpPr>
        <p:spPr>
          <a:xfrm rot="5400000">
            <a:off x="726803" y="2076725"/>
            <a:ext cx="957600" cy="183951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6248" tIns="128123" rIns="256248" bIns="128123" rtlCol="0" anchor="ctr"/>
          <a:lstStyle/>
          <a:p>
            <a:pPr algn="ctr"/>
            <a:endParaRPr lang="ko-KR" altLang="en-US" sz="4896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F05DDD86-56F7-4CE3-BF5A-D48F238D9C82}"/>
              </a:ext>
            </a:extLst>
          </p:cNvPr>
          <p:cNvSpPr/>
          <p:nvPr/>
        </p:nvSpPr>
        <p:spPr>
          <a:xfrm rot="5400000">
            <a:off x="726803" y="3066710"/>
            <a:ext cx="957600" cy="183951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6248" tIns="128123" rIns="256248" bIns="128123" rtlCol="0" anchor="ctr"/>
          <a:lstStyle/>
          <a:p>
            <a:pPr algn="ctr"/>
            <a:endParaRPr lang="ko-KR" altLang="en-US" sz="4896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CB58C6C1-4A11-4BB4-A339-D60C7E75BAB6}"/>
              </a:ext>
            </a:extLst>
          </p:cNvPr>
          <p:cNvSpPr/>
          <p:nvPr/>
        </p:nvSpPr>
        <p:spPr>
          <a:xfrm rot="5400000">
            <a:off x="726803" y="4057171"/>
            <a:ext cx="957600" cy="183951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6248" tIns="128123" rIns="256248" bIns="128123" rtlCol="0" anchor="ctr"/>
          <a:lstStyle/>
          <a:p>
            <a:pPr algn="ctr"/>
            <a:endParaRPr lang="ko-KR" altLang="en-US" sz="4896"/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B032A6B1-D933-4E61-A980-857DB76FD74F}"/>
              </a:ext>
            </a:extLst>
          </p:cNvPr>
          <p:cNvSpPr/>
          <p:nvPr/>
        </p:nvSpPr>
        <p:spPr>
          <a:xfrm rot="5400000">
            <a:off x="726803" y="5055406"/>
            <a:ext cx="957600" cy="183951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6248" tIns="128123" rIns="256248" bIns="128123" rtlCol="0" anchor="ctr"/>
          <a:lstStyle/>
          <a:p>
            <a:pPr algn="ctr"/>
            <a:endParaRPr lang="ko-KR" altLang="en-US" sz="4896"/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944BED0A-51B8-4660-9970-DB94DD8259B6}"/>
              </a:ext>
            </a:extLst>
          </p:cNvPr>
          <p:cNvSpPr/>
          <p:nvPr/>
        </p:nvSpPr>
        <p:spPr>
          <a:xfrm rot="5400000">
            <a:off x="726803" y="6047078"/>
            <a:ext cx="957600" cy="183951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6248" tIns="128123" rIns="256248" bIns="128123" rtlCol="0" anchor="ctr"/>
          <a:lstStyle/>
          <a:p>
            <a:pPr algn="ctr"/>
            <a:endParaRPr lang="ko-KR" altLang="en-US" sz="4896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F356F0BD-0911-4C11-97A0-0CC20E6AB767}"/>
              </a:ext>
            </a:extLst>
          </p:cNvPr>
          <p:cNvSpPr/>
          <p:nvPr/>
        </p:nvSpPr>
        <p:spPr>
          <a:xfrm rot="5400000">
            <a:off x="4303741" y="93381"/>
            <a:ext cx="957600" cy="183951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6248" tIns="128123" rIns="256248" bIns="128123" rtlCol="0" anchor="ctr"/>
          <a:lstStyle/>
          <a:p>
            <a:pPr algn="ctr"/>
            <a:endParaRPr lang="ko-KR" altLang="en-US" sz="4896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FAD165BB-2F83-4618-A068-4CC74A92FC59}"/>
              </a:ext>
            </a:extLst>
          </p:cNvPr>
          <p:cNvSpPr/>
          <p:nvPr/>
        </p:nvSpPr>
        <p:spPr>
          <a:xfrm rot="5400000">
            <a:off x="4303741" y="1085053"/>
            <a:ext cx="957600" cy="183951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6248" tIns="128123" rIns="256248" bIns="128123" rtlCol="0" anchor="ctr"/>
          <a:lstStyle/>
          <a:p>
            <a:pPr algn="ctr"/>
            <a:endParaRPr lang="ko-KR" altLang="en-US" sz="4896"/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13E73AA3-219C-40A1-893C-C5174F10DA4E}"/>
              </a:ext>
            </a:extLst>
          </p:cNvPr>
          <p:cNvSpPr/>
          <p:nvPr/>
        </p:nvSpPr>
        <p:spPr>
          <a:xfrm rot="5400000">
            <a:off x="4303741" y="2076725"/>
            <a:ext cx="957600" cy="183951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6248" tIns="128123" rIns="256248" bIns="128123" rtlCol="0" anchor="ctr"/>
          <a:lstStyle/>
          <a:p>
            <a:pPr algn="ctr"/>
            <a:endParaRPr lang="ko-KR" altLang="en-US" sz="4896"/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6A92E098-A3EF-40A6-8764-2FFE153511DF}"/>
              </a:ext>
            </a:extLst>
          </p:cNvPr>
          <p:cNvSpPr/>
          <p:nvPr/>
        </p:nvSpPr>
        <p:spPr>
          <a:xfrm rot="5400000">
            <a:off x="4303741" y="3066710"/>
            <a:ext cx="957600" cy="183951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6248" tIns="128123" rIns="256248" bIns="128123" rtlCol="0" anchor="ctr"/>
          <a:lstStyle/>
          <a:p>
            <a:pPr algn="ctr"/>
            <a:endParaRPr lang="ko-KR" altLang="en-US" sz="4896"/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23C59376-97E2-4934-AC30-8AF70B896E78}"/>
              </a:ext>
            </a:extLst>
          </p:cNvPr>
          <p:cNvSpPr/>
          <p:nvPr/>
        </p:nvSpPr>
        <p:spPr>
          <a:xfrm rot="5400000">
            <a:off x="4303741" y="4057171"/>
            <a:ext cx="957600" cy="183951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6248" tIns="128123" rIns="256248" bIns="128123" rtlCol="0" anchor="ctr"/>
          <a:lstStyle/>
          <a:p>
            <a:pPr algn="ctr"/>
            <a:endParaRPr lang="ko-KR" altLang="en-US" sz="4896"/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CA4BF78D-464C-4BF4-8CE0-DE0F99050934}"/>
              </a:ext>
            </a:extLst>
          </p:cNvPr>
          <p:cNvSpPr/>
          <p:nvPr/>
        </p:nvSpPr>
        <p:spPr>
          <a:xfrm rot="5400000">
            <a:off x="4303741" y="5055406"/>
            <a:ext cx="957600" cy="183951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6248" tIns="128123" rIns="256248" bIns="128123" rtlCol="0" anchor="ctr"/>
          <a:lstStyle/>
          <a:p>
            <a:pPr algn="ctr"/>
            <a:endParaRPr lang="ko-KR" altLang="en-US" sz="4896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AA0591D1-63B2-4159-AF23-885BFB2F8652}"/>
              </a:ext>
            </a:extLst>
          </p:cNvPr>
          <p:cNvSpPr/>
          <p:nvPr/>
        </p:nvSpPr>
        <p:spPr>
          <a:xfrm rot="5400000">
            <a:off x="4303741" y="6047078"/>
            <a:ext cx="957600" cy="183951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6248" tIns="128123" rIns="256248" bIns="128123" rtlCol="0" anchor="ctr"/>
          <a:lstStyle/>
          <a:p>
            <a:pPr algn="ctr"/>
            <a:endParaRPr lang="ko-KR" altLang="en-US" sz="4896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B1C2B7D-206B-475A-AEFF-2D5B0B2E14A9}"/>
              </a:ext>
            </a:extLst>
          </p:cNvPr>
          <p:cNvGrpSpPr/>
          <p:nvPr/>
        </p:nvGrpSpPr>
        <p:grpSpPr>
          <a:xfrm>
            <a:off x="2073514" y="1013140"/>
            <a:ext cx="144000" cy="5953697"/>
            <a:chOff x="2073514" y="1013140"/>
            <a:chExt cx="144000" cy="5953697"/>
          </a:xfrm>
        </p:grpSpPr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B5D29D20-75FD-42B4-BF40-8AC6ACC44761}"/>
                </a:ext>
              </a:extLst>
            </p:cNvPr>
            <p:cNvCxnSpPr>
              <a:cxnSpLocks/>
            </p:cNvCxnSpPr>
            <p:nvPr/>
          </p:nvCxnSpPr>
          <p:spPr>
            <a:xfrm>
              <a:off x="2073514" y="1013140"/>
              <a:ext cx="144000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직선 화살표 연결선 122">
              <a:extLst>
                <a:ext uri="{FF2B5EF4-FFF2-40B4-BE49-F238E27FC236}">
                  <a16:creationId xmlns:a16="http://schemas.microsoft.com/office/drawing/2014/main" id="{E737F90D-25CB-421F-83F1-2F22813C2273}"/>
                </a:ext>
              </a:extLst>
            </p:cNvPr>
            <p:cNvCxnSpPr>
              <a:cxnSpLocks/>
            </p:cNvCxnSpPr>
            <p:nvPr/>
          </p:nvCxnSpPr>
          <p:spPr>
            <a:xfrm>
              <a:off x="2073514" y="2004812"/>
              <a:ext cx="144000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직선 화살표 연결선 123">
              <a:extLst>
                <a:ext uri="{FF2B5EF4-FFF2-40B4-BE49-F238E27FC236}">
                  <a16:creationId xmlns:a16="http://schemas.microsoft.com/office/drawing/2014/main" id="{5B9DD126-CE21-43D9-BCD5-DABF866B90CB}"/>
                </a:ext>
              </a:extLst>
            </p:cNvPr>
            <p:cNvCxnSpPr>
              <a:cxnSpLocks/>
            </p:cNvCxnSpPr>
            <p:nvPr/>
          </p:nvCxnSpPr>
          <p:spPr>
            <a:xfrm>
              <a:off x="2073514" y="2996484"/>
              <a:ext cx="144000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직선 화살표 연결선 124">
              <a:extLst>
                <a:ext uri="{FF2B5EF4-FFF2-40B4-BE49-F238E27FC236}">
                  <a16:creationId xmlns:a16="http://schemas.microsoft.com/office/drawing/2014/main" id="{6C192A45-E7DE-4F39-829C-243CC0B42C03}"/>
                </a:ext>
              </a:extLst>
            </p:cNvPr>
            <p:cNvCxnSpPr>
              <a:cxnSpLocks/>
            </p:cNvCxnSpPr>
            <p:nvPr/>
          </p:nvCxnSpPr>
          <p:spPr>
            <a:xfrm>
              <a:off x="2073514" y="3986469"/>
              <a:ext cx="144000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직선 화살표 연결선 125">
              <a:extLst>
                <a:ext uri="{FF2B5EF4-FFF2-40B4-BE49-F238E27FC236}">
                  <a16:creationId xmlns:a16="http://schemas.microsoft.com/office/drawing/2014/main" id="{7EF233F0-61B4-423D-9E17-115FC4223C88}"/>
                </a:ext>
              </a:extLst>
            </p:cNvPr>
            <p:cNvCxnSpPr>
              <a:cxnSpLocks/>
            </p:cNvCxnSpPr>
            <p:nvPr/>
          </p:nvCxnSpPr>
          <p:spPr>
            <a:xfrm>
              <a:off x="2073514" y="4976930"/>
              <a:ext cx="144000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직선 화살표 연결선 126">
              <a:extLst>
                <a:ext uri="{FF2B5EF4-FFF2-40B4-BE49-F238E27FC236}">
                  <a16:creationId xmlns:a16="http://schemas.microsoft.com/office/drawing/2014/main" id="{0E148DFA-63BE-4AC8-8060-8B60E419AAD3}"/>
                </a:ext>
              </a:extLst>
            </p:cNvPr>
            <p:cNvCxnSpPr>
              <a:cxnSpLocks/>
            </p:cNvCxnSpPr>
            <p:nvPr/>
          </p:nvCxnSpPr>
          <p:spPr>
            <a:xfrm>
              <a:off x="2073514" y="5975165"/>
              <a:ext cx="144000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직선 화살표 연결선 127">
              <a:extLst>
                <a:ext uri="{FF2B5EF4-FFF2-40B4-BE49-F238E27FC236}">
                  <a16:creationId xmlns:a16="http://schemas.microsoft.com/office/drawing/2014/main" id="{C0311327-3106-46E8-A875-D88962B6E791}"/>
                </a:ext>
              </a:extLst>
            </p:cNvPr>
            <p:cNvCxnSpPr>
              <a:cxnSpLocks/>
            </p:cNvCxnSpPr>
            <p:nvPr/>
          </p:nvCxnSpPr>
          <p:spPr>
            <a:xfrm>
              <a:off x="2073514" y="6966837"/>
              <a:ext cx="144000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8B72E765-7720-4CA8-82BA-80D957E1FF56}"/>
              </a:ext>
            </a:extLst>
          </p:cNvPr>
          <p:cNvGrpSpPr/>
          <p:nvPr/>
        </p:nvGrpSpPr>
        <p:grpSpPr>
          <a:xfrm>
            <a:off x="3807590" y="1013140"/>
            <a:ext cx="144000" cy="5953697"/>
            <a:chOff x="2073514" y="1013140"/>
            <a:chExt cx="144000" cy="5953697"/>
          </a:xfrm>
        </p:grpSpPr>
        <p:cxnSp>
          <p:nvCxnSpPr>
            <p:cNvPr id="131" name="직선 화살표 연결선 130">
              <a:extLst>
                <a:ext uri="{FF2B5EF4-FFF2-40B4-BE49-F238E27FC236}">
                  <a16:creationId xmlns:a16="http://schemas.microsoft.com/office/drawing/2014/main" id="{4AB9BB5D-9F04-4372-A56F-F0B4979A54DD}"/>
                </a:ext>
              </a:extLst>
            </p:cNvPr>
            <p:cNvCxnSpPr>
              <a:cxnSpLocks/>
            </p:cNvCxnSpPr>
            <p:nvPr/>
          </p:nvCxnSpPr>
          <p:spPr>
            <a:xfrm>
              <a:off x="2073514" y="1013140"/>
              <a:ext cx="144000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직선 화살표 연결선 131">
              <a:extLst>
                <a:ext uri="{FF2B5EF4-FFF2-40B4-BE49-F238E27FC236}">
                  <a16:creationId xmlns:a16="http://schemas.microsoft.com/office/drawing/2014/main" id="{A44D4D8D-E0CA-4781-BEA6-14FA426EAAB3}"/>
                </a:ext>
              </a:extLst>
            </p:cNvPr>
            <p:cNvCxnSpPr>
              <a:cxnSpLocks/>
            </p:cNvCxnSpPr>
            <p:nvPr/>
          </p:nvCxnSpPr>
          <p:spPr>
            <a:xfrm>
              <a:off x="2073514" y="2004812"/>
              <a:ext cx="144000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직선 화살표 연결선 132">
              <a:extLst>
                <a:ext uri="{FF2B5EF4-FFF2-40B4-BE49-F238E27FC236}">
                  <a16:creationId xmlns:a16="http://schemas.microsoft.com/office/drawing/2014/main" id="{D4FB7A90-047C-4809-AD59-B55A92C22786}"/>
                </a:ext>
              </a:extLst>
            </p:cNvPr>
            <p:cNvCxnSpPr>
              <a:cxnSpLocks/>
            </p:cNvCxnSpPr>
            <p:nvPr/>
          </p:nvCxnSpPr>
          <p:spPr>
            <a:xfrm>
              <a:off x="2073514" y="2996484"/>
              <a:ext cx="144000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직선 화살표 연결선 133">
              <a:extLst>
                <a:ext uri="{FF2B5EF4-FFF2-40B4-BE49-F238E27FC236}">
                  <a16:creationId xmlns:a16="http://schemas.microsoft.com/office/drawing/2014/main" id="{934A6875-496F-43D9-8F91-FA936C61FD3F}"/>
                </a:ext>
              </a:extLst>
            </p:cNvPr>
            <p:cNvCxnSpPr>
              <a:cxnSpLocks/>
            </p:cNvCxnSpPr>
            <p:nvPr/>
          </p:nvCxnSpPr>
          <p:spPr>
            <a:xfrm>
              <a:off x="2073514" y="3986469"/>
              <a:ext cx="144000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직선 화살표 연결선 134">
              <a:extLst>
                <a:ext uri="{FF2B5EF4-FFF2-40B4-BE49-F238E27FC236}">
                  <a16:creationId xmlns:a16="http://schemas.microsoft.com/office/drawing/2014/main" id="{F44AAF45-0E77-4F0C-98E5-630076104BC7}"/>
                </a:ext>
              </a:extLst>
            </p:cNvPr>
            <p:cNvCxnSpPr>
              <a:cxnSpLocks/>
            </p:cNvCxnSpPr>
            <p:nvPr/>
          </p:nvCxnSpPr>
          <p:spPr>
            <a:xfrm>
              <a:off x="2073514" y="4976930"/>
              <a:ext cx="144000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직선 화살표 연결선 135">
              <a:extLst>
                <a:ext uri="{FF2B5EF4-FFF2-40B4-BE49-F238E27FC236}">
                  <a16:creationId xmlns:a16="http://schemas.microsoft.com/office/drawing/2014/main" id="{DB37B8FE-297D-4849-A8A9-0B853220DA7E}"/>
                </a:ext>
              </a:extLst>
            </p:cNvPr>
            <p:cNvCxnSpPr>
              <a:cxnSpLocks/>
            </p:cNvCxnSpPr>
            <p:nvPr/>
          </p:nvCxnSpPr>
          <p:spPr>
            <a:xfrm>
              <a:off x="2073514" y="5975165"/>
              <a:ext cx="144000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직선 화살표 연결선 136">
              <a:extLst>
                <a:ext uri="{FF2B5EF4-FFF2-40B4-BE49-F238E27FC236}">
                  <a16:creationId xmlns:a16="http://schemas.microsoft.com/office/drawing/2014/main" id="{343FAAFD-E7EC-46C9-9924-9A7F65C9E84F}"/>
                </a:ext>
              </a:extLst>
            </p:cNvPr>
            <p:cNvCxnSpPr>
              <a:cxnSpLocks/>
            </p:cNvCxnSpPr>
            <p:nvPr/>
          </p:nvCxnSpPr>
          <p:spPr>
            <a:xfrm>
              <a:off x="2073514" y="6966837"/>
              <a:ext cx="144000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184">
            <a:hlinkClick r:id="rId4"/>
            <a:extLst>
              <a:ext uri="{FF2B5EF4-FFF2-40B4-BE49-F238E27FC236}">
                <a16:creationId xmlns:a16="http://schemas.microsoft.com/office/drawing/2014/main" id="{B2F4FD5F-770E-4BD1-B463-FBEDE56E2AF4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6" name="TextBox 184">
            <a:extLst>
              <a:ext uri="{FF2B5EF4-FFF2-40B4-BE49-F238E27FC236}">
                <a16:creationId xmlns:a16="http://schemas.microsoft.com/office/drawing/2014/main" id="{4B800329-DDA4-467D-93FC-CDA9E08E650B}"/>
              </a:ext>
            </a:extLst>
          </p:cNvPr>
          <p:cNvSpPr txBox="1"/>
          <p:nvPr/>
        </p:nvSpPr>
        <p:spPr>
          <a:xfrm>
            <a:off x="301498" y="551955"/>
            <a:ext cx="4331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Input</a:t>
            </a:r>
            <a:endParaRPr lang="ko-KR" altLang="en-US" dirty="0"/>
          </a:p>
        </p:txBody>
      </p:sp>
      <p:sp>
        <p:nvSpPr>
          <p:cNvPr id="47" name="TextBox 184">
            <a:extLst>
              <a:ext uri="{FF2B5EF4-FFF2-40B4-BE49-F238E27FC236}">
                <a16:creationId xmlns:a16="http://schemas.microsoft.com/office/drawing/2014/main" id="{4B3794C7-3AD3-4844-976A-A36656E92D71}"/>
              </a:ext>
            </a:extLst>
          </p:cNvPr>
          <p:cNvSpPr txBox="1"/>
          <p:nvPr/>
        </p:nvSpPr>
        <p:spPr>
          <a:xfrm>
            <a:off x="3838427" y="551955"/>
            <a:ext cx="5261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Output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250</TotalTime>
  <Words>10</Words>
  <Application>Microsoft Office PowerPoint</Application>
  <PresentationFormat>사용자 지정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90</cp:revision>
  <dcterms:created xsi:type="dcterms:W3CDTF">2021-10-29T04:43:38Z</dcterms:created>
  <dcterms:modified xsi:type="dcterms:W3CDTF">2021-12-14T04:32:18Z</dcterms:modified>
</cp:coreProperties>
</file>
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6076950" cy="77644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46" userDrawn="1">
          <p15:clr>
            <a:srgbClr val="A4A3A4"/>
          </p15:clr>
        </p15:guide>
        <p15:guide id="2" pos="191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EA531"/>
    <a:srgbClr val="FF5050"/>
    <a:srgbClr val="597422"/>
    <a:srgbClr val="B8D779"/>
    <a:srgbClr val="EBF68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9" autoAdjust="0"/>
    <p:restoredTop sz="94660"/>
  </p:normalViewPr>
  <p:slideViewPr>
    <p:cSldViewPr snapToGrid="0" showGuides="1">
      <p:cViewPr varScale="1">
        <p:scale>
          <a:sx n="53" d="100"/>
          <a:sy n="53" d="100"/>
        </p:scale>
        <p:origin x="774" y="36"/>
      </p:cViewPr>
      <p:guideLst>
        <p:guide orient="horz" pos="2446"/>
        <p:guide pos="191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5771" y="1270713"/>
            <a:ext cx="5165408" cy="2703183"/>
          </a:xfrm>
        </p:spPr>
        <p:txBody>
          <a:bodyPr anchor="b"/>
          <a:lstStyle>
            <a:lvl1pPr algn="ctr">
              <a:defRPr sz="3988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59619" y="4078141"/>
            <a:ext cx="4557713" cy="1874614"/>
          </a:xfrm>
        </p:spPr>
        <p:txBody>
          <a:bodyPr/>
          <a:lstStyle>
            <a:lvl1pPr marL="0" indent="0" algn="ctr">
              <a:buNone/>
              <a:defRPr sz="1595"/>
            </a:lvl1pPr>
            <a:lvl2pPr marL="303855" indent="0" algn="ctr">
              <a:buNone/>
              <a:defRPr sz="1329"/>
            </a:lvl2pPr>
            <a:lvl3pPr marL="607710" indent="0" algn="ctr">
              <a:buNone/>
              <a:defRPr sz="1196"/>
            </a:lvl3pPr>
            <a:lvl4pPr marL="911565" indent="0" algn="ctr">
              <a:buNone/>
              <a:defRPr sz="1063"/>
            </a:lvl4pPr>
            <a:lvl5pPr marL="1215420" indent="0" algn="ctr">
              <a:buNone/>
              <a:defRPr sz="1063"/>
            </a:lvl5pPr>
            <a:lvl6pPr marL="1519276" indent="0" algn="ctr">
              <a:buNone/>
              <a:defRPr sz="1063"/>
            </a:lvl6pPr>
            <a:lvl7pPr marL="1823131" indent="0" algn="ctr">
              <a:buNone/>
              <a:defRPr sz="1063"/>
            </a:lvl7pPr>
            <a:lvl8pPr marL="2126986" indent="0" algn="ctr">
              <a:buNone/>
              <a:defRPr sz="1063"/>
            </a:lvl8pPr>
            <a:lvl9pPr marL="2430841" indent="0" algn="ctr">
              <a:buNone/>
              <a:defRPr sz="1063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72528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26973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4626" y="1935726"/>
            <a:ext cx="5241369" cy="3229800"/>
          </a:xfrm>
        </p:spPr>
        <p:txBody>
          <a:bodyPr anchor="b"/>
          <a:lstStyle>
            <a:lvl1pPr>
              <a:defRPr sz="3988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4626" y="5196081"/>
            <a:ext cx="5241369" cy="1698476"/>
          </a:xfrm>
        </p:spPr>
        <p:txBody>
          <a:bodyPr/>
          <a:lstStyle>
            <a:lvl1pPr marL="0" indent="0">
              <a:buNone/>
              <a:defRPr sz="1595">
                <a:solidFill>
                  <a:schemeClr val="tx1"/>
                </a:solidFill>
              </a:defRPr>
            </a:lvl1pPr>
            <a:lvl2pPr marL="303855" indent="0">
              <a:buNone/>
              <a:defRPr sz="1329">
                <a:solidFill>
                  <a:schemeClr val="tx1">
                    <a:tint val="75000"/>
                  </a:schemeClr>
                </a:solidFill>
              </a:defRPr>
            </a:lvl2pPr>
            <a:lvl3pPr marL="607710" indent="0">
              <a:buNone/>
              <a:defRPr sz="1196">
                <a:solidFill>
                  <a:schemeClr val="tx1">
                    <a:tint val="75000"/>
                  </a:schemeClr>
                </a:solidFill>
              </a:defRPr>
            </a:lvl3pPr>
            <a:lvl4pPr marL="911565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4pPr>
            <a:lvl5pPr marL="1215420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5pPr>
            <a:lvl6pPr marL="1519276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6pPr>
            <a:lvl7pPr marL="1823131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7pPr>
            <a:lvl8pPr marL="2126986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8pPr>
            <a:lvl9pPr marL="2430841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64629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7790" y="2066929"/>
            <a:ext cx="2582704" cy="492648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76456" y="2066929"/>
            <a:ext cx="2582704" cy="492648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76043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413387"/>
            <a:ext cx="5241369" cy="1500771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8583" y="1903373"/>
            <a:ext cx="2570834" cy="932813"/>
          </a:xfrm>
        </p:spPr>
        <p:txBody>
          <a:bodyPr anchor="b"/>
          <a:lstStyle>
            <a:lvl1pPr marL="0" indent="0">
              <a:buNone/>
              <a:defRPr sz="1595" b="1"/>
            </a:lvl1pPr>
            <a:lvl2pPr marL="303855" indent="0">
              <a:buNone/>
              <a:defRPr sz="1329" b="1"/>
            </a:lvl2pPr>
            <a:lvl3pPr marL="607710" indent="0">
              <a:buNone/>
              <a:defRPr sz="1196" b="1"/>
            </a:lvl3pPr>
            <a:lvl4pPr marL="911565" indent="0">
              <a:buNone/>
              <a:defRPr sz="1063" b="1"/>
            </a:lvl4pPr>
            <a:lvl5pPr marL="1215420" indent="0">
              <a:buNone/>
              <a:defRPr sz="1063" b="1"/>
            </a:lvl5pPr>
            <a:lvl6pPr marL="1519276" indent="0">
              <a:buNone/>
              <a:defRPr sz="1063" b="1"/>
            </a:lvl6pPr>
            <a:lvl7pPr marL="1823131" indent="0">
              <a:buNone/>
              <a:defRPr sz="1063" b="1"/>
            </a:lvl7pPr>
            <a:lvl8pPr marL="2126986" indent="0">
              <a:buNone/>
              <a:defRPr sz="1063" b="1"/>
            </a:lvl8pPr>
            <a:lvl9pPr marL="2430841" indent="0">
              <a:buNone/>
              <a:defRPr sz="1063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18583" y="2836186"/>
            <a:ext cx="2570834" cy="417160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076456" y="1903373"/>
            <a:ext cx="2583495" cy="932813"/>
          </a:xfrm>
        </p:spPr>
        <p:txBody>
          <a:bodyPr anchor="b"/>
          <a:lstStyle>
            <a:lvl1pPr marL="0" indent="0">
              <a:buNone/>
              <a:defRPr sz="1595" b="1"/>
            </a:lvl1pPr>
            <a:lvl2pPr marL="303855" indent="0">
              <a:buNone/>
              <a:defRPr sz="1329" b="1"/>
            </a:lvl2pPr>
            <a:lvl3pPr marL="607710" indent="0">
              <a:buNone/>
              <a:defRPr sz="1196" b="1"/>
            </a:lvl3pPr>
            <a:lvl4pPr marL="911565" indent="0">
              <a:buNone/>
              <a:defRPr sz="1063" b="1"/>
            </a:lvl4pPr>
            <a:lvl5pPr marL="1215420" indent="0">
              <a:buNone/>
              <a:defRPr sz="1063" b="1"/>
            </a:lvl5pPr>
            <a:lvl6pPr marL="1519276" indent="0">
              <a:buNone/>
              <a:defRPr sz="1063" b="1"/>
            </a:lvl6pPr>
            <a:lvl7pPr marL="1823131" indent="0">
              <a:buNone/>
              <a:defRPr sz="1063" b="1"/>
            </a:lvl7pPr>
            <a:lvl8pPr marL="2126986" indent="0">
              <a:buNone/>
              <a:defRPr sz="1063" b="1"/>
            </a:lvl8pPr>
            <a:lvl9pPr marL="2430841" indent="0">
              <a:buNone/>
              <a:defRPr sz="1063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076456" y="2836186"/>
            <a:ext cx="2583495" cy="417160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72827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90113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73846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517631"/>
            <a:ext cx="1959975" cy="1811708"/>
          </a:xfrm>
        </p:spPr>
        <p:txBody>
          <a:bodyPr anchor="b"/>
          <a:lstStyle>
            <a:lvl1pPr>
              <a:defRPr sz="2127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3495" y="1117941"/>
            <a:ext cx="3076456" cy="5517801"/>
          </a:xfrm>
        </p:spPr>
        <p:txBody>
          <a:bodyPr/>
          <a:lstStyle>
            <a:lvl1pPr>
              <a:defRPr sz="2127"/>
            </a:lvl1pPr>
            <a:lvl2pPr>
              <a:defRPr sz="1861"/>
            </a:lvl2pPr>
            <a:lvl3pPr>
              <a:defRPr sz="1595"/>
            </a:lvl3pPr>
            <a:lvl4pPr>
              <a:defRPr sz="1329"/>
            </a:lvl4pPr>
            <a:lvl5pPr>
              <a:defRPr sz="1329"/>
            </a:lvl5pPr>
            <a:lvl6pPr>
              <a:defRPr sz="1329"/>
            </a:lvl6pPr>
            <a:lvl7pPr>
              <a:defRPr sz="1329"/>
            </a:lvl7pPr>
            <a:lvl8pPr>
              <a:defRPr sz="1329"/>
            </a:lvl8pPr>
            <a:lvl9pPr>
              <a:defRPr sz="1329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8582" y="2329339"/>
            <a:ext cx="1959975" cy="4315388"/>
          </a:xfrm>
        </p:spPr>
        <p:txBody>
          <a:bodyPr/>
          <a:lstStyle>
            <a:lvl1pPr marL="0" indent="0">
              <a:buNone/>
              <a:defRPr sz="1063"/>
            </a:lvl1pPr>
            <a:lvl2pPr marL="303855" indent="0">
              <a:buNone/>
              <a:defRPr sz="930"/>
            </a:lvl2pPr>
            <a:lvl3pPr marL="607710" indent="0">
              <a:buNone/>
              <a:defRPr sz="798"/>
            </a:lvl3pPr>
            <a:lvl4pPr marL="911565" indent="0">
              <a:buNone/>
              <a:defRPr sz="665"/>
            </a:lvl4pPr>
            <a:lvl5pPr marL="1215420" indent="0">
              <a:buNone/>
              <a:defRPr sz="665"/>
            </a:lvl5pPr>
            <a:lvl6pPr marL="1519276" indent="0">
              <a:buNone/>
              <a:defRPr sz="665"/>
            </a:lvl6pPr>
            <a:lvl7pPr marL="1823131" indent="0">
              <a:buNone/>
              <a:defRPr sz="665"/>
            </a:lvl7pPr>
            <a:lvl8pPr marL="2126986" indent="0">
              <a:buNone/>
              <a:defRPr sz="665"/>
            </a:lvl8pPr>
            <a:lvl9pPr marL="2430841" indent="0">
              <a:buNone/>
              <a:defRPr sz="665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52146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517631"/>
            <a:ext cx="1959975" cy="1811708"/>
          </a:xfrm>
        </p:spPr>
        <p:txBody>
          <a:bodyPr anchor="b"/>
          <a:lstStyle>
            <a:lvl1pPr>
              <a:defRPr sz="2127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3495" y="1117941"/>
            <a:ext cx="3076456" cy="5517801"/>
          </a:xfrm>
        </p:spPr>
        <p:txBody>
          <a:bodyPr anchor="t"/>
          <a:lstStyle>
            <a:lvl1pPr marL="0" indent="0">
              <a:buNone/>
              <a:defRPr sz="2127"/>
            </a:lvl1pPr>
            <a:lvl2pPr marL="303855" indent="0">
              <a:buNone/>
              <a:defRPr sz="1861"/>
            </a:lvl2pPr>
            <a:lvl3pPr marL="607710" indent="0">
              <a:buNone/>
              <a:defRPr sz="1595"/>
            </a:lvl3pPr>
            <a:lvl4pPr marL="911565" indent="0">
              <a:buNone/>
              <a:defRPr sz="1329"/>
            </a:lvl4pPr>
            <a:lvl5pPr marL="1215420" indent="0">
              <a:buNone/>
              <a:defRPr sz="1329"/>
            </a:lvl5pPr>
            <a:lvl6pPr marL="1519276" indent="0">
              <a:buNone/>
              <a:defRPr sz="1329"/>
            </a:lvl6pPr>
            <a:lvl7pPr marL="1823131" indent="0">
              <a:buNone/>
              <a:defRPr sz="1329"/>
            </a:lvl7pPr>
            <a:lvl8pPr marL="2126986" indent="0">
              <a:buNone/>
              <a:defRPr sz="1329"/>
            </a:lvl8pPr>
            <a:lvl9pPr marL="2430841" indent="0">
              <a:buNone/>
              <a:defRPr sz="1329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8582" y="2329339"/>
            <a:ext cx="1959975" cy="4315388"/>
          </a:xfrm>
        </p:spPr>
        <p:txBody>
          <a:bodyPr/>
          <a:lstStyle>
            <a:lvl1pPr marL="0" indent="0">
              <a:buNone/>
              <a:defRPr sz="1063"/>
            </a:lvl1pPr>
            <a:lvl2pPr marL="303855" indent="0">
              <a:buNone/>
              <a:defRPr sz="930"/>
            </a:lvl2pPr>
            <a:lvl3pPr marL="607710" indent="0">
              <a:buNone/>
              <a:defRPr sz="798"/>
            </a:lvl3pPr>
            <a:lvl4pPr marL="911565" indent="0">
              <a:buNone/>
              <a:defRPr sz="665"/>
            </a:lvl4pPr>
            <a:lvl5pPr marL="1215420" indent="0">
              <a:buNone/>
              <a:defRPr sz="665"/>
            </a:lvl5pPr>
            <a:lvl6pPr marL="1519276" indent="0">
              <a:buNone/>
              <a:defRPr sz="665"/>
            </a:lvl6pPr>
            <a:lvl7pPr marL="1823131" indent="0">
              <a:buNone/>
              <a:defRPr sz="665"/>
            </a:lvl7pPr>
            <a:lvl8pPr marL="2126986" indent="0">
              <a:buNone/>
              <a:defRPr sz="665"/>
            </a:lvl8pPr>
            <a:lvl9pPr marL="2430841" indent="0">
              <a:buNone/>
              <a:defRPr sz="665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8266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3230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348818" y="413386"/>
            <a:ext cx="1310342" cy="6580023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17791" y="413386"/>
            <a:ext cx="3855065" cy="6580023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37939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17791" y="413387"/>
            <a:ext cx="5241369" cy="150077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7791" y="2066929"/>
            <a:ext cx="5241369" cy="49264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17790" y="7196508"/>
            <a:ext cx="1367314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012990" y="7196508"/>
            <a:ext cx="2050971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291846" y="7196508"/>
            <a:ext cx="1367314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353507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07710" rtl="0" eaLnBrk="1" latinLnBrk="1" hangingPunct="1">
        <a:lnSpc>
          <a:spcPct val="90000"/>
        </a:lnSpc>
        <a:spcBef>
          <a:spcPct val="0"/>
        </a:spcBef>
        <a:buNone/>
        <a:defRPr sz="292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51928" indent="-151928" algn="l" defTabSz="607710" rtl="0" eaLnBrk="1" latinLnBrk="1" hangingPunct="1">
        <a:lnSpc>
          <a:spcPct val="90000"/>
        </a:lnSpc>
        <a:spcBef>
          <a:spcPts val="665"/>
        </a:spcBef>
        <a:buFont typeface="Arial" panose="020B0604020202020204" pitchFamily="34" charset="0"/>
        <a:buChar char="•"/>
        <a:defRPr sz="1861" kern="1200">
          <a:solidFill>
            <a:schemeClr val="tx1"/>
          </a:solidFill>
          <a:latin typeface="+mn-lt"/>
          <a:ea typeface="+mn-ea"/>
          <a:cs typeface="+mn-cs"/>
        </a:defRPr>
      </a:lvl1pPr>
      <a:lvl2pPr marL="45578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595" kern="1200">
          <a:solidFill>
            <a:schemeClr val="tx1"/>
          </a:solidFill>
          <a:latin typeface="+mn-lt"/>
          <a:ea typeface="+mn-ea"/>
          <a:cs typeface="+mn-cs"/>
        </a:defRPr>
      </a:lvl2pPr>
      <a:lvl3pPr marL="75963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329" kern="1200">
          <a:solidFill>
            <a:schemeClr val="tx1"/>
          </a:solidFill>
          <a:latin typeface="+mn-lt"/>
          <a:ea typeface="+mn-ea"/>
          <a:cs typeface="+mn-cs"/>
        </a:defRPr>
      </a:lvl3pPr>
      <a:lvl4pPr marL="106349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4pPr>
      <a:lvl5pPr marL="136734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5pPr>
      <a:lvl6pPr marL="167120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6pPr>
      <a:lvl7pPr marL="197505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7pPr>
      <a:lvl8pPr marL="227891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8pPr>
      <a:lvl9pPr marL="2582769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1pPr>
      <a:lvl2pPr marL="303855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2pPr>
      <a:lvl3pPr marL="60771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3pPr>
      <a:lvl4pPr marL="911565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4pPr>
      <a:lvl5pPr marL="121542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5pPr>
      <a:lvl6pPr marL="1519276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6pPr>
      <a:lvl7pPr marL="1823131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7pPr>
      <a:lvl8pPr marL="2126986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8pPr>
      <a:lvl9pPr marL="2430841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planners.tenone.biz/" TargetMode="External"/><Relationship Id="rId2" Type="http://schemas.openxmlformats.org/officeDocument/2006/relationships/hyperlink" Target="https://badak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tenone.biz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그룹 2">
            <a:extLst>
              <a:ext uri="{FF2B5EF4-FFF2-40B4-BE49-F238E27FC236}">
                <a16:creationId xmlns:a16="http://schemas.microsoft.com/office/drawing/2014/main" id="{AE2DB084-E138-4A45-B8DC-262710223550}"/>
              </a:ext>
            </a:extLst>
          </p:cNvPr>
          <p:cNvGrpSpPr/>
          <p:nvPr/>
        </p:nvGrpSpPr>
        <p:grpSpPr>
          <a:xfrm>
            <a:off x="225425" y="109602"/>
            <a:ext cx="5626101" cy="7562768"/>
            <a:chOff x="76199" y="109602"/>
            <a:chExt cx="5626101" cy="7562768"/>
          </a:xfrm>
        </p:grpSpPr>
        <p:sp>
          <p:nvSpPr>
            <p:cNvPr id="54" name="직사각형 53">
              <a:extLst>
                <a:ext uri="{FF2B5EF4-FFF2-40B4-BE49-F238E27FC236}">
                  <a16:creationId xmlns:a16="http://schemas.microsoft.com/office/drawing/2014/main" id="{6D57EFDD-4AE6-4A64-92AB-782DCD3FA62B}"/>
                </a:ext>
              </a:extLst>
            </p:cNvPr>
            <p:cNvSpPr/>
            <p:nvPr/>
          </p:nvSpPr>
          <p:spPr>
            <a:xfrm>
              <a:off x="3098802" y="3258361"/>
              <a:ext cx="2603498" cy="1716084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55" name="직사각형 54">
              <a:extLst>
                <a:ext uri="{FF2B5EF4-FFF2-40B4-BE49-F238E27FC236}">
                  <a16:creationId xmlns:a16="http://schemas.microsoft.com/office/drawing/2014/main" id="{919D6E0C-4B8A-426D-A37D-FC0FFCCF1FE5}"/>
                </a:ext>
              </a:extLst>
            </p:cNvPr>
            <p:cNvSpPr/>
            <p:nvPr/>
          </p:nvSpPr>
          <p:spPr>
            <a:xfrm>
              <a:off x="3098802" y="1022350"/>
              <a:ext cx="2603498" cy="1964769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56" name="직사각형 55">
              <a:extLst>
                <a:ext uri="{FF2B5EF4-FFF2-40B4-BE49-F238E27FC236}">
                  <a16:creationId xmlns:a16="http://schemas.microsoft.com/office/drawing/2014/main" id="{154D21C0-ABDF-4D87-B700-116940FF7E98}"/>
                </a:ext>
              </a:extLst>
            </p:cNvPr>
            <p:cNvSpPr/>
            <p:nvPr/>
          </p:nvSpPr>
          <p:spPr>
            <a:xfrm>
              <a:off x="230188" y="1022349"/>
              <a:ext cx="2747962" cy="4572112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E09899D2-4E71-415C-A028-5DFB02458EAA}"/>
                </a:ext>
              </a:extLst>
            </p:cNvPr>
            <p:cNvSpPr txBox="1"/>
            <p:nvPr/>
          </p:nvSpPr>
          <p:spPr>
            <a:xfrm>
              <a:off x="278836" y="1027568"/>
              <a:ext cx="1066800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0" lang="ko-KR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65000"/>
                    </a:prstClr>
                  </a:solidFill>
                  <a:effectLst/>
                  <a:uLnTx/>
                  <a:uFillTx/>
                  <a:latin typeface="NanumGothic" panose="020D0604000000000000" pitchFamily="34" charset="-127"/>
                  <a:ea typeface="NanumGothic" panose="020D0604000000000000" pitchFamily="34" charset="-127"/>
                  <a:cs typeface="+mn-cs"/>
                </a:rPr>
                <a:t>천생 연분 지인</a:t>
              </a:r>
              <a:endParaRPr lang="ko-KR" altLang="en-US" dirty="0"/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EA3C9001-6F18-4142-9E48-C5016F7F53EA}"/>
                </a:ext>
              </a:extLst>
            </p:cNvPr>
            <p:cNvSpPr txBox="1"/>
            <p:nvPr/>
          </p:nvSpPr>
          <p:spPr>
            <a:xfrm>
              <a:off x="3170985" y="1027568"/>
              <a:ext cx="1212850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0" lang="ko-KR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65000"/>
                    </a:prstClr>
                  </a:solidFill>
                  <a:effectLst/>
                  <a:uLnTx/>
                  <a:uFillTx/>
                  <a:latin typeface="NanumGothic" panose="020D0604000000000000" pitchFamily="34" charset="-127"/>
                  <a:ea typeface="NanumGothic" panose="020D0604000000000000" pitchFamily="34" charset="-127"/>
                  <a:cs typeface="+mn-cs"/>
                </a:rPr>
                <a:t>그저 그런 관계</a:t>
              </a:r>
              <a:endParaRPr lang="ko-KR" altLang="en-US" dirty="0"/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04FBC5F4-1A44-47B0-BD02-F55B5203975E}"/>
                </a:ext>
              </a:extLst>
            </p:cNvPr>
            <p:cNvSpPr txBox="1"/>
            <p:nvPr/>
          </p:nvSpPr>
          <p:spPr>
            <a:xfrm>
              <a:off x="278836" y="2485231"/>
              <a:ext cx="1212850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0" lang="ko-KR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65000"/>
                    </a:prstClr>
                  </a:solidFill>
                  <a:effectLst/>
                  <a:uLnTx/>
                  <a:uFillTx/>
                  <a:latin typeface="NanumGothic" panose="020D0604000000000000" pitchFamily="34" charset="-127"/>
                  <a:ea typeface="NanumGothic" panose="020D0604000000000000" pitchFamily="34" charset="-127"/>
                  <a:cs typeface="+mn-cs"/>
                </a:rPr>
                <a:t>긍정적 관계</a:t>
              </a:r>
              <a:endParaRPr lang="ko-KR" altLang="en-US" dirty="0"/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C5763C51-ACCB-43FE-B70F-9A40E4910B81}"/>
                </a:ext>
              </a:extLst>
            </p:cNvPr>
            <p:cNvSpPr txBox="1"/>
            <p:nvPr/>
          </p:nvSpPr>
          <p:spPr>
            <a:xfrm>
              <a:off x="3170985" y="3258361"/>
              <a:ext cx="1212850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0" lang="ko-KR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65000"/>
                    </a:prstClr>
                  </a:solidFill>
                  <a:effectLst/>
                  <a:uLnTx/>
                  <a:uFillTx/>
                  <a:latin typeface="NanumGothic" panose="020D0604000000000000" pitchFamily="34" charset="-127"/>
                  <a:ea typeface="NanumGothic" panose="020D0604000000000000" pitchFamily="34" charset="-127"/>
                  <a:cs typeface="+mn-cs"/>
                </a:rPr>
                <a:t>좋지 않은 관계</a:t>
              </a:r>
              <a:endParaRPr lang="ko-KR" altLang="en-US" dirty="0"/>
            </a:p>
          </p:txBody>
        </p:sp>
        <p:sp>
          <p:nvSpPr>
            <p:cNvPr id="61" name="직사각형 60">
              <a:extLst>
                <a:ext uri="{FF2B5EF4-FFF2-40B4-BE49-F238E27FC236}">
                  <a16:creationId xmlns:a16="http://schemas.microsoft.com/office/drawing/2014/main" id="{743C9400-AA35-4F4B-956E-54D92B19D0A2}"/>
                </a:ext>
              </a:extLst>
            </p:cNvPr>
            <p:cNvSpPr/>
            <p:nvPr/>
          </p:nvSpPr>
          <p:spPr>
            <a:xfrm>
              <a:off x="3098802" y="5026636"/>
              <a:ext cx="2603498" cy="2455252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8E752915-7B7D-4C25-89C2-4A19927D04CF}"/>
                </a:ext>
              </a:extLst>
            </p:cNvPr>
            <p:cNvSpPr txBox="1"/>
            <p:nvPr/>
          </p:nvSpPr>
          <p:spPr>
            <a:xfrm>
              <a:off x="3170985" y="5026636"/>
              <a:ext cx="1212850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0" lang="ko-KR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65000"/>
                    </a:prstClr>
                  </a:solidFill>
                  <a:effectLst/>
                  <a:uLnTx/>
                  <a:uFillTx/>
                  <a:latin typeface="NanumGothic" panose="020D0604000000000000" pitchFamily="34" charset="-127"/>
                  <a:ea typeface="NanumGothic" panose="020D0604000000000000" pitchFamily="34" charset="-127"/>
                  <a:cs typeface="+mn-cs"/>
                </a:rPr>
                <a:t>최악의 관계</a:t>
              </a:r>
              <a:endParaRPr lang="ko-KR" altLang="en-US" dirty="0"/>
            </a:p>
          </p:txBody>
        </p:sp>
        <p:grpSp>
          <p:nvGrpSpPr>
            <p:cNvPr id="63" name="그룹 62">
              <a:extLst>
                <a:ext uri="{FF2B5EF4-FFF2-40B4-BE49-F238E27FC236}">
                  <a16:creationId xmlns:a16="http://schemas.microsoft.com/office/drawing/2014/main" id="{296B10C9-E2D1-4128-A65A-1AF755CBE07E}"/>
                </a:ext>
              </a:extLst>
            </p:cNvPr>
            <p:cNvGrpSpPr/>
            <p:nvPr/>
          </p:nvGrpSpPr>
          <p:grpSpPr>
            <a:xfrm>
              <a:off x="76199" y="5613186"/>
              <a:ext cx="2962275" cy="1868702"/>
              <a:chOff x="76199" y="5673711"/>
              <a:chExt cx="2962275" cy="1706866"/>
            </a:xfrm>
          </p:grpSpPr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D44C923B-0327-430F-A1F9-79F0EC8377C7}"/>
                  </a:ext>
                </a:extLst>
              </p:cNvPr>
              <p:cNvSpPr txBox="1"/>
              <p:nvPr/>
            </p:nvSpPr>
            <p:spPr>
              <a:xfrm>
                <a:off x="252432" y="5673712"/>
                <a:ext cx="158259" cy="8250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altLang="ko-KR" sz="500" dirty="0">
                    <a:solidFill>
                      <a:schemeClr val="bg1">
                        <a:lumMod val="65000"/>
                      </a:schemeClr>
                    </a:solidFill>
                    <a:latin typeface="NanumGothic" panose="020D0604000000000000" pitchFamily="34" charset="-127"/>
                    <a:ea typeface="NanumGothic" panose="020D0604000000000000" pitchFamily="34" charset="-127"/>
                  </a:rPr>
                  <a:t>INFP</a:t>
                </a:r>
                <a:endParaRPr lang="ko-KR" altLang="en-US" sz="500" dirty="0">
                  <a:solidFill>
                    <a:schemeClr val="bg1">
                      <a:lumMod val="65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endParaRPr>
              </a:p>
            </p:txBody>
          </p:sp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28BE1DEB-D2F7-4776-8047-A7A501BE4B23}"/>
                  </a:ext>
                </a:extLst>
              </p:cNvPr>
              <p:cNvSpPr txBox="1"/>
              <p:nvPr/>
            </p:nvSpPr>
            <p:spPr>
              <a:xfrm>
                <a:off x="422507" y="5673712"/>
                <a:ext cx="178337" cy="8250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altLang="ko-KR" sz="500" dirty="0">
                    <a:solidFill>
                      <a:schemeClr val="bg1">
                        <a:lumMod val="65000"/>
                      </a:schemeClr>
                    </a:solidFill>
                    <a:latin typeface="NanumGothic" panose="020D0604000000000000" pitchFamily="34" charset="-127"/>
                    <a:ea typeface="NanumGothic" panose="020D0604000000000000" pitchFamily="34" charset="-127"/>
                  </a:rPr>
                  <a:t>ENFP</a:t>
                </a:r>
                <a:endParaRPr lang="ko-KR" altLang="en-US" sz="500" dirty="0">
                  <a:solidFill>
                    <a:schemeClr val="bg1">
                      <a:lumMod val="65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endParaRPr>
              </a:p>
            </p:txBody>
          </p:sp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81EE18ED-D0E1-408A-AD20-E459C603833A}"/>
                  </a:ext>
                </a:extLst>
              </p:cNvPr>
              <p:cNvSpPr txBox="1"/>
              <p:nvPr/>
            </p:nvSpPr>
            <p:spPr>
              <a:xfrm>
                <a:off x="613473" y="5673712"/>
                <a:ext cx="141724" cy="8250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altLang="ko-KR" sz="500" dirty="0">
                    <a:solidFill>
                      <a:schemeClr val="bg1">
                        <a:lumMod val="65000"/>
                      </a:schemeClr>
                    </a:solidFill>
                    <a:latin typeface="NanumGothic" panose="020D0604000000000000" pitchFamily="34" charset="-127"/>
                    <a:ea typeface="NanumGothic" panose="020D0604000000000000" pitchFamily="34" charset="-127"/>
                  </a:rPr>
                  <a:t>INFJ</a:t>
                </a:r>
                <a:endParaRPr lang="ko-KR" altLang="en-US" sz="500" dirty="0">
                  <a:solidFill>
                    <a:schemeClr val="bg1">
                      <a:lumMod val="65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endParaRPr>
              </a:p>
            </p:txBody>
          </p:sp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51D3602F-B426-45D3-A3D3-283E55543E4F}"/>
                  </a:ext>
                </a:extLst>
              </p:cNvPr>
              <p:cNvSpPr txBox="1"/>
              <p:nvPr/>
            </p:nvSpPr>
            <p:spPr>
              <a:xfrm>
                <a:off x="2880214" y="5673711"/>
                <a:ext cx="158259" cy="8250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altLang="ko-KR" sz="500" dirty="0">
                    <a:solidFill>
                      <a:schemeClr val="bg1">
                        <a:lumMod val="65000"/>
                      </a:schemeClr>
                    </a:solidFill>
                    <a:latin typeface="NanumGothic" panose="020D0604000000000000" pitchFamily="34" charset="-127"/>
                    <a:ea typeface="NanumGothic" panose="020D0604000000000000" pitchFamily="34" charset="-127"/>
                  </a:rPr>
                  <a:t>ESTJ</a:t>
                </a:r>
                <a:endParaRPr lang="ko-KR" altLang="en-US" sz="500" dirty="0">
                  <a:solidFill>
                    <a:schemeClr val="bg1">
                      <a:lumMod val="65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endParaRPr>
              </a:p>
            </p:txBody>
          </p:sp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2D44C9F1-07EA-49DA-9EB5-DB41D18B030C}"/>
                  </a:ext>
                </a:extLst>
              </p:cNvPr>
              <p:cNvSpPr txBox="1"/>
              <p:nvPr/>
            </p:nvSpPr>
            <p:spPr>
              <a:xfrm>
                <a:off x="776284" y="5673712"/>
                <a:ext cx="161802" cy="8250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altLang="ko-KR" sz="500" dirty="0">
                    <a:solidFill>
                      <a:schemeClr val="bg1">
                        <a:lumMod val="65000"/>
                      </a:schemeClr>
                    </a:solidFill>
                    <a:latin typeface="NanumGothic" panose="020D0604000000000000" pitchFamily="34" charset="-127"/>
                    <a:ea typeface="NanumGothic" panose="020D0604000000000000" pitchFamily="34" charset="-127"/>
                  </a:rPr>
                  <a:t>ENFJ</a:t>
                </a:r>
                <a:endParaRPr lang="ko-KR" altLang="en-US" sz="500" dirty="0">
                  <a:solidFill>
                    <a:schemeClr val="bg1">
                      <a:lumMod val="65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endParaRPr>
              </a:p>
            </p:txBody>
          </p:sp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87E7CA87-1A73-42D7-BA6D-DF32094DA8DD}"/>
                  </a:ext>
                </a:extLst>
              </p:cNvPr>
              <p:cNvSpPr txBox="1"/>
              <p:nvPr/>
            </p:nvSpPr>
            <p:spPr>
              <a:xfrm>
                <a:off x="2705026" y="5673712"/>
                <a:ext cx="158259" cy="8250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altLang="ko-KR" sz="500" dirty="0">
                    <a:solidFill>
                      <a:schemeClr val="bg1">
                        <a:lumMod val="65000"/>
                      </a:schemeClr>
                    </a:solidFill>
                    <a:latin typeface="NanumGothic" panose="020D0604000000000000" pitchFamily="34" charset="-127"/>
                    <a:ea typeface="NanumGothic" panose="020D0604000000000000" pitchFamily="34" charset="-127"/>
                  </a:rPr>
                  <a:t>ISTJ</a:t>
                </a:r>
                <a:endParaRPr lang="ko-KR" altLang="en-US" sz="500" dirty="0">
                  <a:solidFill>
                    <a:schemeClr val="bg1">
                      <a:lumMod val="65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endParaRPr>
              </a:p>
            </p:txBody>
          </p:sp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86762E88-67EE-4A28-A18D-DFC48865A6F7}"/>
                  </a:ext>
                </a:extLst>
              </p:cNvPr>
              <p:cNvSpPr txBox="1"/>
              <p:nvPr/>
            </p:nvSpPr>
            <p:spPr>
              <a:xfrm>
                <a:off x="959996" y="5673712"/>
                <a:ext cx="144087" cy="8250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altLang="ko-KR" sz="500" dirty="0">
                    <a:solidFill>
                      <a:schemeClr val="bg1">
                        <a:lumMod val="65000"/>
                      </a:schemeClr>
                    </a:solidFill>
                    <a:latin typeface="NanumGothic" panose="020D0604000000000000" pitchFamily="34" charset="-127"/>
                    <a:ea typeface="NanumGothic" panose="020D0604000000000000" pitchFamily="34" charset="-127"/>
                  </a:rPr>
                  <a:t>INTJ</a:t>
                </a:r>
                <a:endParaRPr lang="ko-KR" altLang="en-US" sz="500" dirty="0">
                  <a:solidFill>
                    <a:schemeClr val="bg1">
                      <a:lumMod val="65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endParaRPr>
              </a:p>
            </p:txBody>
          </p:sp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A79B1A26-877E-4147-BA47-AA1458E3E388}"/>
                  </a:ext>
                </a:extLst>
              </p:cNvPr>
              <p:cNvSpPr txBox="1"/>
              <p:nvPr/>
            </p:nvSpPr>
            <p:spPr>
              <a:xfrm>
                <a:off x="1125517" y="5673712"/>
                <a:ext cx="164165" cy="8250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altLang="ko-KR" sz="500" dirty="0">
                    <a:solidFill>
                      <a:schemeClr val="bg1">
                        <a:lumMod val="65000"/>
                      </a:schemeClr>
                    </a:solidFill>
                    <a:latin typeface="NanumGothic" panose="020D0604000000000000" pitchFamily="34" charset="-127"/>
                    <a:ea typeface="NanumGothic" panose="020D0604000000000000" pitchFamily="34" charset="-127"/>
                  </a:rPr>
                  <a:t>ENTJ</a:t>
                </a:r>
                <a:endParaRPr lang="ko-KR" altLang="en-US" sz="500" dirty="0">
                  <a:solidFill>
                    <a:schemeClr val="bg1">
                      <a:lumMod val="65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endParaRPr>
              </a:p>
            </p:txBody>
          </p:sp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4FE650D0-7D2E-40EC-86FE-29FCB1AB84A9}"/>
                  </a:ext>
                </a:extLst>
              </p:cNvPr>
              <p:cNvSpPr txBox="1"/>
              <p:nvPr/>
            </p:nvSpPr>
            <p:spPr>
              <a:xfrm>
                <a:off x="1302408" y="5673712"/>
                <a:ext cx="160620" cy="8250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altLang="ko-KR" sz="500" dirty="0">
                    <a:solidFill>
                      <a:schemeClr val="bg1">
                        <a:lumMod val="65000"/>
                      </a:schemeClr>
                    </a:solidFill>
                    <a:latin typeface="NanumGothic" panose="020D0604000000000000" pitchFamily="34" charset="-127"/>
                    <a:ea typeface="NanumGothic" panose="020D0604000000000000" pitchFamily="34" charset="-127"/>
                  </a:rPr>
                  <a:t>INTP</a:t>
                </a:r>
                <a:endParaRPr lang="ko-KR" altLang="en-US" sz="500" dirty="0">
                  <a:solidFill>
                    <a:schemeClr val="bg1">
                      <a:lumMod val="65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endParaRPr>
              </a:p>
            </p:txBody>
          </p:sp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B60B271F-C4DE-4201-A820-C56164F46D40}"/>
                  </a:ext>
                </a:extLst>
              </p:cNvPr>
              <p:cNvSpPr txBox="1"/>
              <p:nvPr/>
            </p:nvSpPr>
            <p:spPr>
              <a:xfrm>
                <a:off x="2529841" y="5673712"/>
                <a:ext cx="158259" cy="8250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altLang="ko-KR" sz="500" dirty="0">
                    <a:solidFill>
                      <a:schemeClr val="bg1">
                        <a:lumMod val="65000"/>
                      </a:schemeClr>
                    </a:solidFill>
                    <a:latin typeface="NanumGothic" panose="020D0604000000000000" pitchFamily="34" charset="-127"/>
                    <a:ea typeface="NanumGothic" panose="020D0604000000000000" pitchFamily="34" charset="-127"/>
                  </a:rPr>
                  <a:t>ESFJ</a:t>
                </a:r>
                <a:endParaRPr lang="ko-KR" altLang="en-US" sz="500" dirty="0">
                  <a:solidFill>
                    <a:schemeClr val="bg1">
                      <a:lumMod val="65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endParaRPr>
              </a:p>
            </p:txBody>
          </p:sp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CA9C51A6-A07C-42E4-8E4B-2DB3265B0785}"/>
                  </a:ext>
                </a:extLst>
              </p:cNvPr>
              <p:cNvSpPr txBox="1"/>
              <p:nvPr/>
            </p:nvSpPr>
            <p:spPr>
              <a:xfrm>
                <a:off x="1467928" y="5673712"/>
                <a:ext cx="180700" cy="8250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altLang="ko-KR" sz="500" dirty="0">
                    <a:solidFill>
                      <a:schemeClr val="bg1">
                        <a:lumMod val="65000"/>
                      </a:schemeClr>
                    </a:solidFill>
                    <a:latin typeface="NanumGothic" panose="020D0604000000000000" pitchFamily="34" charset="-127"/>
                    <a:ea typeface="NanumGothic" panose="020D0604000000000000" pitchFamily="34" charset="-127"/>
                  </a:rPr>
                  <a:t>ENTP</a:t>
                </a:r>
                <a:endParaRPr lang="ko-KR" altLang="en-US" sz="500" dirty="0">
                  <a:solidFill>
                    <a:schemeClr val="bg1">
                      <a:lumMod val="65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endParaRPr>
              </a:p>
            </p:txBody>
          </p:sp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AD26B234-6B54-48A3-BF09-0CAC934CD260}"/>
                  </a:ext>
                </a:extLst>
              </p:cNvPr>
              <p:cNvSpPr txBox="1"/>
              <p:nvPr/>
            </p:nvSpPr>
            <p:spPr>
              <a:xfrm>
                <a:off x="1661305" y="5673712"/>
                <a:ext cx="142907" cy="8250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altLang="ko-KR" sz="500" dirty="0">
                    <a:solidFill>
                      <a:schemeClr val="bg1">
                        <a:lumMod val="65000"/>
                      </a:schemeClr>
                    </a:solidFill>
                    <a:latin typeface="NanumGothic" panose="020D0604000000000000" pitchFamily="34" charset="-127"/>
                    <a:ea typeface="NanumGothic" panose="020D0604000000000000" pitchFamily="34" charset="-127"/>
                  </a:rPr>
                  <a:t>ISFP</a:t>
                </a:r>
                <a:endParaRPr lang="ko-KR" altLang="en-US" sz="500" dirty="0">
                  <a:solidFill>
                    <a:schemeClr val="bg1">
                      <a:lumMod val="65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endParaRPr>
              </a:p>
            </p:txBody>
          </p:sp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B754E2BD-FF4A-40AA-977A-C42E9ED97457}"/>
                  </a:ext>
                </a:extLst>
              </p:cNvPr>
              <p:cNvSpPr txBox="1"/>
              <p:nvPr/>
            </p:nvSpPr>
            <p:spPr>
              <a:xfrm>
                <a:off x="1818604" y="5673712"/>
                <a:ext cx="178337" cy="8250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altLang="ko-KR" sz="500" dirty="0">
                    <a:solidFill>
                      <a:schemeClr val="bg1">
                        <a:lumMod val="65000"/>
                      </a:schemeClr>
                    </a:solidFill>
                    <a:latin typeface="NanumGothic" panose="020D0604000000000000" pitchFamily="34" charset="-127"/>
                    <a:ea typeface="NanumGothic" panose="020D0604000000000000" pitchFamily="34" charset="-127"/>
                  </a:rPr>
                  <a:t>ESFP</a:t>
                </a:r>
                <a:endParaRPr lang="ko-KR" altLang="en-US" sz="500" dirty="0">
                  <a:solidFill>
                    <a:schemeClr val="bg1">
                      <a:lumMod val="65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endParaRPr>
              </a:p>
            </p:txBody>
          </p:sp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54A34E4B-6679-448E-BBF3-4F3F95E8A729}"/>
                  </a:ext>
                </a:extLst>
              </p:cNvPr>
              <p:cNvSpPr txBox="1"/>
              <p:nvPr/>
            </p:nvSpPr>
            <p:spPr>
              <a:xfrm>
                <a:off x="2004285" y="5673712"/>
                <a:ext cx="158259" cy="8250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altLang="ko-KR" sz="500" dirty="0">
                    <a:solidFill>
                      <a:schemeClr val="bg1">
                        <a:lumMod val="65000"/>
                      </a:schemeClr>
                    </a:solidFill>
                    <a:latin typeface="NanumGothic" panose="020D0604000000000000" pitchFamily="34" charset="-127"/>
                    <a:ea typeface="NanumGothic" panose="020D0604000000000000" pitchFamily="34" charset="-127"/>
                  </a:rPr>
                  <a:t>ISTP</a:t>
                </a:r>
                <a:endParaRPr lang="ko-KR" altLang="en-US" sz="500" dirty="0">
                  <a:solidFill>
                    <a:schemeClr val="bg1">
                      <a:lumMod val="65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endParaRPr>
              </a:p>
            </p:txBody>
          </p:sp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A631E85B-C46E-4561-A2F2-E18808561C8A}"/>
                  </a:ext>
                </a:extLst>
              </p:cNvPr>
              <p:cNvSpPr txBox="1"/>
              <p:nvPr/>
            </p:nvSpPr>
            <p:spPr>
              <a:xfrm>
                <a:off x="2163124" y="5673712"/>
                <a:ext cx="192222" cy="8250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altLang="ko-KR" sz="500" dirty="0">
                    <a:solidFill>
                      <a:schemeClr val="bg1">
                        <a:lumMod val="65000"/>
                      </a:schemeClr>
                    </a:solidFill>
                    <a:latin typeface="NanumGothic" panose="020D0604000000000000" pitchFamily="34" charset="-127"/>
                    <a:ea typeface="NanumGothic" panose="020D0604000000000000" pitchFamily="34" charset="-127"/>
                  </a:rPr>
                  <a:t>ESTP</a:t>
                </a:r>
                <a:endParaRPr lang="ko-KR" altLang="en-US" sz="500" dirty="0">
                  <a:solidFill>
                    <a:schemeClr val="bg1">
                      <a:lumMod val="65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endParaRPr>
              </a:p>
            </p:txBody>
          </p:sp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65F34923-3188-4E7D-9702-EE5704E31B8A}"/>
                  </a:ext>
                </a:extLst>
              </p:cNvPr>
              <p:cNvSpPr txBox="1"/>
              <p:nvPr/>
            </p:nvSpPr>
            <p:spPr>
              <a:xfrm>
                <a:off x="2354656" y="5673712"/>
                <a:ext cx="158259" cy="8250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altLang="ko-KR" sz="500" dirty="0">
                    <a:solidFill>
                      <a:schemeClr val="bg1">
                        <a:lumMod val="65000"/>
                      </a:schemeClr>
                    </a:solidFill>
                    <a:latin typeface="NanumGothic" panose="020D0604000000000000" pitchFamily="34" charset="-127"/>
                    <a:ea typeface="NanumGothic" panose="020D0604000000000000" pitchFamily="34" charset="-127"/>
                  </a:rPr>
                  <a:t>ISFJ</a:t>
                </a:r>
                <a:endParaRPr lang="ko-KR" altLang="en-US" sz="500" dirty="0">
                  <a:solidFill>
                    <a:schemeClr val="bg1">
                      <a:lumMod val="65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endParaRPr>
              </a:p>
            </p:txBody>
          </p:sp>
          <p:sp>
            <p:nvSpPr>
              <p:cNvPr id="80" name="직사각형 79">
                <a:extLst>
                  <a:ext uri="{FF2B5EF4-FFF2-40B4-BE49-F238E27FC236}">
                    <a16:creationId xmlns:a16="http://schemas.microsoft.com/office/drawing/2014/main" id="{49BCE201-8EEE-48FE-AF51-25C1EF386255}"/>
                  </a:ext>
                </a:extLst>
              </p:cNvPr>
              <p:cNvSpPr/>
              <p:nvPr/>
            </p:nvSpPr>
            <p:spPr>
              <a:xfrm>
                <a:off x="246528" y="5765948"/>
                <a:ext cx="164165" cy="92235"/>
              </a:xfrm>
              <a:prstGeom prst="rect">
                <a:avLst/>
              </a:prstGeom>
              <a:solidFill>
                <a:srgbClr val="92D0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500">
                  <a:latin typeface="NanumGothic" panose="020D0604000000000000" pitchFamily="34" charset="-127"/>
                  <a:ea typeface="NanumGothic" panose="020D0604000000000000" pitchFamily="34" charset="-127"/>
                </a:endParaRPr>
              </a:p>
            </p:txBody>
          </p:sp>
          <p:sp>
            <p:nvSpPr>
              <p:cNvPr id="81" name="직사각형 80">
                <a:extLst>
                  <a:ext uri="{FF2B5EF4-FFF2-40B4-BE49-F238E27FC236}">
                    <a16:creationId xmlns:a16="http://schemas.microsoft.com/office/drawing/2014/main" id="{56F4868D-D343-45FB-9311-B02B78415CC0}"/>
                  </a:ext>
                </a:extLst>
              </p:cNvPr>
              <p:cNvSpPr/>
              <p:nvPr/>
            </p:nvSpPr>
            <p:spPr>
              <a:xfrm>
                <a:off x="421713" y="5765948"/>
                <a:ext cx="164165" cy="92235"/>
              </a:xfrm>
              <a:prstGeom prst="rect">
                <a:avLst/>
              </a:prstGeom>
              <a:solidFill>
                <a:srgbClr val="92D0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500">
                  <a:latin typeface="NanumGothic" panose="020D0604000000000000" pitchFamily="34" charset="-127"/>
                  <a:ea typeface="NanumGothic" panose="020D0604000000000000" pitchFamily="34" charset="-127"/>
                </a:endParaRPr>
              </a:p>
            </p:txBody>
          </p:sp>
          <p:sp>
            <p:nvSpPr>
              <p:cNvPr id="82" name="직사각형 81">
                <a:extLst>
                  <a:ext uri="{FF2B5EF4-FFF2-40B4-BE49-F238E27FC236}">
                    <a16:creationId xmlns:a16="http://schemas.microsoft.com/office/drawing/2014/main" id="{75148674-88A2-41BC-A583-EF62AE42694D}"/>
                  </a:ext>
                </a:extLst>
              </p:cNvPr>
              <p:cNvSpPr/>
              <p:nvPr/>
            </p:nvSpPr>
            <p:spPr>
              <a:xfrm>
                <a:off x="596898" y="5765948"/>
                <a:ext cx="164165" cy="92235"/>
              </a:xfrm>
              <a:prstGeom prst="rect">
                <a:avLst/>
              </a:prstGeom>
              <a:solidFill>
                <a:srgbClr val="92D0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500">
                  <a:latin typeface="NanumGothic" panose="020D0604000000000000" pitchFamily="34" charset="-127"/>
                  <a:ea typeface="NanumGothic" panose="020D0604000000000000" pitchFamily="34" charset="-127"/>
                </a:endParaRPr>
              </a:p>
            </p:txBody>
          </p:sp>
          <p:sp>
            <p:nvSpPr>
              <p:cNvPr id="83" name="직사각형 82">
                <a:extLst>
                  <a:ext uri="{FF2B5EF4-FFF2-40B4-BE49-F238E27FC236}">
                    <a16:creationId xmlns:a16="http://schemas.microsoft.com/office/drawing/2014/main" id="{FC9FF14E-EE96-4A9E-A9A3-65A42495075C}"/>
                  </a:ext>
                </a:extLst>
              </p:cNvPr>
              <p:cNvSpPr/>
              <p:nvPr/>
            </p:nvSpPr>
            <p:spPr>
              <a:xfrm>
                <a:off x="772083" y="5765948"/>
                <a:ext cx="164165" cy="92235"/>
              </a:xfrm>
              <a:prstGeom prst="rect">
                <a:avLst/>
              </a:pr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500">
                  <a:latin typeface="NanumGothic" panose="020D0604000000000000" pitchFamily="34" charset="-127"/>
                  <a:ea typeface="NanumGothic" panose="020D0604000000000000" pitchFamily="34" charset="-127"/>
                </a:endParaRPr>
              </a:p>
            </p:txBody>
          </p:sp>
          <p:sp>
            <p:nvSpPr>
              <p:cNvPr id="84" name="직사각형 83">
                <a:extLst>
                  <a:ext uri="{FF2B5EF4-FFF2-40B4-BE49-F238E27FC236}">
                    <a16:creationId xmlns:a16="http://schemas.microsoft.com/office/drawing/2014/main" id="{799A3AC1-8C77-467C-B85E-CA7F7F9372B9}"/>
                  </a:ext>
                </a:extLst>
              </p:cNvPr>
              <p:cNvSpPr/>
              <p:nvPr/>
            </p:nvSpPr>
            <p:spPr>
              <a:xfrm>
                <a:off x="947269" y="5765948"/>
                <a:ext cx="164165" cy="92235"/>
              </a:xfrm>
              <a:prstGeom prst="rect">
                <a:avLst/>
              </a:prstGeom>
              <a:solidFill>
                <a:srgbClr val="92D0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500">
                  <a:latin typeface="NanumGothic" panose="020D0604000000000000" pitchFamily="34" charset="-127"/>
                  <a:ea typeface="NanumGothic" panose="020D0604000000000000" pitchFamily="34" charset="-127"/>
                </a:endParaRPr>
              </a:p>
            </p:txBody>
          </p:sp>
          <p:sp>
            <p:nvSpPr>
              <p:cNvPr id="85" name="직사각형 84">
                <a:extLst>
                  <a:ext uri="{FF2B5EF4-FFF2-40B4-BE49-F238E27FC236}">
                    <a16:creationId xmlns:a16="http://schemas.microsoft.com/office/drawing/2014/main" id="{05878F8E-830B-421A-A2E6-557CA068B6BA}"/>
                  </a:ext>
                </a:extLst>
              </p:cNvPr>
              <p:cNvSpPr/>
              <p:nvPr/>
            </p:nvSpPr>
            <p:spPr>
              <a:xfrm>
                <a:off x="1122454" y="5765948"/>
                <a:ext cx="164165" cy="92235"/>
              </a:xfrm>
              <a:prstGeom prst="rect">
                <a:avLst/>
              </a:pr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500">
                  <a:latin typeface="NanumGothic" panose="020D0604000000000000" pitchFamily="34" charset="-127"/>
                  <a:ea typeface="NanumGothic" panose="020D0604000000000000" pitchFamily="34" charset="-127"/>
                </a:endParaRPr>
              </a:p>
            </p:txBody>
          </p:sp>
          <p:sp>
            <p:nvSpPr>
              <p:cNvPr id="86" name="직사각형 85">
                <a:extLst>
                  <a:ext uri="{FF2B5EF4-FFF2-40B4-BE49-F238E27FC236}">
                    <a16:creationId xmlns:a16="http://schemas.microsoft.com/office/drawing/2014/main" id="{3E431A76-1B6E-47E9-B9BC-971EA9915D24}"/>
                  </a:ext>
                </a:extLst>
              </p:cNvPr>
              <p:cNvSpPr/>
              <p:nvPr/>
            </p:nvSpPr>
            <p:spPr>
              <a:xfrm>
                <a:off x="1297639" y="5765948"/>
                <a:ext cx="164165" cy="92235"/>
              </a:xfrm>
              <a:prstGeom prst="rect">
                <a:avLst/>
              </a:prstGeom>
              <a:solidFill>
                <a:srgbClr val="92D0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500">
                  <a:latin typeface="NanumGothic" panose="020D0604000000000000" pitchFamily="34" charset="-127"/>
                  <a:ea typeface="NanumGothic" panose="020D0604000000000000" pitchFamily="34" charset="-127"/>
                </a:endParaRPr>
              </a:p>
            </p:txBody>
          </p:sp>
          <p:sp>
            <p:nvSpPr>
              <p:cNvPr id="87" name="직사각형 86">
                <a:extLst>
                  <a:ext uri="{FF2B5EF4-FFF2-40B4-BE49-F238E27FC236}">
                    <a16:creationId xmlns:a16="http://schemas.microsoft.com/office/drawing/2014/main" id="{451D01FD-C21E-4D8C-8B2F-B4DBC3A14B1A}"/>
                  </a:ext>
                </a:extLst>
              </p:cNvPr>
              <p:cNvSpPr/>
              <p:nvPr/>
            </p:nvSpPr>
            <p:spPr>
              <a:xfrm>
                <a:off x="1472824" y="5765948"/>
                <a:ext cx="164165" cy="92235"/>
              </a:xfrm>
              <a:prstGeom prst="rect">
                <a:avLst/>
              </a:prstGeom>
              <a:solidFill>
                <a:srgbClr val="92D0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500">
                  <a:latin typeface="NanumGothic" panose="020D0604000000000000" pitchFamily="34" charset="-127"/>
                  <a:ea typeface="NanumGothic" panose="020D0604000000000000" pitchFamily="34" charset="-127"/>
                </a:endParaRPr>
              </a:p>
            </p:txBody>
          </p:sp>
          <p:sp>
            <p:nvSpPr>
              <p:cNvPr id="88" name="직사각형 87">
                <a:extLst>
                  <a:ext uri="{FF2B5EF4-FFF2-40B4-BE49-F238E27FC236}">
                    <a16:creationId xmlns:a16="http://schemas.microsoft.com/office/drawing/2014/main" id="{D5E1D007-D775-4FD8-ABFB-84E6973F6284}"/>
                  </a:ext>
                </a:extLst>
              </p:cNvPr>
              <p:cNvSpPr/>
              <p:nvPr/>
            </p:nvSpPr>
            <p:spPr>
              <a:xfrm>
                <a:off x="1648009" y="5765948"/>
                <a:ext cx="164165" cy="92235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500">
                  <a:latin typeface="NanumGothic" panose="020D0604000000000000" pitchFamily="34" charset="-127"/>
                  <a:ea typeface="NanumGothic" panose="020D0604000000000000" pitchFamily="34" charset="-127"/>
                </a:endParaRPr>
              </a:p>
            </p:txBody>
          </p:sp>
          <p:sp>
            <p:nvSpPr>
              <p:cNvPr id="89" name="직사각형 88">
                <a:extLst>
                  <a:ext uri="{FF2B5EF4-FFF2-40B4-BE49-F238E27FC236}">
                    <a16:creationId xmlns:a16="http://schemas.microsoft.com/office/drawing/2014/main" id="{F4A5CEBA-7EFA-426B-928D-E0D62C9C8228}"/>
                  </a:ext>
                </a:extLst>
              </p:cNvPr>
              <p:cNvSpPr/>
              <p:nvPr/>
            </p:nvSpPr>
            <p:spPr>
              <a:xfrm>
                <a:off x="1823195" y="5765948"/>
                <a:ext cx="164165" cy="92235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500">
                  <a:latin typeface="NanumGothic" panose="020D0604000000000000" pitchFamily="34" charset="-127"/>
                  <a:ea typeface="NanumGothic" panose="020D0604000000000000" pitchFamily="34" charset="-127"/>
                </a:endParaRPr>
              </a:p>
            </p:txBody>
          </p:sp>
          <p:sp>
            <p:nvSpPr>
              <p:cNvPr id="90" name="직사각형 89">
                <a:extLst>
                  <a:ext uri="{FF2B5EF4-FFF2-40B4-BE49-F238E27FC236}">
                    <a16:creationId xmlns:a16="http://schemas.microsoft.com/office/drawing/2014/main" id="{F4060330-B2C6-48C3-A518-9F33E4F8E9D1}"/>
                  </a:ext>
                </a:extLst>
              </p:cNvPr>
              <p:cNvSpPr/>
              <p:nvPr/>
            </p:nvSpPr>
            <p:spPr>
              <a:xfrm>
                <a:off x="1998380" y="5765948"/>
                <a:ext cx="164165" cy="92235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500">
                  <a:latin typeface="NanumGothic" panose="020D0604000000000000" pitchFamily="34" charset="-127"/>
                  <a:ea typeface="NanumGothic" panose="020D0604000000000000" pitchFamily="34" charset="-127"/>
                </a:endParaRPr>
              </a:p>
            </p:txBody>
          </p:sp>
          <p:sp>
            <p:nvSpPr>
              <p:cNvPr id="91" name="직사각형 90">
                <a:extLst>
                  <a:ext uri="{FF2B5EF4-FFF2-40B4-BE49-F238E27FC236}">
                    <a16:creationId xmlns:a16="http://schemas.microsoft.com/office/drawing/2014/main" id="{4398BDB9-9390-44FD-B9E2-339A14EB5667}"/>
                  </a:ext>
                </a:extLst>
              </p:cNvPr>
              <p:cNvSpPr/>
              <p:nvPr/>
            </p:nvSpPr>
            <p:spPr>
              <a:xfrm>
                <a:off x="2173565" y="5765948"/>
                <a:ext cx="164165" cy="92235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500">
                  <a:latin typeface="NanumGothic" panose="020D0604000000000000" pitchFamily="34" charset="-127"/>
                  <a:ea typeface="NanumGothic" panose="020D0604000000000000" pitchFamily="34" charset="-127"/>
                </a:endParaRPr>
              </a:p>
            </p:txBody>
          </p:sp>
          <p:sp>
            <p:nvSpPr>
              <p:cNvPr id="92" name="직사각형 91">
                <a:extLst>
                  <a:ext uri="{FF2B5EF4-FFF2-40B4-BE49-F238E27FC236}">
                    <a16:creationId xmlns:a16="http://schemas.microsoft.com/office/drawing/2014/main" id="{0079A505-5C86-4D62-B104-C3DC47241D87}"/>
                  </a:ext>
                </a:extLst>
              </p:cNvPr>
              <p:cNvSpPr/>
              <p:nvPr/>
            </p:nvSpPr>
            <p:spPr>
              <a:xfrm>
                <a:off x="2348750" y="5765948"/>
                <a:ext cx="164165" cy="92235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500">
                  <a:latin typeface="NanumGothic" panose="020D0604000000000000" pitchFamily="34" charset="-127"/>
                  <a:ea typeface="NanumGothic" panose="020D0604000000000000" pitchFamily="34" charset="-127"/>
                </a:endParaRPr>
              </a:p>
            </p:txBody>
          </p:sp>
          <p:sp>
            <p:nvSpPr>
              <p:cNvPr id="93" name="직사각형 92">
                <a:extLst>
                  <a:ext uri="{FF2B5EF4-FFF2-40B4-BE49-F238E27FC236}">
                    <a16:creationId xmlns:a16="http://schemas.microsoft.com/office/drawing/2014/main" id="{44B0A9E5-667B-4232-92CE-1303A24F493D}"/>
                  </a:ext>
                </a:extLst>
              </p:cNvPr>
              <p:cNvSpPr/>
              <p:nvPr/>
            </p:nvSpPr>
            <p:spPr>
              <a:xfrm>
                <a:off x="2523936" y="5765948"/>
                <a:ext cx="164165" cy="92235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500">
                  <a:latin typeface="NanumGothic" panose="020D0604000000000000" pitchFamily="34" charset="-127"/>
                  <a:ea typeface="NanumGothic" panose="020D0604000000000000" pitchFamily="34" charset="-127"/>
                </a:endParaRPr>
              </a:p>
            </p:txBody>
          </p:sp>
          <p:sp>
            <p:nvSpPr>
              <p:cNvPr id="94" name="직사각형 93">
                <a:extLst>
                  <a:ext uri="{FF2B5EF4-FFF2-40B4-BE49-F238E27FC236}">
                    <a16:creationId xmlns:a16="http://schemas.microsoft.com/office/drawing/2014/main" id="{733CFB04-1C1E-4BB4-A73B-27FC2DB40FFA}"/>
                  </a:ext>
                </a:extLst>
              </p:cNvPr>
              <p:cNvSpPr/>
              <p:nvPr/>
            </p:nvSpPr>
            <p:spPr>
              <a:xfrm>
                <a:off x="2699121" y="5765948"/>
                <a:ext cx="164165" cy="92235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500">
                  <a:latin typeface="NanumGothic" panose="020D0604000000000000" pitchFamily="34" charset="-127"/>
                  <a:ea typeface="NanumGothic" panose="020D0604000000000000" pitchFamily="34" charset="-127"/>
                </a:endParaRPr>
              </a:p>
            </p:txBody>
          </p:sp>
          <p:sp>
            <p:nvSpPr>
              <p:cNvPr id="95" name="직사각형 94">
                <a:extLst>
                  <a:ext uri="{FF2B5EF4-FFF2-40B4-BE49-F238E27FC236}">
                    <a16:creationId xmlns:a16="http://schemas.microsoft.com/office/drawing/2014/main" id="{A9FE8F5A-67E6-4C5F-82B4-7230F363D1F3}"/>
                  </a:ext>
                </a:extLst>
              </p:cNvPr>
              <p:cNvSpPr/>
              <p:nvPr/>
            </p:nvSpPr>
            <p:spPr>
              <a:xfrm>
                <a:off x="2874309" y="5765948"/>
                <a:ext cx="164165" cy="92235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500">
                  <a:latin typeface="NanumGothic" panose="020D0604000000000000" pitchFamily="34" charset="-127"/>
                  <a:ea typeface="NanumGothic" panose="020D0604000000000000" pitchFamily="34" charset="-127"/>
                </a:endParaRPr>
              </a:p>
            </p:txBody>
          </p:sp>
          <p:sp>
            <p:nvSpPr>
              <p:cNvPr id="96" name="직사각형 95">
                <a:extLst>
                  <a:ext uri="{FF2B5EF4-FFF2-40B4-BE49-F238E27FC236}">
                    <a16:creationId xmlns:a16="http://schemas.microsoft.com/office/drawing/2014/main" id="{EC1A1670-9D41-4C26-B191-568264BE9556}"/>
                  </a:ext>
                </a:extLst>
              </p:cNvPr>
              <p:cNvSpPr/>
              <p:nvPr/>
            </p:nvSpPr>
            <p:spPr>
              <a:xfrm>
                <a:off x="246528" y="5867440"/>
                <a:ext cx="164165" cy="92235"/>
              </a:xfrm>
              <a:prstGeom prst="rect">
                <a:avLst/>
              </a:prstGeom>
              <a:solidFill>
                <a:srgbClr val="92D0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500">
                  <a:latin typeface="NanumGothic" panose="020D0604000000000000" pitchFamily="34" charset="-127"/>
                  <a:ea typeface="NanumGothic" panose="020D0604000000000000" pitchFamily="34" charset="-127"/>
                </a:endParaRPr>
              </a:p>
            </p:txBody>
          </p:sp>
          <p:sp>
            <p:nvSpPr>
              <p:cNvPr id="97" name="직사각형 96">
                <a:extLst>
                  <a:ext uri="{FF2B5EF4-FFF2-40B4-BE49-F238E27FC236}">
                    <a16:creationId xmlns:a16="http://schemas.microsoft.com/office/drawing/2014/main" id="{E0E3BFF5-C060-4A69-B01E-03D803633A02}"/>
                  </a:ext>
                </a:extLst>
              </p:cNvPr>
              <p:cNvSpPr/>
              <p:nvPr/>
            </p:nvSpPr>
            <p:spPr>
              <a:xfrm>
                <a:off x="421713" y="5867440"/>
                <a:ext cx="164165" cy="92235"/>
              </a:xfrm>
              <a:prstGeom prst="rect">
                <a:avLst/>
              </a:prstGeom>
              <a:solidFill>
                <a:srgbClr val="92D0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500">
                  <a:latin typeface="NanumGothic" panose="020D0604000000000000" pitchFamily="34" charset="-127"/>
                  <a:ea typeface="NanumGothic" panose="020D0604000000000000" pitchFamily="34" charset="-127"/>
                </a:endParaRPr>
              </a:p>
            </p:txBody>
          </p:sp>
          <p:sp>
            <p:nvSpPr>
              <p:cNvPr id="98" name="직사각형 97">
                <a:extLst>
                  <a:ext uri="{FF2B5EF4-FFF2-40B4-BE49-F238E27FC236}">
                    <a16:creationId xmlns:a16="http://schemas.microsoft.com/office/drawing/2014/main" id="{FF3E531D-64C2-4722-8760-F1E02F862491}"/>
                  </a:ext>
                </a:extLst>
              </p:cNvPr>
              <p:cNvSpPr/>
              <p:nvPr/>
            </p:nvSpPr>
            <p:spPr>
              <a:xfrm>
                <a:off x="596898" y="5867440"/>
                <a:ext cx="164165" cy="92235"/>
              </a:xfrm>
              <a:prstGeom prst="rect">
                <a:avLst/>
              </a:pr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500">
                  <a:latin typeface="NanumGothic" panose="020D0604000000000000" pitchFamily="34" charset="-127"/>
                  <a:ea typeface="NanumGothic" panose="020D0604000000000000" pitchFamily="34" charset="-127"/>
                </a:endParaRPr>
              </a:p>
            </p:txBody>
          </p:sp>
          <p:sp>
            <p:nvSpPr>
              <p:cNvPr id="99" name="직사각형 98">
                <a:extLst>
                  <a:ext uri="{FF2B5EF4-FFF2-40B4-BE49-F238E27FC236}">
                    <a16:creationId xmlns:a16="http://schemas.microsoft.com/office/drawing/2014/main" id="{1677D356-854D-48F5-892E-02EE3094ED39}"/>
                  </a:ext>
                </a:extLst>
              </p:cNvPr>
              <p:cNvSpPr/>
              <p:nvPr/>
            </p:nvSpPr>
            <p:spPr>
              <a:xfrm>
                <a:off x="772083" y="5867440"/>
                <a:ext cx="164165" cy="92235"/>
              </a:xfrm>
              <a:prstGeom prst="rect">
                <a:avLst/>
              </a:prstGeom>
              <a:solidFill>
                <a:srgbClr val="92D0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500">
                  <a:latin typeface="NanumGothic" panose="020D0604000000000000" pitchFamily="34" charset="-127"/>
                  <a:ea typeface="NanumGothic" panose="020D0604000000000000" pitchFamily="34" charset="-127"/>
                </a:endParaRPr>
              </a:p>
            </p:txBody>
          </p:sp>
          <p:sp>
            <p:nvSpPr>
              <p:cNvPr id="100" name="직사각형 99">
                <a:extLst>
                  <a:ext uri="{FF2B5EF4-FFF2-40B4-BE49-F238E27FC236}">
                    <a16:creationId xmlns:a16="http://schemas.microsoft.com/office/drawing/2014/main" id="{E76FE4C9-3CD6-48E7-9D09-E6DDC04771C3}"/>
                  </a:ext>
                </a:extLst>
              </p:cNvPr>
              <p:cNvSpPr/>
              <p:nvPr/>
            </p:nvSpPr>
            <p:spPr>
              <a:xfrm>
                <a:off x="947269" y="5867440"/>
                <a:ext cx="164165" cy="92235"/>
              </a:xfrm>
              <a:prstGeom prst="rect">
                <a:avLst/>
              </a:pr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500">
                  <a:latin typeface="NanumGothic" panose="020D0604000000000000" pitchFamily="34" charset="-127"/>
                  <a:ea typeface="NanumGothic" panose="020D0604000000000000" pitchFamily="34" charset="-127"/>
                </a:endParaRPr>
              </a:p>
            </p:txBody>
          </p:sp>
          <p:sp>
            <p:nvSpPr>
              <p:cNvPr id="101" name="직사각형 100">
                <a:extLst>
                  <a:ext uri="{FF2B5EF4-FFF2-40B4-BE49-F238E27FC236}">
                    <a16:creationId xmlns:a16="http://schemas.microsoft.com/office/drawing/2014/main" id="{51EB7B3D-4EF2-4697-B04F-A53A986C02AB}"/>
                  </a:ext>
                </a:extLst>
              </p:cNvPr>
              <p:cNvSpPr/>
              <p:nvPr/>
            </p:nvSpPr>
            <p:spPr>
              <a:xfrm>
                <a:off x="1122454" y="5867440"/>
                <a:ext cx="164165" cy="92235"/>
              </a:xfrm>
              <a:prstGeom prst="rect">
                <a:avLst/>
              </a:prstGeom>
              <a:solidFill>
                <a:srgbClr val="92D0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500">
                  <a:latin typeface="NanumGothic" panose="020D0604000000000000" pitchFamily="34" charset="-127"/>
                  <a:ea typeface="NanumGothic" panose="020D0604000000000000" pitchFamily="34" charset="-127"/>
                </a:endParaRPr>
              </a:p>
            </p:txBody>
          </p:sp>
          <p:sp>
            <p:nvSpPr>
              <p:cNvPr id="102" name="직사각형 101">
                <a:extLst>
                  <a:ext uri="{FF2B5EF4-FFF2-40B4-BE49-F238E27FC236}">
                    <a16:creationId xmlns:a16="http://schemas.microsoft.com/office/drawing/2014/main" id="{D8BA8233-2B08-4433-B12C-BBD011355201}"/>
                  </a:ext>
                </a:extLst>
              </p:cNvPr>
              <p:cNvSpPr/>
              <p:nvPr/>
            </p:nvSpPr>
            <p:spPr>
              <a:xfrm>
                <a:off x="1297639" y="5867440"/>
                <a:ext cx="164165" cy="92235"/>
              </a:xfrm>
              <a:prstGeom prst="rect">
                <a:avLst/>
              </a:prstGeom>
              <a:solidFill>
                <a:srgbClr val="92D0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500">
                  <a:latin typeface="NanumGothic" panose="020D0604000000000000" pitchFamily="34" charset="-127"/>
                  <a:ea typeface="NanumGothic" panose="020D0604000000000000" pitchFamily="34" charset="-127"/>
                </a:endParaRPr>
              </a:p>
            </p:txBody>
          </p:sp>
          <p:sp>
            <p:nvSpPr>
              <p:cNvPr id="103" name="직사각형 102">
                <a:extLst>
                  <a:ext uri="{FF2B5EF4-FFF2-40B4-BE49-F238E27FC236}">
                    <a16:creationId xmlns:a16="http://schemas.microsoft.com/office/drawing/2014/main" id="{7180354D-5131-4C62-B60C-4252184D20FA}"/>
                  </a:ext>
                </a:extLst>
              </p:cNvPr>
              <p:cNvSpPr/>
              <p:nvPr/>
            </p:nvSpPr>
            <p:spPr>
              <a:xfrm>
                <a:off x="1472824" y="5867440"/>
                <a:ext cx="164165" cy="92235"/>
              </a:xfrm>
              <a:prstGeom prst="rect">
                <a:avLst/>
              </a:prstGeom>
              <a:solidFill>
                <a:srgbClr val="92D0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500">
                  <a:latin typeface="NanumGothic" panose="020D0604000000000000" pitchFamily="34" charset="-127"/>
                  <a:ea typeface="NanumGothic" panose="020D0604000000000000" pitchFamily="34" charset="-127"/>
                </a:endParaRPr>
              </a:p>
            </p:txBody>
          </p:sp>
          <p:sp>
            <p:nvSpPr>
              <p:cNvPr id="104" name="직사각형 103">
                <a:extLst>
                  <a:ext uri="{FF2B5EF4-FFF2-40B4-BE49-F238E27FC236}">
                    <a16:creationId xmlns:a16="http://schemas.microsoft.com/office/drawing/2014/main" id="{098D4016-67D3-4EB0-AFC2-356B4FA5F2A6}"/>
                  </a:ext>
                </a:extLst>
              </p:cNvPr>
              <p:cNvSpPr/>
              <p:nvPr/>
            </p:nvSpPr>
            <p:spPr>
              <a:xfrm>
                <a:off x="1648009" y="5867440"/>
                <a:ext cx="164165" cy="92235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500">
                  <a:latin typeface="NanumGothic" panose="020D0604000000000000" pitchFamily="34" charset="-127"/>
                  <a:ea typeface="NanumGothic" panose="020D0604000000000000" pitchFamily="34" charset="-127"/>
                </a:endParaRPr>
              </a:p>
            </p:txBody>
          </p:sp>
          <p:sp>
            <p:nvSpPr>
              <p:cNvPr id="105" name="직사각형 104">
                <a:extLst>
                  <a:ext uri="{FF2B5EF4-FFF2-40B4-BE49-F238E27FC236}">
                    <a16:creationId xmlns:a16="http://schemas.microsoft.com/office/drawing/2014/main" id="{26C81743-3561-43DE-A4E1-D3D100CFCE05}"/>
                  </a:ext>
                </a:extLst>
              </p:cNvPr>
              <p:cNvSpPr/>
              <p:nvPr/>
            </p:nvSpPr>
            <p:spPr>
              <a:xfrm>
                <a:off x="1823195" y="5867440"/>
                <a:ext cx="164165" cy="92235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500">
                  <a:latin typeface="NanumGothic" panose="020D0604000000000000" pitchFamily="34" charset="-127"/>
                  <a:ea typeface="NanumGothic" panose="020D0604000000000000" pitchFamily="34" charset="-127"/>
                </a:endParaRPr>
              </a:p>
            </p:txBody>
          </p:sp>
          <p:sp>
            <p:nvSpPr>
              <p:cNvPr id="106" name="직사각형 105">
                <a:extLst>
                  <a:ext uri="{FF2B5EF4-FFF2-40B4-BE49-F238E27FC236}">
                    <a16:creationId xmlns:a16="http://schemas.microsoft.com/office/drawing/2014/main" id="{CACD1596-8797-4A5F-B339-61FAE1A57DC7}"/>
                  </a:ext>
                </a:extLst>
              </p:cNvPr>
              <p:cNvSpPr/>
              <p:nvPr/>
            </p:nvSpPr>
            <p:spPr>
              <a:xfrm>
                <a:off x="1998380" y="5867440"/>
                <a:ext cx="164165" cy="92235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500">
                  <a:latin typeface="NanumGothic" panose="020D0604000000000000" pitchFamily="34" charset="-127"/>
                  <a:ea typeface="NanumGothic" panose="020D0604000000000000" pitchFamily="34" charset="-127"/>
                </a:endParaRPr>
              </a:p>
            </p:txBody>
          </p:sp>
          <p:sp>
            <p:nvSpPr>
              <p:cNvPr id="107" name="직사각형 106">
                <a:extLst>
                  <a:ext uri="{FF2B5EF4-FFF2-40B4-BE49-F238E27FC236}">
                    <a16:creationId xmlns:a16="http://schemas.microsoft.com/office/drawing/2014/main" id="{4EA0D8A5-7AD9-4D58-92F9-72D4867C7EC6}"/>
                  </a:ext>
                </a:extLst>
              </p:cNvPr>
              <p:cNvSpPr/>
              <p:nvPr/>
            </p:nvSpPr>
            <p:spPr>
              <a:xfrm>
                <a:off x="2173565" y="5867440"/>
                <a:ext cx="164165" cy="92235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500">
                  <a:latin typeface="NanumGothic" panose="020D0604000000000000" pitchFamily="34" charset="-127"/>
                  <a:ea typeface="NanumGothic" panose="020D0604000000000000" pitchFamily="34" charset="-127"/>
                </a:endParaRPr>
              </a:p>
            </p:txBody>
          </p:sp>
          <p:sp>
            <p:nvSpPr>
              <p:cNvPr id="108" name="직사각형 107">
                <a:extLst>
                  <a:ext uri="{FF2B5EF4-FFF2-40B4-BE49-F238E27FC236}">
                    <a16:creationId xmlns:a16="http://schemas.microsoft.com/office/drawing/2014/main" id="{66458423-7CEF-413F-87A8-1750C21CB487}"/>
                  </a:ext>
                </a:extLst>
              </p:cNvPr>
              <p:cNvSpPr/>
              <p:nvPr/>
            </p:nvSpPr>
            <p:spPr>
              <a:xfrm>
                <a:off x="2348750" y="5867440"/>
                <a:ext cx="164165" cy="92235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500">
                  <a:latin typeface="NanumGothic" panose="020D0604000000000000" pitchFamily="34" charset="-127"/>
                  <a:ea typeface="NanumGothic" panose="020D0604000000000000" pitchFamily="34" charset="-127"/>
                </a:endParaRPr>
              </a:p>
            </p:txBody>
          </p:sp>
          <p:sp>
            <p:nvSpPr>
              <p:cNvPr id="109" name="직사각형 108">
                <a:extLst>
                  <a:ext uri="{FF2B5EF4-FFF2-40B4-BE49-F238E27FC236}">
                    <a16:creationId xmlns:a16="http://schemas.microsoft.com/office/drawing/2014/main" id="{65E1FFDD-AEF7-4F0E-8805-50D281714A03}"/>
                  </a:ext>
                </a:extLst>
              </p:cNvPr>
              <p:cNvSpPr/>
              <p:nvPr/>
            </p:nvSpPr>
            <p:spPr>
              <a:xfrm>
                <a:off x="2523936" y="5867440"/>
                <a:ext cx="164165" cy="92235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500">
                  <a:latin typeface="NanumGothic" panose="020D0604000000000000" pitchFamily="34" charset="-127"/>
                  <a:ea typeface="NanumGothic" panose="020D0604000000000000" pitchFamily="34" charset="-127"/>
                </a:endParaRPr>
              </a:p>
            </p:txBody>
          </p:sp>
          <p:sp>
            <p:nvSpPr>
              <p:cNvPr id="110" name="직사각형 109">
                <a:extLst>
                  <a:ext uri="{FF2B5EF4-FFF2-40B4-BE49-F238E27FC236}">
                    <a16:creationId xmlns:a16="http://schemas.microsoft.com/office/drawing/2014/main" id="{30FB8F82-EC85-4CFC-84FD-6A4234308AAD}"/>
                  </a:ext>
                </a:extLst>
              </p:cNvPr>
              <p:cNvSpPr/>
              <p:nvPr/>
            </p:nvSpPr>
            <p:spPr>
              <a:xfrm>
                <a:off x="2699121" y="5867440"/>
                <a:ext cx="164165" cy="92235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500">
                  <a:latin typeface="NanumGothic" panose="020D0604000000000000" pitchFamily="34" charset="-127"/>
                  <a:ea typeface="NanumGothic" panose="020D0604000000000000" pitchFamily="34" charset="-127"/>
                </a:endParaRPr>
              </a:p>
            </p:txBody>
          </p:sp>
          <p:sp>
            <p:nvSpPr>
              <p:cNvPr id="111" name="직사각형 110">
                <a:extLst>
                  <a:ext uri="{FF2B5EF4-FFF2-40B4-BE49-F238E27FC236}">
                    <a16:creationId xmlns:a16="http://schemas.microsoft.com/office/drawing/2014/main" id="{7B83493C-9AD5-4A0E-AEB1-6FB2957BCE64}"/>
                  </a:ext>
                </a:extLst>
              </p:cNvPr>
              <p:cNvSpPr/>
              <p:nvPr/>
            </p:nvSpPr>
            <p:spPr>
              <a:xfrm>
                <a:off x="2874309" y="5867441"/>
                <a:ext cx="164165" cy="92235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500">
                  <a:latin typeface="NanumGothic" panose="020D0604000000000000" pitchFamily="34" charset="-127"/>
                  <a:ea typeface="NanumGothic" panose="020D0604000000000000" pitchFamily="34" charset="-127"/>
                </a:endParaRPr>
              </a:p>
            </p:txBody>
          </p:sp>
          <p:sp>
            <p:nvSpPr>
              <p:cNvPr id="112" name="직사각형 111">
                <a:extLst>
                  <a:ext uri="{FF2B5EF4-FFF2-40B4-BE49-F238E27FC236}">
                    <a16:creationId xmlns:a16="http://schemas.microsoft.com/office/drawing/2014/main" id="{EF09C021-2D4E-4566-BC0C-C730937BBB68}"/>
                  </a:ext>
                </a:extLst>
              </p:cNvPr>
              <p:cNvSpPr/>
              <p:nvPr/>
            </p:nvSpPr>
            <p:spPr>
              <a:xfrm>
                <a:off x="246528" y="5968933"/>
                <a:ext cx="164165" cy="92235"/>
              </a:xfrm>
              <a:prstGeom prst="rect">
                <a:avLst/>
              </a:prstGeom>
              <a:solidFill>
                <a:srgbClr val="92D0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500">
                  <a:latin typeface="NanumGothic" panose="020D0604000000000000" pitchFamily="34" charset="-127"/>
                  <a:ea typeface="NanumGothic" panose="020D0604000000000000" pitchFamily="34" charset="-127"/>
                </a:endParaRPr>
              </a:p>
            </p:txBody>
          </p:sp>
          <p:sp>
            <p:nvSpPr>
              <p:cNvPr id="113" name="직사각형 112">
                <a:extLst>
                  <a:ext uri="{FF2B5EF4-FFF2-40B4-BE49-F238E27FC236}">
                    <a16:creationId xmlns:a16="http://schemas.microsoft.com/office/drawing/2014/main" id="{33F181B5-06BE-47DB-B490-5AAD5573AA29}"/>
                  </a:ext>
                </a:extLst>
              </p:cNvPr>
              <p:cNvSpPr/>
              <p:nvPr/>
            </p:nvSpPr>
            <p:spPr>
              <a:xfrm>
                <a:off x="421713" y="5968933"/>
                <a:ext cx="164165" cy="92235"/>
              </a:xfrm>
              <a:prstGeom prst="rect">
                <a:avLst/>
              </a:pr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500">
                  <a:latin typeface="NanumGothic" panose="020D0604000000000000" pitchFamily="34" charset="-127"/>
                  <a:ea typeface="NanumGothic" panose="020D0604000000000000" pitchFamily="34" charset="-127"/>
                </a:endParaRPr>
              </a:p>
            </p:txBody>
          </p:sp>
          <p:sp>
            <p:nvSpPr>
              <p:cNvPr id="114" name="직사각형 113">
                <a:extLst>
                  <a:ext uri="{FF2B5EF4-FFF2-40B4-BE49-F238E27FC236}">
                    <a16:creationId xmlns:a16="http://schemas.microsoft.com/office/drawing/2014/main" id="{4269FB0B-8357-4D36-A20A-06694AED32C5}"/>
                  </a:ext>
                </a:extLst>
              </p:cNvPr>
              <p:cNvSpPr/>
              <p:nvPr/>
            </p:nvSpPr>
            <p:spPr>
              <a:xfrm>
                <a:off x="596898" y="5968933"/>
                <a:ext cx="164165" cy="92235"/>
              </a:xfrm>
              <a:prstGeom prst="rect">
                <a:avLst/>
              </a:prstGeom>
              <a:solidFill>
                <a:srgbClr val="92D0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500">
                  <a:latin typeface="NanumGothic" panose="020D0604000000000000" pitchFamily="34" charset="-127"/>
                  <a:ea typeface="NanumGothic" panose="020D0604000000000000" pitchFamily="34" charset="-127"/>
                </a:endParaRPr>
              </a:p>
            </p:txBody>
          </p:sp>
          <p:sp>
            <p:nvSpPr>
              <p:cNvPr id="115" name="직사각형 114">
                <a:extLst>
                  <a:ext uri="{FF2B5EF4-FFF2-40B4-BE49-F238E27FC236}">
                    <a16:creationId xmlns:a16="http://schemas.microsoft.com/office/drawing/2014/main" id="{9679508E-616D-48C3-BEAF-50A009ABE496}"/>
                  </a:ext>
                </a:extLst>
              </p:cNvPr>
              <p:cNvSpPr/>
              <p:nvPr/>
            </p:nvSpPr>
            <p:spPr>
              <a:xfrm>
                <a:off x="772083" y="5968933"/>
                <a:ext cx="164165" cy="92235"/>
              </a:xfrm>
              <a:prstGeom prst="rect">
                <a:avLst/>
              </a:prstGeom>
              <a:solidFill>
                <a:srgbClr val="92D0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500">
                  <a:latin typeface="NanumGothic" panose="020D0604000000000000" pitchFamily="34" charset="-127"/>
                  <a:ea typeface="NanumGothic" panose="020D0604000000000000" pitchFamily="34" charset="-127"/>
                </a:endParaRPr>
              </a:p>
            </p:txBody>
          </p:sp>
          <p:sp>
            <p:nvSpPr>
              <p:cNvPr id="116" name="직사각형 115">
                <a:extLst>
                  <a:ext uri="{FF2B5EF4-FFF2-40B4-BE49-F238E27FC236}">
                    <a16:creationId xmlns:a16="http://schemas.microsoft.com/office/drawing/2014/main" id="{34D31603-FDE5-4872-A93C-BEFEAF27BC6E}"/>
                  </a:ext>
                </a:extLst>
              </p:cNvPr>
              <p:cNvSpPr/>
              <p:nvPr/>
            </p:nvSpPr>
            <p:spPr>
              <a:xfrm>
                <a:off x="947269" y="5968933"/>
                <a:ext cx="164165" cy="92235"/>
              </a:xfrm>
              <a:prstGeom prst="rect">
                <a:avLst/>
              </a:prstGeom>
              <a:solidFill>
                <a:srgbClr val="92D0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500">
                  <a:latin typeface="NanumGothic" panose="020D0604000000000000" pitchFamily="34" charset="-127"/>
                  <a:ea typeface="NanumGothic" panose="020D0604000000000000" pitchFamily="34" charset="-127"/>
                </a:endParaRPr>
              </a:p>
            </p:txBody>
          </p:sp>
          <p:sp>
            <p:nvSpPr>
              <p:cNvPr id="117" name="직사각형 116">
                <a:extLst>
                  <a:ext uri="{FF2B5EF4-FFF2-40B4-BE49-F238E27FC236}">
                    <a16:creationId xmlns:a16="http://schemas.microsoft.com/office/drawing/2014/main" id="{2BEC5C16-EF18-40EC-9D33-4E12EC5DD819}"/>
                  </a:ext>
                </a:extLst>
              </p:cNvPr>
              <p:cNvSpPr/>
              <p:nvPr/>
            </p:nvSpPr>
            <p:spPr>
              <a:xfrm>
                <a:off x="1122454" y="5968933"/>
                <a:ext cx="164165" cy="92235"/>
              </a:xfrm>
              <a:prstGeom prst="rect">
                <a:avLst/>
              </a:prstGeom>
              <a:solidFill>
                <a:srgbClr val="92D0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500">
                  <a:latin typeface="NanumGothic" panose="020D0604000000000000" pitchFamily="34" charset="-127"/>
                  <a:ea typeface="NanumGothic" panose="020D0604000000000000" pitchFamily="34" charset="-127"/>
                </a:endParaRPr>
              </a:p>
            </p:txBody>
          </p:sp>
          <p:sp>
            <p:nvSpPr>
              <p:cNvPr id="118" name="직사각형 117">
                <a:extLst>
                  <a:ext uri="{FF2B5EF4-FFF2-40B4-BE49-F238E27FC236}">
                    <a16:creationId xmlns:a16="http://schemas.microsoft.com/office/drawing/2014/main" id="{F604EEF7-BD8D-45C7-A1DC-D0469CB27040}"/>
                  </a:ext>
                </a:extLst>
              </p:cNvPr>
              <p:cNvSpPr/>
              <p:nvPr/>
            </p:nvSpPr>
            <p:spPr>
              <a:xfrm>
                <a:off x="1297639" y="5968933"/>
                <a:ext cx="164165" cy="92235"/>
              </a:xfrm>
              <a:prstGeom prst="rect">
                <a:avLst/>
              </a:prstGeom>
              <a:solidFill>
                <a:srgbClr val="92D0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500">
                  <a:latin typeface="NanumGothic" panose="020D0604000000000000" pitchFamily="34" charset="-127"/>
                  <a:ea typeface="NanumGothic" panose="020D0604000000000000" pitchFamily="34" charset="-127"/>
                </a:endParaRPr>
              </a:p>
            </p:txBody>
          </p:sp>
          <p:sp>
            <p:nvSpPr>
              <p:cNvPr id="119" name="직사각형 118">
                <a:extLst>
                  <a:ext uri="{FF2B5EF4-FFF2-40B4-BE49-F238E27FC236}">
                    <a16:creationId xmlns:a16="http://schemas.microsoft.com/office/drawing/2014/main" id="{57CE0032-5132-4666-9C42-D1F969B6A3D8}"/>
                  </a:ext>
                </a:extLst>
              </p:cNvPr>
              <p:cNvSpPr/>
              <p:nvPr/>
            </p:nvSpPr>
            <p:spPr>
              <a:xfrm>
                <a:off x="1472824" y="5968933"/>
                <a:ext cx="164165" cy="92235"/>
              </a:xfrm>
              <a:prstGeom prst="rect">
                <a:avLst/>
              </a:pr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500">
                  <a:latin typeface="NanumGothic" panose="020D0604000000000000" pitchFamily="34" charset="-127"/>
                  <a:ea typeface="NanumGothic" panose="020D0604000000000000" pitchFamily="34" charset="-127"/>
                </a:endParaRPr>
              </a:p>
            </p:txBody>
          </p:sp>
          <p:sp>
            <p:nvSpPr>
              <p:cNvPr id="120" name="직사각형 119">
                <a:extLst>
                  <a:ext uri="{FF2B5EF4-FFF2-40B4-BE49-F238E27FC236}">
                    <a16:creationId xmlns:a16="http://schemas.microsoft.com/office/drawing/2014/main" id="{3EC8DF3E-CA12-493B-AAAF-EB3082BB63B5}"/>
                  </a:ext>
                </a:extLst>
              </p:cNvPr>
              <p:cNvSpPr/>
              <p:nvPr/>
            </p:nvSpPr>
            <p:spPr>
              <a:xfrm>
                <a:off x="1648009" y="5968933"/>
                <a:ext cx="164165" cy="92235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500">
                  <a:latin typeface="NanumGothic" panose="020D0604000000000000" pitchFamily="34" charset="-127"/>
                  <a:ea typeface="NanumGothic" panose="020D0604000000000000" pitchFamily="34" charset="-127"/>
                </a:endParaRPr>
              </a:p>
            </p:txBody>
          </p:sp>
          <p:sp>
            <p:nvSpPr>
              <p:cNvPr id="121" name="직사각형 120">
                <a:extLst>
                  <a:ext uri="{FF2B5EF4-FFF2-40B4-BE49-F238E27FC236}">
                    <a16:creationId xmlns:a16="http://schemas.microsoft.com/office/drawing/2014/main" id="{2CE36B09-5953-4D26-B737-D02831C4B5BF}"/>
                  </a:ext>
                </a:extLst>
              </p:cNvPr>
              <p:cNvSpPr/>
              <p:nvPr/>
            </p:nvSpPr>
            <p:spPr>
              <a:xfrm>
                <a:off x="1823195" y="5968933"/>
                <a:ext cx="164165" cy="92235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500">
                  <a:latin typeface="NanumGothic" panose="020D0604000000000000" pitchFamily="34" charset="-127"/>
                  <a:ea typeface="NanumGothic" panose="020D0604000000000000" pitchFamily="34" charset="-127"/>
                </a:endParaRPr>
              </a:p>
            </p:txBody>
          </p:sp>
          <p:sp>
            <p:nvSpPr>
              <p:cNvPr id="122" name="직사각형 121">
                <a:extLst>
                  <a:ext uri="{FF2B5EF4-FFF2-40B4-BE49-F238E27FC236}">
                    <a16:creationId xmlns:a16="http://schemas.microsoft.com/office/drawing/2014/main" id="{4D1F020E-F2F5-48AD-A218-FF4F2300C682}"/>
                  </a:ext>
                </a:extLst>
              </p:cNvPr>
              <p:cNvSpPr/>
              <p:nvPr/>
            </p:nvSpPr>
            <p:spPr>
              <a:xfrm>
                <a:off x="1998380" y="5968933"/>
                <a:ext cx="164165" cy="92235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500">
                  <a:latin typeface="NanumGothic" panose="020D0604000000000000" pitchFamily="34" charset="-127"/>
                  <a:ea typeface="NanumGothic" panose="020D0604000000000000" pitchFamily="34" charset="-127"/>
                </a:endParaRPr>
              </a:p>
            </p:txBody>
          </p:sp>
          <p:sp>
            <p:nvSpPr>
              <p:cNvPr id="123" name="직사각형 122">
                <a:extLst>
                  <a:ext uri="{FF2B5EF4-FFF2-40B4-BE49-F238E27FC236}">
                    <a16:creationId xmlns:a16="http://schemas.microsoft.com/office/drawing/2014/main" id="{16D462A9-C1C7-47B4-9831-93AA3A37C75B}"/>
                  </a:ext>
                </a:extLst>
              </p:cNvPr>
              <p:cNvSpPr/>
              <p:nvPr/>
            </p:nvSpPr>
            <p:spPr>
              <a:xfrm>
                <a:off x="2173565" y="5968933"/>
                <a:ext cx="164165" cy="92235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500">
                  <a:latin typeface="NanumGothic" panose="020D0604000000000000" pitchFamily="34" charset="-127"/>
                  <a:ea typeface="NanumGothic" panose="020D0604000000000000" pitchFamily="34" charset="-127"/>
                </a:endParaRPr>
              </a:p>
            </p:txBody>
          </p:sp>
          <p:sp>
            <p:nvSpPr>
              <p:cNvPr id="124" name="직사각형 123">
                <a:extLst>
                  <a:ext uri="{FF2B5EF4-FFF2-40B4-BE49-F238E27FC236}">
                    <a16:creationId xmlns:a16="http://schemas.microsoft.com/office/drawing/2014/main" id="{4FA2F8AE-70EC-4929-9058-3E6191A98A11}"/>
                  </a:ext>
                </a:extLst>
              </p:cNvPr>
              <p:cNvSpPr/>
              <p:nvPr/>
            </p:nvSpPr>
            <p:spPr>
              <a:xfrm>
                <a:off x="2348750" y="5968933"/>
                <a:ext cx="164165" cy="92235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500">
                  <a:latin typeface="NanumGothic" panose="020D0604000000000000" pitchFamily="34" charset="-127"/>
                  <a:ea typeface="NanumGothic" panose="020D0604000000000000" pitchFamily="34" charset="-127"/>
                </a:endParaRPr>
              </a:p>
            </p:txBody>
          </p:sp>
          <p:sp>
            <p:nvSpPr>
              <p:cNvPr id="125" name="직사각형 124">
                <a:extLst>
                  <a:ext uri="{FF2B5EF4-FFF2-40B4-BE49-F238E27FC236}">
                    <a16:creationId xmlns:a16="http://schemas.microsoft.com/office/drawing/2014/main" id="{126317FD-4CE3-4705-8A56-0DA5FD0753B1}"/>
                  </a:ext>
                </a:extLst>
              </p:cNvPr>
              <p:cNvSpPr/>
              <p:nvPr/>
            </p:nvSpPr>
            <p:spPr>
              <a:xfrm>
                <a:off x="2523936" y="5968933"/>
                <a:ext cx="164165" cy="92235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500">
                  <a:latin typeface="NanumGothic" panose="020D0604000000000000" pitchFamily="34" charset="-127"/>
                  <a:ea typeface="NanumGothic" panose="020D0604000000000000" pitchFamily="34" charset="-127"/>
                </a:endParaRPr>
              </a:p>
            </p:txBody>
          </p:sp>
          <p:sp>
            <p:nvSpPr>
              <p:cNvPr id="126" name="직사각형 125">
                <a:extLst>
                  <a:ext uri="{FF2B5EF4-FFF2-40B4-BE49-F238E27FC236}">
                    <a16:creationId xmlns:a16="http://schemas.microsoft.com/office/drawing/2014/main" id="{176DEAC9-AD15-494D-AD4B-3EF49098A394}"/>
                  </a:ext>
                </a:extLst>
              </p:cNvPr>
              <p:cNvSpPr/>
              <p:nvPr/>
            </p:nvSpPr>
            <p:spPr>
              <a:xfrm>
                <a:off x="2699121" y="5968933"/>
                <a:ext cx="164165" cy="92235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500">
                  <a:latin typeface="NanumGothic" panose="020D0604000000000000" pitchFamily="34" charset="-127"/>
                  <a:ea typeface="NanumGothic" panose="020D0604000000000000" pitchFamily="34" charset="-127"/>
                </a:endParaRPr>
              </a:p>
            </p:txBody>
          </p:sp>
          <p:sp>
            <p:nvSpPr>
              <p:cNvPr id="127" name="직사각형 126">
                <a:extLst>
                  <a:ext uri="{FF2B5EF4-FFF2-40B4-BE49-F238E27FC236}">
                    <a16:creationId xmlns:a16="http://schemas.microsoft.com/office/drawing/2014/main" id="{A6A829ED-9B44-49BE-9A08-AFB1080CC6B8}"/>
                  </a:ext>
                </a:extLst>
              </p:cNvPr>
              <p:cNvSpPr/>
              <p:nvPr/>
            </p:nvSpPr>
            <p:spPr>
              <a:xfrm>
                <a:off x="2874309" y="5968934"/>
                <a:ext cx="164165" cy="92235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500">
                  <a:latin typeface="NanumGothic" panose="020D0604000000000000" pitchFamily="34" charset="-127"/>
                  <a:ea typeface="NanumGothic" panose="020D0604000000000000" pitchFamily="34" charset="-127"/>
                </a:endParaRPr>
              </a:p>
            </p:txBody>
          </p:sp>
          <p:sp>
            <p:nvSpPr>
              <p:cNvPr id="128" name="직사각형 127">
                <a:extLst>
                  <a:ext uri="{FF2B5EF4-FFF2-40B4-BE49-F238E27FC236}">
                    <a16:creationId xmlns:a16="http://schemas.microsoft.com/office/drawing/2014/main" id="{349859B9-5654-4069-A459-EAFF5EC7A5E0}"/>
                  </a:ext>
                </a:extLst>
              </p:cNvPr>
              <p:cNvSpPr/>
              <p:nvPr/>
            </p:nvSpPr>
            <p:spPr>
              <a:xfrm>
                <a:off x="246528" y="6070427"/>
                <a:ext cx="164165" cy="92235"/>
              </a:xfrm>
              <a:prstGeom prst="rect">
                <a:avLst/>
              </a:pr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500">
                  <a:latin typeface="NanumGothic" panose="020D0604000000000000" pitchFamily="34" charset="-127"/>
                  <a:ea typeface="NanumGothic" panose="020D0604000000000000" pitchFamily="34" charset="-127"/>
                </a:endParaRPr>
              </a:p>
            </p:txBody>
          </p:sp>
          <p:sp>
            <p:nvSpPr>
              <p:cNvPr id="129" name="직사각형 128">
                <a:extLst>
                  <a:ext uri="{FF2B5EF4-FFF2-40B4-BE49-F238E27FC236}">
                    <a16:creationId xmlns:a16="http://schemas.microsoft.com/office/drawing/2014/main" id="{F11E1001-EC77-4CAC-BA4E-A4BCB29A616A}"/>
                  </a:ext>
                </a:extLst>
              </p:cNvPr>
              <p:cNvSpPr/>
              <p:nvPr/>
            </p:nvSpPr>
            <p:spPr>
              <a:xfrm>
                <a:off x="421713" y="6070427"/>
                <a:ext cx="164165" cy="92235"/>
              </a:xfrm>
              <a:prstGeom prst="rect">
                <a:avLst/>
              </a:prstGeom>
              <a:solidFill>
                <a:srgbClr val="92D0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500">
                  <a:latin typeface="NanumGothic" panose="020D0604000000000000" pitchFamily="34" charset="-127"/>
                  <a:ea typeface="NanumGothic" panose="020D0604000000000000" pitchFamily="34" charset="-127"/>
                </a:endParaRPr>
              </a:p>
            </p:txBody>
          </p:sp>
          <p:sp>
            <p:nvSpPr>
              <p:cNvPr id="130" name="직사각형 129">
                <a:extLst>
                  <a:ext uri="{FF2B5EF4-FFF2-40B4-BE49-F238E27FC236}">
                    <a16:creationId xmlns:a16="http://schemas.microsoft.com/office/drawing/2014/main" id="{D83B439E-679C-4BCC-89F8-23856F25DC5D}"/>
                  </a:ext>
                </a:extLst>
              </p:cNvPr>
              <p:cNvSpPr/>
              <p:nvPr/>
            </p:nvSpPr>
            <p:spPr>
              <a:xfrm>
                <a:off x="596898" y="6070427"/>
                <a:ext cx="164165" cy="92235"/>
              </a:xfrm>
              <a:prstGeom prst="rect">
                <a:avLst/>
              </a:prstGeom>
              <a:solidFill>
                <a:srgbClr val="92D0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500">
                  <a:latin typeface="NanumGothic" panose="020D0604000000000000" pitchFamily="34" charset="-127"/>
                  <a:ea typeface="NanumGothic" panose="020D0604000000000000" pitchFamily="34" charset="-127"/>
                </a:endParaRPr>
              </a:p>
            </p:txBody>
          </p:sp>
          <p:sp>
            <p:nvSpPr>
              <p:cNvPr id="131" name="직사각형 130">
                <a:extLst>
                  <a:ext uri="{FF2B5EF4-FFF2-40B4-BE49-F238E27FC236}">
                    <a16:creationId xmlns:a16="http://schemas.microsoft.com/office/drawing/2014/main" id="{1751ECFB-707A-4696-B4D0-BA7DBB531346}"/>
                  </a:ext>
                </a:extLst>
              </p:cNvPr>
              <p:cNvSpPr/>
              <p:nvPr/>
            </p:nvSpPr>
            <p:spPr>
              <a:xfrm>
                <a:off x="772083" y="6070427"/>
                <a:ext cx="164165" cy="92235"/>
              </a:xfrm>
              <a:prstGeom prst="rect">
                <a:avLst/>
              </a:prstGeom>
              <a:solidFill>
                <a:srgbClr val="92D0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500">
                  <a:latin typeface="NanumGothic" panose="020D0604000000000000" pitchFamily="34" charset="-127"/>
                  <a:ea typeface="NanumGothic" panose="020D0604000000000000" pitchFamily="34" charset="-127"/>
                </a:endParaRPr>
              </a:p>
            </p:txBody>
          </p:sp>
          <p:sp>
            <p:nvSpPr>
              <p:cNvPr id="132" name="직사각형 131">
                <a:extLst>
                  <a:ext uri="{FF2B5EF4-FFF2-40B4-BE49-F238E27FC236}">
                    <a16:creationId xmlns:a16="http://schemas.microsoft.com/office/drawing/2014/main" id="{2A7FBD11-16BA-4624-8E88-391EFB2271F3}"/>
                  </a:ext>
                </a:extLst>
              </p:cNvPr>
              <p:cNvSpPr/>
              <p:nvPr/>
            </p:nvSpPr>
            <p:spPr>
              <a:xfrm>
                <a:off x="947269" y="6070427"/>
                <a:ext cx="164165" cy="92235"/>
              </a:xfrm>
              <a:prstGeom prst="rect">
                <a:avLst/>
              </a:prstGeom>
              <a:solidFill>
                <a:srgbClr val="92D0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500">
                  <a:latin typeface="NanumGothic" panose="020D0604000000000000" pitchFamily="34" charset="-127"/>
                  <a:ea typeface="NanumGothic" panose="020D0604000000000000" pitchFamily="34" charset="-127"/>
                </a:endParaRPr>
              </a:p>
            </p:txBody>
          </p:sp>
          <p:sp>
            <p:nvSpPr>
              <p:cNvPr id="133" name="직사각형 132">
                <a:extLst>
                  <a:ext uri="{FF2B5EF4-FFF2-40B4-BE49-F238E27FC236}">
                    <a16:creationId xmlns:a16="http://schemas.microsoft.com/office/drawing/2014/main" id="{9BC3A37B-5FC9-4215-8033-A4B6F525B814}"/>
                  </a:ext>
                </a:extLst>
              </p:cNvPr>
              <p:cNvSpPr/>
              <p:nvPr/>
            </p:nvSpPr>
            <p:spPr>
              <a:xfrm>
                <a:off x="1122454" y="6070427"/>
                <a:ext cx="164165" cy="92235"/>
              </a:xfrm>
              <a:prstGeom prst="rect">
                <a:avLst/>
              </a:prstGeom>
              <a:solidFill>
                <a:srgbClr val="92D0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500">
                  <a:latin typeface="NanumGothic" panose="020D0604000000000000" pitchFamily="34" charset="-127"/>
                  <a:ea typeface="NanumGothic" panose="020D0604000000000000" pitchFamily="34" charset="-127"/>
                </a:endParaRPr>
              </a:p>
            </p:txBody>
          </p:sp>
          <p:sp>
            <p:nvSpPr>
              <p:cNvPr id="134" name="직사각형 133">
                <a:extLst>
                  <a:ext uri="{FF2B5EF4-FFF2-40B4-BE49-F238E27FC236}">
                    <a16:creationId xmlns:a16="http://schemas.microsoft.com/office/drawing/2014/main" id="{DEFA0C90-6A3E-4FD8-B752-1F04AB8CA124}"/>
                  </a:ext>
                </a:extLst>
              </p:cNvPr>
              <p:cNvSpPr/>
              <p:nvPr/>
            </p:nvSpPr>
            <p:spPr>
              <a:xfrm>
                <a:off x="1297639" y="6070427"/>
                <a:ext cx="164165" cy="92235"/>
              </a:xfrm>
              <a:prstGeom prst="rect">
                <a:avLst/>
              </a:prstGeom>
              <a:solidFill>
                <a:srgbClr val="92D0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500">
                  <a:latin typeface="NanumGothic" panose="020D0604000000000000" pitchFamily="34" charset="-127"/>
                  <a:ea typeface="NanumGothic" panose="020D0604000000000000" pitchFamily="34" charset="-127"/>
                </a:endParaRPr>
              </a:p>
            </p:txBody>
          </p:sp>
          <p:sp>
            <p:nvSpPr>
              <p:cNvPr id="135" name="직사각형 134">
                <a:extLst>
                  <a:ext uri="{FF2B5EF4-FFF2-40B4-BE49-F238E27FC236}">
                    <a16:creationId xmlns:a16="http://schemas.microsoft.com/office/drawing/2014/main" id="{B589BA6D-9B6F-41E1-8F2A-A5FEC89B2861}"/>
                  </a:ext>
                </a:extLst>
              </p:cNvPr>
              <p:cNvSpPr/>
              <p:nvPr/>
            </p:nvSpPr>
            <p:spPr>
              <a:xfrm>
                <a:off x="1472824" y="6070427"/>
                <a:ext cx="164165" cy="92235"/>
              </a:xfrm>
              <a:prstGeom prst="rect">
                <a:avLst/>
              </a:prstGeom>
              <a:solidFill>
                <a:srgbClr val="92D0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500">
                  <a:latin typeface="NanumGothic" panose="020D0604000000000000" pitchFamily="34" charset="-127"/>
                  <a:ea typeface="NanumGothic" panose="020D0604000000000000" pitchFamily="34" charset="-127"/>
                </a:endParaRPr>
              </a:p>
            </p:txBody>
          </p:sp>
          <p:sp>
            <p:nvSpPr>
              <p:cNvPr id="136" name="직사각형 135">
                <a:extLst>
                  <a:ext uri="{FF2B5EF4-FFF2-40B4-BE49-F238E27FC236}">
                    <a16:creationId xmlns:a16="http://schemas.microsoft.com/office/drawing/2014/main" id="{71863BE1-E5F5-48C4-95D2-20745C0AFB94}"/>
                  </a:ext>
                </a:extLst>
              </p:cNvPr>
              <p:cNvSpPr/>
              <p:nvPr/>
            </p:nvSpPr>
            <p:spPr>
              <a:xfrm>
                <a:off x="1648009" y="6070427"/>
                <a:ext cx="164165" cy="92235"/>
              </a:xfrm>
              <a:prstGeom prst="rect">
                <a:avLst/>
              </a:pr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500">
                  <a:latin typeface="NanumGothic" panose="020D0604000000000000" pitchFamily="34" charset="-127"/>
                  <a:ea typeface="NanumGothic" panose="020D0604000000000000" pitchFamily="34" charset="-127"/>
                </a:endParaRPr>
              </a:p>
            </p:txBody>
          </p:sp>
          <p:sp>
            <p:nvSpPr>
              <p:cNvPr id="137" name="직사각형 136">
                <a:extLst>
                  <a:ext uri="{FF2B5EF4-FFF2-40B4-BE49-F238E27FC236}">
                    <a16:creationId xmlns:a16="http://schemas.microsoft.com/office/drawing/2014/main" id="{21BD1EAC-ADF8-4533-A214-FD42C3F58AD0}"/>
                  </a:ext>
                </a:extLst>
              </p:cNvPr>
              <p:cNvSpPr/>
              <p:nvPr/>
            </p:nvSpPr>
            <p:spPr>
              <a:xfrm>
                <a:off x="1823195" y="6070427"/>
                <a:ext cx="164165" cy="92235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500">
                  <a:latin typeface="NanumGothic" panose="020D0604000000000000" pitchFamily="34" charset="-127"/>
                  <a:ea typeface="NanumGothic" panose="020D0604000000000000" pitchFamily="34" charset="-127"/>
                </a:endParaRPr>
              </a:p>
            </p:txBody>
          </p:sp>
          <p:sp>
            <p:nvSpPr>
              <p:cNvPr id="138" name="직사각형 137">
                <a:extLst>
                  <a:ext uri="{FF2B5EF4-FFF2-40B4-BE49-F238E27FC236}">
                    <a16:creationId xmlns:a16="http://schemas.microsoft.com/office/drawing/2014/main" id="{C0887D46-1789-4A6F-9BBC-FFFA88808CDD}"/>
                  </a:ext>
                </a:extLst>
              </p:cNvPr>
              <p:cNvSpPr/>
              <p:nvPr/>
            </p:nvSpPr>
            <p:spPr>
              <a:xfrm>
                <a:off x="1998380" y="6070427"/>
                <a:ext cx="164165" cy="92235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500">
                  <a:latin typeface="NanumGothic" panose="020D0604000000000000" pitchFamily="34" charset="-127"/>
                  <a:ea typeface="NanumGothic" panose="020D0604000000000000" pitchFamily="34" charset="-127"/>
                </a:endParaRPr>
              </a:p>
            </p:txBody>
          </p:sp>
          <p:sp>
            <p:nvSpPr>
              <p:cNvPr id="139" name="직사각형 138">
                <a:extLst>
                  <a:ext uri="{FF2B5EF4-FFF2-40B4-BE49-F238E27FC236}">
                    <a16:creationId xmlns:a16="http://schemas.microsoft.com/office/drawing/2014/main" id="{5454ECB5-6F05-4470-8168-EF2A075E447F}"/>
                  </a:ext>
                </a:extLst>
              </p:cNvPr>
              <p:cNvSpPr/>
              <p:nvPr/>
            </p:nvSpPr>
            <p:spPr>
              <a:xfrm>
                <a:off x="2173565" y="6070427"/>
                <a:ext cx="164165" cy="92235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500">
                  <a:latin typeface="NanumGothic" panose="020D0604000000000000" pitchFamily="34" charset="-127"/>
                  <a:ea typeface="NanumGothic" panose="020D0604000000000000" pitchFamily="34" charset="-127"/>
                </a:endParaRPr>
              </a:p>
            </p:txBody>
          </p:sp>
          <p:sp>
            <p:nvSpPr>
              <p:cNvPr id="140" name="직사각형 139">
                <a:extLst>
                  <a:ext uri="{FF2B5EF4-FFF2-40B4-BE49-F238E27FC236}">
                    <a16:creationId xmlns:a16="http://schemas.microsoft.com/office/drawing/2014/main" id="{0AAE6195-A290-47C7-8EE0-3B6A9152A8D8}"/>
                  </a:ext>
                </a:extLst>
              </p:cNvPr>
              <p:cNvSpPr/>
              <p:nvPr/>
            </p:nvSpPr>
            <p:spPr>
              <a:xfrm>
                <a:off x="2348750" y="6070427"/>
                <a:ext cx="164165" cy="92235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500">
                  <a:latin typeface="NanumGothic" panose="020D0604000000000000" pitchFamily="34" charset="-127"/>
                  <a:ea typeface="NanumGothic" panose="020D0604000000000000" pitchFamily="34" charset="-127"/>
                </a:endParaRPr>
              </a:p>
            </p:txBody>
          </p:sp>
          <p:sp>
            <p:nvSpPr>
              <p:cNvPr id="141" name="직사각형 140">
                <a:extLst>
                  <a:ext uri="{FF2B5EF4-FFF2-40B4-BE49-F238E27FC236}">
                    <a16:creationId xmlns:a16="http://schemas.microsoft.com/office/drawing/2014/main" id="{1760730B-9AFE-4442-B84D-F95D624637DB}"/>
                  </a:ext>
                </a:extLst>
              </p:cNvPr>
              <p:cNvSpPr/>
              <p:nvPr/>
            </p:nvSpPr>
            <p:spPr>
              <a:xfrm>
                <a:off x="2523936" y="6070427"/>
                <a:ext cx="164165" cy="92235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500">
                  <a:latin typeface="NanumGothic" panose="020D0604000000000000" pitchFamily="34" charset="-127"/>
                  <a:ea typeface="NanumGothic" panose="020D0604000000000000" pitchFamily="34" charset="-127"/>
                </a:endParaRPr>
              </a:p>
            </p:txBody>
          </p:sp>
          <p:sp>
            <p:nvSpPr>
              <p:cNvPr id="142" name="직사각형 141">
                <a:extLst>
                  <a:ext uri="{FF2B5EF4-FFF2-40B4-BE49-F238E27FC236}">
                    <a16:creationId xmlns:a16="http://schemas.microsoft.com/office/drawing/2014/main" id="{402AEFA7-1043-4C8A-B49F-E7943156E093}"/>
                  </a:ext>
                </a:extLst>
              </p:cNvPr>
              <p:cNvSpPr/>
              <p:nvPr/>
            </p:nvSpPr>
            <p:spPr>
              <a:xfrm>
                <a:off x="2699121" y="6070427"/>
                <a:ext cx="164165" cy="92235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500">
                  <a:latin typeface="NanumGothic" panose="020D0604000000000000" pitchFamily="34" charset="-127"/>
                  <a:ea typeface="NanumGothic" panose="020D0604000000000000" pitchFamily="34" charset="-127"/>
                </a:endParaRPr>
              </a:p>
            </p:txBody>
          </p:sp>
          <p:sp>
            <p:nvSpPr>
              <p:cNvPr id="143" name="직사각형 142">
                <a:extLst>
                  <a:ext uri="{FF2B5EF4-FFF2-40B4-BE49-F238E27FC236}">
                    <a16:creationId xmlns:a16="http://schemas.microsoft.com/office/drawing/2014/main" id="{9AFDE339-9B38-4D34-8768-4CE82120A6A2}"/>
                  </a:ext>
                </a:extLst>
              </p:cNvPr>
              <p:cNvSpPr/>
              <p:nvPr/>
            </p:nvSpPr>
            <p:spPr>
              <a:xfrm>
                <a:off x="2874309" y="6070428"/>
                <a:ext cx="164165" cy="92235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500">
                  <a:latin typeface="NanumGothic" panose="020D0604000000000000" pitchFamily="34" charset="-127"/>
                  <a:ea typeface="NanumGothic" panose="020D0604000000000000" pitchFamily="34" charset="-127"/>
                </a:endParaRPr>
              </a:p>
            </p:txBody>
          </p:sp>
          <p:sp>
            <p:nvSpPr>
              <p:cNvPr id="144" name="직사각형 143">
                <a:extLst>
                  <a:ext uri="{FF2B5EF4-FFF2-40B4-BE49-F238E27FC236}">
                    <a16:creationId xmlns:a16="http://schemas.microsoft.com/office/drawing/2014/main" id="{27211554-FE13-44FC-A950-0C62975EF4C0}"/>
                  </a:ext>
                </a:extLst>
              </p:cNvPr>
              <p:cNvSpPr/>
              <p:nvPr/>
            </p:nvSpPr>
            <p:spPr>
              <a:xfrm>
                <a:off x="246528" y="6171919"/>
                <a:ext cx="164165" cy="92235"/>
              </a:xfrm>
              <a:prstGeom prst="rect">
                <a:avLst/>
              </a:prstGeom>
              <a:solidFill>
                <a:srgbClr val="92D0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500">
                  <a:latin typeface="NanumGothic" panose="020D0604000000000000" pitchFamily="34" charset="-127"/>
                  <a:ea typeface="NanumGothic" panose="020D0604000000000000" pitchFamily="34" charset="-127"/>
                </a:endParaRPr>
              </a:p>
            </p:txBody>
          </p:sp>
          <p:sp>
            <p:nvSpPr>
              <p:cNvPr id="145" name="직사각형 144">
                <a:extLst>
                  <a:ext uri="{FF2B5EF4-FFF2-40B4-BE49-F238E27FC236}">
                    <a16:creationId xmlns:a16="http://schemas.microsoft.com/office/drawing/2014/main" id="{46972DFA-8DA4-478D-9B31-33D1B64910F5}"/>
                  </a:ext>
                </a:extLst>
              </p:cNvPr>
              <p:cNvSpPr/>
              <p:nvPr/>
            </p:nvSpPr>
            <p:spPr>
              <a:xfrm>
                <a:off x="421713" y="6171919"/>
                <a:ext cx="164165" cy="92235"/>
              </a:xfrm>
              <a:prstGeom prst="rect">
                <a:avLst/>
              </a:pr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500">
                  <a:latin typeface="NanumGothic" panose="020D0604000000000000" pitchFamily="34" charset="-127"/>
                  <a:ea typeface="NanumGothic" panose="020D0604000000000000" pitchFamily="34" charset="-127"/>
                </a:endParaRPr>
              </a:p>
            </p:txBody>
          </p:sp>
          <p:sp>
            <p:nvSpPr>
              <p:cNvPr id="146" name="직사각형 145">
                <a:extLst>
                  <a:ext uri="{FF2B5EF4-FFF2-40B4-BE49-F238E27FC236}">
                    <a16:creationId xmlns:a16="http://schemas.microsoft.com/office/drawing/2014/main" id="{1CE15548-085E-4C75-99BC-BCDE5515A8A9}"/>
                  </a:ext>
                </a:extLst>
              </p:cNvPr>
              <p:cNvSpPr/>
              <p:nvPr/>
            </p:nvSpPr>
            <p:spPr>
              <a:xfrm>
                <a:off x="596898" y="6171919"/>
                <a:ext cx="164165" cy="92235"/>
              </a:xfrm>
              <a:prstGeom prst="rect">
                <a:avLst/>
              </a:prstGeom>
              <a:solidFill>
                <a:srgbClr val="92D0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500">
                  <a:latin typeface="NanumGothic" panose="020D0604000000000000" pitchFamily="34" charset="-127"/>
                  <a:ea typeface="NanumGothic" panose="020D0604000000000000" pitchFamily="34" charset="-127"/>
                </a:endParaRPr>
              </a:p>
            </p:txBody>
          </p:sp>
          <p:sp>
            <p:nvSpPr>
              <p:cNvPr id="147" name="직사각형 146">
                <a:extLst>
                  <a:ext uri="{FF2B5EF4-FFF2-40B4-BE49-F238E27FC236}">
                    <a16:creationId xmlns:a16="http://schemas.microsoft.com/office/drawing/2014/main" id="{B73B086F-8985-47B6-8F18-BEA8752B4A84}"/>
                  </a:ext>
                </a:extLst>
              </p:cNvPr>
              <p:cNvSpPr/>
              <p:nvPr/>
            </p:nvSpPr>
            <p:spPr>
              <a:xfrm>
                <a:off x="772083" y="6171919"/>
                <a:ext cx="164165" cy="92235"/>
              </a:xfrm>
              <a:prstGeom prst="rect">
                <a:avLst/>
              </a:prstGeom>
              <a:solidFill>
                <a:srgbClr val="92D0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500">
                  <a:latin typeface="NanumGothic" panose="020D0604000000000000" pitchFamily="34" charset="-127"/>
                  <a:ea typeface="NanumGothic" panose="020D0604000000000000" pitchFamily="34" charset="-127"/>
                </a:endParaRPr>
              </a:p>
            </p:txBody>
          </p:sp>
          <p:sp>
            <p:nvSpPr>
              <p:cNvPr id="148" name="직사각형 147">
                <a:extLst>
                  <a:ext uri="{FF2B5EF4-FFF2-40B4-BE49-F238E27FC236}">
                    <a16:creationId xmlns:a16="http://schemas.microsoft.com/office/drawing/2014/main" id="{5E665273-A095-44E2-8CB1-3788A8225117}"/>
                  </a:ext>
                </a:extLst>
              </p:cNvPr>
              <p:cNvSpPr/>
              <p:nvPr/>
            </p:nvSpPr>
            <p:spPr>
              <a:xfrm>
                <a:off x="947269" y="6171919"/>
                <a:ext cx="164165" cy="92235"/>
              </a:xfrm>
              <a:prstGeom prst="rect">
                <a:avLst/>
              </a:prstGeom>
              <a:solidFill>
                <a:srgbClr val="92D0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500">
                  <a:latin typeface="NanumGothic" panose="020D0604000000000000" pitchFamily="34" charset="-127"/>
                  <a:ea typeface="NanumGothic" panose="020D0604000000000000" pitchFamily="34" charset="-127"/>
                </a:endParaRPr>
              </a:p>
            </p:txBody>
          </p:sp>
          <p:sp>
            <p:nvSpPr>
              <p:cNvPr id="149" name="직사각형 148">
                <a:extLst>
                  <a:ext uri="{FF2B5EF4-FFF2-40B4-BE49-F238E27FC236}">
                    <a16:creationId xmlns:a16="http://schemas.microsoft.com/office/drawing/2014/main" id="{E37D6726-D359-4D6C-8F36-969FE652CD20}"/>
                  </a:ext>
                </a:extLst>
              </p:cNvPr>
              <p:cNvSpPr/>
              <p:nvPr/>
            </p:nvSpPr>
            <p:spPr>
              <a:xfrm>
                <a:off x="1122454" y="6171919"/>
                <a:ext cx="164165" cy="92235"/>
              </a:xfrm>
              <a:prstGeom prst="rect">
                <a:avLst/>
              </a:prstGeom>
              <a:solidFill>
                <a:srgbClr val="92D0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500">
                  <a:latin typeface="NanumGothic" panose="020D0604000000000000" pitchFamily="34" charset="-127"/>
                  <a:ea typeface="NanumGothic" panose="020D0604000000000000" pitchFamily="34" charset="-127"/>
                </a:endParaRPr>
              </a:p>
            </p:txBody>
          </p:sp>
          <p:sp>
            <p:nvSpPr>
              <p:cNvPr id="150" name="직사각형 149">
                <a:extLst>
                  <a:ext uri="{FF2B5EF4-FFF2-40B4-BE49-F238E27FC236}">
                    <a16:creationId xmlns:a16="http://schemas.microsoft.com/office/drawing/2014/main" id="{EEFD6C4D-C84C-4F61-B834-6AA3C86A878B}"/>
                  </a:ext>
                </a:extLst>
              </p:cNvPr>
              <p:cNvSpPr/>
              <p:nvPr/>
            </p:nvSpPr>
            <p:spPr>
              <a:xfrm>
                <a:off x="1297639" y="6171919"/>
                <a:ext cx="164165" cy="92235"/>
              </a:xfrm>
              <a:prstGeom prst="rect">
                <a:avLst/>
              </a:prstGeom>
              <a:solidFill>
                <a:srgbClr val="92D0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500">
                  <a:latin typeface="NanumGothic" panose="020D0604000000000000" pitchFamily="34" charset="-127"/>
                  <a:ea typeface="NanumGothic" panose="020D0604000000000000" pitchFamily="34" charset="-127"/>
                </a:endParaRPr>
              </a:p>
            </p:txBody>
          </p:sp>
          <p:sp>
            <p:nvSpPr>
              <p:cNvPr id="151" name="직사각형 150">
                <a:extLst>
                  <a:ext uri="{FF2B5EF4-FFF2-40B4-BE49-F238E27FC236}">
                    <a16:creationId xmlns:a16="http://schemas.microsoft.com/office/drawing/2014/main" id="{96D65534-78D2-454D-BBF8-E8CC0C35241B}"/>
                  </a:ext>
                </a:extLst>
              </p:cNvPr>
              <p:cNvSpPr/>
              <p:nvPr/>
            </p:nvSpPr>
            <p:spPr>
              <a:xfrm>
                <a:off x="1472824" y="6171919"/>
                <a:ext cx="164165" cy="92235"/>
              </a:xfrm>
              <a:prstGeom prst="rect">
                <a:avLst/>
              </a:pr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500">
                  <a:latin typeface="NanumGothic" panose="020D0604000000000000" pitchFamily="34" charset="-127"/>
                  <a:ea typeface="NanumGothic" panose="020D0604000000000000" pitchFamily="34" charset="-127"/>
                </a:endParaRPr>
              </a:p>
            </p:txBody>
          </p:sp>
          <p:sp>
            <p:nvSpPr>
              <p:cNvPr id="152" name="직사각형 151">
                <a:extLst>
                  <a:ext uri="{FF2B5EF4-FFF2-40B4-BE49-F238E27FC236}">
                    <a16:creationId xmlns:a16="http://schemas.microsoft.com/office/drawing/2014/main" id="{2A0A0D16-8D8E-4612-AA3E-0F508971A21F}"/>
                  </a:ext>
                </a:extLst>
              </p:cNvPr>
              <p:cNvSpPr/>
              <p:nvPr/>
            </p:nvSpPr>
            <p:spPr>
              <a:xfrm>
                <a:off x="1648009" y="6171919"/>
                <a:ext cx="164165" cy="92235"/>
              </a:xfrm>
              <a:prstGeom prst="rect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500">
                  <a:latin typeface="NanumGothic" panose="020D0604000000000000" pitchFamily="34" charset="-127"/>
                  <a:ea typeface="NanumGothic" panose="020D0604000000000000" pitchFamily="34" charset="-127"/>
                </a:endParaRPr>
              </a:p>
            </p:txBody>
          </p:sp>
          <p:sp>
            <p:nvSpPr>
              <p:cNvPr id="153" name="직사각형 152">
                <a:extLst>
                  <a:ext uri="{FF2B5EF4-FFF2-40B4-BE49-F238E27FC236}">
                    <a16:creationId xmlns:a16="http://schemas.microsoft.com/office/drawing/2014/main" id="{35B42E4D-A014-4410-9DEC-67679528FC8F}"/>
                  </a:ext>
                </a:extLst>
              </p:cNvPr>
              <p:cNvSpPr/>
              <p:nvPr/>
            </p:nvSpPr>
            <p:spPr>
              <a:xfrm>
                <a:off x="1823195" y="6171919"/>
                <a:ext cx="164165" cy="92235"/>
              </a:xfrm>
              <a:prstGeom prst="rect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500">
                  <a:latin typeface="NanumGothic" panose="020D0604000000000000" pitchFamily="34" charset="-127"/>
                  <a:ea typeface="NanumGothic" panose="020D0604000000000000" pitchFamily="34" charset="-127"/>
                </a:endParaRPr>
              </a:p>
            </p:txBody>
          </p:sp>
          <p:sp>
            <p:nvSpPr>
              <p:cNvPr id="154" name="직사각형 153">
                <a:extLst>
                  <a:ext uri="{FF2B5EF4-FFF2-40B4-BE49-F238E27FC236}">
                    <a16:creationId xmlns:a16="http://schemas.microsoft.com/office/drawing/2014/main" id="{02B56931-000D-41B9-880F-30AAFF74DE3E}"/>
                  </a:ext>
                </a:extLst>
              </p:cNvPr>
              <p:cNvSpPr/>
              <p:nvPr/>
            </p:nvSpPr>
            <p:spPr>
              <a:xfrm>
                <a:off x="1998380" y="6171919"/>
                <a:ext cx="164165" cy="92235"/>
              </a:xfrm>
              <a:prstGeom prst="rect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500">
                  <a:latin typeface="NanumGothic" panose="020D0604000000000000" pitchFamily="34" charset="-127"/>
                  <a:ea typeface="NanumGothic" panose="020D0604000000000000" pitchFamily="34" charset="-127"/>
                </a:endParaRPr>
              </a:p>
            </p:txBody>
          </p:sp>
          <p:sp>
            <p:nvSpPr>
              <p:cNvPr id="155" name="직사각형 154">
                <a:extLst>
                  <a:ext uri="{FF2B5EF4-FFF2-40B4-BE49-F238E27FC236}">
                    <a16:creationId xmlns:a16="http://schemas.microsoft.com/office/drawing/2014/main" id="{797C1392-589D-41D3-99FB-568DCA0D938E}"/>
                  </a:ext>
                </a:extLst>
              </p:cNvPr>
              <p:cNvSpPr/>
              <p:nvPr/>
            </p:nvSpPr>
            <p:spPr>
              <a:xfrm>
                <a:off x="2173565" y="6171919"/>
                <a:ext cx="164165" cy="92235"/>
              </a:xfrm>
              <a:prstGeom prst="rect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500">
                  <a:latin typeface="NanumGothic" panose="020D0604000000000000" pitchFamily="34" charset="-127"/>
                  <a:ea typeface="NanumGothic" panose="020D0604000000000000" pitchFamily="34" charset="-127"/>
                </a:endParaRPr>
              </a:p>
            </p:txBody>
          </p:sp>
          <p:sp>
            <p:nvSpPr>
              <p:cNvPr id="156" name="직사각형 155">
                <a:extLst>
                  <a:ext uri="{FF2B5EF4-FFF2-40B4-BE49-F238E27FC236}">
                    <a16:creationId xmlns:a16="http://schemas.microsoft.com/office/drawing/2014/main" id="{620CA0B5-7D5E-449C-A681-D37D78973061}"/>
                  </a:ext>
                </a:extLst>
              </p:cNvPr>
              <p:cNvSpPr/>
              <p:nvPr/>
            </p:nvSpPr>
            <p:spPr>
              <a:xfrm>
                <a:off x="2348750" y="6171919"/>
                <a:ext cx="164165" cy="92235"/>
              </a:xfrm>
              <a:prstGeom prst="rect">
                <a:avLst/>
              </a:prstGeom>
              <a:solidFill>
                <a:srgbClr val="FF99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500">
                  <a:latin typeface="NanumGothic" panose="020D0604000000000000" pitchFamily="34" charset="-127"/>
                  <a:ea typeface="NanumGothic" panose="020D0604000000000000" pitchFamily="34" charset="-127"/>
                </a:endParaRPr>
              </a:p>
            </p:txBody>
          </p:sp>
          <p:sp>
            <p:nvSpPr>
              <p:cNvPr id="157" name="직사각형 156">
                <a:extLst>
                  <a:ext uri="{FF2B5EF4-FFF2-40B4-BE49-F238E27FC236}">
                    <a16:creationId xmlns:a16="http://schemas.microsoft.com/office/drawing/2014/main" id="{ABE0F973-1B9D-45BC-80AD-4627DE695EF1}"/>
                  </a:ext>
                </a:extLst>
              </p:cNvPr>
              <p:cNvSpPr/>
              <p:nvPr/>
            </p:nvSpPr>
            <p:spPr>
              <a:xfrm>
                <a:off x="2523936" y="6171919"/>
                <a:ext cx="164165" cy="92235"/>
              </a:xfrm>
              <a:prstGeom prst="rect">
                <a:avLst/>
              </a:prstGeom>
              <a:solidFill>
                <a:srgbClr val="FF99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500">
                  <a:latin typeface="NanumGothic" panose="020D0604000000000000" pitchFamily="34" charset="-127"/>
                  <a:ea typeface="NanumGothic" panose="020D0604000000000000" pitchFamily="34" charset="-127"/>
                </a:endParaRPr>
              </a:p>
            </p:txBody>
          </p:sp>
          <p:sp>
            <p:nvSpPr>
              <p:cNvPr id="158" name="직사각형 157">
                <a:extLst>
                  <a:ext uri="{FF2B5EF4-FFF2-40B4-BE49-F238E27FC236}">
                    <a16:creationId xmlns:a16="http://schemas.microsoft.com/office/drawing/2014/main" id="{3C61B4E6-FD98-4368-B993-F984D2EE0C73}"/>
                  </a:ext>
                </a:extLst>
              </p:cNvPr>
              <p:cNvSpPr/>
              <p:nvPr/>
            </p:nvSpPr>
            <p:spPr>
              <a:xfrm>
                <a:off x="2699121" y="6171919"/>
                <a:ext cx="164165" cy="92235"/>
              </a:xfrm>
              <a:prstGeom prst="rect">
                <a:avLst/>
              </a:prstGeom>
              <a:solidFill>
                <a:srgbClr val="FF99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500">
                  <a:latin typeface="NanumGothic" panose="020D0604000000000000" pitchFamily="34" charset="-127"/>
                  <a:ea typeface="NanumGothic" panose="020D0604000000000000" pitchFamily="34" charset="-127"/>
                </a:endParaRPr>
              </a:p>
            </p:txBody>
          </p:sp>
          <p:sp>
            <p:nvSpPr>
              <p:cNvPr id="159" name="직사각형 158">
                <a:extLst>
                  <a:ext uri="{FF2B5EF4-FFF2-40B4-BE49-F238E27FC236}">
                    <a16:creationId xmlns:a16="http://schemas.microsoft.com/office/drawing/2014/main" id="{30D08ADE-AB89-42CC-905B-EA0CB65C733F}"/>
                  </a:ext>
                </a:extLst>
              </p:cNvPr>
              <p:cNvSpPr/>
              <p:nvPr/>
            </p:nvSpPr>
            <p:spPr>
              <a:xfrm>
                <a:off x="2874309" y="6171921"/>
                <a:ext cx="164165" cy="92235"/>
              </a:xfrm>
              <a:prstGeom prst="rect">
                <a:avLst/>
              </a:prstGeom>
              <a:solidFill>
                <a:srgbClr val="FF99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500">
                  <a:latin typeface="NanumGothic" panose="020D0604000000000000" pitchFamily="34" charset="-127"/>
                  <a:ea typeface="NanumGothic" panose="020D0604000000000000" pitchFamily="34" charset="-127"/>
                </a:endParaRPr>
              </a:p>
            </p:txBody>
          </p:sp>
          <p:sp>
            <p:nvSpPr>
              <p:cNvPr id="160" name="직사각형 159">
                <a:extLst>
                  <a:ext uri="{FF2B5EF4-FFF2-40B4-BE49-F238E27FC236}">
                    <a16:creationId xmlns:a16="http://schemas.microsoft.com/office/drawing/2014/main" id="{E1C5F0F0-F502-4FF0-8C93-B08D40D3AD81}"/>
                  </a:ext>
                </a:extLst>
              </p:cNvPr>
              <p:cNvSpPr/>
              <p:nvPr/>
            </p:nvSpPr>
            <p:spPr>
              <a:xfrm>
                <a:off x="246528" y="6273412"/>
                <a:ext cx="164165" cy="92235"/>
              </a:xfrm>
              <a:prstGeom prst="rect">
                <a:avLst/>
              </a:pr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500">
                  <a:latin typeface="NanumGothic" panose="020D0604000000000000" pitchFamily="34" charset="-127"/>
                  <a:ea typeface="NanumGothic" panose="020D0604000000000000" pitchFamily="34" charset="-127"/>
                </a:endParaRPr>
              </a:p>
            </p:txBody>
          </p:sp>
          <p:sp>
            <p:nvSpPr>
              <p:cNvPr id="161" name="직사각형 160">
                <a:extLst>
                  <a:ext uri="{FF2B5EF4-FFF2-40B4-BE49-F238E27FC236}">
                    <a16:creationId xmlns:a16="http://schemas.microsoft.com/office/drawing/2014/main" id="{C00256BC-82BF-4AB3-893A-793B41643569}"/>
                  </a:ext>
                </a:extLst>
              </p:cNvPr>
              <p:cNvSpPr/>
              <p:nvPr/>
            </p:nvSpPr>
            <p:spPr>
              <a:xfrm>
                <a:off x="421713" y="6273412"/>
                <a:ext cx="164165" cy="92235"/>
              </a:xfrm>
              <a:prstGeom prst="rect">
                <a:avLst/>
              </a:prstGeom>
              <a:solidFill>
                <a:srgbClr val="92D0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500">
                  <a:latin typeface="NanumGothic" panose="020D0604000000000000" pitchFamily="34" charset="-127"/>
                  <a:ea typeface="NanumGothic" panose="020D0604000000000000" pitchFamily="34" charset="-127"/>
                </a:endParaRPr>
              </a:p>
            </p:txBody>
          </p:sp>
          <p:sp>
            <p:nvSpPr>
              <p:cNvPr id="162" name="직사각형 161">
                <a:extLst>
                  <a:ext uri="{FF2B5EF4-FFF2-40B4-BE49-F238E27FC236}">
                    <a16:creationId xmlns:a16="http://schemas.microsoft.com/office/drawing/2014/main" id="{4F15A1B6-2ED6-463D-9510-723AB9F16D25}"/>
                  </a:ext>
                </a:extLst>
              </p:cNvPr>
              <p:cNvSpPr/>
              <p:nvPr/>
            </p:nvSpPr>
            <p:spPr>
              <a:xfrm>
                <a:off x="596898" y="6273412"/>
                <a:ext cx="164165" cy="92235"/>
              </a:xfrm>
              <a:prstGeom prst="rect">
                <a:avLst/>
              </a:prstGeom>
              <a:solidFill>
                <a:srgbClr val="92D0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500">
                  <a:latin typeface="NanumGothic" panose="020D0604000000000000" pitchFamily="34" charset="-127"/>
                  <a:ea typeface="NanumGothic" panose="020D0604000000000000" pitchFamily="34" charset="-127"/>
                </a:endParaRPr>
              </a:p>
            </p:txBody>
          </p:sp>
          <p:sp>
            <p:nvSpPr>
              <p:cNvPr id="163" name="직사각형 162">
                <a:extLst>
                  <a:ext uri="{FF2B5EF4-FFF2-40B4-BE49-F238E27FC236}">
                    <a16:creationId xmlns:a16="http://schemas.microsoft.com/office/drawing/2014/main" id="{79EEA507-AA5D-48C5-A4B1-1DDB262FC84A}"/>
                  </a:ext>
                </a:extLst>
              </p:cNvPr>
              <p:cNvSpPr/>
              <p:nvPr/>
            </p:nvSpPr>
            <p:spPr>
              <a:xfrm>
                <a:off x="772083" y="6273412"/>
                <a:ext cx="164165" cy="92235"/>
              </a:xfrm>
              <a:prstGeom prst="rect">
                <a:avLst/>
              </a:prstGeom>
              <a:solidFill>
                <a:srgbClr val="92D0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500">
                  <a:latin typeface="NanumGothic" panose="020D0604000000000000" pitchFamily="34" charset="-127"/>
                  <a:ea typeface="NanumGothic" panose="020D0604000000000000" pitchFamily="34" charset="-127"/>
                </a:endParaRPr>
              </a:p>
            </p:txBody>
          </p:sp>
          <p:sp>
            <p:nvSpPr>
              <p:cNvPr id="164" name="직사각형 163">
                <a:extLst>
                  <a:ext uri="{FF2B5EF4-FFF2-40B4-BE49-F238E27FC236}">
                    <a16:creationId xmlns:a16="http://schemas.microsoft.com/office/drawing/2014/main" id="{73330970-D9C1-4E25-A1BF-B9710CD741AC}"/>
                  </a:ext>
                </a:extLst>
              </p:cNvPr>
              <p:cNvSpPr/>
              <p:nvPr/>
            </p:nvSpPr>
            <p:spPr>
              <a:xfrm>
                <a:off x="947269" y="6273412"/>
                <a:ext cx="164165" cy="92235"/>
              </a:xfrm>
              <a:prstGeom prst="rect">
                <a:avLst/>
              </a:prstGeom>
              <a:solidFill>
                <a:srgbClr val="92D0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500">
                  <a:latin typeface="NanumGothic" panose="020D0604000000000000" pitchFamily="34" charset="-127"/>
                  <a:ea typeface="NanumGothic" panose="020D0604000000000000" pitchFamily="34" charset="-127"/>
                </a:endParaRPr>
              </a:p>
            </p:txBody>
          </p:sp>
          <p:sp>
            <p:nvSpPr>
              <p:cNvPr id="165" name="직사각형 164">
                <a:extLst>
                  <a:ext uri="{FF2B5EF4-FFF2-40B4-BE49-F238E27FC236}">
                    <a16:creationId xmlns:a16="http://schemas.microsoft.com/office/drawing/2014/main" id="{237C04F8-426D-4938-9969-F29ED1CA4267}"/>
                  </a:ext>
                </a:extLst>
              </p:cNvPr>
              <p:cNvSpPr/>
              <p:nvPr/>
            </p:nvSpPr>
            <p:spPr>
              <a:xfrm>
                <a:off x="1122454" y="6273412"/>
                <a:ext cx="164165" cy="92235"/>
              </a:xfrm>
              <a:prstGeom prst="rect">
                <a:avLst/>
              </a:prstGeom>
              <a:solidFill>
                <a:srgbClr val="92D0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500">
                  <a:latin typeface="NanumGothic" panose="020D0604000000000000" pitchFamily="34" charset="-127"/>
                  <a:ea typeface="NanumGothic" panose="020D0604000000000000" pitchFamily="34" charset="-127"/>
                </a:endParaRPr>
              </a:p>
            </p:txBody>
          </p:sp>
          <p:sp>
            <p:nvSpPr>
              <p:cNvPr id="166" name="직사각형 165">
                <a:extLst>
                  <a:ext uri="{FF2B5EF4-FFF2-40B4-BE49-F238E27FC236}">
                    <a16:creationId xmlns:a16="http://schemas.microsoft.com/office/drawing/2014/main" id="{F922884E-53BC-4EAB-9800-B50757CB800D}"/>
                  </a:ext>
                </a:extLst>
              </p:cNvPr>
              <p:cNvSpPr/>
              <p:nvPr/>
            </p:nvSpPr>
            <p:spPr>
              <a:xfrm>
                <a:off x="1297639" y="6273412"/>
                <a:ext cx="164165" cy="92235"/>
              </a:xfrm>
              <a:prstGeom prst="rect">
                <a:avLst/>
              </a:pr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500">
                  <a:latin typeface="NanumGothic" panose="020D0604000000000000" pitchFamily="34" charset="-127"/>
                  <a:ea typeface="NanumGothic" panose="020D0604000000000000" pitchFamily="34" charset="-127"/>
                </a:endParaRPr>
              </a:p>
            </p:txBody>
          </p:sp>
          <p:sp>
            <p:nvSpPr>
              <p:cNvPr id="167" name="직사각형 166">
                <a:extLst>
                  <a:ext uri="{FF2B5EF4-FFF2-40B4-BE49-F238E27FC236}">
                    <a16:creationId xmlns:a16="http://schemas.microsoft.com/office/drawing/2014/main" id="{6C0F46A2-39AA-4170-A30E-330189E8556C}"/>
                  </a:ext>
                </a:extLst>
              </p:cNvPr>
              <p:cNvSpPr/>
              <p:nvPr/>
            </p:nvSpPr>
            <p:spPr>
              <a:xfrm>
                <a:off x="1472824" y="6273412"/>
                <a:ext cx="164165" cy="92235"/>
              </a:xfrm>
              <a:prstGeom prst="rect">
                <a:avLst/>
              </a:prstGeom>
              <a:solidFill>
                <a:srgbClr val="92D0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500">
                  <a:latin typeface="NanumGothic" panose="020D0604000000000000" pitchFamily="34" charset="-127"/>
                  <a:ea typeface="NanumGothic" panose="020D0604000000000000" pitchFamily="34" charset="-127"/>
                </a:endParaRPr>
              </a:p>
            </p:txBody>
          </p:sp>
          <p:sp>
            <p:nvSpPr>
              <p:cNvPr id="168" name="직사각형 167">
                <a:extLst>
                  <a:ext uri="{FF2B5EF4-FFF2-40B4-BE49-F238E27FC236}">
                    <a16:creationId xmlns:a16="http://schemas.microsoft.com/office/drawing/2014/main" id="{E240AFA9-2195-459C-869E-FF890694CEF5}"/>
                  </a:ext>
                </a:extLst>
              </p:cNvPr>
              <p:cNvSpPr/>
              <p:nvPr/>
            </p:nvSpPr>
            <p:spPr>
              <a:xfrm>
                <a:off x="1648009" y="6273412"/>
                <a:ext cx="164165" cy="92235"/>
              </a:xfrm>
              <a:prstGeom prst="rect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500">
                  <a:latin typeface="NanumGothic" panose="020D0604000000000000" pitchFamily="34" charset="-127"/>
                  <a:ea typeface="NanumGothic" panose="020D0604000000000000" pitchFamily="34" charset="-127"/>
                </a:endParaRPr>
              </a:p>
            </p:txBody>
          </p:sp>
          <p:sp>
            <p:nvSpPr>
              <p:cNvPr id="169" name="직사각형 168">
                <a:extLst>
                  <a:ext uri="{FF2B5EF4-FFF2-40B4-BE49-F238E27FC236}">
                    <a16:creationId xmlns:a16="http://schemas.microsoft.com/office/drawing/2014/main" id="{AA4AD326-AC86-4142-80CA-A4339EAA43DD}"/>
                  </a:ext>
                </a:extLst>
              </p:cNvPr>
              <p:cNvSpPr/>
              <p:nvPr/>
            </p:nvSpPr>
            <p:spPr>
              <a:xfrm>
                <a:off x="1823195" y="6273412"/>
                <a:ext cx="164165" cy="92235"/>
              </a:xfrm>
              <a:prstGeom prst="rect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500">
                  <a:latin typeface="NanumGothic" panose="020D0604000000000000" pitchFamily="34" charset="-127"/>
                  <a:ea typeface="NanumGothic" panose="020D0604000000000000" pitchFamily="34" charset="-127"/>
                </a:endParaRPr>
              </a:p>
            </p:txBody>
          </p:sp>
          <p:sp>
            <p:nvSpPr>
              <p:cNvPr id="170" name="직사각형 169">
                <a:extLst>
                  <a:ext uri="{FF2B5EF4-FFF2-40B4-BE49-F238E27FC236}">
                    <a16:creationId xmlns:a16="http://schemas.microsoft.com/office/drawing/2014/main" id="{58B8C860-6BA3-4DA7-A5E7-DEC0DFD79F58}"/>
                  </a:ext>
                </a:extLst>
              </p:cNvPr>
              <p:cNvSpPr/>
              <p:nvPr/>
            </p:nvSpPr>
            <p:spPr>
              <a:xfrm>
                <a:off x="1998380" y="6273412"/>
                <a:ext cx="164165" cy="92235"/>
              </a:xfrm>
              <a:prstGeom prst="rect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500">
                  <a:latin typeface="NanumGothic" panose="020D0604000000000000" pitchFamily="34" charset="-127"/>
                  <a:ea typeface="NanumGothic" panose="020D0604000000000000" pitchFamily="34" charset="-127"/>
                </a:endParaRPr>
              </a:p>
            </p:txBody>
          </p:sp>
          <p:sp>
            <p:nvSpPr>
              <p:cNvPr id="171" name="직사각형 170">
                <a:extLst>
                  <a:ext uri="{FF2B5EF4-FFF2-40B4-BE49-F238E27FC236}">
                    <a16:creationId xmlns:a16="http://schemas.microsoft.com/office/drawing/2014/main" id="{7ACF0D9F-FE11-4AA9-BEF5-531DA26A9BEB}"/>
                  </a:ext>
                </a:extLst>
              </p:cNvPr>
              <p:cNvSpPr/>
              <p:nvPr/>
            </p:nvSpPr>
            <p:spPr>
              <a:xfrm>
                <a:off x="2173565" y="6273412"/>
                <a:ext cx="164165" cy="92235"/>
              </a:xfrm>
              <a:prstGeom prst="rect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500">
                  <a:latin typeface="NanumGothic" panose="020D0604000000000000" pitchFamily="34" charset="-127"/>
                  <a:ea typeface="NanumGothic" panose="020D0604000000000000" pitchFamily="34" charset="-127"/>
                </a:endParaRPr>
              </a:p>
            </p:txBody>
          </p:sp>
          <p:sp>
            <p:nvSpPr>
              <p:cNvPr id="172" name="직사각형 171">
                <a:extLst>
                  <a:ext uri="{FF2B5EF4-FFF2-40B4-BE49-F238E27FC236}">
                    <a16:creationId xmlns:a16="http://schemas.microsoft.com/office/drawing/2014/main" id="{CE5BB4B5-C86A-4E4D-B369-17F742AAA477}"/>
                  </a:ext>
                </a:extLst>
              </p:cNvPr>
              <p:cNvSpPr/>
              <p:nvPr/>
            </p:nvSpPr>
            <p:spPr>
              <a:xfrm>
                <a:off x="2348750" y="6273412"/>
                <a:ext cx="164165" cy="92235"/>
              </a:xfrm>
              <a:prstGeom prst="rect">
                <a:avLst/>
              </a:prstGeom>
              <a:solidFill>
                <a:srgbClr val="FF99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500">
                  <a:latin typeface="NanumGothic" panose="020D0604000000000000" pitchFamily="34" charset="-127"/>
                  <a:ea typeface="NanumGothic" panose="020D0604000000000000" pitchFamily="34" charset="-127"/>
                </a:endParaRPr>
              </a:p>
            </p:txBody>
          </p:sp>
          <p:sp>
            <p:nvSpPr>
              <p:cNvPr id="173" name="직사각형 172">
                <a:extLst>
                  <a:ext uri="{FF2B5EF4-FFF2-40B4-BE49-F238E27FC236}">
                    <a16:creationId xmlns:a16="http://schemas.microsoft.com/office/drawing/2014/main" id="{E99B382A-7CE9-4BDC-8E4B-7EC4B8D0B904}"/>
                  </a:ext>
                </a:extLst>
              </p:cNvPr>
              <p:cNvSpPr/>
              <p:nvPr/>
            </p:nvSpPr>
            <p:spPr>
              <a:xfrm>
                <a:off x="2523936" y="6273412"/>
                <a:ext cx="164165" cy="92235"/>
              </a:xfrm>
              <a:prstGeom prst="rect">
                <a:avLst/>
              </a:prstGeom>
              <a:solidFill>
                <a:srgbClr val="FF99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500">
                  <a:latin typeface="NanumGothic" panose="020D0604000000000000" pitchFamily="34" charset="-127"/>
                  <a:ea typeface="NanumGothic" panose="020D0604000000000000" pitchFamily="34" charset="-127"/>
                </a:endParaRPr>
              </a:p>
            </p:txBody>
          </p:sp>
          <p:sp>
            <p:nvSpPr>
              <p:cNvPr id="174" name="직사각형 173">
                <a:extLst>
                  <a:ext uri="{FF2B5EF4-FFF2-40B4-BE49-F238E27FC236}">
                    <a16:creationId xmlns:a16="http://schemas.microsoft.com/office/drawing/2014/main" id="{ECBB57A0-6824-4E54-B135-CC91E90A1F9D}"/>
                  </a:ext>
                </a:extLst>
              </p:cNvPr>
              <p:cNvSpPr/>
              <p:nvPr/>
            </p:nvSpPr>
            <p:spPr>
              <a:xfrm>
                <a:off x="2699121" y="6273412"/>
                <a:ext cx="164165" cy="92235"/>
              </a:xfrm>
              <a:prstGeom prst="rect">
                <a:avLst/>
              </a:prstGeom>
              <a:solidFill>
                <a:srgbClr val="FF99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500">
                  <a:latin typeface="NanumGothic" panose="020D0604000000000000" pitchFamily="34" charset="-127"/>
                  <a:ea typeface="NanumGothic" panose="020D0604000000000000" pitchFamily="34" charset="-127"/>
                </a:endParaRPr>
              </a:p>
            </p:txBody>
          </p:sp>
          <p:sp>
            <p:nvSpPr>
              <p:cNvPr id="175" name="직사각형 174">
                <a:extLst>
                  <a:ext uri="{FF2B5EF4-FFF2-40B4-BE49-F238E27FC236}">
                    <a16:creationId xmlns:a16="http://schemas.microsoft.com/office/drawing/2014/main" id="{F981FD16-F538-4454-AE03-1C2569B12ECA}"/>
                  </a:ext>
                </a:extLst>
              </p:cNvPr>
              <p:cNvSpPr/>
              <p:nvPr/>
            </p:nvSpPr>
            <p:spPr>
              <a:xfrm>
                <a:off x="2874309" y="6273414"/>
                <a:ext cx="164165" cy="92235"/>
              </a:xfrm>
              <a:prstGeom prst="rect">
                <a:avLst/>
              </a:prstGeom>
              <a:solidFill>
                <a:srgbClr val="FF99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500">
                  <a:latin typeface="NanumGothic" panose="020D0604000000000000" pitchFamily="34" charset="-127"/>
                  <a:ea typeface="NanumGothic" panose="020D0604000000000000" pitchFamily="34" charset="-127"/>
                </a:endParaRPr>
              </a:p>
            </p:txBody>
          </p:sp>
          <p:sp>
            <p:nvSpPr>
              <p:cNvPr id="176" name="직사각형 175">
                <a:extLst>
                  <a:ext uri="{FF2B5EF4-FFF2-40B4-BE49-F238E27FC236}">
                    <a16:creationId xmlns:a16="http://schemas.microsoft.com/office/drawing/2014/main" id="{46931C94-ABD9-4B66-BD2C-7F0013C8EC05}"/>
                  </a:ext>
                </a:extLst>
              </p:cNvPr>
              <p:cNvSpPr/>
              <p:nvPr/>
            </p:nvSpPr>
            <p:spPr>
              <a:xfrm>
                <a:off x="246528" y="6374905"/>
                <a:ext cx="164165" cy="92235"/>
              </a:xfrm>
              <a:prstGeom prst="rect">
                <a:avLst/>
              </a:prstGeom>
              <a:solidFill>
                <a:srgbClr val="92D0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500">
                  <a:latin typeface="NanumGothic" panose="020D0604000000000000" pitchFamily="34" charset="-127"/>
                  <a:ea typeface="NanumGothic" panose="020D0604000000000000" pitchFamily="34" charset="-127"/>
                </a:endParaRPr>
              </a:p>
            </p:txBody>
          </p:sp>
          <p:sp>
            <p:nvSpPr>
              <p:cNvPr id="177" name="직사각형 176">
                <a:extLst>
                  <a:ext uri="{FF2B5EF4-FFF2-40B4-BE49-F238E27FC236}">
                    <a16:creationId xmlns:a16="http://schemas.microsoft.com/office/drawing/2014/main" id="{721673E5-86BF-46A7-A843-A75FE9D44ED5}"/>
                  </a:ext>
                </a:extLst>
              </p:cNvPr>
              <p:cNvSpPr/>
              <p:nvPr/>
            </p:nvSpPr>
            <p:spPr>
              <a:xfrm>
                <a:off x="421713" y="6374905"/>
                <a:ext cx="164165" cy="92235"/>
              </a:xfrm>
              <a:prstGeom prst="rect">
                <a:avLst/>
              </a:prstGeom>
              <a:solidFill>
                <a:srgbClr val="92D0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500">
                  <a:latin typeface="NanumGothic" panose="020D0604000000000000" pitchFamily="34" charset="-127"/>
                  <a:ea typeface="NanumGothic" panose="020D0604000000000000" pitchFamily="34" charset="-127"/>
                </a:endParaRPr>
              </a:p>
            </p:txBody>
          </p:sp>
          <p:sp>
            <p:nvSpPr>
              <p:cNvPr id="178" name="직사각형 177">
                <a:extLst>
                  <a:ext uri="{FF2B5EF4-FFF2-40B4-BE49-F238E27FC236}">
                    <a16:creationId xmlns:a16="http://schemas.microsoft.com/office/drawing/2014/main" id="{97EB4708-FDF9-45A8-AB89-C9A462BF06CF}"/>
                  </a:ext>
                </a:extLst>
              </p:cNvPr>
              <p:cNvSpPr/>
              <p:nvPr/>
            </p:nvSpPr>
            <p:spPr>
              <a:xfrm>
                <a:off x="596898" y="6374905"/>
                <a:ext cx="164165" cy="92235"/>
              </a:xfrm>
              <a:prstGeom prst="rect">
                <a:avLst/>
              </a:prstGeom>
              <a:solidFill>
                <a:srgbClr val="92D0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500">
                  <a:latin typeface="NanumGothic" panose="020D0604000000000000" pitchFamily="34" charset="-127"/>
                  <a:ea typeface="NanumGothic" panose="020D0604000000000000" pitchFamily="34" charset="-127"/>
                </a:endParaRPr>
              </a:p>
            </p:txBody>
          </p:sp>
          <p:sp>
            <p:nvSpPr>
              <p:cNvPr id="179" name="직사각형 178">
                <a:extLst>
                  <a:ext uri="{FF2B5EF4-FFF2-40B4-BE49-F238E27FC236}">
                    <a16:creationId xmlns:a16="http://schemas.microsoft.com/office/drawing/2014/main" id="{41978F29-3D75-481B-BD13-B4A7F86AD363}"/>
                  </a:ext>
                </a:extLst>
              </p:cNvPr>
              <p:cNvSpPr/>
              <p:nvPr/>
            </p:nvSpPr>
            <p:spPr>
              <a:xfrm>
                <a:off x="772083" y="6374905"/>
                <a:ext cx="164165" cy="92235"/>
              </a:xfrm>
              <a:prstGeom prst="rect">
                <a:avLst/>
              </a:prstGeom>
              <a:solidFill>
                <a:srgbClr val="92D0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500">
                  <a:latin typeface="NanumGothic" panose="020D0604000000000000" pitchFamily="34" charset="-127"/>
                  <a:ea typeface="NanumGothic" panose="020D0604000000000000" pitchFamily="34" charset="-127"/>
                </a:endParaRPr>
              </a:p>
            </p:txBody>
          </p:sp>
          <p:sp>
            <p:nvSpPr>
              <p:cNvPr id="180" name="직사각형 179">
                <a:extLst>
                  <a:ext uri="{FF2B5EF4-FFF2-40B4-BE49-F238E27FC236}">
                    <a16:creationId xmlns:a16="http://schemas.microsoft.com/office/drawing/2014/main" id="{84CAE842-4ABD-419B-8B36-4CD3D11864E5}"/>
                  </a:ext>
                </a:extLst>
              </p:cNvPr>
              <p:cNvSpPr/>
              <p:nvPr/>
            </p:nvSpPr>
            <p:spPr>
              <a:xfrm>
                <a:off x="947269" y="6374905"/>
                <a:ext cx="164165" cy="92235"/>
              </a:xfrm>
              <a:prstGeom prst="rect">
                <a:avLst/>
              </a:prstGeom>
              <a:solidFill>
                <a:srgbClr val="92D0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500">
                  <a:latin typeface="NanumGothic" panose="020D0604000000000000" pitchFamily="34" charset="-127"/>
                  <a:ea typeface="NanumGothic" panose="020D0604000000000000" pitchFamily="34" charset="-127"/>
                </a:endParaRPr>
              </a:p>
            </p:txBody>
          </p:sp>
          <p:sp>
            <p:nvSpPr>
              <p:cNvPr id="181" name="직사각형 180">
                <a:extLst>
                  <a:ext uri="{FF2B5EF4-FFF2-40B4-BE49-F238E27FC236}">
                    <a16:creationId xmlns:a16="http://schemas.microsoft.com/office/drawing/2014/main" id="{42A1B0B8-39A0-4108-82AE-642DA1D3AC09}"/>
                  </a:ext>
                </a:extLst>
              </p:cNvPr>
              <p:cNvSpPr/>
              <p:nvPr/>
            </p:nvSpPr>
            <p:spPr>
              <a:xfrm>
                <a:off x="1122454" y="6374905"/>
                <a:ext cx="164165" cy="92235"/>
              </a:xfrm>
              <a:prstGeom prst="rect">
                <a:avLst/>
              </a:pr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500">
                  <a:latin typeface="NanumGothic" panose="020D0604000000000000" pitchFamily="34" charset="-127"/>
                  <a:ea typeface="NanumGothic" panose="020D0604000000000000" pitchFamily="34" charset="-127"/>
                </a:endParaRPr>
              </a:p>
            </p:txBody>
          </p:sp>
          <p:sp>
            <p:nvSpPr>
              <p:cNvPr id="182" name="직사각형 181">
                <a:extLst>
                  <a:ext uri="{FF2B5EF4-FFF2-40B4-BE49-F238E27FC236}">
                    <a16:creationId xmlns:a16="http://schemas.microsoft.com/office/drawing/2014/main" id="{074CA85C-D380-4070-B23D-0F6079932D0A}"/>
                  </a:ext>
                </a:extLst>
              </p:cNvPr>
              <p:cNvSpPr/>
              <p:nvPr/>
            </p:nvSpPr>
            <p:spPr>
              <a:xfrm>
                <a:off x="1297639" y="6374905"/>
                <a:ext cx="164165" cy="92235"/>
              </a:xfrm>
              <a:prstGeom prst="rect">
                <a:avLst/>
              </a:prstGeom>
              <a:solidFill>
                <a:srgbClr val="92D0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500">
                  <a:latin typeface="NanumGothic" panose="020D0604000000000000" pitchFamily="34" charset="-127"/>
                  <a:ea typeface="NanumGothic" panose="020D0604000000000000" pitchFamily="34" charset="-127"/>
                </a:endParaRPr>
              </a:p>
            </p:txBody>
          </p:sp>
          <p:sp>
            <p:nvSpPr>
              <p:cNvPr id="183" name="직사각형 182">
                <a:extLst>
                  <a:ext uri="{FF2B5EF4-FFF2-40B4-BE49-F238E27FC236}">
                    <a16:creationId xmlns:a16="http://schemas.microsoft.com/office/drawing/2014/main" id="{547BC049-8AC4-4566-9F48-4A08C3F42FAB}"/>
                  </a:ext>
                </a:extLst>
              </p:cNvPr>
              <p:cNvSpPr/>
              <p:nvPr/>
            </p:nvSpPr>
            <p:spPr>
              <a:xfrm>
                <a:off x="1472824" y="6374905"/>
                <a:ext cx="164165" cy="92235"/>
              </a:xfrm>
              <a:prstGeom prst="rect">
                <a:avLst/>
              </a:prstGeom>
              <a:solidFill>
                <a:srgbClr val="92D0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500">
                  <a:latin typeface="NanumGothic" panose="020D0604000000000000" pitchFamily="34" charset="-127"/>
                  <a:ea typeface="NanumGothic" panose="020D0604000000000000" pitchFamily="34" charset="-127"/>
                </a:endParaRPr>
              </a:p>
            </p:txBody>
          </p:sp>
          <p:sp>
            <p:nvSpPr>
              <p:cNvPr id="184" name="직사각형 183">
                <a:extLst>
                  <a:ext uri="{FF2B5EF4-FFF2-40B4-BE49-F238E27FC236}">
                    <a16:creationId xmlns:a16="http://schemas.microsoft.com/office/drawing/2014/main" id="{1958CE72-8954-43C0-ACE1-B996930D3B6D}"/>
                  </a:ext>
                </a:extLst>
              </p:cNvPr>
              <p:cNvSpPr/>
              <p:nvPr/>
            </p:nvSpPr>
            <p:spPr>
              <a:xfrm>
                <a:off x="1648009" y="6374905"/>
                <a:ext cx="164165" cy="92235"/>
              </a:xfrm>
              <a:prstGeom prst="rect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500">
                  <a:latin typeface="NanumGothic" panose="020D0604000000000000" pitchFamily="34" charset="-127"/>
                  <a:ea typeface="NanumGothic" panose="020D0604000000000000" pitchFamily="34" charset="-127"/>
                </a:endParaRPr>
              </a:p>
            </p:txBody>
          </p:sp>
          <p:sp>
            <p:nvSpPr>
              <p:cNvPr id="185" name="직사각형 184">
                <a:extLst>
                  <a:ext uri="{FF2B5EF4-FFF2-40B4-BE49-F238E27FC236}">
                    <a16:creationId xmlns:a16="http://schemas.microsoft.com/office/drawing/2014/main" id="{AAFC54A5-4ED8-45F9-995C-6C0C958219A3}"/>
                  </a:ext>
                </a:extLst>
              </p:cNvPr>
              <p:cNvSpPr/>
              <p:nvPr/>
            </p:nvSpPr>
            <p:spPr>
              <a:xfrm>
                <a:off x="1823195" y="6374905"/>
                <a:ext cx="164165" cy="92235"/>
              </a:xfrm>
              <a:prstGeom prst="rect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500">
                  <a:latin typeface="NanumGothic" panose="020D0604000000000000" pitchFamily="34" charset="-127"/>
                  <a:ea typeface="NanumGothic" panose="020D0604000000000000" pitchFamily="34" charset="-127"/>
                </a:endParaRPr>
              </a:p>
            </p:txBody>
          </p:sp>
          <p:sp>
            <p:nvSpPr>
              <p:cNvPr id="186" name="직사각형 185">
                <a:extLst>
                  <a:ext uri="{FF2B5EF4-FFF2-40B4-BE49-F238E27FC236}">
                    <a16:creationId xmlns:a16="http://schemas.microsoft.com/office/drawing/2014/main" id="{FA18A18C-0F9A-430B-AD02-FB14ECE8C431}"/>
                  </a:ext>
                </a:extLst>
              </p:cNvPr>
              <p:cNvSpPr/>
              <p:nvPr/>
            </p:nvSpPr>
            <p:spPr>
              <a:xfrm>
                <a:off x="1998380" y="6374905"/>
                <a:ext cx="164165" cy="92235"/>
              </a:xfrm>
              <a:prstGeom prst="rect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500">
                  <a:latin typeface="NanumGothic" panose="020D0604000000000000" pitchFamily="34" charset="-127"/>
                  <a:ea typeface="NanumGothic" panose="020D0604000000000000" pitchFamily="34" charset="-127"/>
                </a:endParaRPr>
              </a:p>
            </p:txBody>
          </p:sp>
          <p:sp>
            <p:nvSpPr>
              <p:cNvPr id="187" name="직사각형 186">
                <a:extLst>
                  <a:ext uri="{FF2B5EF4-FFF2-40B4-BE49-F238E27FC236}">
                    <a16:creationId xmlns:a16="http://schemas.microsoft.com/office/drawing/2014/main" id="{1F0D0ACB-B68D-49A4-99A8-529F397C4342}"/>
                  </a:ext>
                </a:extLst>
              </p:cNvPr>
              <p:cNvSpPr/>
              <p:nvPr/>
            </p:nvSpPr>
            <p:spPr>
              <a:xfrm>
                <a:off x="2173565" y="6374905"/>
                <a:ext cx="164165" cy="92235"/>
              </a:xfrm>
              <a:prstGeom prst="rect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500">
                  <a:latin typeface="NanumGothic" panose="020D0604000000000000" pitchFamily="34" charset="-127"/>
                  <a:ea typeface="NanumGothic" panose="020D0604000000000000" pitchFamily="34" charset="-127"/>
                </a:endParaRPr>
              </a:p>
            </p:txBody>
          </p:sp>
          <p:sp>
            <p:nvSpPr>
              <p:cNvPr id="188" name="직사각형 187">
                <a:extLst>
                  <a:ext uri="{FF2B5EF4-FFF2-40B4-BE49-F238E27FC236}">
                    <a16:creationId xmlns:a16="http://schemas.microsoft.com/office/drawing/2014/main" id="{80BA2FDC-0250-4963-9406-006A7F7732CE}"/>
                  </a:ext>
                </a:extLst>
              </p:cNvPr>
              <p:cNvSpPr/>
              <p:nvPr/>
            </p:nvSpPr>
            <p:spPr>
              <a:xfrm>
                <a:off x="2348750" y="6374905"/>
                <a:ext cx="164165" cy="92235"/>
              </a:xfrm>
              <a:prstGeom prst="rect">
                <a:avLst/>
              </a:prstGeom>
              <a:solidFill>
                <a:srgbClr val="FF99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500">
                  <a:latin typeface="NanumGothic" panose="020D0604000000000000" pitchFamily="34" charset="-127"/>
                  <a:ea typeface="NanumGothic" panose="020D0604000000000000" pitchFamily="34" charset="-127"/>
                </a:endParaRPr>
              </a:p>
            </p:txBody>
          </p:sp>
          <p:sp>
            <p:nvSpPr>
              <p:cNvPr id="189" name="직사각형 188">
                <a:extLst>
                  <a:ext uri="{FF2B5EF4-FFF2-40B4-BE49-F238E27FC236}">
                    <a16:creationId xmlns:a16="http://schemas.microsoft.com/office/drawing/2014/main" id="{92F54F63-EC11-4FA7-87E4-C8AA0DB367DB}"/>
                  </a:ext>
                </a:extLst>
              </p:cNvPr>
              <p:cNvSpPr/>
              <p:nvPr/>
            </p:nvSpPr>
            <p:spPr>
              <a:xfrm>
                <a:off x="2523936" y="6374905"/>
                <a:ext cx="164165" cy="92235"/>
              </a:xfrm>
              <a:prstGeom prst="rect">
                <a:avLst/>
              </a:prstGeom>
              <a:solidFill>
                <a:srgbClr val="FF99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500">
                  <a:latin typeface="NanumGothic" panose="020D0604000000000000" pitchFamily="34" charset="-127"/>
                  <a:ea typeface="NanumGothic" panose="020D0604000000000000" pitchFamily="34" charset="-127"/>
                </a:endParaRPr>
              </a:p>
            </p:txBody>
          </p:sp>
          <p:sp>
            <p:nvSpPr>
              <p:cNvPr id="190" name="직사각형 189">
                <a:extLst>
                  <a:ext uri="{FF2B5EF4-FFF2-40B4-BE49-F238E27FC236}">
                    <a16:creationId xmlns:a16="http://schemas.microsoft.com/office/drawing/2014/main" id="{37241C7A-19E7-4434-9DF4-A8B0DB7E8332}"/>
                  </a:ext>
                </a:extLst>
              </p:cNvPr>
              <p:cNvSpPr/>
              <p:nvPr/>
            </p:nvSpPr>
            <p:spPr>
              <a:xfrm>
                <a:off x="2699121" y="6374905"/>
                <a:ext cx="164165" cy="92235"/>
              </a:xfrm>
              <a:prstGeom prst="rect">
                <a:avLst/>
              </a:prstGeom>
              <a:solidFill>
                <a:srgbClr val="FF99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500">
                  <a:latin typeface="NanumGothic" panose="020D0604000000000000" pitchFamily="34" charset="-127"/>
                  <a:ea typeface="NanumGothic" panose="020D0604000000000000" pitchFamily="34" charset="-127"/>
                </a:endParaRPr>
              </a:p>
            </p:txBody>
          </p:sp>
          <p:sp>
            <p:nvSpPr>
              <p:cNvPr id="191" name="직사각형 190">
                <a:extLst>
                  <a:ext uri="{FF2B5EF4-FFF2-40B4-BE49-F238E27FC236}">
                    <a16:creationId xmlns:a16="http://schemas.microsoft.com/office/drawing/2014/main" id="{68546D25-205C-4193-BC97-CCC4E9734DDC}"/>
                  </a:ext>
                </a:extLst>
              </p:cNvPr>
              <p:cNvSpPr/>
              <p:nvPr/>
            </p:nvSpPr>
            <p:spPr>
              <a:xfrm>
                <a:off x="2874309" y="6374908"/>
                <a:ext cx="164165" cy="92235"/>
              </a:xfrm>
              <a:prstGeom prst="rect">
                <a:avLst/>
              </a:pr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500">
                  <a:latin typeface="NanumGothic" panose="020D0604000000000000" pitchFamily="34" charset="-127"/>
                  <a:ea typeface="NanumGothic" panose="020D0604000000000000" pitchFamily="34" charset="-127"/>
                </a:endParaRPr>
              </a:p>
            </p:txBody>
          </p:sp>
          <p:sp>
            <p:nvSpPr>
              <p:cNvPr id="192" name="직사각형 191">
                <a:extLst>
                  <a:ext uri="{FF2B5EF4-FFF2-40B4-BE49-F238E27FC236}">
                    <a16:creationId xmlns:a16="http://schemas.microsoft.com/office/drawing/2014/main" id="{FE4F9253-0DDD-42E4-8C40-1CA7C01693C2}"/>
                  </a:ext>
                </a:extLst>
              </p:cNvPr>
              <p:cNvSpPr/>
              <p:nvPr/>
            </p:nvSpPr>
            <p:spPr>
              <a:xfrm>
                <a:off x="246528" y="6476398"/>
                <a:ext cx="164165" cy="92235"/>
              </a:xfrm>
              <a:prstGeom prst="rect">
                <a:avLst/>
              </a:prstGeom>
              <a:solidFill>
                <a:srgbClr val="92D0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500">
                  <a:latin typeface="NanumGothic" panose="020D0604000000000000" pitchFamily="34" charset="-127"/>
                  <a:ea typeface="NanumGothic" panose="020D0604000000000000" pitchFamily="34" charset="-127"/>
                </a:endParaRPr>
              </a:p>
            </p:txBody>
          </p:sp>
          <p:sp>
            <p:nvSpPr>
              <p:cNvPr id="193" name="직사각형 192">
                <a:extLst>
                  <a:ext uri="{FF2B5EF4-FFF2-40B4-BE49-F238E27FC236}">
                    <a16:creationId xmlns:a16="http://schemas.microsoft.com/office/drawing/2014/main" id="{151704C0-E751-43FC-8AF5-B9B07EA8E42B}"/>
                  </a:ext>
                </a:extLst>
              </p:cNvPr>
              <p:cNvSpPr/>
              <p:nvPr/>
            </p:nvSpPr>
            <p:spPr>
              <a:xfrm>
                <a:off x="421713" y="6476398"/>
                <a:ext cx="164165" cy="92235"/>
              </a:xfrm>
              <a:prstGeom prst="rect">
                <a:avLst/>
              </a:prstGeom>
              <a:solidFill>
                <a:srgbClr val="92D0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500">
                  <a:latin typeface="NanumGothic" panose="020D0604000000000000" pitchFamily="34" charset="-127"/>
                  <a:ea typeface="NanumGothic" panose="020D0604000000000000" pitchFamily="34" charset="-127"/>
                </a:endParaRPr>
              </a:p>
            </p:txBody>
          </p:sp>
          <p:sp>
            <p:nvSpPr>
              <p:cNvPr id="194" name="직사각형 193">
                <a:extLst>
                  <a:ext uri="{FF2B5EF4-FFF2-40B4-BE49-F238E27FC236}">
                    <a16:creationId xmlns:a16="http://schemas.microsoft.com/office/drawing/2014/main" id="{6DF95990-2B4F-48BF-9092-D31EF4E28DD1}"/>
                  </a:ext>
                </a:extLst>
              </p:cNvPr>
              <p:cNvSpPr/>
              <p:nvPr/>
            </p:nvSpPr>
            <p:spPr>
              <a:xfrm>
                <a:off x="596898" y="6476398"/>
                <a:ext cx="164165" cy="92235"/>
              </a:xfrm>
              <a:prstGeom prst="rect">
                <a:avLst/>
              </a:pr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500">
                  <a:latin typeface="NanumGothic" panose="020D0604000000000000" pitchFamily="34" charset="-127"/>
                  <a:ea typeface="NanumGothic" panose="020D0604000000000000" pitchFamily="34" charset="-127"/>
                </a:endParaRPr>
              </a:p>
            </p:txBody>
          </p:sp>
          <p:sp>
            <p:nvSpPr>
              <p:cNvPr id="195" name="직사각형 194">
                <a:extLst>
                  <a:ext uri="{FF2B5EF4-FFF2-40B4-BE49-F238E27FC236}">
                    <a16:creationId xmlns:a16="http://schemas.microsoft.com/office/drawing/2014/main" id="{C0DA07C8-C20D-415C-851B-EB98F50887EB}"/>
                  </a:ext>
                </a:extLst>
              </p:cNvPr>
              <p:cNvSpPr/>
              <p:nvPr/>
            </p:nvSpPr>
            <p:spPr>
              <a:xfrm>
                <a:off x="772083" y="6476398"/>
                <a:ext cx="164165" cy="92235"/>
              </a:xfrm>
              <a:prstGeom prst="rect">
                <a:avLst/>
              </a:prstGeom>
              <a:solidFill>
                <a:srgbClr val="92D0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500">
                  <a:latin typeface="NanumGothic" panose="020D0604000000000000" pitchFamily="34" charset="-127"/>
                  <a:ea typeface="NanumGothic" panose="020D0604000000000000" pitchFamily="34" charset="-127"/>
                </a:endParaRPr>
              </a:p>
            </p:txBody>
          </p:sp>
          <p:sp>
            <p:nvSpPr>
              <p:cNvPr id="196" name="직사각형 195">
                <a:extLst>
                  <a:ext uri="{FF2B5EF4-FFF2-40B4-BE49-F238E27FC236}">
                    <a16:creationId xmlns:a16="http://schemas.microsoft.com/office/drawing/2014/main" id="{620C5A64-3ADB-46AF-B78D-7A9F04612E47}"/>
                  </a:ext>
                </a:extLst>
              </p:cNvPr>
              <p:cNvSpPr/>
              <p:nvPr/>
            </p:nvSpPr>
            <p:spPr>
              <a:xfrm>
                <a:off x="947269" y="6476398"/>
                <a:ext cx="164165" cy="92235"/>
              </a:xfrm>
              <a:prstGeom prst="rect">
                <a:avLst/>
              </a:pr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500">
                  <a:latin typeface="NanumGothic" panose="020D0604000000000000" pitchFamily="34" charset="-127"/>
                  <a:ea typeface="NanumGothic" panose="020D0604000000000000" pitchFamily="34" charset="-127"/>
                </a:endParaRPr>
              </a:p>
            </p:txBody>
          </p:sp>
          <p:sp>
            <p:nvSpPr>
              <p:cNvPr id="197" name="직사각형 196">
                <a:extLst>
                  <a:ext uri="{FF2B5EF4-FFF2-40B4-BE49-F238E27FC236}">
                    <a16:creationId xmlns:a16="http://schemas.microsoft.com/office/drawing/2014/main" id="{D875BACC-E111-4400-8153-A317B22F5EC0}"/>
                  </a:ext>
                </a:extLst>
              </p:cNvPr>
              <p:cNvSpPr/>
              <p:nvPr/>
            </p:nvSpPr>
            <p:spPr>
              <a:xfrm>
                <a:off x="1122454" y="6476398"/>
                <a:ext cx="164165" cy="92235"/>
              </a:xfrm>
              <a:prstGeom prst="rect">
                <a:avLst/>
              </a:prstGeom>
              <a:solidFill>
                <a:srgbClr val="92D0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500">
                  <a:latin typeface="NanumGothic" panose="020D0604000000000000" pitchFamily="34" charset="-127"/>
                  <a:ea typeface="NanumGothic" panose="020D0604000000000000" pitchFamily="34" charset="-127"/>
                </a:endParaRPr>
              </a:p>
            </p:txBody>
          </p:sp>
          <p:sp>
            <p:nvSpPr>
              <p:cNvPr id="198" name="직사각형 197">
                <a:extLst>
                  <a:ext uri="{FF2B5EF4-FFF2-40B4-BE49-F238E27FC236}">
                    <a16:creationId xmlns:a16="http://schemas.microsoft.com/office/drawing/2014/main" id="{442BFC0A-8B74-4545-A468-886A0F079463}"/>
                  </a:ext>
                </a:extLst>
              </p:cNvPr>
              <p:cNvSpPr/>
              <p:nvPr/>
            </p:nvSpPr>
            <p:spPr>
              <a:xfrm>
                <a:off x="1297639" y="6476398"/>
                <a:ext cx="164165" cy="92235"/>
              </a:xfrm>
              <a:prstGeom prst="rect">
                <a:avLst/>
              </a:prstGeom>
              <a:solidFill>
                <a:srgbClr val="92D0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500">
                  <a:latin typeface="NanumGothic" panose="020D0604000000000000" pitchFamily="34" charset="-127"/>
                  <a:ea typeface="NanumGothic" panose="020D0604000000000000" pitchFamily="34" charset="-127"/>
                </a:endParaRPr>
              </a:p>
            </p:txBody>
          </p:sp>
          <p:sp>
            <p:nvSpPr>
              <p:cNvPr id="199" name="직사각형 198">
                <a:extLst>
                  <a:ext uri="{FF2B5EF4-FFF2-40B4-BE49-F238E27FC236}">
                    <a16:creationId xmlns:a16="http://schemas.microsoft.com/office/drawing/2014/main" id="{42785B96-CE0A-4462-9737-BFC7A11CC259}"/>
                  </a:ext>
                </a:extLst>
              </p:cNvPr>
              <p:cNvSpPr/>
              <p:nvPr/>
            </p:nvSpPr>
            <p:spPr>
              <a:xfrm>
                <a:off x="1472824" y="6476398"/>
                <a:ext cx="164165" cy="92235"/>
              </a:xfrm>
              <a:prstGeom prst="rect">
                <a:avLst/>
              </a:prstGeom>
              <a:solidFill>
                <a:srgbClr val="92D0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500">
                  <a:latin typeface="NanumGothic" panose="020D0604000000000000" pitchFamily="34" charset="-127"/>
                  <a:ea typeface="NanumGothic" panose="020D0604000000000000" pitchFamily="34" charset="-127"/>
                </a:endParaRPr>
              </a:p>
            </p:txBody>
          </p:sp>
          <p:sp>
            <p:nvSpPr>
              <p:cNvPr id="200" name="직사각형 199">
                <a:extLst>
                  <a:ext uri="{FF2B5EF4-FFF2-40B4-BE49-F238E27FC236}">
                    <a16:creationId xmlns:a16="http://schemas.microsoft.com/office/drawing/2014/main" id="{75DC275F-588E-4448-BE05-01777A6CCD65}"/>
                  </a:ext>
                </a:extLst>
              </p:cNvPr>
              <p:cNvSpPr/>
              <p:nvPr/>
            </p:nvSpPr>
            <p:spPr>
              <a:xfrm>
                <a:off x="1648009" y="6476398"/>
                <a:ext cx="164165" cy="92235"/>
              </a:xfrm>
              <a:prstGeom prst="rect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500">
                  <a:latin typeface="NanumGothic" panose="020D0604000000000000" pitchFamily="34" charset="-127"/>
                  <a:ea typeface="NanumGothic" panose="020D0604000000000000" pitchFamily="34" charset="-127"/>
                </a:endParaRPr>
              </a:p>
            </p:txBody>
          </p:sp>
          <p:sp>
            <p:nvSpPr>
              <p:cNvPr id="201" name="직사각형 200">
                <a:extLst>
                  <a:ext uri="{FF2B5EF4-FFF2-40B4-BE49-F238E27FC236}">
                    <a16:creationId xmlns:a16="http://schemas.microsoft.com/office/drawing/2014/main" id="{C32637FF-5798-47EF-94BD-2A1D45429B6D}"/>
                  </a:ext>
                </a:extLst>
              </p:cNvPr>
              <p:cNvSpPr/>
              <p:nvPr/>
            </p:nvSpPr>
            <p:spPr>
              <a:xfrm>
                <a:off x="1823195" y="6476398"/>
                <a:ext cx="164165" cy="92235"/>
              </a:xfrm>
              <a:prstGeom prst="rect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500">
                  <a:latin typeface="NanumGothic" panose="020D0604000000000000" pitchFamily="34" charset="-127"/>
                  <a:ea typeface="NanumGothic" panose="020D0604000000000000" pitchFamily="34" charset="-127"/>
                </a:endParaRPr>
              </a:p>
            </p:txBody>
          </p:sp>
          <p:sp>
            <p:nvSpPr>
              <p:cNvPr id="202" name="직사각형 201">
                <a:extLst>
                  <a:ext uri="{FF2B5EF4-FFF2-40B4-BE49-F238E27FC236}">
                    <a16:creationId xmlns:a16="http://schemas.microsoft.com/office/drawing/2014/main" id="{BEA34A86-36CE-46FE-9C5E-67D0210DE720}"/>
                  </a:ext>
                </a:extLst>
              </p:cNvPr>
              <p:cNvSpPr/>
              <p:nvPr/>
            </p:nvSpPr>
            <p:spPr>
              <a:xfrm>
                <a:off x="1998380" y="6476398"/>
                <a:ext cx="164165" cy="92235"/>
              </a:xfrm>
              <a:prstGeom prst="rect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500">
                  <a:latin typeface="NanumGothic" panose="020D0604000000000000" pitchFamily="34" charset="-127"/>
                  <a:ea typeface="NanumGothic" panose="020D0604000000000000" pitchFamily="34" charset="-127"/>
                </a:endParaRPr>
              </a:p>
            </p:txBody>
          </p:sp>
          <p:sp>
            <p:nvSpPr>
              <p:cNvPr id="203" name="직사각형 202">
                <a:extLst>
                  <a:ext uri="{FF2B5EF4-FFF2-40B4-BE49-F238E27FC236}">
                    <a16:creationId xmlns:a16="http://schemas.microsoft.com/office/drawing/2014/main" id="{7E2ECD83-7C53-44C5-8D04-BFCD871DF87A}"/>
                  </a:ext>
                </a:extLst>
              </p:cNvPr>
              <p:cNvSpPr/>
              <p:nvPr/>
            </p:nvSpPr>
            <p:spPr>
              <a:xfrm>
                <a:off x="2173565" y="6476398"/>
                <a:ext cx="164165" cy="92235"/>
              </a:xfrm>
              <a:prstGeom prst="rect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500">
                  <a:latin typeface="NanumGothic" panose="020D0604000000000000" pitchFamily="34" charset="-127"/>
                  <a:ea typeface="NanumGothic" panose="020D0604000000000000" pitchFamily="34" charset="-127"/>
                </a:endParaRPr>
              </a:p>
            </p:txBody>
          </p:sp>
          <p:sp>
            <p:nvSpPr>
              <p:cNvPr id="204" name="직사각형 203">
                <a:extLst>
                  <a:ext uri="{FF2B5EF4-FFF2-40B4-BE49-F238E27FC236}">
                    <a16:creationId xmlns:a16="http://schemas.microsoft.com/office/drawing/2014/main" id="{3916541C-126F-45E9-88ED-6566DD93DAA9}"/>
                  </a:ext>
                </a:extLst>
              </p:cNvPr>
              <p:cNvSpPr/>
              <p:nvPr/>
            </p:nvSpPr>
            <p:spPr>
              <a:xfrm>
                <a:off x="2348750" y="6476398"/>
                <a:ext cx="164165" cy="92235"/>
              </a:xfrm>
              <a:prstGeom prst="rect">
                <a:avLst/>
              </a:prstGeom>
              <a:solidFill>
                <a:srgbClr val="FF99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500">
                  <a:latin typeface="NanumGothic" panose="020D0604000000000000" pitchFamily="34" charset="-127"/>
                  <a:ea typeface="NanumGothic" panose="020D0604000000000000" pitchFamily="34" charset="-127"/>
                </a:endParaRPr>
              </a:p>
            </p:txBody>
          </p:sp>
          <p:sp>
            <p:nvSpPr>
              <p:cNvPr id="205" name="직사각형 204">
                <a:extLst>
                  <a:ext uri="{FF2B5EF4-FFF2-40B4-BE49-F238E27FC236}">
                    <a16:creationId xmlns:a16="http://schemas.microsoft.com/office/drawing/2014/main" id="{428C0E56-7FC7-49B9-9DE4-CBFB3889BFEA}"/>
                  </a:ext>
                </a:extLst>
              </p:cNvPr>
              <p:cNvSpPr/>
              <p:nvPr/>
            </p:nvSpPr>
            <p:spPr>
              <a:xfrm>
                <a:off x="2523936" y="6476398"/>
                <a:ext cx="164165" cy="92235"/>
              </a:xfrm>
              <a:prstGeom prst="rect">
                <a:avLst/>
              </a:prstGeom>
              <a:solidFill>
                <a:srgbClr val="FF99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500">
                  <a:latin typeface="NanumGothic" panose="020D0604000000000000" pitchFamily="34" charset="-127"/>
                  <a:ea typeface="NanumGothic" panose="020D0604000000000000" pitchFamily="34" charset="-127"/>
                </a:endParaRPr>
              </a:p>
            </p:txBody>
          </p:sp>
          <p:sp>
            <p:nvSpPr>
              <p:cNvPr id="206" name="직사각형 205">
                <a:extLst>
                  <a:ext uri="{FF2B5EF4-FFF2-40B4-BE49-F238E27FC236}">
                    <a16:creationId xmlns:a16="http://schemas.microsoft.com/office/drawing/2014/main" id="{14198027-3186-495E-AFBE-0EE7E4197AAF}"/>
                  </a:ext>
                </a:extLst>
              </p:cNvPr>
              <p:cNvSpPr/>
              <p:nvPr/>
            </p:nvSpPr>
            <p:spPr>
              <a:xfrm>
                <a:off x="2699121" y="6476398"/>
                <a:ext cx="164165" cy="92235"/>
              </a:xfrm>
              <a:prstGeom prst="rect">
                <a:avLst/>
              </a:prstGeom>
              <a:solidFill>
                <a:srgbClr val="FF99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500">
                  <a:latin typeface="NanumGothic" panose="020D0604000000000000" pitchFamily="34" charset="-127"/>
                  <a:ea typeface="NanumGothic" panose="020D0604000000000000" pitchFamily="34" charset="-127"/>
                </a:endParaRPr>
              </a:p>
            </p:txBody>
          </p:sp>
          <p:sp>
            <p:nvSpPr>
              <p:cNvPr id="207" name="직사각형 206">
                <a:extLst>
                  <a:ext uri="{FF2B5EF4-FFF2-40B4-BE49-F238E27FC236}">
                    <a16:creationId xmlns:a16="http://schemas.microsoft.com/office/drawing/2014/main" id="{3A5CBE1B-EC54-4D19-B766-7B26580CC59B}"/>
                  </a:ext>
                </a:extLst>
              </p:cNvPr>
              <p:cNvSpPr/>
              <p:nvPr/>
            </p:nvSpPr>
            <p:spPr>
              <a:xfrm>
                <a:off x="2874309" y="6476401"/>
                <a:ext cx="164165" cy="92235"/>
              </a:xfrm>
              <a:prstGeom prst="rect">
                <a:avLst/>
              </a:prstGeom>
              <a:solidFill>
                <a:srgbClr val="FF99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500">
                  <a:latin typeface="NanumGothic" panose="020D0604000000000000" pitchFamily="34" charset="-127"/>
                  <a:ea typeface="NanumGothic" panose="020D0604000000000000" pitchFamily="34" charset="-127"/>
                </a:endParaRPr>
              </a:p>
            </p:txBody>
          </p:sp>
          <p:sp>
            <p:nvSpPr>
              <p:cNvPr id="208" name="직사각형 207">
                <a:extLst>
                  <a:ext uri="{FF2B5EF4-FFF2-40B4-BE49-F238E27FC236}">
                    <a16:creationId xmlns:a16="http://schemas.microsoft.com/office/drawing/2014/main" id="{88852F08-4C41-41D8-9A96-30282E1D1C5E}"/>
                  </a:ext>
                </a:extLst>
              </p:cNvPr>
              <p:cNvSpPr/>
              <p:nvPr/>
            </p:nvSpPr>
            <p:spPr>
              <a:xfrm>
                <a:off x="246528" y="6577891"/>
                <a:ext cx="164165" cy="92235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500">
                  <a:latin typeface="NanumGothic" panose="020D0604000000000000" pitchFamily="34" charset="-127"/>
                  <a:ea typeface="NanumGothic" panose="020D0604000000000000" pitchFamily="34" charset="-127"/>
                </a:endParaRPr>
              </a:p>
            </p:txBody>
          </p:sp>
          <p:sp>
            <p:nvSpPr>
              <p:cNvPr id="209" name="직사각형 208">
                <a:extLst>
                  <a:ext uri="{FF2B5EF4-FFF2-40B4-BE49-F238E27FC236}">
                    <a16:creationId xmlns:a16="http://schemas.microsoft.com/office/drawing/2014/main" id="{5317EA4D-8A9D-4906-8D07-DEA1724DE5FC}"/>
                  </a:ext>
                </a:extLst>
              </p:cNvPr>
              <p:cNvSpPr/>
              <p:nvPr/>
            </p:nvSpPr>
            <p:spPr>
              <a:xfrm>
                <a:off x="421713" y="6577891"/>
                <a:ext cx="164165" cy="92235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500">
                  <a:latin typeface="NanumGothic" panose="020D0604000000000000" pitchFamily="34" charset="-127"/>
                  <a:ea typeface="NanumGothic" panose="020D0604000000000000" pitchFamily="34" charset="-127"/>
                </a:endParaRPr>
              </a:p>
            </p:txBody>
          </p:sp>
          <p:sp>
            <p:nvSpPr>
              <p:cNvPr id="210" name="직사각형 209">
                <a:extLst>
                  <a:ext uri="{FF2B5EF4-FFF2-40B4-BE49-F238E27FC236}">
                    <a16:creationId xmlns:a16="http://schemas.microsoft.com/office/drawing/2014/main" id="{B345A21D-2333-444B-AFE7-35D6C2BC628E}"/>
                  </a:ext>
                </a:extLst>
              </p:cNvPr>
              <p:cNvSpPr/>
              <p:nvPr/>
            </p:nvSpPr>
            <p:spPr>
              <a:xfrm>
                <a:off x="596898" y="6577891"/>
                <a:ext cx="164165" cy="92235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500">
                  <a:latin typeface="NanumGothic" panose="020D0604000000000000" pitchFamily="34" charset="-127"/>
                  <a:ea typeface="NanumGothic" panose="020D0604000000000000" pitchFamily="34" charset="-127"/>
                </a:endParaRPr>
              </a:p>
            </p:txBody>
          </p:sp>
          <p:sp>
            <p:nvSpPr>
              <p:cNvPr id="211" name="직사각형 210">
                <a:extLst>
                  <a:ext uri="{FF2B5EF4-FFF2-40B4-BE49-F238E27FC236}">
                    <a16:creationId xmlns:a16="http://schemas.microsoft.com/office/drawing/2014/main" id="{676FA6D2-9517-43B7-8FDC-21C9D7B435C2}"/>
                  </a:ext>
                </a:extLst>
              </p:cNvPr>
              <p:cNvSpPr/>
              <p:nvPr/>
            </p:nvSpPr>
            <p:spPr>
              <a:xfrm>
                <a:off x="772083" y="6577891"/>
                <a:ext cx="164165" cy="92235"/>
              </a:xfrm>
              <a:prstGeom prst="rect">
                <a:avLst/>
              </a:pr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500">
                  <a:latin typeface="NanumGothic" panose="020D0604000000000000" pitchFamily="34" charset="-127"/>
                  <a:ea typeface="NanumGothic" panose="020D0604000000000000" pitchFamily="34" charset="-127"/>
                </a:endParaRPr>
              </a:p>
            </p:txBody>
          </p:sp>
          <p:sp>
            <p:nvSpPr>
              <p:cNvPr id="212" name="직사각형 211">
                <a:extLst>
                  <a:ext uri="{FF2B5EF4-FFF2-40B4-BE49-F238E27FC236}">
                    <a16:creationId xmlns:a16="http://schemas.microsoft.com/office/drawing/2014/main" id="{3961A85A-3086-40F8-98AB-7C7BAA1E14D0}"/>
                  </a:ext>
                </a:extLst>
              </p:cNvPr>
              <p:cNvSpPr/>
              <p:nvPr/>
            </p:nvSpPr>
            <p:spPr>
              <a:xfrm>
                <a:off x="947269" y="6577891"/>
                <a:ext cx="164165" cy="92235"/>
              </a:xfrm>
              <a:prstGeom prst="rect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500">
                  <a:latin typeface="NanumGothic" panose="020D0604000000000000" pitchFamily="34" charset="-127"/>
                  <a:ea typeface="NanumGothic" panose="020D0604000000000000" pitchFamily="34" charset="-127"/>
                </a:endParaRPr>
              </a:p>
            </p:txBody>
          </p:sp>
          <p:sp>
            <p:nvSpPr>
              <p:cNvPr id="213" name="직사각형 212">
                <a:extLst>
                  <a:ext uri="{FF2B5EF4-FFF2-40B4-BE49-F238E27FC236}">
                    <a16:creationId xmlns:a16="http://schemas.microsoft.com/office/drawing/2014/main" id="{549068A3-42C0-44E4-BFC9-3C02986EB8A5}"/>
                  </a:ext>
                </a:extLst>
              </p:cNvPr>
              <p:cNvSpPr/>
              <p:nvPr/>
            </p:nvSpPr>
            <p:spPr>
              <a:xfrm>
                <a:off x="1122454" y="6577891"/>
                <a:ext cx="164165" cy="92235"/>
              </a:xfrm>
              <a:prstGeom prst="rect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500">
                  <a:latin typeface="NanumGothic" panose="020D0604000000000000" pitchFamily="34" charset="-127"/>
                  <a:ea typeface="NanumGothic" panose="020D0604000000000000" pitchFamily="34" charset="-127"/>
                </a:endParaRPr>
              </a:p>
            </p:txBody>
          </p:sp>
          <p:sp>
            <p:nvSpPr>
              <p:cNvPr id="214" name="직사각형 213">
                <a:extLst>
                  <a:ext uri="{FF2B5EF4-FFF2-40B4-BE49-F238E27FC236}">
                    <a16:creationId xmlns:a16="http://schemas.microsoft.com/office/drawing/2014/main" id="{80CFB904-32EE-41DC-87DA-DCD3494EAD0B}"/>
                  </a:ext>
                </a:extLst>
              </p:cNvPr>
              <p:cNvSpPr/>
              <p:nvPr/>
            </p:nvSpPr>
            <p:spPr>
              <a:xfrm>
                <a:off x="1297639" y="6577891"/>
                <a:ext cx="164165" cy="92235"/>
              </a:xfrm>
              <a:prstGeom prst="rect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500">
                  <a:latin typeface="NanumGothic" panose="020D0604000000000000" pitchFamily="34" charset="-127"/>
                  <a:ea typeface="NanumGothic" panose="020D0604000000000000" pitchFamily="34" charset="-127"/>
                </a:endParaRPr>
              </a:p>
            </p:txBody>
          </p:sp>
          <p:sp>
            <p:nvSpPr>
              <p:cNvPr id="215" name="직사각형 214">
                <a:extLst>
                  <a:ext uri="{FF2B5EF4-FFF2-40B4-BE49-F238E27FC236}">
                    <a16:creationId xmlns:a16="http://schemas.microsoft.com/office/drawing/2014/main" id="{E6F72836-5180-42C4-81E5-D4CABFA7A3FF}"/>
                  </a:ext>
                </a:extLst>
              </p:cNvPr>
              <p:cNvSpPr/>
              <p:nvPr/>
            </p:nvSpPr>
            <p:spPr>
              <a:xfrm>
                <a:off x="1472824" y="6577891"/>
                <a:ext cx="164165" cy="92235"/>
              </a:xfrm>
              <a:prstGeom prst="rect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500">
                  <a:latin typeface="NanumGothic" panose="020D0604000000000000" pitchFamily="34" charset="-127"/>
                  <a:ea typeface="NanumGothic" panose="020D0604000000000000" pitchFamily="34" charset="-127"/>
                </a:endParaRPr>
              </a:p>
            </p:txBody>
          </p:sp>
          <p:sp>
            <p:nvSpPr>
              <p:cNvPr id="216" name="직사각형 215">
                <a:extLst>
                  <a:ext uri="{FF2B5EF4-FFF2-40B4-BE49-F238E27FC236}">
                    <a16:creationId xmlns:a16="http://schemas.microsoft.com/office/drawing/2014/main" id="{E052CF22-C3F6-49F1-969D-B1B1BEC78D00}"/>
                  </a:ext>
                </a:extLst>
              </p:cNvPr>
              <p:cNvSpPr/>
              <p:nvPr/>
            </p:nvSpPr>
            <p:spPr>
              <a:xfrm>
                <a:off x="1648009" y="6577891"/>
                <a:ext cx="164165" cy="92235"/>
              </a:xfrm>
              <a:prstGeom prst="rect">
                <a:avLst/>
              </a:prstGeom>
              <a:solidFill>
                <a:srgbClr val="FF99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500">
                  <a:latin typeface="NanumGothic" panose="020D0604000000000000" pitchFamily="34" charset="-127"/>
                  <a:ea typeface="NanumGothic" panose="020D0604000000000000" pitchFamily="34" charset="-127"/>
                </a:endParaRPr>
              </a:p>
            </p:txBody>
          </p:sp>
          <p:sp>
            <p:nvSpPr>
              <p:cNvPr id="217" name="직사각형 216">
                <a:extLst>
                  <a:ext uri="{FF2B5EF4-FFF2-40B4-BE49-F238E27FC236}">
                    <a16:creationId xmlns:a16="http://schemas.microsoft.com/office/drawing/2014/main" id="{9E83ED94-4249-48A2-A92D-8DF6A2BE3AE1}"/>
                  </a:ext>
                </a:extLst>
              </p:cNvPr>
              <p:cNvSpPr/>
              <p:nvPr/>
            </p:nvSpPr>
            <p:spPr>
              <a:xfrm>
                <a:off x="1823195" y="6577891"/>
                <a:ext cx="164165" cy="92235"/>
              </a:xfrm>
              <a:prstGeom prst="rect">
                <a:avLst/>
              </a:prstGeom>
              <a:solidFill>
                <a:srgbClr val="FF99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500">
                  <a:latin typeface="NanumGothic" panose="020D0604000000000000" pitchFamily="34" charset="-127"/>
                  <a:ea typeface="NanumGothic" panose="020D0604000000000000" pitchFamily="34" charset="-127"/>
                </a:endParaRPr>
              </a:p>
            </p:txBody>
          </p:sp>
          <p:sp>
            <p:nvSpPr>
              <p:cNvPr id="218" name="직사각형 217">
                <a:extLst>
                  <a:ext uri="{FF2B5EF4-FFF2-40B4-BE49-F238E27FC236}">
                    <a16:creationId xmlns:a16="http://schemas.microsoft.com/office/drawing/2014/main" id="{53CF0183-26FF-4C20-A50B-E2148DAEDAC1}"/>
                  </a:ext>
                </a:extLst>
              </p:cNvPr>
              <p:cNvSpPr/>
              <p:nvPr/>
            </p:nvSpPr>
            <p:spPr>
              <a:xfrm>
                <a:off x="1998380" y="6577891"/>
                <a:ext cx="164165" cy="92235"/>
              </a:xfrm>
              <a:prstGeom prst="rect">
                <a:avLst/>
              </a:prstGeom>
              <a:solidFill>
                <a:srgbClr val="FF99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500">
                  <a:latin typeface="NanumGothic" panose="020D0604000000000000" pitchFamily="34" charset="-127"/>
                  <a:ea typeface="NanumGothic" panose="020D0604000000000000" pitchFamily="34" charset="-127"/>
                </a:endParaRPr>
              </a:p>
            </p:txBody>
          </p:sp>
          <p:sp>
            <p:nvSpPr>
              <p:cNvPr id="219" name="직사각형 218">
                <a:extLst>
                  <a:ext uri="{FF2B5EF4-FFF2-40B4-BE49-F238E27FC236}">
                    <a16:creationId xmlns:a16="http://schemas.microsoft.com/office/drawing/2014/main" id="{B1105606-94A4-4798-A828-293C3BBAAA47}"/>
                  </a:ext>
                </a:extLst>
              </p:cNvPr>
              <p:cNvSpPr/>
              <p:nvPr/>
            </p:nvSpPr>
            <p:spPr>
              <a:xfrm>
                <a:off x="2173565" y="6577891"/>
                <a:ext cx="164165" cy="92235"/>
              </a:xfrm>
              <a:prstGeom prst="rect">
                <a:avLst/>
              </a:prstGeom>
              <a:solidFill>
                <a:srgbClr val="FF99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500">
                  <a:latin typeface="NanumGothic" panose="020D0604000000000000" pitchFamily="34" charset="-127"/>
                  <a:ea typeface="NanumGothic" panose="020D0604000000000000" pitchFamily="34" charset="-127"/>
                </a:endParaRPr>
              </a:p>
            </p:txBody>
          </p:sp>
          <p:sp>
            <p:nvSpPr>
              <p:cNvPr id="220" name="직사각형 219">
                <a:extLst>
                  <a:ext uri="{FF2B5EF4-FFF2-40B4-BE49-F238E27FC236}">
                    <a16:creationId xmlns:a16="http://schemas.microsoft.com/office/drawing/2014/main" id="{11FB716A-2890-4253-8FF0-DB2CB18EAE2B}"/>
                  </a:ext>
                </a:extLst>
              </p:cNvPr>
              <p:cNvSpPr/>
              <p:nvPr/>
            </p:nvSpPr>
            <p:spPr>
              <a:xfrm>
                <a:off x="2348750" y="6577891"/>
                <a:ext cx="164165" cy="92235"/>
              </a:xfrm>
              <a:prstGeom prst="rect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500">
                  <a:latin typeface="NanumGothic" panose="020D0604000000000000" pitchFamily="34" charset="-127"/>
                  <a:ea typeface="NanumGothic" panose="020D0604000000000000" pitchFamily="34" charset="-127"/>
                </a:endParaRPr>
              </a:p>
            </p:txBody>
          </p:sp>
          <p:sp>
            <p:nvSpPr>
              <p:cNvPr id="221" name="직사각형 220">
                <a:extLst>
                  <a:ext uri="{FF2B5EF4-FFF2-40B4-BE49-F238E27FC236}">
                    <a16:creationId xmlns:a16="http://schemas.microsoft.com/office/drawing/2014/main" id="{1EB04458-5605-41F1-A47F-30057EC77447}"/>
                  </a:ext>
                </a:extLst>
              </p:cNvPr>
              <p:cNvSpPr/>
              <p:nvPr/>
            </p:nvSpPr>
            <p:spPr>
              <a:xfrm>
                <a:off x="2523936" y="6577891"/>
                <a:ext cx="164165" cy="92235"/>
              </a:xfrm>
              <a:prstGeom prst="rect">
                <a:avLst/>
              </a:pr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500">
                  <a:latin typeface="NanumGothic" panose="020D0604000000000000" pitchFamily="34" charset="-127"/>
                  <a:ea typeface="NanumGothic" panose="020D0604000000000000" pitchFamily="34" charset="-127"/>
                </a:endParaRPr>
              </a:p>
            </p:txBody>
          </p:sp>
          <p:sp>
            <p:nvSpPr>
              <p:cNvPr id="222" name="직사각형 221">
                <a:extLst>
                  <a:ext uri="{FF2B5EF4-FFF2-40B4-BE49-F238E27FC236}">
                    <a16:creationId xmlns:a16="http://schemas.microsoft.com/office/drawing/2014/main" id="{5F136A40-1AF0-46AC-B339-CEA2D1BE8B4E}"/>
                  </a:ext>
                </a:extLst>
              </p:cNvPr>
              <p:cNvSpPr/>
              <p:nvPr/>
            </p:nvSpPr>
            <p:spPr>
              <a:xfrm>
                <a:off x="2699121" y="6577891"/>
                <a:ext cx="164165" cy="92235"/>
              </a:xfrm>
              <a:prstGeom prst="rect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500">
                  <a:latin typeface="NanumGothic" panose="020D0604000000000000" pitchFamily="34" charset="-127"/>
                  <a:ea typeface="NanumGothic" panose="020D0604000000000000" pitchFamily="34" charset="-127"/>
                </a:endParaRPr>
              </a:p>
            </p:txBody>
          </p:sp>
          <p:sp>
            <p:nvSpPr>
              <p:cNvPr id="223" name="직사각형 222">
                <a:extLst>
                  <a:ext uri="{FF2B5EF4-FFF2-40B4-BE49-F238E27FC236}">
                    <a16:creationId xmlns:a16="http://schemas.microsoft.com/office/drawing/2014/main" id="{A530B41B-30AF-48A5-A49A-9C06E3C33FAB}"/>
                  </a:ext>
                </a:extLst>
              </p:cNvPr>
              <p:cNvSpPr/>
              <p:nvPr/>
            </p:nvSpPr>
            <p:spPr>
              <a:xfrm>
                <a:off x="2874309" y="6577895"/>
                <a:ext cx="164165" cy="92235"/>
              </a:xfrm>
              <a:prstGeom prst="rect">
                <a:avLst/>
              </a:pr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500">
                  <a:latin typeface="NanumGothic" panose="020D0604000000000000" pitchFamily="34" charset="-127"/>
                  <a:ea typeface="NanumGothic" panose="020D0604000000000000" pitchFamily="34" charset="-127"/>
                </a:endParaRPr>
              </a:p>
            </p:txBody>
          </p:sp>
          <p:sp>
            <p:nvSpPr>
              <p:cNvPr id="224" name="직사각형 223">
                <a:extLst>
                  <a:ext uri="{FF2B5EF4-FFF2-40B4-BE49-F238E27FC236}">
                    <a16:creationId xmlns:a16="http://schemas.microsoft.com/office/drawing/2014/main" id="{2CEF248B-CF1A-43C4-A2E6-70CB304C404F}"/>
                  </a:ext>
                </a:extLst>
              </p:cNvPr>
              <p:cNvSpPr/>
              <p:nvPr/>
            </p:nvSpPr>
            <p:spPr>
              <a:xfrm>
                <a:off x="246528" y="6679384"/>
                <a:ext cx="164165" cy="92235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500">
                  <a:latin typeface="NanumGothic" panose="020D0604000000000000" pitchFamily="34" charset="-127"/>
                  <a:ea typeface="NanumGothic" panose="020D0604000000000000" pitchFamily="34" charset="-127"/>
                </a:endParaRPr>
              </a:p>
            </p:txBody>
          </p:sp>
          <p:sp>
            <p:nvSpPr>
              <p:cNvPr id="225" name="직사각형 224">
                <a:extLst>
                  <a:ext uri="{FF2B5EF4-FFF2-40B4-BE49-F238E27FC236}">
                    <a16:creationId xmlns:a16="http://schemas.microsoft.com/office/drawing/2014/main" id="{ACBC00D2-97B0-422E-9B24-946C630EDF11}"/>
                  </a:ext>
                </a:extLst>
              </p:cNvPr>
              <p:cNvSpPr/>
              <p:nvPr/>
            </p:nvSpPr>
            <p:spPr>
              <a:xfrm>
                <a:off x="421713" y="6679384"/>
                <a:ext cx="164165" cy="92235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500">
                  <a:latin typeface="NanumGothic" panose="020D0604000000000000" pitchFamily="34" charset="-127"/>
                  <a:ea typeface="NanumGothic" panose="020D0604000000000000" pitchFamily="34" charset="-127"/>
                </a:endParaRPr>
              </a:p>
            </p:txBody>
          </p:sp>
          <p:sp>
            <p:nvSpPr>
              <p:cNvPr id="226" name="직사각형 225">
                <a:extLst>
                  <a:ext uri="{FF2B5EF4-FFF2-40B4-BE49-F238E27FC236}">
                    <a16:creationId xmlns:a16="http://schemas.microsoft.com/office/drawing/2014/main" id="{0A22A755-740D-4AC5-85C7-5FA0043C9154}"/>
                  </a:ext>
                </a:extLst>
              </p:cNvPr>
              <p:cNvSpPr/>
              <p:nvPr/>
            </p:nvSpPr>
            <p:spPr>
              <a:xfrm>
                <a:off x="596898" y="6679384"/>
                <a:ext cx="164165" cy="92235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500">
                  <a:latin typeface="NanumGothic" panose="020D0604000000000000" pitchFamily="34" charset="-127"/>
                  <a:ea typeface="NanumGothic" panose="020D0604000000000000" pitchFamily="34" charset="-127"/>
                </a:endParaRPr>
              </a:p>
            </p:txBody>
          </p:sp>
          <p:sp>
            <p:nvSpPr>
              <p:cNvPr id="227" name="직사각형 226">
                <a:extLst>
                  <a:ext uri="{FF2B5EF4-FFF2-40B4-BE49-F238E27FC236}">
                    <a16:creationId xmlns:a16="http://schemas.microsoft.com/office/drawing/2014/main" id="{84C29E46-7AD3-42F7-B04C-11A4A92B0229}"/>
                  </a:ext>
                </a:extLst>
              </p:cNvPr>
              <p:cNvSpPr/>
              <p:nvPr/>
            </p:nvSpPr>
            <p:spPr>
              <a:xfrm>
                <a:off x="772083" y="6679384"/>
                <a:ext cx="164165" cy="92235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500">
                  <a:latin typeface="NanumGothic" panose="020D0604000000000000" pitchFamily="34" charset="-127"/>
                  <a:ea typeface="NanumGothic" panose="020D0604000000000000" pitchFamily="34" charset="-127"/>
                </a:endParaRPr>
              </a:p>
            </p:txBody>
          </p:sp>
          <p:sp>
            <p:nvSpPr>
              <p:cNvPr id="228" name="직사각형 227">
                <a:extLst>
                  <a:ext uri="{FF2B5EF4-FFF2-40B4-BE49-F238E27FC236}">
                    <a16:creationId xmlns:a16="http://schemas.microsoft.com/office/drawing/2014/main" id="{23AC9247-82F2-4B2D-9809-74F4830D6D06}"/>
                  </a:ext>
                </a:extLst>
              </p:cNvPr>
              <p:cNvSpPr/>
              <p:nvPr/>
            </p:nvSpPr>
            <p:spPr>
              <a:xfrm>
                <a:off x="947269" y="6679384"/>
                <a:ext cx="164165" cy="92235"/>
              </a:xfrm>
              <a:prstGeom prst="rect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500">
                  <a:latin typeface="NanumGothic" panose="020D0604000000000000" pitchFamily="34" charset="-127"/>
                  <a:ea typeface="NanumGothic" panose="020D0604000000000000" pitchFamily="34" charset="-127"/>
                </a:endParaRPr>
              </a:p>
            </p:txBody>
          </p:sp>
          <p:sp>
            <p:nvSpPr>
              <p:cNvPr id="229" name="직사각형 228">
                <a:extLst>
                  <a:ext uri="{FF2B5EF4-FFF2-40B4-BE49-F238E27FC236}">
                    <a16:creationId xmlns:a16="http://schemas.microsoft.com/office/drawing/2014/main" id="{5CA4FFEE-FA92-4E5C-898B-1CA0CDFD5A36}"/>
                  </a:ext>
                </a:extLst>
              </p:cNvPr>
              <p:cNvSpPr/>
              <p:nvPr/>
            </p:nvSpPr>
            <p:spPr>
              <a:xfrm>
                <a:off x="1122454" y="6679384"/>
                <a:ext cx="164165" cy="92235"/>
              </a:xfrm>
              <a:prstGeom prst="rect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500">
                  <a:latin typeface="NanumGothic" panose="020D0604000000000000" pitchFamily="34" charset="-127"/>
                  <a:ea typeface="NanumGothic" panose="020D0604000000000000" pitchFamily="34" charset="-127"/>
                </a:endParaRPr>
              </a:p>
            </p:txBody>
          </p:sp>
          <p:sp>
            <p:nvSpPr>
              <p:cNvPr id="230" name="직사각형 229">
                <a:extLst>
                  <a:ext uri="{FF2B5EF4-FFF2-40B4-BE49-F238E27FC236}">
                    <a16:creationId xmlns:a16="http://schemas.microsoft.com/office/drawing/2014/main" id="{071F163D-AF38-4A31-84C9-DB51585B8AAF}"/>
                  </a:ext>
                </a:extLst>
              </p:cNvPr>
              <p:cNvSpPr/>
              <p:nvPr/>
            </p:nvSpPr>
            <p:spPr>
              <a:xfrm>
                <a:off x="1297639" y="6679384"/>
                <a:ext cx="164165" cy="92235"/>
              </a:xfrm>
              <a:prstGeom prst="rect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500">
                  <a:latin typeface="NanumGothic" panose="020D0604000000000000" pitchFamily="34" charset="-127"/>
                  <a:ea typeface="NanumGothic" panose="020D0604000000000000" pitchFamily="34" charset="-127"/>
                </a:endParaRPr>
              </a:p>
            </p:txBody>
          </p:sp>
          <p:sp>
            <p:nvSpPr>
              <p:cNvPr id="231" name="직사각형 230">
                <a:extLst>
                  <a:ext uri="{FF2B5EF4-FFF2-40B4-BE49-F238E27FC236}">
                    <a16:creationId xmlns:a16="http://schemas.microsoft.com/office/drawing/2014/main" id="{B9C77BAD-2040-40F0-B89E-814C2F46EE34}"/>
                  </a:ext>
                </a:extLst>
              </p:cNvPr>
              <p:cNvSpPr/>
              <p:nvPr/>
            </p:nvSpPr>
            <p:spPr>
              <a:xfrm>
                <a:off x="1472824" y="6679384"/>
                <a:ext cx="164165" cy="92235"/>
              </a:xfrm>
              <a:prstGeom prst="rect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500">
                  <a:latin typeface="NanumGothic" panose="020D0604000000000000" pitchFamily="34" charset="-127"/>
                  <a:ea typeface="NanumGothic" panose="020D0604000000000000" pitchFamily="34" charset="-127"/>
                </a:endParaRPr>
              </a:p>
            </p:txBody>
          </p:sp>
          <p:sp>
            <p:nvSpPr>
              <p:cNvPr id="232" name="직사각형 231">
                <a:extLst>
                  <a:ext uri="{FF2B5EF4-FFF2-40B4-BE49-F238E27FC236}">
                    <a16:creationId xmlns:a16="http://schemas.microsoft.com/office/drawing/2014/main" id="{BD0785BC-31FB-49A2-B29A-41F5766B4B14}"/>
                  </a:ext>
                </a:extLst>
              </p:cNvPr>
              <p:cNvSpPr/>
              <p:nvPr/>
            </p:nvSpPr>
            <p:spPr>
              <a:xfrm>
                <a:off x="1648009" y="6679384"/>
                <a:ext cx="164165" cy="92235"/>
              </a:xfrm>
              <a:prstGeom prst="rect">
                <a:avLst/>
              </a:prstGeom>
              <a:solidFill>
                <a:srgbClr val="FF99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500">
                  <a:latin typeface="NanumGothic" panose="020D0604000000000000" pitchFamily="34" charset="-127"/>
                  <a:ea typeface="NanumGothic" panose="020D0604000000000000" pitchFamily="34" charset="-127"/>
                </a:endParaRPr>
              </a:p>
            </p:txBody>
          </p:sp>
          <p:sp>
            <p:nvSpPr>
              <p:cNvPr id="233" name="직사각형 232">
                <a:extLst>
                  <a:ext uri="{FF2B5EF4-FFF2-40B4-BE49-F238E27FC236}">
                    <a16:creationId xmlns:a16="http://schemas.microsoft.com/office/drawing/2014/main" id="{510D0281-C66C-4BA2-8761-51D4D25F45CE}"/>
                  </a:ext>
                </a:extLst>
              </p:cNvPr>
              <p:cNvSpPr/>
              <p:nvPr/>
            </p:nvSpPr>
            <p:spPr>
              <a:xfrm>
                <a:off x="1823195" y="6679384"/>
                <a:ext cx="164165" cy="92235"/>
              </a:xfrm>
              <a:prstGeom prst="rect">
                <a:avLst/>
              </a:prstGeom>
              <a:solidFill>
                <a:srgbClr val="FF99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500">
                  <a:latin typeface="NanumGothic" panose="020D0604000000000000" pitchFamily="34" charset="-127"/>
                  <a:ea typeface="NanumGothic" panose="020D0604000000000000" pitchFamily="34" charset="-127"/>
                </a:endParaRPr>
              </a:p>
            </p:txBody>
          </p:sp>
          <p:sp>
            <p:nvSpPr>
              <p:cNvPr id="234" name="직사각형 233">
                <a:extLst>
                  <a:ext uri="{FF2B5EF4-FFF2-40B4-BE49-F238E27FC236}">
                    <a16:creationId xmlns:a16="http://schemas.microsoft.com/office/drawing/2014/main" id="{B22A8E21-CFAF-48F1-83F9-8D3C5414DBDA}"/>
                  </a:ext>
                </a:extLst>
              </p:cNvPr>
              <p:cNvSpPr/>
              <p:nvPr/>
            </p:nvSpPr>
            <p:spPr>
              <a:xfrm>
                <a:off x="1998380" y="6679384"/>
                <a:ext cx="164165" cy="92235"/>
              </a:xfrm>
              <a:prstGeom prst="rect">
                <a:avLst/>
              </a:prstGeom>
              <a:solidFill>
                <a:srgbClr val="FF99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500">
                  <a:latin typeface="NanumGothic" panose="020D0604000000000000" pitchFamily="34" charset="-127"/>
                  <a:ea typeface="NanumGothic" panose="020D0604000000000000" pitchFamily="34" charset="-127"/>
                </a:endParaRPr>
              </a:p>
            </p:txBody>
          </p:sp>
          <p:sp>
            <p:nvSpPr>
              <p:cNvPr id="235" name="직사각형 234">
                <a:extLst>
                  <a:ext uri="{FF2B5EF4-FFF2-40B4-BE49-F238E27FC236}">
                    <a16:creationId xmlns:a16="http://schemas.microsoft.com/office/drawing/2014/main" id="{6BBCE607-19AF-49DF-8784-A7A2AD990CA3}"/>
                  </a:ext>
                </a:extLst>
              </p:cNvPr>
              <p:cNvSpPr/>
              <p:nvPr/>
            </p:nvSpPr>
            <p:spPr>
              <a:xfrm>
                <a:off x="2173565" y="6679384"/>
                <a:ext cx="164165" cy="92235"/>
              </a:xfrm>
              <a:prstGeom prst="rect">
                <a:avLst/>
              </a:prstGeom>
              <a:solidFill>
                <a:srgbClr val="FF99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500">
                  <a:latin typeface="NanumGothic" panose="020D0604000000000000" pitchFamily="34" charset="-127"/>
                  <a:ea typeface="NanumGothic" panose="020D0604000000000000" pitchFamily="34" charset="-127"/>
                </a:endParaRPr>
              </a:p>
            </p:txBody>
          </p:sp>
          <p:sp>
            <p:nvSpPr>
              <p:cNvPr id="236" name="직사각형 235">
                <a:extLst>
                  <a:ext uri="{FF2B5EF4-FFF2-40B4-BE49-F238E27FC236}">
                    <a16:creationId xmlns:a16="http://schemas.microsoft.com/office/drawing/2014/main" id="{9F5F4628-EBFD-4634-BD20-5ACE15AF8836}"/>
                  </a:ext>
                </a:extLst>
              </p:cNvPr>
              <p:cNvSpPr/>
              <p:nvPr/>
            </p:nvSpPr>
            <p:spPr>
              <a:xfrm>
                <a:off x="2348750" y="6679384"/>
                <a:ext cx="164165" cy="92235"/>
              </a:xfrm>
              <a:prstGeom prst="rect">
                <a:avLst/>
              </a:pr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500">
                  <a:latin typeface="NanumGothic" panose="020D0604000000000000" pitchFamily="34" charset="-127"/>
                  <a:ea typeface="NanumGothic" panose="020D0604000000000000" pitchFamily="34" charset="-127"/>
                </a:endParaRPr>
              </a:p>
            </p:txBody>
          </p:sp>
          <p:sp>
            <p:nvSpPr>
              <p:cNvPr id="237" name="직사각형 236">
                <a:extLst>
                  <a:ext uri="{FF2B5EF4-FFF2-40B4-BE49-F238E27FC236}">
                    <a16:creationId xmlns:a16="http://schemas.microsoft.com/office/drawing/2014/main" id="{1521E5B8-8806-4AE9-A3FC-8FC1238D622A}"/>
                  </a:ext>
                </a:extLst>
              </p:cNvPr>
              <p:cNvSpPr/>
              <p:nvPr/>
            </p:nvSpPr>
            <p:spPr>
              <a:xfrm>
                <a:off x="2523936" y="6679384"/>
                <a:ext cx="164165" cy="92235"/>
              </a:xfrm>
              <a:prstGeom prst="rect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500">
                  <a:latin typeface="NanumGothic" panose="020D0604000000000000" pitchFamily="34" charset="-127"/>
                  <a:ea typeface="NanumGothic" panose="020D0604000000000000" pitchFamily="34" charset="-127"/>
                </a:endParaRPr>
              </a:p>
            </p:txBody>
          </p:sp>
          <p:sp>
            <p:nvSpPr>
              <p:cNvPr id="238" name="직사각형 237">
                <a:extLst>
                  <a:ext uri="{FF2B5EF4-FFF2-40B4-BE49-F238E27FC236}">
                    <a16:creationId xmlns:a16="http://schemas.microsoft.com/office/drawing/2014/main" id="{D5314650-483F-400D-86E2-F3970805C01C}"/>
                  </a:ext>
                </a:extLst>
              </p:cNvPr>
              <p:cNvSpPr/>
              <p:nvPr/>
            </p:nvSpPr>
            <p:spPr>
              <a:xfrm>
                <a:off x="2699121" y="6679384"/>
                <a:ext cx="164165" cy="92235"/>
              </a:xfrm>
              <a:prstGeom prst="rect">
                <a:avLst/>
              </a:pr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500">
                  <a:latin typeface="NanumGothic" panose="020D0604000000000000" pitchFamily="34" charset="-127"/>
                  <a:ea typeface="NanumGothic" panose="020D0604000000000000" pitchFamily="34" charset="-127"/>
                </a:endParaRPr>
              </a:p>
            </p:txBody>
          </p:sp>
          <p:sp>
            <p:nvSpPr>
              <p:cNvPr id="239" name="직사각형 238">
                <a:extLst>
                  <a:ext uri="{FF2B5EF4-FFF2-40B4-BE49-F238E27FC236}">
                    <a16:creationId xmlns:a16="http://schemas.microsoft.com/office/drawing/2014/main" id="{3F40860A-106F-44DA-9775-381587CA0B39}"/>
                  </a:ext>
                </a:extLst>
              </p:cNvPr>
              <p:cNvSpPr/>
              <p:nvPr/>
            </p:nvSpPr>
            <p:spPr>
              <a:xfrm>
                <a:off x="2874309" y="6679388"/>
                <a:ext cx="164165" cy="92235"/>
              </a:xfrm>
              <a:prstGeom prst="rect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500">
                  <a:latin typeface="NanumGothic" panose="020D0604000000000000" pitchFamily="34" charset="-127"/>
                  <a:ea typeface="NanumGothic" panose="020D0604000000000000" pitchFamily="34" charset="-127"/>
                </a:endParaRPr>
              </a:p>
            </p:txBody>
          </p:sp>
          <p:sp>
            <p:nvSpPr>
              <p:cNvPr id="240" name="직사각형 239">
                <a:extLst>
                  <a:ext uri="{FF2B5EF4-FFF2-40B4-BE49-F238E27FC236}">
                    <a16:creationId xmlns:a16="http://schemas.microsoft.com/office/drawing/2014/main" id="{DA0C666F-ECC9-49C6-87BC-60727F710191}"/>
                  </a:ext>
                </a:extLst>
              </p:cNvPr>
              <p:cNvSpPr/>
              <p:nvPr/>
            </p:nvSpPr>
            <p:spPr>
              <a:xfrm>
                <a:off x="246528" y="6780877"/>
                <a:ext cx="164165" cy="92235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500">
                  <a:latin typeface="NanumGothic" panose="020D0604000000000000" pitchFamily="34" charset="-127"/>
                  <a:ea typeface="NanumGothic" panose="020D0604000000000000" pitchFamily="34" charset="-127"/>
                </a:endParaRPr>
              </a:p>
            </p:txBody>
          </p:sp>
          <p:sp>
            <p:nvSpPr>
              <p:cNvPr id="241" name="직사각형 240">
                <a:extLst>
                  <a:ext uri="{FF2B5EF4-FFF2-40B4-BE49-F238E27FC236}">
                    <a16:creationId xmlns:a16="http://schemas.microsoft.com/office/drawing/2014/main" id="{A93E0ABA-4F50-42B9-8D5F-E5A12C78BA4D}"/>
                  </a:ext>
                </a:extLst>
              </p:cNvPr>
              <p:cNvSpPr/>
              <p:nvPr/>
            </p:nvSpPr>
            <p:spPr>
              <a:xfrm>
                <a:off x="421713" y="6780877"/>
                <a:ext cx="164165" cy="92235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500">
                  <a:latin typeface="NanumGothic" panose="020D0604000000000000" pitchFamily="34" charset="-127"/>
                  <a:ea typeface="NanumGothic" panose="020D0604000000000000" pitchFamily="34" charset="-127"/>
                </a:endParaRPr>
              </a:p>
            </p:txBody>
          </p:sp>
          <p:sp>
            <p:nvSpPr>
              <p:cNvPr id="242" name="직사각형 241">
                <a:extLst>
                  <a:ext uri="{FF2B5EF4-FFF2-40B4-BE49-F238E27FC236}">
                    <a16:creationId xmlns:a16="http://schemas.microsoft.com/office/drawing/2014/main" id="{BFAF8DED-0B77-402E-8364-8889DF8FD4BB}"/>
                  </a:ext>
                </a:extLst>
              </p:cNvPr>
              <p:cNvSpPr/>
              <p:nvPr/>
            </p:nvSpPr>
            <p:spPr>
              <a:xfrm>
                <a:off x="596898" y="6780877"/>
                <a:ext cx="164165" cy="92235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500">
                  <a:latin typeface="NanumGothic" panose="020D0604000000000000" pitchFamily="34" charset="-127"/>
                  <a:ea typeface="NanumGothic" panose="020D0604000000000000" pitchFamily="34" charset="-127"/>
                </a:endParaRPr>
              </a:p>
            </p:txBody>
          </p:sp>
          <p:sp>
            <p:nvSpPr>
              <p:cNvPr id="243" name="직사각형 242">
                <a:extLst>
                  <a:ext uri="{FF2B5EF4-FFF2-40B4-BE49-F238E27FC236}">
                    <a16:creationId xmlns:a16="http://schemas.microsoft.com/office/drawing/2014/main" id="{55C37751-5C54-400E-9029-75FBC255346D}"/>
                  </a:ext>
                </a:extLst>
              </p:cNvPr>
              <p:cNvSpPr/>
              <p:nvPr/>
            </p:nvSpPr>
            <p:spPr>
              <a:xfrm>
                <a:off x="772083" y="6780877"/>
                <a:ext cx="164165" cy="92235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500">
                  <a:latin typeface="NanumGothic" panose="020D0604000000000000" pitchFamily="34" charset="-127"/>
                  <a:ea typeface="NanumGothic" panose="020D0604000000000000" pitchFamily="34" charset="-127"/>
                </a:endParaRPr>
              </a:p>
            </p:txBody>
          </p:sp>
          <p:sp>
            <p:nvSpPr>
              <p:cNvPr id="244" name="직사각형 243">
                <a:extLst>
                  <a:ext uri="{FF2B5EF4-FFF2-40B4-BE49-F238E27FC236}">
                    <a16:creationId xmlns:a16="http://schemas.microsoft.com/office/drawing/2014/main" id="{5FAD670C-02C3-4883-8C55-20FAEBA0885F}"/>
                  </a:ext>
                </a:extLst>
              </p:cNvPr>
              <p:cNvSpPr/>
              <p:nvPr/>
            </p:nvSpPr>
            <p:spPr>
              <a:xfrm>
                <a:off x="947269" y="6780877"/>
                <a:ext cx="164165" cy="92235"/>
              </a:xfrm>
              <a:prstGeom prst="rect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500">
                  <a:latin typeface="NanumGothic" panose="020D0604000000000000" pitchFamily="34" charset="-127"/>
                  <a:ea typeface="NanumGothic" panose="020D0604000000000000" pitchFamily="34" charset="-127"/>
                </a:endParaRPr>
              </a:p>
            </p:txBody>
          </p:sp>
          <p:sp>
            <p:nvSpPr>
              <p:cNvPr id="245" name="직사각형 244">
                <a:extLst>
                  <a:ext uri="{FF2B5EF4-FFF2-40B4-BE49-F238E27FC236}">
                    <a16:creationId xmlns:a16="http://schemas.microsoft.com/office/drawing/2014/main" id="{F0B54DC2-21EF-4C7D-B032-A975EA2989FE}"/>
                  </a:ext>
                </a:extLst>
              </p:cNvPr>
              <p:cNvSpPr/>
              <p:nvPr/>
            </p:nvSpPr>
            <p:spPr>
              <a:xfrm>
                <a:off x="1122454" y="6780877"/>
                <a:ext cx="164165" cy="92235"/>
              </a:xfrm>
              <a:prstGeom prst="rect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500">
                  <a:latin typeface="NanumGothic" panose="020D0604000000000000" pitchFamily="34" charset="-127"/>
                  <a:ea typeface="NanumGothic" panose="020D0604000000000000" pitchFamily="34" charset="-127"/>
                </a:endParaRPr>
              </a:p>
            </p:txBody>
          </p:sp>
          <p:sp>
            <p:nvSpPr>
              <p:cNvPr id="246" name="직사각형 245">
                <a:extLst>
                  <a:ext uri="{FF2B5EF4-FFF2-40B4-BE49-F238E27FC236}">
                    <a16:creationId xmlns:a16="http://schemas.microsoft.com/office/drawing/2014/main" id="{2850FCEF-7A68-4F3D-8803-A41EC7D0BBE6}"/>
                  </a:ext>
                </a:extLst>
              </p:cNvPr>
              <p:cNvSpPr/>
              <p:nvPr/>
            </p:nvSpPr>
            <p:spPr>
              <a:xfrm>
                <a:off x="1297639" y="6780877"/>
                <a:ext cx="164165" cy="92235"/>
              </a:xfrm>
              <a:prstGeom prst="rect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500">
                  <a:latin typeface="NanumGothic" panose="020D0604000000000000" pitchFamily="34" charset="-127"/>
                  <a:ea typeface="NanumGothic" panose="020D0604000000000000" pitchFamily="34" charset="-127"/>
                </a:endParaRPr>
              </a:p>
            </p:txBody>
          </p:sp>
          <p:sp>
            <p:nvSpPr>
              <p:cNvPr id="247" name="직사각형 246">
                <a:extLst>
                  <a:ext uri="{FF2B5EF4-FFF2-40B4-BE49-F238E27FC236}">
                    <a16:creationId xmlns:a16="http://schemas.microsoft.com/office/drawing/2014/main" id="{A1123A4C-9A16-4CBA-8EB9-234AE3753AB9}"/>
                  </a:ext>
                </a:extLst>
              </p:cNvPr>
              <p:cNvSpPr/>
              <p:nvPr/>
            </p:nvSpPr>
            <p:spPr>
              <a:xfrm>
                <a:off x="1472824" y="6780877"/>
                <a:ext cx="164165" cy="92235"/>
              </a:xfrm>
              <a:prstGeom prst="rect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500">
                  <a:latin typeface="NanumGothic" panose="020D0604000000000000" pitchFamily="34" charset="-127"/>
                  <a:ea typeface="NanumGothic" panose="020D0604000000000000" pitchFamily="34" charset="-127"/>
                </a:endParaRPr>
              </a:p>
            </p:txBody>
          </p:sp>
          <p:sp>
            <p:nvSpPr>
              <p:cNvPr id="248" name="직사각형 247">
                <a:extLst>
                  <a:ext uri="{FF2B5EF4-FFF2-40B4-BE49-F238E27FC236}">
                    <a16:creationId xmlns:a16="http://schemas.microsoft.com/office/drawing/2014/main" id="{E67E094A-9B9C-4979-8583-2BBE750CE241}"/>
                  </a:ext>
                </a:extLst>
              </p:cNvPr>
              <p:cNvSpPr/>
              <p:nvPr/>
            </p:nvSpPr>
            <p:spPr>
              <a:xfrm>
                <a:off x="1648009" y="6780877"/>
                <a:ext cx="164165" cy="92235"/>
              </a:xfrm>
              <a:prstGeom prst="rect">
                <a:avLst/>
              </a:prstGeom>
              <a:solidFill>
                <a:srgbClr val="FF99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500">
                  <a:latin typeface="NanumGothic" panose="020D0604000000000000" pitchFamily="34" charset="-127"/>
                  <a:ea typeface="NanumGothic" panose="020D0604000000000000" pitchFamily="34" charset="-127"/>
                </a:endParaRPr>
              </a:p>
            </p:txBody>
          </p:sp>
          <p:sp>
            <p:nvSpPr>
              <p:cNvPr id="249" name="직사각형 248">
                <a:extLst>
                  <a:ext uri="{FF2B5EF4-FFF2-40B4-BE49-F238E27FC236}">
                    <a16:creationId xmlns:a16="http://schemas.microsoft.com/office/drawing/2014/main" id="{02C8318A-FB2D-48F0-AAC8-549E24186B40}"/>
                  </a:ext>
                </a:extLst>
              </p:cNvPr>
              <p:cNvSpPr/>
              <p:nvPr/>
            </p:nvSpPr>
            <p:spPr>
              <a:xfrm>
                <a:off x="1823195" y="6780877"/>
                <a:ext cx="164165" cy="92235"/>
              </a:xfrm>
              <a:prstGeom prst="rect">
                <a:avLst/>
              </a:prstGeom>
              <a:solidFill>
                <a:srgbClr val="FF99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500">
                  <a:latin typeface="NanumGothic" panose="020D0604000000000000" pitchFamily="34" charset="-127"/>
                  <a:ea typeface="NanumGothic" panose="020D0604000000000000" pitchFamily="34" charset="-127"/>
                </a:endParaRPr>
              </a:p>
            </p:txBody>
          </p:sp>
          <p:sp>
            <p:nvSpPr>
              <p:cNvPr id="250" name="직사각형 249">
                <a:extLst>
                  <a:ext uri="{FF2B5EF4-FFF2-40B4-BE49-F238E27FC236}">
                    <a16:creationId xmlns:a16="http://schemas.microsoft.com/office/drawing/2014/main" id="{10952EAE-BD06-47F7-8EEB-F1178145B3B7}"/>
                  </a:ext>
                </a:extLst>
              </p:cNvPr>
              <p:cNvSpPr/>
              <p:nvPr/>
            </p:nvSpPr>
            <p:spPr>
              <a:xfrm>
                <a:off x="1998380" y="6780877"/>
                <a:ext cx="164165" cy="92235"/>
              </a:xfrm>
              <a:prstGeom prst="rect">
                <a:avLst/>
              </a:prstGeom>
              <a:solidFill>
                <a:srgbClr val="FF99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500">
                  <a:latin typeface="NanumGothic" panose="020D0604000000000000" pitchFamily="34" charset="-127"/>
                  <a:ea typeface="NanumGothic" panose="020D0604000000000000" pitchFamily="34" charset="-127"/>
                </a:endParaRPr>
              </a:p>
            </p:txBody>
          </p:sp>
          <p:sp>
            <p:nvSpPr>
              <p:cNvPr id="251" name="직사각형 250">
                <a:extLst>
                  <a:ext uri="{FF2B5EF4-FFF2-40B4-BE49-F238E27FC236}">
                    <a16:creationId xmlns:a16="http://schemas.microsoft.com/office/drawing/2014/main" id="{565F439A-B195-4BFC-A525-54E3880C5141}"/>
                  </a:ext>
                </a:extLst>
              </p:cNvPr>
              <p:cNvSpPr/>
              <p:nvPr/>
            </p:nvSpPr>
            <p:spPr>
              <a:xfrm>
                <a:off x="2173565" y="6780877"/>
                <a:ext cx="164165" cy="92235"/>
              </a:xfrm>
              <a:prstGeom prst="rect">
                <a:avLst/>
              </a:prstGeom>
              <a:solidFill>
                <a:srgbClr val="FF99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500">
                  <a:latin typeface="NanumGothic" panose="020D0604000000000000" pitchFamily="34" charset="-127"/>
                  <a:ea typeface="NanumGothic" panose="020D0604000000000000" pitchFamily="34" charset="-127"/>
                </a:endParaRPr>
              </a:p>
            </p:txBody>
          </p:sp>
          <p:sp>
            <p:nvSpPr>
              <p:cNvPr id="252" name="직사각형 251">
                <a:extLst>
                  <a:ext uri="{FF2B5EF4-FFF2-40B4-BE49-F238E27FC236}">
                    <a16:creationId xmlns:a16="http://schemas.microsoft.com/office/drawing/2014/main" id="{A9301ADD-4A23-45D2-B7A2-489B42E9DCE5}"/>
                  </a:ext>
                </a:extLst>
              </p:cNvPr>
              <p:cNvSpPr/>
              <p:nvPr/>
            </p:nvSpPr>
            <p:spPr>
              <a:xfrm>
                <a:off x="2348750" y="6780877"/>
                <a:ext cx="164165" cy="92235"/>
              </a:xfrm>
              <a:prstGeom prst="rect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500">
                  <a:latin typeface="NanumGothic" panose="020D0604000000000000" pitchFamily="34" charset="-127"/>
                  <a:ea typeface="NanumGothic" panose="020D0604000000000000" pitchFamily="34" charset="-127"/>
                </a:endParaRPr>
              </a:p>
            </p:txBody>
          </p:sp>
          <p:sp>
            <p:nvSpPr>
              <p:cNvPr id="253" name="직사각형 252">
                <a:extLst>
                  <a:ext uri="{FF2B5EF4-FFF2-40B4-BE49-F238E27FC236}">
                    <a16:creationId xmlns:a16="http://schemas.microsoft.com/office/drawing/2014/main" id="{B45BF8ED-D22C-46D2-A965-6067E602C0DB}"/>
                  </a:ext>
                </a:extLst>
              </p:cNvPr>
              <p:cNvSpPr/>
              <p:nvPr/>
            </p:nvSpPr>
            <p:spPr>
              <a:xfrm>
                <a:off x="2523936" y="6780877"/>
                <a:ext cx="164165" cy="92235"/>
              </a:xfrm>
              <a:prstGeom prst="rect">
                <a:avLst/>
              </a:pr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500">
                  <a:latin typeface="NanumGothic" panose="020D0604000000000000" pitchFamily="34" charset="-127"/>
                  <a:ea typeface="NanumGothic" panose="020D0604000000000000" pitchFamily="34" charset="-127"/>
                </a:endParaRPr>
              </a:p>
            </p:txBody>
          </p:sp>
          <p:sp>
            <p:nvSpPr>
              <p:cNvPr id="254" name="직사각형 253">
                <a:extLst>
                  <a:ext uri="{FF2B5EF4-FFF2-40B4-BE49-F238E27FC236}">
                    <a16:creationId xmlns:a16="http://schemas.microsoft.com/office/drawing/2014/main" id="{D7E9DCDF-B879-46E9-B928-719953D3CA81}"/>
                  </a:ext>
                </a:extLst>
              </p:cNvPr>
              <p:cNvSpPr/>
              <p:nvPr/>
            </p:nvSpPr>
            <p:spPr>
              <a:xfrm>
                <a:off x="2699121" y="6780877"/>
                <a:ext cx="164165" cy="92235"/>
              </a:xfrm>
              <a:prstGeom prst="rect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500">
                  <a:latin typeface="NanumGothic" panose="020D0604000000000000" pitchFamily="34" charset="-127"/>
                  <a:ea typeface="NanumGothic" panose="020D0604000000000000" pitchFamily="34" charset="-127"/>
                </a:endParaRPr>
              </a:p>
            </p:txBody>
          </p:sp>
          <p:sp>
            <p:nvSpPr>
              <p:cNvPr id="255" name="직사각형 254">
                <a:extLst>
                  <a:ext uri="{FF2B5EF4-FFF2-40B4-BE49-F238E27FC236}">
                    <a16:creationId xmlns:a16="http://schemas.microsoft.com/office/drawing/2014/main" id="{81775312-9112-4CF9-B73C-8825982970F0}"/>
                  </a:ext>
                </a:extLst>
              </p:cNvPr>
              <p:cNvSpPr/>
              <p:nvPr/>
            </p:nvSpPr>
            <p:spPr>
              <a:xfrm>
                <a:off x="2874309" y="6780881"/>
                <a:ext cx="164165" cy="92235"/>
              </a:xfrm>
              <a:prstGeom prst="rect">
                <a:avLst/>
              </a:pr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500">
                  <a:latin typeface="NanumGothic" panose="020D0604000000000000" pitchFamily="34" charset="-127"/>
                  <a:ea typeface="NanumGothic" panose="020D0604000000000000" pitchFamily="34" charset="-127"/>
                </a:endParaRPr>
              </a:p>
            </p:txBody>
          </p:sp>
          <p:sp>
            <p:nvSpPr>
              <p:cNvPr id="256" name="직사각형 255">
                <a:extLst>
                  <a:ext uri="{FF2B5EF4-FFF2-40B4-BE49-F238E27FC236}">
                    <a16:creationId xmlns:a16="http://schemas.microsoft.com/office/drawing/2014/main" id="{93B1FF47-A07B-4CA7-B99C-C8A41DE70E72}"/>
                  </a:ext>
                </a:extLst>
              </p:cNvPr>
              <p:cNvSpPr/>
              <p:nvPr/>
            </p:nvSpPr>
            <p:spPr>
              <a:xfrm>
                <a:off x="246528" y="6882370"/>
                <a:ext cx="164165" cy="92235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500">
                  <a:latin typeface="NanumGothic" panose="020D0604000000000000" pitchFamily="34" charset="-127"/>
                  <a:ea typeface="NanumGothic" panose="020D0604000000000000" pitchFamily="34" charset="-127"/>
                </a:endParaRPr>
              </a:p>
            </p:txBody>
          </p:sp>
          <p:sp>
            <p:nvSpPr>
              <p:cNvPr id="257" name="직사각형 256">
                <a:extLst>
                  <a:ext uri="{FF2B5EF4-FFF2-40B4-BE49-F238E27FC236}">
                    <a16:creationId xmlns:a16="http://schemas.microsoft.com/office/drawing/2014/main" id="{D5ABBD55-C00C-44F9-BC97-5DB1F559CD64}"/>
                  </a:ext>
                </a:extLst>
              </p:cNvPr>
              <p:cNvSpPr/>
              <p:nvPr/>
            </p:nvSpPr>
            <p:spPr>
              <a:xfrm>
                <a:off x="421713" y="6882370"/>
                <a:ext cx="164165" cy="92235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500">
                  <a:latin typeface="NanumGothic" panose="020D0604000000000000" pitchFamily="34" charset="-127"/>
                  <a:ea typeface="NanumGothic" panose="020D0604000000000000" pitchFamily="34" charset="-127"/>
                </a:endParaRPr>
              </a:p>
            </p:txBody>
          </p:sp>
          <p:sp>
            <p:nvSpPr>
              <p:cNvPr id="258" name="직사각형 257">
                <a:extLst>
                  <a:ext uri="{FF2B5EF4-FFF2-40B4-BE49-F238E27FC236}">
                    <a16:creationId xmlns:a16="http://schemas.microsoft.com/office/drawing/2014/main" id="{AC38CAD7-7B34-474B-9023-CB48667C004D}"/>
                  </a:ext>
                </a:extLst>
              </p:cNvPr>
              <p:cNvSpPr/>
              <p:nvPr/>
            </p:nvSpPr>
            <p:spPr>
              <a:xfrm>
                <a:off x="596898" y="6882370"/>
                <a:ext cx="164165" cy="92235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500">
                  <a:latin typeface="NanumGothic" panose="020D0604000000000000" pitchFamily="34" charset="-127"/>
                  <a:ea typeface="NanumGothic" panose="020D0604000000000000" pitchFamily="34" charset="-127"/>
                </a:endParaRPr>
              </a:p>
            </p:txBody>
          </p:sp>
          <p:sp>
            <p:nvSpPr>
              <p:cNvPr id="259" name="직사각형 258">
                <a:extLst>
                  <a:ext uri="{FF2B5EF4-FFF2-40B4-BE49-F238E27FC236}">
                    <a16:creationId xmlns:a16="http://schemas.microsoft.com/office/drawing/2014/main" id="{27B0CDAD-E76D-4E5A-8167-2BC60B89E259}"/>
                  </a:ext>
                </a:extLst>
              </p:cNvPr>
              <p:cNvSpPr/>
              <p:nvPr/>
            </p:nvSpPr>
            <p:spPr>
              <a:xfrm>
                <a:off x="772083" y="6882370"/>
                <a:ext cx="164165" cy="92235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500">
                  <a:latin typeface="NanumGothic" panose="020D0604000000000000" pitchFamily="34" charset="-127"/>
                  <a:ea typeface="NanumGothic" panose="020D0604000000000000" pitchFamily="34" charset="-127"/>
                </a:endParaRPr>
              </a:p>
            </p:txBody>
          </p:sp>
          <p:sp>
            <p:nvSpPr>
              <p:cNvPr id="260" name="직사각형 259">
                <a:extLst>
                  <a:ext uri="{FF2B5EF4-FFF2-40B4-BE49-F238E27FC236}">
                    <a16:creationId xmlns:a16="http://schemas.microsoft.com/office/drawing/2014/main" id="{8FC7455A-F9B7-4703-A2F6-9B475DF12A12}"/>
                  </a:ext>
                </a:extLst>
              </p:cNvPr>
              <p:cNvSpPr/>
              <p:nvPr/>
            </p:nvSpPr>
            <p:spPr>
              <a:xfrm>
                <a:off x="947269" y="6882370"/>
                <a:ext cx="164165" cy="92235"/>
              </a:xfrm>
              <a:prstGeom prst="rect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500">
                  <a:latin typeface="NanumGothic" panose="020D0604000000000000" pitchFamily="34" charset="-127"/>
                  <a:ea typeface="NanumGothic" panose="020D0604000000000000" pitchFamily="34" charset="-127"/>
                </a:endParaRPr>
              </a:p>
            </p:txBody>
          </p:sp>
          <p:sp>
            <p:nvSpPr>
              <p:cNvPr id="261" name="직사각형 260">
                <a:extLst>
                  <a:ext uri="{FF2B5EF4-FFF2-40B4-BE49-F238E27FC236}">
                    <a16:creationId xmlns:a16="http://schemas.microsoft.com/office/drawing/2014/main" id="{A4331F83-071F-40C1-9DAE-92AD8DB03D47}"/>
                  </a:ext>
                </a:extLst>
              </p:cNvPr>
              <p:cNvSpPr/>
              <p:nvPr/>
            </p:nvSpPr>
            <p:spPr>
              <a:xfrm>
                <a:off x="1122454" y="6882370"/>
                <a:ext cx="164165" cy="92235"/>
              </a:xfrm>
              <a:prstGeom prst="rect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500">
                  <a:latin typeface="NanumGothic" panose="020D0604000000000000" pitchFamily="34" charset="-127"/>
                  <a:ea typeface="NanumGothic" panose="020D0604000000000000" pitchFamily="34" charset="-127"/>
                </a:endParaRPr>
              </a:p>
            </p:txBody>
          </p:sp>
          <p:sp>
            <p:nvSpPr>
              <p:cNvPr id="262" name="직사각형 261">
                <a:extLst>
                  <a:ext uri="{FF2B5EF4-FFF2-40B4-BE49-F238E27FC236}">
                    <a16:creationId xmlns:a16="http://schemas.microsoft.com/office/drawing/2014/main" id="{D5D00405-CFBC-47A3-907C-DEF859183AFC}"/>
                  </a:ext>
                </a:extLst>
              </p:cNvPr>
              <p:cNvSpPr/>
              <p:nvPr/>
            </p:nvSpPr>
            <p:spPr>
              <a:xfrm>
                <a:off x="1297639" y="6882370"/>
                <a:ext cx="164165" cy="92235"/>
              </a:xfrm>
              <a:prstGeom prst="rect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500">
                  <a:latin typeface="NanumGothic" panose="020D0604000000000000" pitchFamily="34" charset="-127"/>
                  <a:ea typeface="NanumGothic" panose="020D0604000000000000" pitchFamily="34" charset="-127"/>
                </a:endParaRPr>
              </a:p>
            </p:txBody>
          </p:sp>
          <p:sp>
            <p:nvSpPr>
              <p:cNvPr id="263" name="직사각형 262">
                <a:extLst>
                  <a:ext uri="{FF2B5EF4-FFF2-40B4-BE49-F238E27FC236}">
                    <a16:creationId xmlns:a16="http://schemas.microsoft.com/office/drawing/2014/main" id="{410928D8-E10C-4383-8F04-7297362285EA}"/>
                  </a:ext>
                </a:extLst>
              </p:cNvPr>
              <p:cNvSpPr/>
              <p:nvPr/>
            </p:nvSpPr>
            <p:spPr>
              <a:xfrm>
                <a:off x="1472824" y="6882370"/>
                <a:ext cx="164165" cy="92235"/>
              </a:xfrm>
              <a:prstGeom prst="rect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500">
                  <a:latin typeface="NanumGothic" panose="020D0604000000000000" pitchFamily="34" charset="-127"/>
                  <a:ea typeface="NanumGothic" panose="020D0604000000000000" pitchFamily="34" charset="-127"/>
                </a:endParaRPr>
              </a:p>
            </p:txBody>
          </p:sp>
          <p:sp>
            <p:nvSpPr>
              <p:cNvPr id="264" name="직사각형 263">
                <a:extLst>
                  <a:ext uri="{FF2B5EF4-FFF2-40B4-BE49-F238E27FC236}">
                    <a16:creationId xmlns:a16="http://schemas.microsoft.com/office/drawing/2014/main" id="{2567EEF5-5EB9-4303-B782-B178DD7914C5}"/>
                  </a:ext>
                </a:extLst>
              </p:cNvPr>
              <p:cNvSpPr/>
              <p:nvPr/>
            </p:nvSpPr>
            <p:spPr>
              <a:xfrm>
                <a:off x="1648009" y="6882370"/>
                <a:ext cx="164165" cy="92235"/>
              </a:xfrm>
              <a:prstGeom prst="rect">
                <a:avLst/>
              </a:prstGeom>
              <a:solidFill>
                <a:srgbClr val="FF99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500">
                  <a:latin typeface="NanumGothic" panose="020D0604000000000000" pitchFamily="34" charset="-127"/>
                  <a:ea typeface="NanumGothic" panose="020D0604000000000000" pitchFamily="34" charset="-127"/>
                </a:endParaRPr>
              </a:p>
            </p:txBody>
          </p:sp>
          <p:sp>
            <p:nvSpPr>
              <p:cNvPr id="265" name="직사각형 264">
                <a:extLst>
                  <a:ext uri="{FF2B5EF4-FFF2-40B4-BE49-F238E27FC236}">
                    <a16:creationId xmlns:a16="http://schemas.microsoft.com/office/drawing/2014/main" id="{C0EB634B-4050-4999-B3A7-6746491AE00C}"/>
                  </a:ext>
                </a:extLst>
              </p:cNvPr>
              <p:cNvSpPr/>
              <p:nvPr/>
            </p:nvSpPr>
            <p:spPr>
              <a:xfrm>
                <a:off x="1823195" y="6882370"/>
                <a:ext cx="164165" cy="92235"/>
              </a:xfrm>
              <a:prstGeom prst="rect">
                <a:avLst/>
              </a:prstGeom>
              <a:solidFill>
                <a:srgbClr val="FF99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500">
                  <a:latin typeface="NanumGothic" panose="020D0604000000000000" pitchFamily="34" charset="-127"/>
                  <a:ea typeface="NanumGothic" panose="020D0604000000000000" pitchFamily="34" charset="-127"/>
                </a:endParaRPr>
              </a:p>
            </p:txBody>
          </p:sp>
          <p:sp>
            <p:nvSpPr>
              <p:cNvPr id="266" name="직사각형 265">
                <a:extLst>
                  <a:ext uri="{FF2B5EF4-FFF2-40B4-BE49-F238E27FC236}">
                    <a16:creationId xmlns:a16="http://schemas.microsoft.com/office/drawing/2014/main" id="{F3C5F6AA-0525-45B4-B6C4-1A5F52FFD9D6}"/>
                  </a:ext>
                </a:extLst>
              </p:cNvPr>
              <p:cNvSpPr/>
              <p:nvPr/>
            </p:nvSpPr>
            <p:spPr>
              <a:xfrm>
                <a:off x="1998380" y="6882370"/>
                <a:ext cx="164165" cy="92235"/>
              </a:xfrm>
              <a:prstGeom prst="rect">
                <a:avLst/>
              </a:prstGeom>
              <a:solidFill>
                <a:srgbClr val="FF99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500">
                  <a:latin typeface="NanumGothic" panose="020D0604000000000000" pitchFamily="34" charset="-127"/>
                  <a:ea typeface="NanumGothic" panose="020D0604000000000000" pitchFamily="34" charset="-127"/>
                </a:endParaRPr>
              </a:p>
            </p:txBody>
          </p:sp>
          <p:sp>
            <p:nvSpPr>
              <p:cNvPr id="267" name="직사각형 266">
                <a:extLst>
                  <a:ext uri="{FF2B5EF4-FFF2-40B4-BE49-F238E27FC236}">
                    <a16:creationId xmlns:a16="http://schemas.microsoft.com/office/drawing/2014/main" id="{15986A0C-DC71-4CC4-97F8-625C0D924CC5}"/>
                  </a:ext>
                </a:extLst>
              </p:cNvPr>
              <p:cNvSpPr/>
              <p:nvPr/>
            </p:nvSpPr>
            <p:spPr>
              <a:xfrm>
                <a:off x="2173565" y="6882370"/>
                <a:ext cx="164165" cy="92235"/>
              </a:xfrm>
              <a:prstGeom prst="rect">
                <a:avLst/>
              </a:prstGeom>
              <a:solidFill>
                <a:srgbClr val="FF99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500">
                  <a:latin typeface="NanumGothic" panose="020D0604000000000000" pitchFamily="34" charset="-127"/>
                  <a:ea typeface="NanumGothic" panose="020D0604000000000000" pitchFamily="34" charset="-127"/>
                </a:endParaRPr>
              </a:p>
            </p:txBody>
          </p:sp>
          <p:sp>
            <p:nvSpPr>
              <p:cNvPr id="268" name="직사각형 267">
                <a:extLst>
                  <a:ext uri="{FF2B5EF4-FFF2-40B4-BE49-F238E27FC236}">
                    <a16:creationId xmlns:a16="http://schemas.microsoft.com/office/drawing/2014/main" id="{41B67089-9365-4D71-BFCE-F29118554276}"/>
                  </a:ext>
                </a:extLst>
              </p:cNvPr>
              <p:cNvSpPr/>
              <p:nvPr/>
            </p:nvSpPr>
            <p:spPr>
              <a:xfrm>
                <a:off x="2348750" y="6882370"/>
                <a:ext cx="164165" cy="92235"/>
              </a:xfrm>
              <a:prstGeom prst="rect">
                <a:avLst/>
              </a:pr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500">
                  <a:latin typeface="NanumGothic" panose="020D0604000000000000" pitchFamily="34" charset="-127"/>
                  <a:ea typeface="NanumGothic" panose="020D0604000000000000" pitchFamily="34" charset="-127"/>
                </a:endParaRPr>
              </a:p>
            </p:txBody>
          </p:sp>
          <p:sp>
            <p:nvSpPr>
              <p:cNvPr id="269" name="직사각형 268">
                <a:extLst>
                  <a:ext uri="{FF2B5EF4-FFF2-40B4-BE49-F238E27FC236}">
                    <a16:creationId xmlns:a16="http://schemas.microsoft.com/office/drawing/2014/main" id="{22A1DD2E-54D0-4EF7-9E05-613B65D8028B}"/>
                  </a:ext>
                </a:extLst>
              </p:cNvPr>
              <p:cNvSpPr/>
              <p:nvPr/>
            </p:nvSpPr>
            <p:spPr>
              <a:xfrm>
                <a:off x="2523936" y="6882370"/>
                <a:ext cx="164165" cy="92235"/>
              </a:xfrm>
              <a:prstGeom prst="rect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500">
                  <a:latin typeface="NanumGothic" panose="020D0604000000000000" pitchFamily="34" charset="-127"/>
                  <a:ea typeface="NanumGothic" panose="020D0604000000000000" pitchFamily="34" charset="-127"/>
                </a:endParaRPr>
              </a:p>
            </p:txBody>
          </p:sp>
          <p:sp>
            <p:nvSpPr>
              <p:cNvPr id="270" name="직사각형 269">
                <a:extLst>
                  <a:ext uri="{FF2B5EF4-FFF2-40B4-BE49-F238E27FC236}">
                    <a16:creationId xmlns:a16="http://schemas.microsoft.com/office/drawing/2014/main" id="{BFE7B552-0FEB-4572-A684-217FE474B4B0}"/>
                  </a:ext>
                </a:extLst>
              </p:cNvPr>
              <p:cNvSpPr/>
              <p:nvPr/>
            </p:nvSpPr>
            <p:spPr>
              <a:xfrm>
                <a:off x="2699121" y="6882370"/>
                <a:ext cx="164165" cy="92235"/>
              </a:xfrm>
              <a:prstGeom prst="rect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500">
                  <a:latin typeface="NanumGothic" panose="020D0604000000000000" pitchFamily="34" charset="-127"/>
                  <a:ea typeface="NanumGothic" panose="020D0604000000000000" pitchFamily="34" charset="-127"/>
                </a:endParaRPr>
              </a:p>
            </p:txBody>
          </p:sp>
          <p:sp>
            <p:nvSpPr>
              <p:cNvPr id="271" name="직사각형 270">
                <a:extLst>
                  <a:ext uri="{FF2B5EF4-FFF2-40B4-BE49-F238E27FC236}">
                    <a16:creationId xmlns:a16="http://schemas.microsoft.com/office/drawing/2014/main" id="{5EAF46FE-7BF3-4951-9035-04EC9A352F63}"/>
                  </a:ext>
                </a:extLst>
              </p:cNvPr>
              <p:cNvSpPr/>
              <p:nvPr/>
            </p:nvSpPr>
            <p:spPr>
              <a:xfrm>
                <a:off x="2874309" y="6882375"/>
                <a:ext cx="164165" cy="92235"/>
              </a:xfrm>
              <a:prstGeom prst="rect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500">
                  <a:latin typeface="NanumGothic" panose="020D0604000000000000" pitchFamily="34" charset="-127"/>
                  <a:ea typeface="NanumGothic" panose="020D0604000000000000" pitchFamily="34" charset="-127"/>
                </a:endParaRPr>
              </a:p>
            </p:txBody>
          </p:sp>
          <p:sp>
            <p:nvSpPr>
              <p:cNvPr id="272" name="직사각형 271">
                <a:extLst>
                  <a:ext uri="{FF2B5EF4-FFF2-40B4-BE49-F238E27FC236}">
                    <a16:creationId xmlns:a16="http://schemas.microsoft.com/office/drawing/2014/main" id="{7E6D51D9-C8F3-4BF3-97E3-FAE0168B2DA9}"/>
                  </a:ext>
                </a:extLst>
              </p:cNvPr>
              <p:cNvSpPr/>
              <p:nvPr/>
            </p:nvSpPr>
            <p:spPr>
              <a:xfrm>
                <a:off x="246528" y="6983863"/>
                <a:ext cx="164165" cy="92235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500">
                  <a:latin typeface="NanumGothic" panose="020D0604000000000000" pitchFamily="34" charset="-127"/>
                  <a:ea typeface="NanumGothic" panose="020D0604000000000000" pitchFamily="34" charset="-127"/>
                </a:endParaRPr>
              </a:p>
            </p:txBody>
          </p:sp>
          <p:sp>
            <p:nvSpPr>
              <p:cNvPr id="273" name="직사각형 272">
                <a:extLst>
                  <a:ext uri="{FF2B5EF4-FFF2-40B4-BE49-F238E27FC236}">
                    <a16:creationId xmlns:a16="http://schemas.microsoft.com/office/drawing/2014/main" id="{3E23A958-A8A5-4C8D-9ED0-AE3A959AACD0}"/>
                  </a:ext>
                </a:extLst>
              </p:cNvPr>
              <p:cNvSpPr/>
              <p:nvPr/>
            </p:nvSpPr>
            <p:spPr>
              <a:xfrm>
                <a:off x="421713" y="6983863"/>
                <a:ext cx="164165" cy="92235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500">
                  <a:latin typeface="NanumGothic" panose="020D0604000000000000" pitchFamily="34" charset="-127"/>
                  <a:ea typeface="NanumGothic" panose="020D0604000000000000" pitchFamily="34" charset="-127"/>
                </a:endParaRPr>
              </a:p>
            </p:txBody>
          </p:sp>
          <p:sp>
            <p:nvSpPr>
              <p:cNvPr id="274" name="직사각형 273">
                <a:extLst>
                  <a:ext uri="{FF2B5EF4-FFF2-40B4-BE49-F238E27FC236}">
                    <a16:creationId xmlns:a16="http://schemas.microsoft.com/office/drawing/2014/main" id="{89CA9AAC-693D-4116-91A0-1E22686D7B5B}"/>
                  </a:ext>
                </a:extLst>
              </p:cNvPr>
              <p:cNvSpPr/>
              <p:nvPr/>
            </p:nvSpPr>
            <p:spPr>
              <a:xfrm>
                <a:off x="596898" y="6983863"/>
                <a:ext cx="164165" cy="92235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500">
                  <a:latin typeface="NanumGothic" panose="020D0604000000000000" pitchFamily="34" charset="-127"/>
                  <a:ea typeface="NanumGothic" panose="020D0604000000000000" pitchFamily="34" charset="-127"/>
                </a:endParaRPr>
              </a:p>
            </p:txBody>
          </p:sp>
          <p:sp>
            <p:nvSpPr>
              <p:cNvPr id="275" name="직사각형 274">
                <a:extLst>
                  <a:ext uri="{FF2B5EF4-FFF2-40B4-BE49-F238E27FC236}">
                    <a16:creationId xmlns:a16="http://schemas.microsoft.com/office/drawing/2014/main" id="{EB1A7552-D2B2-4753-AB0F-73028D65DEE0}"/>
                  </a:ext>
                </a:extLst>
              </p:cNvPr>
              <p:cNvSpPr/>
              <p:nvPr/>
            </p:nvSpPr>
            <p:spPr>
              <a:xfrm>
                <a:off x="772083" y="6983863"/>
                <a:ext cx="164165" cy="92235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500">
                  <a:latin typeface="NanumGothic" panose="020D0604000000000000" pitchFamily="34" charset="-127"/>
                  <a:ea typeface="NanumGothic" panose="020D0604000000000000" pitchFamily="34" charset="-127"/>
                </a:endParaRPr>
              </a:p>
            </p:txBody>
          </p:sp>
          <p:sp>
            <p:nvSpPr>
              <p:cNvPr id="276" name="직사각형 275">
                <a:extLst>
                  <a:ext uri="{FF2B5EF4-FFF2-40B4-BE49-F238E27FC236}">
                    <a16:creationId xmlns:a16="http://schemas.microsoft.com/office/drawing/2014/main" id="{5B610D93-38CC-48C0-B787-00E92EC90FAC}"/>
                  </a:ext>
                </a:extLst>
              </p:cNvPr>
              <p:cNvSpPr/>
              <p:nvPr/>
            </p:nvSpPr>
            <p:spPr>
              <a:xfrm>
                <a:off x="947269" y="6983863"/>
                <a:ext cx="164165" cy="92235"/>
              </a:xfrm>
              <a:prstGeom prst="rect">
                <a:avLst/>
              </a:prstGeom>
              <a:solidFill>
                <a:srgbClr val="FF99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500">
                  <a:latin typeface="NanumGothic" panose="020D0604000000000000" pitchFamily="34" charset="-127"/>
                  <a:ea typeface="NanumGothic" panose="020D0604000000000000" pitchFamily="34" charset="-127"/>
                </a:endParaRPr>
              </a:p>
            </p:txBody>
          </p:sp>
          <p:sp>
            <p:nvSpPr>
              <p:cNvPr id="277" name="직사각형 276">
                <a:extLst>
                  <a:ext uri="{FF2B5EF4-FFF2-40B4-BE49-F238E27FC236}">
                    <a16:creationId xmlns:a16="http://schemas.microsoft.com/office/drawing/2014/main" id="{B36333EE-3593-4773-9144-4DBB993C6C1B}"/>
                  </a:ext>
                </a:extLst>
              </p:cNvPr>
              <p:cNvSpPr/>
              <p:nvPr/>
            </p:nvSpPr>
            <p:spPr>
              <a:xfrm>
                <a:off x="1122454" y="6983863"/>
                <a:ext cx="164165" cy="92235"/>
              </a:xfrm>
              <a:prstGeom prst="rect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500">
                  <a:latin typeface="NanumGothic" panose="020D0604000000000000" pitchFamily="34" charset="-127"/>
                  <a:ea typeface="NanumGothic" panose="020D0604000000000000" pitchFamily="34" charset="-127"/>
                </a:endParaRPr>
              </a:p>
            </p:txBody>
          </p:sp>
          <p:sp>
            <p:nvSpPr>
              <p:cNvPr id="278" name="직사각형 277">
                <a:extLst>
                  <a:ext uri="{FF2B5EF4-FFF2-40B4-BE49-F238E27FC236}">
                    <a16:creationId xmlns:a16="http://schemas.microsoft.com/office/drawing/2014/main" id="{D9847600-9241-497B-B3F1-1D323CE37524}"/>
                  </a:ext>
                </a:extLst>
              </p:cNvPr>
              <p:cNvSpPr/>
              <p:nvPr/>
            </p:nvSpPr>
            <p:spPr>
              <a:xfrm>
                <a:off x="1297639" y="6983863"/>
                <a:ext cx="164165" cy="92235"/>
              </a:xfrm>
              <a:prstGeom prst="rect">
                <a:avLst/>
              </a:prstGeom>
              <a:solidFill>
                <a:srgbClr val="FF99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500">
                  <a:latin typeface="NanumGothic" panose="020D0604000000000000" pitchFamily="34" charset="-127"/>
                  <a:ea typeface="NanumGothic" panose="020D0604000000000000" pitchFamily="34" charset="-127"/>
                </a:endParaRPr>
              </a:p>
            </p:txBody>
          </p:sp>
          <p:sp>
            <p:nvSpPr>
              <p:cNvPr id="279" name="직사각형 278">
                <a:extLst>
                  <a:ext uri="{FF2B5EF4-FFF2-40B4-BE49-F238E27FC236}">
                    <a16:creationId xmlns:a16="http://schemas.microsoft.com/office/drawing/2014/main" id="{D1BC7CF5-FCDF-4632-A8D9-BB0643A89648}"/>
                  </a:ext>
                </a:extLst>
              </p:cNvPr>
              <p:cNvSpPr/>
              <p:nvPr/>
            </p:nvSpPr>
            <p:spPr>
              <a:xfrm>
                <a:off x="1472824" y="6983863"/>
                <a:ext cx="164165" cy="92235"/>
              </a:xfrm>
              <a:prstGeom prst="rect">
                <a:avLst/>
              </a:prstGeom>
              <a:solidFill>
                <a:srgbClr val="FF99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500">
                  <a:latin typeface="NanumGothic" panose="020D0604000000000000" pitchFamily="34" charset="-127"/>
                  <a:ea typeface="NanumGothic" panose="020D0604000000000000" pitchFamily="34" charset="-127"/>
                </a:endParaRPr>
              </a:p>
            </p:txBody>
          </p:sp>
          <p:sp>
            <p:nvSpPr>
              <p:cNvPr id="280" name="직사각형 279">
                <a:extLst>
                  <a:ext uri="{FF2B5EF4-FFF2-40B4-BE49-F238E27FC236}">
                    <a16:creationId xmlns:a16="http://schemas.microsoft.com/office/drawing/2014/main" id="{C27E93EF-8E0D-4A6B-BA31-EBC4BF37E980}"/>
                  </a:ext>
                </a:extLst>
              </p:cNvPr>
              <p:cNvSpPr/>
              <p:nvPr/>
            </p:nvSpPr>
            <p:spPr>
              <a:xfrm>
                <a:off x="1648009" y="6983863"/>
                <a:ext cx="164165" cy="92235"/>
              </a:xfrm>
              <a:prstGeom prst="rect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500">
                  <a:latin typeface="NanumGothic" panose="020D0604000000000000" pitchFamily="34" charset="-127"/>
                  <a:ea typeface="NanumGothic" panose="020D0604000000000000" pitchFamily="34" charset="-127"/>
                </a:endParaRPr>
              </a:p>
            </p:txBody>
          </p:sp>
          <p:sp>
            <p:nvSpPr>
              <p:cNvPr id="281" name="직사각형 280">
                <a:extLst>
                  <a:ext uri="{FF2B5EF4-FFF2-40B4-BE49-F238E27FC236}">
                    <a16:creationId xmlns:a16="http://schemas.microsoft.com/office/drawing/2014/main" id="{2568F340-50CC-4642-8E62-17C35298909B}"/>
                  </a:ext>
                </a:extLst>
              </p:cNvPr>
              <p:cNvSpPr/>
              <p:nvPr/>
            </p:nvSpPr>
            <p:spPr>
              <a:xfrm>
                <a:off x="1823195" y="6983863"/>
                <a:ext cx="164165" cy="92235"/>
              </a:xfrm>
              <a:prstGeom prst="rect">
                <a:avLst/>
              </a:pr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500">
                  <a:latin typeface="NanumGothic" panose="020D0604000000000000" pitchFamily="34" charset="-127"/>
                  <a:ea typeface="NanumGothic" panose="020D0604000000000000" pitchFamily="34" charset="-127"/>
                </a:endParaRPr>
              </a:p>
            </p:txBody>
          </p:sp>
          <p:sp>
            <p:nvSpPr>
              <p:cNvPr id="282" name="직사각형 281">
                <a:extLst>
                  <a:ext uri="{FF2B5EF4-FFF2-40B4-BE49-F238E27FC236}">
                    <a16:creationId xmlns:a16="http://schemas.microsoft.com/office/drawing/2014/main" id="{5DFFFF8D-AB68-41C0-A351-EEFB627219E9}"/>
                  </a:ext>
                </a:extLst>
              </p:cNvPr>
              <p:cNvSpPr/>
              <p:nvPr/>
            </p:nvSpPr>
            <p:spPr>
              <a:xfrm>
                <a:off x="1998380" y="6983863"/>
                <a:ext cx="164165" cy="92235"/>
              </a:xfrm>
              <a:prstGeom prst="rect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500">
                  <a:latin typeface="NanumGothic" panose="020D0604000000000000" pitchFamily="34" charset="-127"/>
                  <a:ea typeface="NanumGothic" panose="020D0604000000000000" pitchFamily="34" charset="-127"/>
                </a:endParaRPr>
              </a:p>
            </p:txBody>
          </p:sp>
          <p:sp>
            <p:nvSpPr>
              <p:cNvPr id="283" name="직사각형 282">
                <a:extLst>
                  <a:ext uri="{FF2B5EF4-FFF2-40B4-BE49-F238E27FC236}">
                    <a16:creationId xmlns:a16="http://schemas.microsoft.com/office/drawing/2014/main" id="{05467B0F-D83E-4FEC-8233-B124D1E6D68D}"/>
                  </a:ext>
                </a:extLst>
              </p:cNvPr>
              <p:cNvSpPr/>
              <p:nvPr/>
            </p:nvSpPr>
            <p:spPr>
              <a:xfrm>
                <a:off x="2173565" y="6983863"/>
                <a:ext cx="164165" cy="92235"/>
              </a:xfrm>
              <a:prstGeom prst="rect">
                <a:avLst/>
              </a:pr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500">
                  <a:latin typeface="NanumGothic" panose="020D0604000000000000" pitchFamily="34" charset="-127"/>
                  <a:ea typeface="NanumGothic" panose="020D0604000000000000" pitchFamily="34" charset="-127"/>
                </a:endParaRPr>
              </a:p>
            </p:txBody>
          </p:sp>
          <p:sp>
            <p:nvSpPr>
              <p:cNvPr id="284" name="직사각형 283">
                <a:extLst>
                  <a:ext uri="{FF2B5EF4-FFF2-40B4-BE49-F238E27FC236}">
                    <a16:creationId xmlns:a16="http://schemas.microsoft.com/office/drawing/2014/main" id="{24E55678-87B0-46DD-AFD8-58DCEA012071}"/>
                  </a:ext>
                </a:extLst>
              </p:cNvPr>
              <p:cNvSpPr/>
              <p:nvPr/>
            </p:nvSpPr>
            <p:spPr>
              <a:xfrm>
                <a:off x="2348750" y="6983863"/>
                <a:ext cx="164165" cy="92235"/>
              </a:xfrm>
              <a:prstGeom prst="rect">
                <a:avLst/>
              </a:prstGeom>
              <a:solidFill>
                <a:srgbClr val="92D0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500">
                  <a:latin typeface="NanumGothic" panose="020D0604000000000000" pitchFamily="34" charset="-127"/>
                  <a:ea typeface="NanumGothic" panose="020D0604000000000000" pitchFamily="34" charset="-127"/>
                </a:endParaRPr>
              </a:p>
            </p:txBody>
          </p:sp>
          <p:sp>
            <p:nvSpPr>
              <p:cNvPr id="285" name="직사각형 284">
                <a:extLst>
                  <a:ext uri="{FF2B5EF4-FFF2-40B4-BE49-F238E27FC236}">
                    <a16:creationId xmlns:a16="http://schemas.microsoft.com/office/drawing/2014/main" id="{E69CA5A2-ACED-4A05-9DD5-4BF4C84F1896}"/>
                  </a:ext>
                </a:extLst>
              </p:cNvPr>
              <p:cNvSpPr/>
              <p:nvPr/>
            </p:nvSpPr>
            <p:spPr>
              <a:xfrm>
                <a:off x="2523936" y="6983863"/>
                <a:ext cx="164165" cy="92235"/>
              </a:xfrm>
              <a:prstGeom prst="rect">
                <a:avLst/>
              </a:prstGeom>
              <a:solidFill>
                <a:srgbClr val="92D0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500">
                  <a:latin typeface="NanumGothic" panose="020D0604000000000000" pitchFamily="34" charset="-127"/>
                  <a:ea typeface="NanumGothic" panose="020D0604000000000000" pitchFamily="34" charset="-127"/>
                </a:endParaRPr>
              </a:p>
            </p:txBody>
          </p:sp>
          <p:sp>
            <p:nvSpPr>
              <p:cNvPr id="286" name="직사각형 285">
                <a:extLst>
                  <a:ext uri="{FF2B5EF4-FFF2-40B4-BE49-F238E27FC236}">
                    <a16:creationId xmlns:a16="http://schemas.microsoft.com/office/drawing/2014/main" id="{96FA46A4-47B0-4C7E-8931-DE334FEFBC7C}"/>
                  </a:ext>
                </a:extLst>
              </p:cNvPr>
              <p:cNvSpPr/>
              <p:nvPr/>
            </p:nvSpPr>
            <p:spPr>
              <a:xfrm>
                <a:off x="2699121" y="6983863"/>
                <a:ext cx="164165" cy="92235"/>
              </a:xfrm>
              <a:prstGeom prst="rect">
                <a:avLst/>
              </a:prstGeom>
              <a:solidFill>
                <a:srgbClr val="92D0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500">
                  <a:latin typeface="NanumGothic" panose="020D0604000000000000" pitchFamily="34" charset="-127"/>
                  <a:ea typeface="NanumGothic" panose="020D0604000000000000" pitchFamily="34" charset="-127"/>
                </a:endParaRPr>
              </a:p>
            </p:txBody>
          </p:sp>
          <p:sp>
            <p:nvSpPr>
              <p:cNvPr id="287" name="직사각형 286">
                <a:extLst>
                  <a:ext uri="{FF2B5EF4-FFF2-40B4-BE49-F238E27FC236}">
                    <a16:creationId xmlns:a16="http://schemas.microsoft.com/office/drawing/2014/main" id="{CB6C6F41-23FF-4FD2-B592-A413B7FDA262}"/>
                  </a:ext>
                </a:extLst>
              </p:cNvPr>
              <p:cNvSpPr/>
              <p:nvPr/>
            </p:nvSpPr>
            <p:spPr>
              <a:xfrm>
                <a:off x="2874309" y="6983868"/>
                <a:ext cx="164165" cy="92235"/>
              </a:xfrm>
              <a:prstGeom prst="rect">
                <a:avLst/>
              </a:prstGeom>
              <a:solidFill>
                <a:srgbClr val="92D0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500">
                  <a:latin typeface="NanumGothic" panose="020D0604000000000000" pitchFamily="34" charset="-127"/>
                  <a:ea typeface="NanumGothic" panose="020D0604000000000000" pitchFamily="34" charset="-127"/>
                </a:endParaRPr>
              </a:p>
            </p:txBody>
          </p:sp>
          <p:sp>
            <p:nvSpPr>
              <p:cNvPr id="288" name="직사각형 287">
                <a:extLst>
                  <a:ext uri="{FF2B5EF4-FFF2-40B4-BE49-F238E27FC236}">
                    <a16:creationId xmlns:a16="http://schemas.microsoft.com/office/drawing/2014/main" id="{291F0F14-A86A-4C96-8026-2C68FB286D85}"/>
                  </a:ext>
                </a:extLst>
              </p:cNvPr>
              <p:cNvSpPr/>
              <p:nvPr/>
            </p:nvSpPr>
            <p:spPr>
              <a:xfrm>
                <a:off x="246528" y="7085357"/>
                <a:ext cx="164165" cy="92235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500">
                  <a:latin typeface="NanumGothic" panose="020D0604000000000000" pitchFamily="34" charset="-127"/>
                  <a:ea typeface="NanumGothic" panose="020D0604000000000000" pitchFamily="34" charset="-127"/>
                </a:endParaRPr>
              </a:p>
            </p:txBody>
          </p:sp>
          <p:sp>
            <p:nvSpPr>
              <p:cNvPr id="289" name="직사각형 288">
                <a:extLst>
                  <a:ext uri="{FF2B5EF4-FFF2-40B4-BE49-F238E27FC236}">
                    <a16:creationId xmlns:a16="http://schemas.microsoft.com/office/drawing/2014/main" id="{00A2FBE9-0840-4C3A-B728-0417E34902EB}"/>
                  </a:ext>
                </a:extLst>
              </p:cNvPr>
              <p:cNvSpPr/>
              <p:nvPr/>
            </p:nvSpPr>
            <p:spPr>
              <a:xfrm>
                <a:off x="421713" y="7085357"/>
                <a:ext cx="164165" cy="92235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500">
                  <a:latin typeface="NanumGothic" panose="020D0604000000000000" pitchFamily="34" charset="-127"/>
                  <a:ea typeface="NanumGothic" panose="020D0604000000000000" pitchFamily="34" charset="-127"/>
                </a:endParaRPr>
              </a:p>
            </p:txBody>
          </p:sp>
          <p:sp>
            <p:nvSpPr>
              <p:cNvPr id="290" name="직사각형 289">
                <a:extLst>
                  <a:ext uri="{FF2B5EF4-FFF2-40B4-BE49-F238E27FC236}">
                    <a16:creationId xmlns:a16="http://schemas.microsoft.com/office/drawing/2014/main" id="{87A3ECF2-F98C-4F31-A70D-CE2D28112A44}"/>
                  </a:ext>
                </a:extLst>
              </p:cNvPr>
              <p:cNvSpPr/>
              <p:nvPr/>
            </p:nvSpPr>
            <p:spPr>
              <a:xfrm>
                <a:off x="596898" y="7085357"/>
                <a:ext cx="164165" cy="92235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500">
                  <a:latin typeface="NanumGothic" panose="020D0604000000000000" pitchFamily="34" charset="-127"/>
                  <a:ea typeface="NanumGothic" panose="020D0604000000000000" pitchFamily="34" charset="-127"/>
                </a:endParaRPr>
              </a:p>
            </p:txBody>
          </p:sp>
          <p:sp>
            <p:nvSpPr>
              <p:cNvPr id="291" name="직사각형 290">
                <a:extLst>
                  <a:ext uri="{FF2B5EF4-FFF2-40B4-BE49-F238E27FC236}">
                    <a16:creationId xmlns:a16="http://schemas.microsoft.com/office/drawing/2014/main" id="{66490E3C-01DE-4F63-B2A8-CCE01972728E}"/>
                  </a:ext>
                </a:extLst>
              </p:cNvPr>
              <p:cNvSpPr/>
              <p:nvPr/>
            </p:nvSpPr>
            <p:spPr>
              <a:xfrm>
                <a:off x="772083" y="7085357"/>
                <a:ext cx="164165" cy="92235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500">
                  <a:latin typeface="NanumGothic" panose="020D0604000000000000" pitchFamily="34" charset="-127"/>
                  <a:ea typeface="NanumGothic" panose="020D0604000000000000" pitchFamily="34" charset="-127"/>
                </a:endParaRPr>
              </a:p>
            </p:txBody>
          </p:sp>
          <p:sp>
            <p:nvSpPr>
              <p:cNvPr id="292" name="직사각형 291">
                <a:extLst>
                  <a:ext uri="{FF2B5EF4-FFF2-40B4-BE49-F238E27FC236}">
                    <a16:creationId xmlns:a16="http://schemas.microsoft.com/office/drawing/2014/main" id="{ACFB5A05-8338-4BC6-97A0-02F9B1D2251D}"/>
                  </a:ext>
                </a:extLst>
              </p:cNvPr>
              <p:cNvSpPr/>
              <p:nvPr/>
            </p:nvSpPr>
            <p:spPr>
              <a:xfrm>
                <a:off x="947269" y="7085357"/>
                <a:ext cx="164165" cy="92235"/>
              </a:xfrm>
              <a:prstGeom prst="rect">
                <a:avLst/>
              </a:prstGeom>
              <a:solidFill>
                <a:srgbClr val="FF99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500">
                  <a:latin typeface="NanumGothic" panose="020D0604000000000000" pitchFamily="34" charset="-127"/>
                  <a:ea typeface="NanumGothic" panose="020D0604000000000000" pitchFamily="34" charset="-127"/>
                </a:endParaRPr>
              </a:p>
            </p:txBody>
          </p:sp>
          <p:sp>
            <p:nvSpPr>
              <p:cNvPr id="293" name="직사각형 292">
                <a:extLst>
                  <a:ext uri="{FF2B5EF4-FFF2-40B4-BE49-F238E27FC236}">
                    <a16:creationId xmlns:a16="http://schemas.microsoft.com/office/drawing/2014/main" id="{A252BAA4-2384-4F9A-94E7-93EB25900E14}"/>
                  </a:ext>
                </a:extLst>
              </p:cNvPr>
              <p:cNvSpPr/>
              <p:nvPr/>
            </p:nvSpPr>
            <p:spPr>
              <a:xfrm>
                <a:off x="1122454" y="7085357"/>
                <a:ext cx="164165" cy="92235"/>
              </a:xfrm>
              <a:prstGeom prst="rect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500">
                  <a:latin typeface="NanumGothic" panose="020D0604000000000000" pitchFamily="34" charset="-127"/>
                  <a:ea typeface="NanumGothic" panose="020D0604000000000000" pitchFamily="34" charset="-127"/>
                </a:endParaRPr>
              </a:p>
            </p:txBody>
          </p:sp>
          <p:sp>
            <p:nvSpPr>
              <p:cNvPr id="294" name="직사각형 293">
                <a:extLst>
                  <a:ext uri="{FF2B5EF4-FFF2-40B4-BE49-F238E27FC236}">
                    <a16:creationId xmlns:a16="http://schemas.microsoft.com/office/drawing/2014/main" id="{AF82FB0D-1F83-4F17-8409-EB345710B625}"/>
                  </a:ext>
                </a:extLst>
              </p:cNvPr>
              <p:cNvSpPr/>
              <p:nvPr/>
            </p:nvSpPr>
            <p:spPr>
              <a:xfrm>
                <a:off x="1297639" y="7085357"/>
                <a:ext cx="164165" cy="92235"/>
              </a:xfrm>
              <a:prstGeom prst="rect">
                <a:avLst/>
              </a:prstGeom>
              <a:solidFill>
                <a:srgbClr val="FF99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500">
                  <a:latin typeface="NanumGothic" panose="020D0604000000000000" pitchFamily="34" charset="-127"/>
                  <a:ea typeface="NanumGothic" panose="020D0604000000000000" pitchFamily="34" charset="-127"/>
                </a:endParaRPr>
              </a:p>
            </p:txBody>
          </p:sp>
          <p:sp>
            <p:nvSpPr>
              <p:cNvPr id="295" name="직사각형 294">
                <a:extLst>
                  <a:ext uri="{FF2B5EF4-FFF2-40B4-BE49-F238E27FC236}">
                    <a16:creationId xmlns:a16="http://schemas.microsoft.com/office/drawing/2014/main" id="{CAF4899E-9D07-4B39-9266-67AE36F50604}"/>
                  </a:ext>
                </a:extLst>
              </p:cNvPr>
              <p:cNvSpPr/>
              <p:nvPr/>
            </p:nvSpPr>
            <p:spPr>
              <a:xfrm>
                <a:off x="1472824" y="7085357"/>
                <a:ext cx="164165" cy="92235"/>
              </a:xfrm>
              <a:prstGeom prst="rect">
                <a:avLst/>
              </a:prstGeom>
              <a:solidFill>
                <a:srgbClr val="FF99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500">
                  <a:latin typeface="NanumGothic" panose="020D0604000000000000" pitchFamily="34" charset="-127"/>
                  <a:ea typeface="NanumGothic" panose="020D0604000000000000" pitchFamily="34" charset="-127"/>
                </a:endParaRPr>
              </a:p>
            </p:txBody>
          </p:sp>
          <p:sp>
            <p:nvSpPr>
              <p:cNvPr id="296" name="직사각형 295">
                <a:extLst>
                  <a:ext uri="{FF2B5EF4-FFF2-40B4-BE49-F238E27FC236}">
                    <a16:creationId xmlns:a16="http://schemas.microsoft.com/office/drawing/2014/main" id="{7F9B8B07-49E5-45FE-81FB-9FE51BD0F388}"/>
                  </a:ext>
                </a:extLst>
              </p:cNvPr>
              <p:cNvSpPr/>
              <p:nvPr/>
            </p:nvSpPr>
            <p:spPr>
              <a:xfrm>
                <a:off x="1648009" y="7085357"/>
                <a:ext cx="164165" cy="92235"/>
              </a:xfrm>
              <a:prstGeom prst="rect">
                <a:avLst/>
              </a:pr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500">
                  <a:latin typeface="NanumGothic" panose="020D0604000000000000" pitchFamily="34" charset="-127"/>
                  <a:ea typeface="NanumGothic" panose="020D0604000000000000" pitchFamily="34" charset="-127"/>
                </a:endParaRPr>
              </a:p>
            </p:txBody>
          </p:sp>
          <p:sp>
            <p:nvSpPr>
              <p:cNvPr id="297" name="직사각형 296">
                <a:extLst>
                  <a:ext uri="{FF2B5EF4-FFF2-40B4-BE49-F238E27FC236}">
                    <a16:creationId xmlns:a16="http://schemas.microsoft.com/office/drawing/2014/main" id="{3166C38B-ABEE-46F3-AF0C-C2365DA0B45E}"/>
                  </a:ext>
                </a:extLst>
              </p:cNvPr>
              <p:cNvSpPr/>
              <p:nvPr/>
            </p:nvSpPr>
            <p:spPr>
              <a:xfrm>
                <a:off x="1823195" y="7085357"/>
                <a:ext cx="164165" cy="92235"/>
              </a:xfrm>
              <a:prstGeom prst="rect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500">
                  <a:latin typeface="NanumGothic" panose="020D0604000000000000" pitchFamily="34" charset="-127"/>
                  <a:ea typeface="NanumGothic" panose="020D0604000000000000" pitchFamily="34" charset="-127"/>
                </a:endParaRPr>
              </a:p>
            </p:txBody>
          </p:sp>
          <p:sp>
            <p:nvSpPr>
              <p:cNvPr id="298" name="직사각형 297">
                <a:extLst>
                  <a:ext uri="{FF2B5EF4-FFF2-40B4-BE49-F238E27FC236}">
                    <a16:creationId xmlns:a16="http://schemas.microsoft.com/office/drawing/2014/main" id="{11B591D2-812F-47D7-83CF-810BC6BFC20C}"/>
                  </a:ext>
                </a:extLst>
              </p:cNvPr>
              <p:cNvSpPr/>
              <p:nvPr/>
            </p:nvSpPr>
            <p:spPr>
              <a:xfrm>
                <a:off x="1998380" y="7085357"/>
                <a:ext cx="164165" cy="92235"/>
              </a:xfrm>
              <a:prstGeom prst="rect">
                <a:avLst/>
              </a:pr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500">
                  <a:latin typeface="NanumGothic" panose="020D0604000000000000" pitchFamily="34" charset="-127"/>
                  <a:ea typeface="NanumGothic" panose="020D0604000000000000" pitchFamily="34" charset="-127"/>
                </a:endParaRPr>
              </a:p>
            </p:txBody>
          </p:sp>
          <p:sp>
            <p:nvSpPr>
              <p:cNvPr id="299" name="직사각형 298">
                <a:extLst>
                  <a:ext uri="{FF2B5EF4-FFF2-40B4-BE49-F238E27FC236}">
                    <a16:creationId xmlns:a16="http://schemas.microsoft.com/office/drawing/2014/main" id="{63A7E65D-FB34-4348-9909-D498BD429DE2}"/>
                  </a:ext>
                </a:extLst>
              </p:cNvPr>
              <p:cNvSpPr/>
              <p:nvPr/>
            </p:nvSpPr>
            <p:spPr>
              <a:xfrm>
                <a:off x="2173565" y="7085357"/>
                <a:ext cx="164165" cy="92235"/>
              </a:xfrm>
              <a:prstGeom prst="rect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500">
                  <a:latin typeface="NanumGothic" panose="020D0604000000000000" pitchFamily="34" charset="-127"/>
                  <a:ea typeface="NanumGothic" panose="020D0604000000000000" pitchFamily="34" charset="-127"/>
                </a:endParaRPr>
              </a:p>
            </p:txBody>
          </p:sp>
          <p:sp>
            <p:nvSpPr>
              <p:cNvPr id="300" name="직사각형 299">
                <a:extLst>
                  <a:ext uri="{FF2B5EF4-FFF2-40B4-BE49-F238E27FC236}">
                    <a16:creationId xmlns:a16="http://schemas.microsoft.com/office/drawing/2014/main" id="{D6D8919C-1892-4A3E-BD84-C856257A4B8C}"/>
                  </a:ext>
                </a:extLst>
              </p:cNvPr>
              <p:cNvSpPr/>
              <p:nvPr/>
            </p:nvSpPr>
            <p:spPr>
              <a:xfrm>
                <a:off x="2348750" y="7085357"/>
                <a:ext cx="164165" cy="92235"/>
              </a:xfrm>
              <a:prstGeom prst="rect">
                <a:avLst/>
              </a:prstGeom>
              <a:solidFill>
                <a:srgbClr val="92D0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500">
                  <a:latin typeface="NanumGothic" panose="020D0604000000000000" pitchFamily="34" charset="-127"/>
                  <a:ea typeface="NanumGothic" panose="020D0604000000000000" pitchFamily="34" charset="-127"/>
                </a:endParaRPr>
              </a:p>
            </p:txBody>
          </p:sp>
          <p:sp>
            <p:nvSpPr>
              <p:cNvPr id="301" name="직사각형 300">
                <a:extLst>
                  <a:ext uri="{FF2B5EF4-FFF2-40B4-BE49-F238E27FC236}">
                    <a16:creationId xmlns:a16="http://schemas.microsoft.com/office/drawing/2014/main" id="{438A4BDB-F19A-4099-BD22-B899C0674880}"/>
                  </a:ext>
                </a:extLst>
              </p:cNvPr>
              <p:cNvSpPr/>
              <p:nvPr/>
            </p:nvSpPr>
            <p:spPr>
              <a:xfrm>
                <a:off x="2523936" y="7085357"/>
                <a:ext cx="164165" cy="92235"/>
              </a:xfrm>
              <a:prstGeom prst="rect">
                <a:avLst/>
              </a:prstGeom>
              <a:solidFill>
                <a:srgbClr val="92D0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500">
                  <a:latin typeface="NanumGothic" panose="020D0604000000000000" pitchFamily="34" charset="-127"/>
                  <a:ea typeface="NanumGothic" panose="020D0604000000000000" pitchFamily="34" charset="-127"/>
                </a:endParaRPr>
              </a:p>
            </p:txBody>
          </p:sp>
          <p:sp>
            <p:nvSpPr>
              <p:cNvPr id="302" name="직사각형 301">
                <a:extLst>
                  <a:ext uri="{FF2B5EF4-FFF2-40B4-BE49-F238E27FC236}">
                    <a16:creationId xmlns:a16="http://schemas.microsoft.com/office/drawing/2014/main" id="{22FA9D04-CA44-43C9-8BC3-B29123678537}"/>
                  </a:ext>
                </a:extLst>
              </p:cNvPr>
              <p:cNvSpPr/>
              <p:nvPr/>
            </p:nvSpPr>
            <p:spPr>
              <a:xfrm>
                <a:off x="2699121" y="7085357"/>
                <a:ext cx="164165" cy="92235"/>
              </a:xfrm>
              <a:prstGeom prst="rect">
                <a:avLst/>
              </a:prstGeom>
              <a:solidFill>
                <a:srgbClr val="92D0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500">
                  <a:latin typeface="NanumGothic" panose="020D0604000000000000" pitchFamily="34" charset="-127"/>
                  <a:ea typeface="NanumGothic" panose="020D0604000000000000" pitchFamily="34" charset="-127"/>
                </a:endParaRPr>
              </a:p>
            </p:txBody>
          </p:sp>
          <p:sp>
            <p:nvSpPr>
              <p:cNvPr id="303" name="직사각형 302">
                <a:extLst>
                  <a:ext uri="{FF2B5EF4-FFF2-40B4-BE49-F238E27FC236}">
                    <a16:creationId xmlns:a16="http://schemas.microsoft.com/office/drawing/2014/main" id="{4EB5F1DE-5E77-4C85-B63E-8A38A6A99154}"/>
                  </a:ext>
                </a:extLst>
              </p:cNvPr>
              <p:cNvSpPr/>
              <p:nvPr/>
            </p:nvSpPr>
            <p:spPr>
              <a:xfrm>
                <a:off x="2874309" y="7085361"/>
                <a:ext cx="164165" cy="92235"/>
              </a:xfrm>
              <a:prstGeom prst="rect">
                <a:avLst/>
              </a:prstGeom>
              <a:solidFill>
                <a:srgbClr val="92D0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500">
                  <a:latin typeface="NanumGothic" panose="020D0604000000000000" pitchFamily="34" charset="-127"/>
                  <a:ea typeface="NanumGothic" panose="020D0604000000000000" pitchFamily="34" charset="-127"/>
                </a:endParaRPr>
              </a:p>
            </p:txBody>
          </p:sp>
          <p:sp>
            <p:nvSpPr>
              <p:cNvPr id="304" name="직사각형 303">
                <a:extLst>
                  <a:ext uri="{FF2B5EF4-FFF2-40B4-BE49-F238E27FC236}">
                    <a16:creationId xmlns:a16="http://schemas.microsoft.com/office/drawing/2014/main" id="{DE3954BB-976A-4088-A39C-DE5926015A93}"/>
                  </a:ext>
                </a:extLst>
              </p:cNvPr>
              <p:cNvSpPr/>
              <p:nvPr/>
            </p:nvSpPr>
            <p:spPr>
              <a:xfrm>
                <a:off x="246528" y="7186849"/>
                <a:ext cx="164165" cy="92235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500">
                  <a:latin typeface="NanumGothic" panose="020D0604000000000000" pitchFamily="34" charset="-127"/>
                  <a:ea typeface="NanumGothic" panose="020D0604000000000000" pitchFamily="34" charset="-127"/>
                </a:endParaRPr>
              </a:p>
            </p:txBody>
          </p:sp>
          <p:sp>
            <p:nvSpPr>
              <p:cNvPr id="305" name="직사각형 304">
                <a:extLst>
                  <a:ext uri="{FF2B5EF4-FFF2-40B4-BE49-F238E27FC236}">
                    <a16:creationId xmlns:a16="http://schemas.microsoft.com/office/drawing/2014/main" id="{67F68628-2E6B-4FCE-9573-688BCD5B142C}"/>
                  </a:ext>
                </a:extLst>
              </p:cNvPr>
              <p:cNvSpPr/>
              <p:nvPr/>
            </p:nvSpPr>
            <p:spPr>
              <a:xfrm>
                <a:off x="421713" y="7186849"/>
                <a:ext cx="164165" cy="92235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500">
                  <a:latin typeface="NanumGothic" panose="020D0604000000000000" pitchFamily="34" charset="-127"/>
                  <a:ea typeface="NanumGothic" panose="020D0604000000000000" pitchFamily="34" charset="-127"/>
                </a:endParaRPr>
              </a:p>
            </p:txBody>
          </p:sp>
          <p:sp>
            <p:nvSpPr>
              <p:cNvPr id="306" name="직사각형 305">
                <a:extLst>
                  <a:ext uri="{FF2B5EF4-FFF2-40B4-BE49-F238E27FC236}">
                    <a16:creationId xmlns:a16="http://schemas.microsoft.com/office/drawing/2014/main" id="{BAD8C7F3-8538-4F2A-AE96-F2EA0288610B}"/>
                  </a:ext>
                </a:extLst>
              </p:cNvPr>
              <p:cNvSpPr/>
              <p:nvPr/>
            </p:nvSpPr>
            <p:spPr>
              <a:xfrm>
                <a:off x="596898" y="7186849"/>
                <a:ext cx="164165" cy="92235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500">
                  <a:latin typeface="NanumGothic" panose="020D0604000000000000" pitchFamily="34" charset="-127"/>
                  <a:ea typeface="NanumGothic" panose="020D0604000000000000" pitchFamily="34" charset="-127"/>
                </a:endParaRPr>
              </a:p>
            </p:txBody>
          </p:sp>
          <p:sp>
            <p:nvSpPr>
              <p:cNvPr id="307" name="직사각형 306">
                <a:extLst>
                  <a:ext uri="{FF2B5EF4-FFF2-40B4-BE49-F238E27FC236}">
                    <a16:creationId xmlns:a16="http://schemas.microsoft.com/office/drawing/2014/main" id="{D95007EB-8421-49F8-BE68-6BDB84839E55}"/>
                  </a:ext>
                </a:extLst>
              </p:cNvPr>
              <p:cNvSpPr/>
              <p:nvPr/>
            </p:nvSpPr>
            <p:spPr>
              <a:xfrm>
                <a:off x="772083" y="7186849"/>
                <a:ext cx="164165" cy="92235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500">
                  <a:latin typeface="NanumGothic" panose="020D0604000000000000" pitchFamily="34" charset="-127"/>
                  <a:ea typeface="NanumGothic" panose="020D0604000000000000" pitchFamily="34" charset="-127"/>
                </a:endParaRPr>
              </a:p>
            </p:txBody>
          </p:sp>
          <p:sp>
            <p:nvSpPr>
              <p:cNvPr id="308" name="직사각형 307">
                <a:extLst>
                  <a:ext uri="{FF2B5EF4-FFF2-40B4-BE49-F238E27FC236}">
                    <a16:creationId xmlns:a16="http://schemas.microsoft.com/office/drawing/2014/main" id="{5028022F-FD28-4A3D-90ED-93521B5FF2E0}"/>
                  </a:ext>
                </a:extLst>
              </p:cNvPr>
              <p:cNvSpPr/>
              <p:nvPr/>
            </p:nvSpPr>
            <p:spPr>
              <a:xfrm>
                <a:off x="947269" y="7186849"/>
                <a:ext cx="164165" cy="92235"/>
              </a:xfrm>
              <a:prstGeom prst="rect">
                <a:avLst/>
              </a:prstGeom>
              <a:solidFill>
                <a:srgbClr val="FF99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500">
                  <a:latin typeface="NanumGothic" panose="020D0604000000000000" pitchFamily="34" charset="-127"/>
                  <a:ea typeface="NanumGothic" panose="020D0604000000000000" pitchFamily="34" charset="-127"/>
                </a:endParaRPr>
              </a:p>
            </p:txBody>
          </p:sp>
          <p:sp>
            <p:nvSpPr>
              <p:cNvPr id="309" name="직사각형 308">
                <a:extLst>
                  <a:ext uri="{FF2B5EF4-FFF2-40B4-BE49-F238E27FC236}">
                    <a16:creationId xmlns:a16="http://schemas.microsoft.com/office/drawing/2014/main" id="{423F65B0-D232-4373-B48E-8177B81EE691}"/>
                  </a:ext>
                </a:extLst>
              </p:cNvPr>
              <p:cNvSpPr/>
              <p:nvPr/>
            </p:nvSpPr>
            <p:spPr>
              <a:xfrm>
                <a:off x="1122454" y="7186849"/>
                <a:ext cx="164165" cy="92235"/>
              </a:xfrm>
              <a:prstGeom prst="rect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500">
                  <a:latin typeface="NanumGothic" panose="020D0604000000000000" pitchFamily="34" charset="-127"/>
                  <a:ea typeface="NanumGothic" panose="020D0604000000000000" pitchFamily="34" charset="-127"/>
                </a:endParaRPr>
              </a:p>
            </p:txBody>
          </p:sp>
          <p:sp>
            <p:nvSpPr>
              <p:cNvPr id="310" name="직사각형 309">
                <a:extLst>
                  <a:ext uri="{FF2B5EF4-FFF2-40B4-BE49-F238E27FC236}">
                    <a16:creationId xmlns:a16="http://schemas.microsoft.com/office/drawing/2014/main" id="{228AE66F-7571-41F2-AF7B-691C16565FDD}"/>
                  </a:ext>
                </a:extLst>
              </p:cNvPr>
              <p:cNvSpPr/>
              <p:nvPr/>
            </p:nvSpPr>
            <p:spPr>
              <a:xfrm>
                <a:off x="1297639" y="7186849"/>
                <a:ext cx="164165" cy="92235"/>
              </a:xfrm>
              <a:prstGeom prst="rect">
                <a:avLst/>
              </a:prstGeom>
              <a:solidFill>
                <a:srgbClr val="FF99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500">
                  <a:latin typeface="NanumGothic" panose="020D0604000000000000" pitchFamily="34" charset="-127"/>
                  <a:ea typeface="NanumGothic" panose="020D0604000000000000" pitchFamily="34" charset="-127"/>
                </a:endParaRPr>
              </a:p>
            </p:txBody>
          </p:sp>
          <p:sp>
            <p:nvSpPr>
              <p:cNvPr id="311" name="직사각형 310">
                <a:extLst>
                  <a:ext uri="{FF2B5EF4-FFF2-40B4-BE49-F238E27FC236}">
                    <a16:creationId xmlns:a16="http://schemas.microsoft.com/office/drawing/2014/main" id="{3C189F9A-94D6-4A6E-969F-E8CB7422E444}"/>
                  </a:ext>
                </a:extLst>
              </p:cNvPr>
              <p:cNvSpPr/>
              <p:nvPr/>
            </p:nvSpPr>
            <p:spPr>
              <a:xfrm>
                <a:off x="1472824" y="7186849"/>
                <a:ext cx="164165" cy="92235"/>
              </a:xfrm>
              <a:prstGeom prst="rect">
                <a:avLst/>
              </a:prstGeom>
              <a:solidFill>
                <a:srgbClr val="FF99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500">
                  <a:latin typeface="NanumGothic" panose="020D0604000000000000" pitchFamily="34" charset="-127"/>
                  <a:ea typeface="NanumGothic" panose="020D0604000000000000" pitchFamily="34" charset="-127"/>
                </a:endParaRPr>
              </a:p>
            </p:txBody>
          </p:sp>
          <p:sp>
            <p:nvSpPr>
              <p:cNvPr id="312" name="직사각형 311">
                <a:extLst>
                  <a:ext uri="{FF2B5EF4-FFF2-40B4-BE49-F238E27FC236}">
                    <a16:creationId xmlns:a16="http://schemas.microsoft.com/office/drawing/2014/main" id="{6C47382B-0407-459C-A76C-4476E45547B9}"/>
                  </a:ext>
                </a:extLst>
              </p:cNvPr>
              <p:cNvSpPr/>
              <p:nvPr/>
            </p:nvSpPr>
            <p:spPr>
              <a:xfrm>
                <a:off x="1648009" y="7186849"/>
                <a:ext cx="164165" cy="92235"/>
              </a:xfrm>
              <a:prstGeom prst="rect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500">
                  <a:latin typeface="NanumGothic" panose="020D0604000000000000" pitchFamily="34" charset="-127"/>
                  <a:ea typeface="NanumGothic" panose="020D0604000000000000" pitchFamily="34" charset="-127"/>
                </a:endParaRPr>
              </a:p>
            </p:txBody>
          </p:sp>
          <p:sp>
            <p:nvSpPr>
              <p:cNvPr id="313" name="직사각형 312">
                <a:extLst>
                  <a:ext uri="{FF2B5EF4-FFF2-40B4-BE49-F238E27FC236}">
                    <a16:creationId xmlns:a16="http://schemas.microsoft.com/office/drawing/2014/main" id="{FB03C50B-AB80-4BC6-9FCB-7B2359454800}"/>
                  </a:ext>
                </a:extLst>
              </p:cNvPr>
              <p:cNvSpPr/>
              <p:nvPr/>
            </p:nvSpPr>
            <p:spPr>
              <a:xfrm>
                <a:off x="1823195" y="7186849"/>
                <a:ext cx="164165" cy="92235"/>
              </a:xfrm>
              <a:prstGeom prst="rect">
                <a:avLst/>
              </a:pr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500">
                  <a:latin typeface="NanumGothic" panose="020D0604000000000000" pitchFamily="34" charset="-127"/>
                  <a:ea typeface="NanumGothic" panose="020D0604000000000000" pitchFamily="34" charset="-127"/>
                </a:endParaRPr>
              </a:p>
            </p:txBody>
          </p:sp>
          <p:sp>
            <p:nvSpPr>
              <p:cNvPr id="314" name="직사각형 313">
                <a:extLst>
                  <a:ext uri="{FF2B5EF4-FFF2-40B4-BE49-F238E27FC236}">
                    <a16:creationId xmlns:a16="http://schemas.microsoft.com/office/drawing/2014/main" id="{CC8A21C0-8F93-4D8C-8263-7FDAD98AFAA1}"/>
                  </a:ext>
                </a:extLst>
              </p:cNvPr>
              <p:cNvSpPr/>
              <p:nvPr/>
            </p:nvSpPr>
            <p:spPr>
              <a:xfrm>
                <a:off x="1998380" y="7186849"/>
                <a:ext cx="164165" cy="92235"/>
              </a:xfrm>
              <a:prstGeom prst="rect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500">
                  <a:latin typeface="NanumGothic" panose="020D0604000000000000" pitchFamily="34" charset="-127"/>
                  <a:ea typeface="NanumGothic" panose="020D0604000000000000" pitchFamily="34" charset="-127"/>
                </a:endParaRPr>
              </a:p>
            </p:txBody>
          </p:sp>
          <p:sp>
            <p:nvSpPr>
              <p:cNvPr id="315" name="직사각형 314">
                <a:extLst>
                  <a:ext uri="{FF2B5EF4-FFF2-40B4-BE49-F238E27FC236}">
                    <a16:creationId xmlns:a16="http://schemas.microsoft.com/office/drawing/2014/main" id="{7FD27AAB-E2FB-4D0C-97FE-24A9776B623F}"/>
                  </a:ext>
                </a:extLst>
              </p:cNvPr>
              <p:cNvSpPr/>
              <p:nvPr/>
            </p:nvSpPr>
            <p:spPr>
              <a:xfrm>
                <a:off x="2173565" y="7186849"/>
                <a:ext cx="164165" cy="92235"/>
              </a:xfrm>
              <a:prstGeom prst="rect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500">
                  <a:latin typeface="NanumGothic" panose="020D0604000000000000" pitchFamily="34" charset="-127"/>
                  <a:ea typeface="NanumGothic" panose="020D0604000000000000" pitchFamily="34" charset="-127"/>
                </a:endParaRPr>
              </a:p>
            </p:txBody>
          </p:sp>
          <p:sp>
            <p:nvSpPr>
              <p:cNvPr id="316" name="직사각형 315">
                <a:extLst>
                  <a:ext uri="{FF2B5EF4-FFF2-40B4-BE49-F238E27FC236}">
                    <a16:creationId xmlns:a16="http://schemas.microsoft.com/office/drawing/2014/main" id="{DC080ED7-559B-4E6C-93E0-048BF5C84527}"/>
                  </a:ext>
                </a:extLst>
              </p:cNvPr>
              <p:cNvSpPr/>
              <p:nvPr/>
            </p:nvSpPr>
            <p:spPr>
              <a:xfrm>
                <a:off x="2348750" y="7186849"/>
                <a:ext cx="164165" cy="92235"/>
              </a:xfrm>
              <a:prstGeom prst="rect">
                <a:avLst/>
              </a:prstGeom>
              <a:solidFill>
                <a:srgbClr val="92D0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500">
                  <a:latin typeface="NanumGothic" panose="020D0604000000000000" pitchFamily="34" charset="-127"/>
                  <a:ea typeface="NanumGothic" panose="020D0604000000000000" pitchFamily="34" charset="-127"/>
                </a:endParaRPr>
              </a:p>
            </p:txBody>
          </p:sp>
          <p:sp>
            <p:nvSpPr>
              <p:cNvPr id="317" name="직사각형 316">
                <a:extLst>
                  <a:ext uri="{FF2B5EF4-FFF2-40B4-BE49-F238E27FC236}">
                    <a16:creationId xmlns:a16="http://schemas.microsoft.com/office/drawing/2014/main" id="{33E68D6C-7170-40FE-9FA1-E507E58FE7B0}"/>
                  </a:ext>
                </a:extLst>
              </p:cNvPr>
              <p:cNvSpPr/>
              <p:nvPr/>
            </p:nvSpPr>
            <p:spPr>
              <a:xfrm>
                <a:off x="2523936" y="7186849"/>
                <a:ext cx="164165" cy="92235"/>
              </a:xfrm>
              <a:prstGeom prst="rect">
                <a:avLst/>
              </a:prstGeom>
              <a:solidFill>
                <a:srgbClr val="92D0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500">
                  <a:latin typeface="NanumGothic" panose="020D0604000000000000" pitchFamily="34" charset="-127"/>
                  <a:ea typeface="NanumGothic" panose="020D0604000000000000" pitchFamily="34" charset="-127"/>
                </a:endParaRPr>
              </a:p>
            </p:txBody>
          </p:sp>
          <p:sp>
            <p:nvSpPr>
              <p:cNvPr id="318" name="직사각형 317">
                <a:extLst>
                  <a:ext uri="{FF2B5EF4-FFF2-40B4-BE49-F238E27FC236}">
                    <a16:creationId xmlns:a16="http://schemas.microsoft.com/office/drawing/2014/main" id="{35D033CA-664C-4D37-B781-9F19230B5483}"/>
                  </a:ext>
                </a:extLst>
              </p:cNvPr>
              <p:cNvSpPr/>
              <p:nvPr/>
            </p:nvSpPr>
            <p:spPr>
              <a:xfrm>
                <a:off x="2699121" y="7186849"/>
                <a:ext cx="164165" cy="92235"/>
              </a:xfrm>
              <a:prstGeom prst="rect">
                <a:avLst/>
              </a:prstGeom>
              <a:solidFill>
                <a:srgbClr val="92D0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500">
                  <a:latin typeface="NanumGothic" panose="020D0604000000000000" pitchFamily="34" charset="-127"/>
                  <a:ea typeface="NanumGothic" panose="020D0604000000000000" pitchFamily="34" charset="-127"/>
                </a:endParaRPr>
              </a:p>
            </p:txBody>
          </p:sp>
          <p:sp>
            <p:nvSpPr>
              <p:cNvPr id="319" name="직사각형 318">
                <a:extLst>
                  <a:ext uri="{FF2B5EF4-FFF2-40B4-BE49-F238E27FC236}">
                    <a16:creationId xmlns:a16="http://schemas.microsoft.com/office/drawing/2014/main" id="{6C3A4C73-6178-413E-93E7-26D4BCE4A87F}"/>
                  </a:ext>
                </a:extLst>
              </p:cNvPr>
              <p:cNvSpPr/>
              <p:nvPr/>
            </p:nvSpPr>
            <p:spPr>
              <a:xfrm>
                <a:off x="2874309" y="7186855"/>
                <a:ext cx="164165" cy="92235"/>
              </a:xfrm>
              <a:prstGeom prst="rect">
                <a:avLst/>
              </a:prstGeom>
              <a:solidFill>
                <a:srgbClr val="92D0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500">
                  <a:latin typeface="NanumGothic" panose="020D0604000000000000" pitchFamily="34" charset="-127"/>
                  <a:ea typeface="NanumGothic" panose="020D0604000000000000" pitchFamily="34" charset="-127"/>
                </a:endParaRPr>
              </a:p>
            </p:txBody>
          </p:sp>
          <p:sp>
            <p:nvSpPr>
              <p:cNvPr id="320" name="직사각형 319">
                <a:extLst>
                  <a:ext uri="{FF2B5EF4-FFF2-40B4-BE49-F238E27FC236}">
                    <a16:creationId xmlns:a16="http://schemas.microsoft.com/office/drawing/2014/main" id="{A4A30EF7-62F7-450A-BBF3-D18E615F5199}"/>
                  </a:ext>
                </a:extLst>
              </p:cNvPr>
              <p:cNvSpPr/>
              <p:nvPr/>
            </p:nvSpPr>
            <p:spPr>
              <a:xfrm>
                <a:off x="246528" y="7288342"/>
                <a:ext cx="164165" cy="92235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500">
                  <a:latin typeface="NanumGothic" panose="020D0604000000000000" pitchFamily="34" charset="-127"/>
                  <a:ea typeface="NanumGothic" panose="020D0604000000000000" pitchFamily="34" charset="-127"/>
                </a:endParaRPr>
              </a:p>
            </p:txBody>
          </p:sp>
          <p:sp>
            <p:nvSpPr>
              <p:cNvPr id="321" name="직사각형 320">
                <a:extLst>
                  <a:ext uri="{FF2B5EF4-FFF2-40B4-BE49-F238E27FC236}">
                    <a16:creationId xmlns:a16="http://schemas.microsoft.com/office/drawing/2014/main" id="{EFA67E1A-AB9D-4C20-8109-D4FB4E6F258B}"/>
                  </a:ext>
                </a:extLst>
              </p:cNvPr>
              <p:cNvSpPr/>
              <p:nvPr/>
            </p:nvSpPr>
            <p:spPr>
              <a:xfrm>
                <a:off x="421713" y="7288342"/>
                <a:ext cx="164165" cy="92235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500">
                  <a:latin typeface="NanumGothic" panose="020D0604000000000000" pitchFamily="34" charset="-127"/>
                  <a:ea typeface="NanumGothic" panose="020D0604000000000000" pitchFamily="34" charset="-127"/>
                </a:endParaRPr>
              </a:p>
            </p:txBody>
          </p:sp>
          <p:sp>
            <p:nvSpPr>
              <p:cNvPr id="322" name="직사각형 321">
                <a:extLst>
                  <a:ext uri="{FF2B5EF4-FFF2-40B4-BE49-F238E27FC236}">
                    <a16:creationId xmlns:a16="http://schemas.microsoft.com/office/drawing/2014/main" id="{82051987-BB49-4291-92F9-574CBCBEBD92}"/>
                  </a:ext>
                </a:extLst>
              </p:cNvPr>
              <p:cNvSpPr/>
              <p:nvPr/>
            </p:nvSpPr>
            <p:spPr>
              <a:xfrm>
                <a:off x="596898" y="7288342"/>
                <a:ext cx="164165" cy="92235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500">
                  <a:latin typeface="NanumGothic" panose="020D0604000000000000" pitchFamily="34" charset="-127"/>
                  <a:ea typeface="NanumGothic" panose="020D0604000000000000" pitchFamily="34" charset="-127"/>
                </a:endParaRPr>
              </a:p>
            </p:txBody>
          </p:sp>
          <p:sp>
            <p:nvSpPr>
              <p:cNvPr id="323" name="직사각형 322">
                <a:extLst>
                  <a:ext uri="{FF2B5EF4-FFF2-40B4-BE49-F238E27FC236}">
                    <a16:creationId xmlns:a16="http://schemas.microsoft.com/office/drawing/2014/main" id="{21D24256-07FD-4073-870A-262810B6EF15}"/>
                  </a:ext>
                </a:extLst>
              </p:cNvPr>
              <p:cNvSpPr/>
              <p:nvPr/>
            </p:nvSpPr>
            <p:spPr>
              <a:xfrm>
                <a:off x="772083" y="7288342"/>
                <a:ext cx="164165" cy="92235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500">
                  <a:latin typeface="NanumGothic" panose="020D0604000000000000" pitchFamily="34" charset="-127"/>
                  <a:ea typeface="NanumGothic" panose="020D0604000000000000" pitchFamily="34" charset="-127"/>
                </a:endParaRPr>
              </a:p>
            </p:txBody>
          </p:sp>
          <p:sp>
            <p:nvSpPr>
              <p:cNvPr id="324" name="직사각형 323">
                <a:extLst>
                  <a:ext uri="{FF2B5EF4-FFF2-40B4-BE49-F238E27FC236}">
                    <a16:creationId xmlns:a16="http://schemas.microsoft.com/office/drawing/2014/main" id="{084D8CDF-572B-421B-BF98-02516F588882}"/>
                  </a:ext>
                </a:extLst>
              </p:cNvPr>
              <p:cNvSpPr/>
              <p:nvPr/>
            </p:nvSpPr>
            <p:spPr>
              <a:xfrm>
                <a:off x="947269" y="7288342"/>
                <a:ext cx="164165" cy="92235"/>
              </a:xfrm>
              <a:prstGeom prst="rect">
                <a:avLst/>
              </a:prstGeom>
              <a:solidFill>
                <a:srgbClr val="FF99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500">
                  <a:latin typeface="NanumGothic" panose="020D0604000000000000" pitchFamily="34" charset="-127"/>
                  <a:ea typeface="NanumGothic" panose="020D0604000000000000" pitchFamily="34" charset="-127"/>
                </a:endParaRPr>
              </a:p>
            </p:txBody>
          </p:sp>
          <p:sp>
            <p:nvSpPr>
              <p:cNvPr id="325" name="직사각형 324">
                <a:extLst>
                  <a:ext uri="{FF2B5EF4-FFF2-40B4-BE49-F238E27FC236}">
                    <a16:creationId xmlns:a16="http://schemas.microsoft.com/office/drawing/2014/main" id="{7DDE5174-13A8-42A7-AF4F-B7188C0ACE4B}"/>
                  </a:ext>
                </a:extLst>
              </p:cNvPr>
              <p:cNvSpPr/>
              <p:nvPr/>
            </p:nvSpPr>
            <p:spPr>
              <a:xfrm>
                <a:off x="1122454" y="7288342"/>
                <a:ext cx="164165" cy="92235"/>
              </a:xfrm>
              <a:prstGeom prst="rect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500">
                  <a:latin typeface="NanumGothic" panose="020D0604000000000000" pitchFamily="34" charset="-127"/>
                  <a:ea typeface="NanumGothic" panose="020D0604000000000000" pitchFamily="34" charset="-127"/>
                </a:endParaRPr>
              </a:p>
            </p:txBody>
          </p:sp>
          <p:sp>
            <p:nvSpPr>
              <p:cNvPr id="326" name="직사각형 325">
                <a:extLst>
                  <a:ext uri="{FF2B5EF4-FFF2-40B4-BE49-F238E27FC236}">
                    <a16:creationId xmlns:a16="http://schemas.microsoft.com/office/drawing/2014/main" id="{CCCF3F8D-4836-410A-89F0-2E52BCF813A3}"/>
                  </a:ext>
                </a:extLst>
              </p:cNvPr>
              <p:cNvSpPr/>
              <p:nvPr/>
            </p:nvSpPr>
            <p:spPr>
              <a:xfrm>
                <a:off x="1297639" y="7288342"/>
                <a:ext cx="164165" cy="92235"/>
              </a:xfrm>
              <a:prstGeom prst="rect">
                <a:avLst/>
              </a:pr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500">
                  <a:latin typeface="NanumGothic" panose="020D0604000000000000" pitchFamily="34" charset="-127"/>
                  <a:ea typeface="NanumGothic" panose="020D0604000000000000" pitchFamily="34" charset="-127"/>
                </a:endParaRPr>
              </a:p>
            </p:txBody>
          </p:sp>
          <p:sp>
            <p:nvSpPr>
              <p:cNvPr id="327" name="직사각형 326">
                <a:extLst>
                  <a:ext uri="{FF2B5EF4-FFF2-40B4-BE49-F238E27FC236}">
                    <a16:creationId xmlns:a16="http://schemas.microsoft.com/office/drawing/2014/main" id="{105B9CC5-D34D-40E7-8CF1-F944448240DC}"/>
                  </a:ext>
                </a:extLst>
              </p:cNvPr>
              <p:cNvSpPr/>
              <p:nvPr/>
            </p:nvSpPr>
            <p:spPr>
              <a:xfrm>
                <a:off x="1472824" y="7288342"/>
                <a:ext cx="164165" cy="92235"/>
              </a:xfrm>
              <a:prstGeom prst="rect">
                <a:avLst/>
              </a:prstGeom>
              <a:solidFill>
                <a:srgbClr val="FF99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500">
                  <a:latin typeface="NanumGothic" panose="020D0604000000000000" pitchFamily="34" charset="-127"/>
                  <a:ea typeface="NanumGothic" panose="020D0604000000000000" pitchFamily="34" charset="-127"/>
                </a:endParaRPr>
              </a:p>
            </p:txBody>
          </p:sp>
          <p:sp>
            <p:nvSpPr>
              <p:cNvPr id="328" name="직사각형 327">
                <a:extLst>
                  <a:ext uri="{FF2B5EF4-FFF2-40B4-BE49-F238E27FC236}">
                    <a16:creationId xmlns:a16="http://schemas.microsoft.com/office/drawing/2014/main" id="{51579E3E-A696-40DD-8064-202B09A41C40}"/>
                  </a:ext>
                </a:extLst>
              </p:cNvPr>
              <p:cNvSpPr/>
              <p:nvPr/>
            </p:nvSpPr>
            <p:spPr>
              <a:xfrm>
                <a:off x="1648009" y="7288342"/>
                <a:ext cx="164165" cy="92235"/>
              </a:xfrm>
              <a:prstGeom prst="rect">
                <a:avLst/>
              </a:pr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500">
                  <a:latin typeface="NanumGothic" panose="020D0604000000000000" pitchFamily="34" charset="-127"/>
                  <a:ea typeface="NanumGothic" panose="020D0604000000000000" pitchFamily="34" charset="-127"/>
                </a:endParaRPr>
              </a:p>
            </p:txBody>
          </p:sp>
          <p:sp>
            <p:nvSpPr>
              <p:cNvPr id="329" name="직사각형 328">
                <a:extLst>
                  <a:ext uri="{FF2B5EF4-FFF2-40B4-BE49-F238E27FC236}">
                    <a16:creationId xmlns:a16="http://schemas.microsoft.com/office/drawing/2014/main" id="{26E59E3C-CF01-4490-A6EF-ED8B538A7F33}"/>
                  </a:ext>
                </a:extLst>
              </p:cNvPr>
              <p:cNvSpPr/>
              <p:nvPr/>
            </p:nvSpPr>
            <p:spPr>
              <a:xfrm>
                <a:off x="1823195" y="7288342"/>
                <a:ext cx="164165" cy="92235"/>
              </a:xfrm>
              <a:prstGeom prst="rect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500">
                  <a:latin typeface="NanumGothic" panose="020D0604000000000000" pitchFamily="34" charset="-127"/>
                  <a:ea typeface="NanumGothic" panose="020D0604000000000000" pitchFamily="34" charset="-127"/>
                </a:endParaRPr>
              </a:p>
            </p:txBody>
          </p:sp>
          <p:sp>
            <p:nvSpPr>
              <p:cNvPr id="330" name="직사각형 329">
                <a:extLst>
                  <a:ext uri="{FF2B5EF4-FFF2-40B4-BE49-F238E27FC236}">
                    <a16:creationId xmlns:a16="http://schemas.microsoft.com/office/drawing/2014/main" id="{5EC61B00-8351-4A1B-922A-50504D1B5BEA}"/>
                  </a:ext>
                </a:extLst>
              </p:cNvPr>
              <p:cNvSpPr/>
              <p:nvPr/>
            </p:nvSpPr>
            <p:spPr>
              <a:xfrm>
                <a:off x="1998380" y="7288342"/>
                <a:ext cx="164165" cy="92235"/>
              </a:xfrm>
              <a:prstGeom prst="rect">
                <a:avLst/>
              </a:pr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500">
                  <a:latin typeface="NanumGothic" panose="020D0604000000000000" pitchFamily="34" charset="-127"/>
                  <a:ea typeface="NanumGothic" panose="020D0604000000000000" pitchFamily="34" charset="-127"/>
                </a:endParaRPr>
              </a:p>
            </p:txBody>
          </p:sp>
          <p:sp>
            <p:nvSpPr>
              <p:cNvPr id="331" name="직사각형 330">
                <a:extLst>
                  <a:ext uri="{FF2B5EF4-FFF2-40B4-BE49-F238E27FC236}">
                    <a16:creationId xmlns:a16="http://schemas.microsoft.com/office/drawing/2014/main" id="{7F496F69-1DF7-405B-B473-613B7B8C3044}"/>
                  </a:ext>
                </a:extLst>
              </p:cNvPr>
              <p:cNvSpPr/>
              <p:nvPr/>
            </p:nvSpPr>
            <p:spPr>
              <a:xfrm>
                <a:off x="2173565" y="7288342"/>
                <a:ext cx="164165" cy="92235"/>
              </a:xfrm>
              <a:prstGeom prst="rect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500">
                  <a:latin typeface="NanumGothic" panose="020D0604000000000000" pitchFamily="34" charset="-127"/>
                  <a:ea typeface="NanumGothic" panose="020D0604000000000000" pitchFamily="34" charset="-127"/>
                </a:endParaRPr>
              </a:p>
            </p:txBody>
          </p:sp>
          <p:sp>
            <p:nvSpPr>
              <p:cNvPr id="332" name="직사각형 331">
                <a:extLst>
                  <a:ext uri="{FF2B5EF4-FFF2-40B4-BE49-F238E27FC236}">
                    <a16:creationId xmlns:a16="http://schemas.microsoft.com/office/drawing/2014/main" id="{FB9D8127-19E2-4358-9A38-4DED3ECD684A}"/>
                  </a:ext>
                </a:extLst>
              </p:cNvPr>
              <p:cNvSpPr/>
              <p:nvPr/>
            </p:nvSpPr>
            <p:spPr>
              <a:xfrm>
                <a:off x="2348750" y="7288342"/>
                <a:ext cx="164165" cy="92235"/>
              </a:xfrm>
              <a:prstGeom prst="rect">
                <a:avLst/>
              </a:prstGeom>
              <a:solidFill>
                <a:srgbClr val="92D0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500">
                  <a:latin typeface="NanumGothic" panose="020D0604000000000000" pitchFamily="34" charset="-127"/>
                  <a:ea typeface="NanumGothic" panose="020D0604000000000000" pitchFamily="34" charset="-127"/>
                </a:endParaRPr>
              </a:p>
            </p:txBody>
          </p:sp>
          <p:sp>
            <p:nvSpPr>
              <p:cNvPr id="333" name="직사각형 332">
                <a:extLst>
                  <a:ext uri="{FF2B5EF4-FFF2-40B4-BE49-F238E27FC236}">
                    <a16:creationId xmlns:a16="http://schemas.microsoft.com/office/drawing/2014/main" id="{6595FEA1-D783-4C19-84CB-DEBA3077850D}"/>
                  </a:ext>
                </a:extLst>
              </p:cNvPr>
              <p:cNvSpPr/>
              <p:nvPr/>
            </p:nvSpPr>
            <p:spPr>
              <a:xfrm>
                <a:off x="2523936" y="7288342"/>
                <a:ext cx="164165" cy="92235"/>
              </a:xfrm>
              <a:prstGeom prst="rect">
                <a:avLst/>
              </a:prstGeom>
              <a:solidFill>
                <a:srgbClr val="92D0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500">
                  <a:latin typeface="NanumGothic" panose="020D0604000000000000" pitchFamily="34" charset="-127"/>
                  <a:ea typeface="NanumGothic" panose="020D0604000000000000" pitchFamily="34" charset="-127"/>
                </a:endParaRPr>
              </a:p>
            </p:txBody>
          </p:sp>
          <p:sp>
            <p:nvSpPr>
              <p:cNvPr id="334" name="직사각형 333">
                <a:extLst>
                  <a:ext uri="{FF2B5EF4-FFF2-40B4-BE49-F238E27FC236}">
                    <a16:creationId xmlns:a16="http://schemas.microsoft.com/office/drawing/2014/main" id="{4E47600D-7F73-4FDD-A5C6-14681F4B13D7}"/>
                  </a:ext>
                </a:extLst>
              </p:cNvPr>
              <p:cNvSpPr/>
              <p:nvPr/>
            </p:nvSpPr>
            <p:spPr>
              <a:xfrm>
                <a:off x="2699121" y="7288342"/>
                <a:ext cx="164165" cy="92235"/>
              </a:xfrm>
              <a:prstGeom prst="rect">
                <a:avLst/>
              </a:prstGeom>
              <a:solidFill>
                <a:srgbClr val="92D0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500">
                  <a:latin typeface="NanumGothic" panose="020D0604000000000000" pitchFamily="34" charset="-127"/>
                  <a:ea typeface="NanumGothic" panose="020D0604000000000000" pitchFamily="34" charset="-127"/>
                </a:endParaRPr>
              </a:p>
            </p:txBody>
          </p:sp>
          <p:sp>
            <p:nvSpPr>
              <p:cNvPr id="335" name="직사각형 334">
                <a:extLst>
                  <a:ext uri="{FF2B5EF4-FFF2-40B4-BE49-F238E27FC236}">
                    <a16:creationId xmlns:a16="http://schemas.microsoft.com/office/drawing/2014/main" id="{EA77290D-6D51-4244-A774-D2BDC572DDE2}"/>
                  </a:ext>
                </a:extLst>
              </p:cNvPr>
              <p:cNvSpPr/>
              <p:nvPr/>
            </p:nvSpPr>
            <p:spPr>
              <a:xfrm>
                <a:off x="2874309" y="7288342"/>
                <a:ext cx="164165" cy="92235"/>
              </a:xfrm>
              <a:prstGeom prst="rect">
                <a:avLst/>
              </a:prstGeom>
              <a:solidFill>
                <a:srgbClr val="92D0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500">
                  <a:latin typeface="NanumGothic" panose="020D0604000000000000" pitchFamily="34" charset="-127"/>
                  <a:ea typeface="NanumGothic" panose="020D0604000000000000" pitchFamily="34" charset="-127"/>
                </a:endParaRPr>
              </a:p>
            </p:txBody>
          </p:sp>
          <p:sp>
            <p:nvSpPr>
              <p:cNvPr id="336" name="TextBox 335">
                <a:extLst>
                  <a:ext uri="{FF2B5EF4-FFF2-40B4-BE49-F238E27FC236}">
                    <a16:creationId xmlns:a16="http://schemas.microsoft.com/office/drawing/2014/main" id="{996C6547-4F01-4DC7-992F-2C0A9F3DAB07}"/>
                  </a:ext>
                </a:extLst>
              </p:cNvPr>
              <p:cNvSpPr txBox="1"/>
              <p:nvPr/>
            </p:nvSpPr>
            <p:spPr>
              <a:xfrm>
                <a:off x="76200" y="5765948"/>
                <a:ext cx="146371" cy="8250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altLang="ko-KR" sz="500" dirty="0">
                    <a:solidFill>
                      <a:schemeClr val="bg1">
                        <a:lumMod val="65000"/>
                      </a:schemeClr>
                    </a:solidFill>
                    <a:latin typeface="NanumGothic" panose="020D0604000000000000" pitchFamily="34" charset="-127"/>
                    <a:ea typeface="NanumGothic" panose="020D0604000000000000" pitchFamily="34" charset="-127"/>
                  </a:rPr>
                  <a:t>INFP</a:t>
                </a:r>
                <a:endParaRPr lang="ko-KR" altLang="en-US" sz="500" dirty="0">
                  <a:solidFill>
                    <a:schemeClr val="bg1">
                      <a:lumMod val="65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endParaRPr>
              </a:p>
            </p:txBody>
          </p:sp>
          <p:sp>
            <p:nvSpPr>
              <p:cNvPr id="337" name="TextBox 336">
                <a:extLst>
                  <a:ext uri="{FF2B5EF4-FFF2-40B4-BE49-F238E27FC236}">
                    <a16:creationId xmlns:a16="http://schemas.microsoft.com/office/drawing/2014/main" id="{57D0E3EA-C63A-416D-8D82-A002A508EA1C}"/>
                  </a:ext>
                </a:extLst>
              </p:cNvPr>
              <p:cNvSpPr txBox="1"/>
              <p:nvPr/>
            </p:nvSpPr>
            <p:spPr>
              <a:xfrm>
                <a:off x="76200" y="5867440"/>
                <a:ext cx="164941" cy="8250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altLang="ko-KR" sz="500" dirty="0">
                    <a:solidFill>
                      <a:schemeClr val="bg1">
                        <a:lumMod val="65000"/>
                      </a:schemeClr>
                    </a:solidFill>
                    <a:latin typeface="NanumGothic" panose="020D0604000000000000" pitchFamily="34" charset="-127"/>
                    <a:ea typeface="NanumGothic" panose="020D0604000000000000" pitchFamily="34" charset="-127"/>
                  </a:rPr>
                  <a:t>ENFP</a:t>
                </a:r>
                <a:endParaRPr lang="ko-KR" altLang="en-US" sz="500" dirty="0">
                  <a:solidFill>
                    <a:schemeClr val="bg1">
                      <a:lumMod val="65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endParaRPr>
              </a:p>
            </p:txBody>
          </p:sp>
          <p:sp>
            <p:nvSpPr>
              <p:cNvPr id="338" name="TextBox 337">
                <a:extLst>
                  <a:ext uri="{FF2B5EF4-FFF2-40B4-BE49-F238E27FC236}">
                    <a16:creationId xmlns:a16="http://schemas.microsoft.com/office/drawing/2014/main" id="{9CC2967B-30EF-459D-9AE1-2BB978C2D6B2}"/>
                  </a:ext>
                </a:extLst>
              </p:cNvPr>
              <p:cNvSpPr txBox="1"/>
              <p:nvPr/>
            </p:nvSpPr>
            <p:spPr>
              <a:xfrm>
                <a:off x="76200" y="5968934"/>
                <a:ext cx="131079" cy="8250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altLang="ko-KR" sz="500" dirty="0">
                    <a:solidFill>
                      <a:schemeClr val="bg1">
                        <a:lumMod val="65000"/>
                      </a:schemeClr>
                    </a:solidFill>
                    <a:latin typeface="NanumGothic" panose="020D0604000000000000" pitchFamily="34" charset="-127"/>
                    <a:ea typeface="NanumGothic" panose="020D0604000000000000" pitchFamily="34" charset="-127"/>
                  </a:rPr>
                  <a:t>INFJ</a:t>
                </a:r>
                <a:endParaRPr lang="ko-KR" altLang="en-US" sz="500" dirty="0">
                  <a:solidFill>
                    <a:schemeClr val="bg1">
                      <a:lumMod val="65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endParaRPr>
              </a:p>
            </p:txBody>
          </p:sp>
          <p:sp>
            <p:nvSpPr>
              <p:cNvPr id="339" name="TextBox 338">
                <a:extLst>
                  <a:ext uri="{FF2B5EF4-FFF2-40B4-BE49-F238E27FC236}">
                    <a16:creationId xmlns:a16="http://schemas.microsoft.com/office/drawing/2014/main" id="{49A56B69-9759-4AC3-ADE0-202BE5C20823}"/>
                  </a:ext>
                </a:extLst>
              </p:cNvPr>
              <p:cNvSpPr txBox="1"/>
              <p:nvPr/>
            </p:nvSpPr>
            <p:spPr>
              <a:xfrm>
                <a:off x="76200" y="7288341"/>
                <a:ext cx="146371" cy="8250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altLang="ko-KR" sz="500" dirty="0">
                    <a:solidFill>
                      <a:schemeClr val="bg1">
                        <a:lumMod val="65000"/>
                      </a:schemeClr>
                    </a:solidFill>
                    <a:latin typeface="NanumGothic" panose="020D0604000000000000" pitchFamily="34" charset="-127"/>
                    <a:ea typeface="NanumGothic" panose="020D0604000000000000" pitchFamily="34" charset="-127"/>
                  </a:rPr>
                  <a:t>ESTJ</a:t>
                </a:r>
                <a:endParaRPr lang="ko-KR" altLang="en-US" sz="500" dirty="0">
                  <a:solidFill>
                    <a:schemeClr val="bg1">
                      <a:lumMod val="65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endParaRPr>
              </a:p>
            </p:txBody>
          </p:sp>
          <p:sp>
            <p:nvSpPr>
              <p:cNvPr id="340" name="TextBox 339">
                <a:extLst>
                  <a:ext uri="{FF2B5EF4-FFF2-40B4-BE49-F238E27FC236}">
                    <a16:creationId xmlns:a16="http://schemas.microsoft.com/office/drawing/2014/main" id="{C7DB2CB9-363E-4B02-820B-070CCC569BCF}"/>
                  </a:ext>
                </a:extLst>
              </p:cNvPr>
              <p:cNvSpPr txBox="1"/>
              <p:nvPr/>
            </p:nvSpPr>
            <p:spPr>
              <a:xfrm>
                <a:off x="76200" y="6070427"/>
                <a:ext cx="149649" cy="8250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altLang="ko-KR" sz="500" dirty="0">
                    <a:solidFill>
                      <a:schemeClr val="bg1">
                        <a:lumMod val="65000"/>
                      </a:schemeClr>
                    </a:solidFill>
                    <a:latin typeface="NanumGothic" panose="020D0604000000000000" pitchFamily="34" charset="-127"/>
                    <a:ea typeface="NanumGothic" panose="020D0604000000000000" pitchFamily="34" charset="-127"/>
                  </a:rPr>
                  <a:t>ENFJ</a:t>
                </a:r>
                <a:endParaRPr lang="ko-KR" altLang="en-US" sz="500" dirty="0">
                  <a:solidFill>
                    <a:schemeClr val="bg1">
                      <a:lumMod val="65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endParaRPr>
              </a:p>
            </p:txBody>
          </p:sp>
          <p:sp>
            <p:nvSpPr>
              <p:cNvPr id="341" name="TextBox 340">
                <a:extLst>
                  <a:ext uri="{FF2B5EF4-FFF2-40B4-BE49-F238E27FC236}">
                    <a16:creationId xmlns:a16="http://schemas.microsoft.com/office/drawing/2014/main" id="{A9004205-F49F-4993-86B3-480D9F767C0D}"/>
                  </a:ext>
                </a:extLst>
              </p:cNvPr>
              <p:cNvSpPr txBox="1"/>
              <p:nvPr/>
            </p:nvSpPr>
            <p:spPr>
              <a:xfrm>
                <a:off x="76200" y="7186849"/>
                <a:ext cx="146371" cy="8250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altLang="ko-KR" sz="500" dirty="0">
                    <a:solidFill>
                      <a:schemeClr val="bg1">
                        <a:lumMod val="65000"/>
                      </a:schemeClr>
                    </a:solidFill>
                    <a:latin typeface="NanumGothic" panose="020D0604000000000000" pitchFamily="34" charset="-127"/>
                    <a:ea typeface="NanumGothic" panose="020D0604000000000000" pitchFamily="34" charset="-127"/>
                  </a:rPr>
                  <a:t>ISTJ</a:t>
                </a:r>
                <a:endParaRPr lang="ko-KR" altLang="en-US" sz="500" dirty="0">
                  <a:solidFill>
                    <a:schemeClr val="bg1">
                      <a:lumMod val="65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endParaRPr>
              </a:p>
            </p:txBody>
          </p:sp>
          <p:sp>
            <p:nvSpPr>
              <p:cNvPr id="342" name="TextBox 341">
                <a:extLst>
                  <a:ext uri="{FF2B5EF4-FFF2-40B4-BE49-F238E27FC236}">
                    <a16:creationId xmlns:a16="http://schemas.microsoft.com/office/drawing/2014/main" id="{D03FF4CD-082E-40CD-8FC7-C201EC04263F}"/>
                  </a:ext>
                </a:extLst>
              </p:cNvPr>
              <p:cNvSpPr txBox="1"/>
              <p:nvPr/>
            </p:nvSpPr>
            <p:spPr>
              <a:xfrm>
                <a:off x="76200" y="6171919"/>
                <a:ext cx="133263" cy="8250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altLang="ko-KR" sz="500" dirty="0">
                    <a:solidFill>
                      <a:schemeClr val="bg1">
                        <a:lumMod val="65000"/>
                      </a:schemeClr>
                    </a:solidFill>
                    <a:latin typeface="NanumGothic" panose="020D0604000000000000" pitchFamily="34" charset="-127"/>
                    <a:ea typeface="NanumGothic" panose="020D0604000000000000" pitchFamily="34" charset="-127"/>
                  </a:rPr>
                  <a:t>INTJ</a:t>
                </a:r>
                <a:endParaRPr lang="ko-KR" altLang="en-US" sz="500" dirty="0">
                  <a:solidFill>
                    <a:schemeClr val="bg1">
                      <a:lumMod val="65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endParaRPr>
              </a:p>
            </p:txBody>
          </p:sp>
          <p:sp>
            <p:nvSpPr>
              <p:cNvPr id="343" name="TextBox 342">
                <a:extLst>
                  <a:ext uri="{FF2B5EF4-FFF2-40B4-BE49-F238E27FC236}">
                    <a16:creationId xmlns:a16="http://schemas.microsoft.com/office/drawing/2014/main" id="{5D4E8D3A-3FAD-4BD6-A481-8F4DEB48F83D}"/>
                  </a:ext>
                </a:extLst>
              </p:cNvPr>
              <p:cNvSpPr txBox="1"/>
              <p:nvPr/>
            </p:nvSpPr>
            <p:spPr>
              <a:xfrm>
                <a:off x="76199" y="6273412"/>
                <a:ext cx="151833" cy="8250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altLang="ko-KR" sz="500" dirty="0">
                    <a:solidFill>
                      <a:schemeClr val="bg1">
                        <a:lumMod val="65000"/>
                      </a:schemeClr>
                    </a:solidFill>
                    <a:latin typeface="NanumGothic" panose="020D0604000000000000" pitchFamily="34" charset="-127"/>
                    <a:ea typeface="NanumGothic" panose="020D0604000000000000" pitchFamily="34" charset="-127"/>
                  </a:rPr>
                  <a:t>ENTJ</a:t>
                </a:r>
                <a:endParaRPr lang="ko-KR" altLang="en-US" sz="500" dirty="0">
                  <a:solidFill>
                    <a:schemeClr val="bg1">
                      <a:lumMod val="65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endParaRPr>
              </a:p>
            </p:txBody>
          </p:sp>
          <p:sp>
            <p:nvSpPr>
              <p:cNvPr id="344" name="TextBox 343">
                <a:extLst>
                  <a:ext uri="{FF2B5EF4-FFF2-40B4-BE49-F238E27FC236}">
                    <a16:creationId xmlns:a16="http://schemas.microsoft.com/office/drawing/2014/main" id="{E1F5F9CF-C3B9-48B1-957A-895DACD912D3}"/>
                  </a:ext>
                </a:extLst>
              </p:cNvPr>
              <p:cNvSpPr txBox="1"/>
              <p:nvPr/>
            </p:nvSpPr>
            <p:spPr>
              <a:xfrm>
                <a:off x="76199" y="6374904"/>
                <a:ext cx="148556" cy="8250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altLang="ko-KR" sz="500" dirty="0">
                    <a:solidFill>
                      <a:schemeClr val="bg1">
                        <a:lumMod val="65000"/>
                      </a:schemeClr>
                    </a:solidFill>
                    <a:latin typeface="NanumGothic" panose="020D0604000000000000" pitchFamily="34" charset="-127"/>
                    <a:ea typeface="NanumGothic" panose="020D0604000000000000" pitchFamily="34" charset="-127"/>
                  </a:rPr>
                  <a:t>INTP</a:t>
                </a:r>
                <a:endParaRPr lang="ko-KR" altLang="en-US" sz="500" dirty="0">
                  <a:solidFill>
                    <a:schemeClr val="bg1">
                      <a:lumMod val="65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endParaRPr>
              </a:p>
            </p:txBody>
          </p:sp>
          <p:sp>
            <p:nvSpPr>
              <p:cNvPr id="345" name="TextBox 344">
                <a:extLst>
                  <a:ext uri="{FF2B5EF4-FFF2-40B4-BE49-F238E27FC236}">
                    <a16:creationId xmlns:a16="http://schemas.microsoft.com/office/drawing/2014/main" id="{EC0D9F60-0612-4FF5-B000-D64E04FAEAA3}"/>
                  </a:ext>
                </a:extLst>
              </p:cNvPr>
              <p:cNvSpPr txBox="1"/>
              <p:nvPr/>
            </p:nvSpPr>
            <p:spPr>
              <a:xfrm>
                <a:off x="76200" y="7085357"/>
                <a:ext cx="146371" cy="8250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altLang="ko-KR" sz="500" dirty="0">
                    <a:solidFill>
                      <a:schemeClr val="bg1">
                        <a:lumMod val="65000"/>
                      </a:schemeClr>
                    </a:solidFill>
                    <a:latin typeface="NanumGothic" panose="020D0604000000000000" pitchFamily="34" charset="-127"/>
                    <a:ea typeface="NanumGothic" panose="020D0604000000000000" pitchFamily="34" charset="-127"/>
                  </a:rPr>
                  <a:t>ESFJ</a:t>
                </a:r>
                <a:endParaRPr lang="ko-KR" altLang="en-US" sz="500" dirty="0">
                  <a:solidFill>
                    <a:schemeClr val="bg1">
                      <a:lumMod val="65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endParaRPr>
              </a:p>
            </p:txBody>
          </p:sp>
          <p:sp>
            <p:nvSpPr>
              <p:cNvPr id="346" name="TextBox 345">
                <a:extLst>
                  <a:ext uri="{FF2B5EF4-FFF2-40B4-BE49-F238E27FC236}">
                    <a16:creationId xmlns:a16="http://schemas.microsoft.com/office/drawing/2014/main" id="{DAB7AFB3-7531-46B5-AEF1-B5E2E2075A16}"/>
                  </a:ext>
                </a:extLst>
              </p:cNvPr>
              <p:cNvSpPr txBox="1"/>
              <p:nvPr/>
            </p:nvSpPr>
            <p:spPr>
              <a:xfrm>
                <a:off x="76199" y="6476398"/>
                <a:ext cx="167126" cy="8250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altLang="ko-KR" sz="500" dirty="0">
                    <a:solidFill>
                      <a:schemeClr val="bg1">
                        <a:lumMod val="65000"/>
                      </a:schemeClr>
                    </a:solidFill>
                    <a:latin typeface="NanumGothic" panose="020D0604000000000000" pitchFamily="34" charset="-127"/>
                    <a:ea typeface="NanumGothic" panose="020D0604000000000000" pitchFamily="34" charset="-127"/>
                  </a:rPr>
                  <a:t>ENTP</a:t>
                </a:r>
                <a:endParaRPr lang="ko-KR" altLang="en-US" sz="500" dirty="0">
                  <a:solidFill>
                    <a:schemeClr val="bg1">
                      <a:lumMod val="65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endParaRPr>
              </a:p>
            </p:txBody>
          </p:sp>
          <p:sp>
            <p:nvSpPr>
              <p:cNvPr id="347" name="TextBox 346">
                <a:extLst>
                  <a:ext uri="{FF2B5EF4-FFF2-40B4-BE49-F238E27FC236}">
                    <a16:creationId xmlns:a16="http://schemas.microsoft.com/office/drawing/2014/main" id="{4CFB5A3F-CFCE-458C-833E-E454CE282D6E}"/>
                  </a:ext>
                </a:extLst>
              </p:cNvPr>
              <p:cNvSpPr txBox="1"/>
              <p:nvPr/>
            </p:nvSpPr>
            <p:spPr>
              <a:xfrm>
                <a:off x="76199" y="6577891"/>
                <a:ext cx="132172" cy="8250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altLang="ko-KR" sz="500" dirty="0">
                    <a:solidFill>
                      <a:schemeClr val="bg1">
                        <a:lumMod val="65000"/>
                      </a:schemeClr>
                    </a:solidFill>
                    <a:latin typeface="NanumGothic" panose="020D0604000000000000" pitchFamily="34" charset="-127"/>
                    <a:ea typeface="NanumGothic" panose="020D0604000000000000" pitchFamily="34" charset="-127"/>
                  </a:rPr>
                  <a:t>ISFP</a:t>
                </a:r>
                <a:endParaRPr lang="ko-KR" altLang="en-US" sz="500" dirty="0">
                  <a:solidFill>
                    <a:schemeClr val="bg1">
                      <a:lumMod val="65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endParaRPr>
              </a:p>
            </p:txBody>
          </p:sp>
          <p:sp>
            <p:nvSpPr>
              <p:cNvPr id="348" name="TextBox 347">
                <a:extLst>
                  <a:ext uri="{FF2B5EF4-FFF2-40B4-BE49-F238E27FC236}">
                    <a16:creationId xmlns:a16="http://schemas.microsoft.com/office/drawing/2014/main" id="{385AEE86-EA34-45BB-8C1B-F05553B14E78}"/>
                  </a:ext>
                </a:extLst>
              </p:cNvPr>
              <p:cNvSpPr txBox="1"/>
              <p:nvPr/>
            </p:nvSpPr>
            <p:spPr>
              <a:xfrm>
                <a:off x="76200" y="6679384"/>
                <a:ext cx="164941" cy="8250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altLang="ko-KR" sz="500" dirty="0">
                    <a:solidFill>
                      <a:schemeClr val="bg1">
                        <a:lumMod val="65000"/>
                      </a:schemeClr>
                    </a:solidFill>
                    <a:latin typeface="NanumGothic" panose="020D0604000000000000" pitchFamily="34" charset="-127"/>
                    <a:ea typeface="NanumGothic" panose="020D0604000000000000" pitchFamily="34" charset="-127"/>
                  </a:rPr>
                  <a:t>ESFP</a:t>
                </a:r>
                <a:endParaRPr lang="ko-KR" altLang="en-US" sz="500" dirty="0">
                  <a:solidFill>
                    <a:schemeClr val="bg1">
                      <a:lumMod val="65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endParaRPr>
              </a:p>
            </p:txBody>
          </p:sp>
          <p:sp>
            <p:nvSpPr>
              <p:cNvPr id="349" name="TextBox 348">
                <a:extLst>
                  <a:ext uri="{FF2B5EF4-FFF2-40B4-BE49-F238E27FC236}">
                    <a16:creationId xmlns:a16="http://schemas.microsoft.com/office/drawing/2014/main" id="{B7F3EEB1-FA68-4471-86E6-9B96EE560FAE}"/>
                  </a:ext>
                </a:extLst>
              </p:cNvPr>
              <p:cNvSpPr txBox="1"/>
              <p:nvPr/>
            </p:nvSpPr>
            <p:spPr>
              <a:xfrm>
                <a:off x="76200" y="6780877"/>
                <a:ext cx="146371" cy="8250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altLang="ko-KR" sz="500" dirty="0">
                    <a:solidFill>
                      <a:schemeClr val="bg1">
                        <a:lumMod val="65000"/>
                      </a:schemeClr>
                    </a:solidFill>
                    <a:latin typeface="NanumGothic" panose="020D0604000000000000" pitchFamily="34" charset="-127"/>
                    <a:ea typeface="NanumGothic" panose="020D0604000000000000" pitchFamily="34" charset="-127"/>
                  </a:rPr>
                  <a:t>ISTP</a:t>
                </a:r>
                <a:endParaRPr lang="ko-KR" altLang="en-US" sz="500" dirty="0">
                  <a:solidFill>
                    <a:schemeClr val="bg1">
                      <a:lumMod val="65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endParaRPr>
              </a:p>
            </p:txBody>
          </p:sp>
          <p:sp>
            <p:nvSpPr>
              <p:cNvPr id="350" name="TextBox 349">
                <a:extLst>
                  <a:ext uri="{FF2B5EF4-FFF2-40B4-BE49-F238E27FC236}">
                    <a16:creationId xmlns:a16="http://schemas.microsoft.com/office/drawing/2014/main" id="{9F9302DA-A9CE-4605-B9D3-9088E3724499}"/>
                  </a:ext>
                </a:extLst>
              </p:cNvPr>
              <p:cNvSpPr txBox="1"/>
              <p:nvPr/>
            </p:nvSpPr>
            <p:spPr>
              <a:xfrm>
                <a:off x="76200" y="6882371"/>
                <a:ext cx="177783" cy="8250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altLang="ko-KR" sz="500" dirty="0">
                    <a:solidFill>
                      <a:schemeClr val="bg1">
                        <a:lumMod val="65000"/>
                      </a:schemeClr>
                    </a:solidFill>
                    <a:latin typeface="NanumGothic" panose="020D0604000000000000" pitchFamily="34" charset="-127"/>
                    <a:ea typeface="NanumGothic" panose="020D0604000000000000" pitchFamily="34" charset="-127"/>
                  </a:rPr>
                  <a:t>ESTP</a:t>
                </a:r>
                <a:endParaRPr lang="ko-KR" altLang="en-US" sz="500" dirty="0">
                  <a:solidFill>
                    <a:schemeClr val="bg1">
                      <a:lumMod val="65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endParaRPr>
              </a:p>
            </p:txBody>
          </p:sp>
          <p:sp>
            <p:nvSpPr>
              <p:cNvPr id="351" name="TextBox 350">
                <a:extLst>
                  <a:ext uri="{FF2B5EF4-FFF2-40B4-BE49-F238E27FC236}">
                    <a16:creationId xmlns:a16="http://schemas.microsoft.com/office/drawing/2014/main" id="{D75EB920-C3E7-4E02-A266-E700D72D9224}"/>
                  </a:ext>
                </a:extLst>
              </p:cNvPr>
              <p:cNvSpPr txBox="1"/>
              <p:nvPr/>
            </p:nvSpPr>
            <p:spPr>
              <a:xfrm>
                <a:off x="76200" y="6983863"/>
                <a:ext cx="146371" cy="8250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altLang="ko-KR" sz="500" dirty="0">
                    <a:solidFill>
                      <a:schemeClr val="bg1">
                        <a:lumMod val="65000"/>
                      </a:schemeClr>
                    </a:solidFill>
                    <a:latin typeface="NanumGothic" panose="020D0604000000000000" pitchFamily="34" charset="-127"/>
                    <a:ea typeface="NanumGothic" panose="020D0604000000000000" pitchFamily="34" charset="-127"/>
                  </a:rPr>
                  <a:t>ISFJ</a:t>
                </a:r>
                <a:endParaRPr lang="ko-KR" altLang="en-US" sz="500" dirty="0">
                  <a:solidFill>
                    <a:schemeClr val="bg1">
                      <a:lumMod val="65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endParaRPr>
              </a:p>
            </p:txBody>
          </p:sp>
        </p:grpSp>
        <p:sp>
          <p:nvSpPr>
            <p:cNvPr id="352" name="직사각형 351">
              <a:extLst>
                <a:ext uri="{FF2B5EF4-FFF2-40B4-BE49-F238E27FC236}">
                  <a16:creationId xmlns:a16="http://schemas.microsoft.com/office/drawing/2014/main" id="{6B8B99DD-8735-46E0-BA83-14EC80CC94CC}"/>
                </a:ext>
              </a:extLst>
            </p:cNvPr>
            <p:cNvSpPr/>
            <p:nvPr/>
          </p:nvSpPr>
          <p:spPr>
            <a:xfrm>
              <a:off x="246528" y="7580135"/>
              <a:ext cx="164165" cy="92235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500"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353" name="직사각형 352">
              <a:extLst>
                <a:ext uri="{FF2B5EF4-FFF2-40B4-BE49-F238E27FC236}">
                  <a16:creationId xmlns:a16="http://schemas.microsoft.com/office/drawing/2014/main" id="{4DE48A02-CB69-4613-8B5F-B39D324BDFF5}"/>
                </a:ext>
              </a:extLst>
            </p:cNvPr>
            <p:cNvSpPr/>
            <p:nvPr/>
          </p:nvSpPr>
          <p:spPr>
            <a:xfrm>
              <a:off x="421713" y="7580135"/>
              <a:ext cx="164165" cy="92235"/>
            </a:xfrm>
            <a:prstGeom prst="rect">
              <a:avLst/>
            </a:prstGeom>
            <a:solidFill>
              <a:srgbClr val="FF99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500"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354" name="직사각형 353">
              <a:extLst>
                <a:ext uri="{FF2B5EF4-FFF2-40B4-BE49-F238E27FC236}">
                  <a16:creationId xmlns:a16="http://schemas.microsoft.com/office/drawing/2014/main" id="{A265CF04-7325-4043-B657-46B628D126D3}"/>
                </a:ext>
              </a:extLst>
            </p:cNvPr>
            <p:cNvSpPr/>
            <p:nvPr/>
          </p:nvSpPr>
          <p:spPr>
            <a:xfrm>
              <a:off x="596898" y="7580135"/>
              <a:ext cx="164165" cy="92235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500"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355" name="직사각형 354">
              <a:extLst>
                <a:ext uri="{FF2B5EF4-FFF2-40B4-BE49-F238E27FC236}">
                  <a16:creationId xmlns:a16="http://schemas.microsoft.com/office/drawing/2014/main" id="{851A9D2F-8F00-4A6A-8038-A91FEC62C60C}"/>
                </a:ext>
              </a:extLst>
            </p:cNvPr>
            <p:cNvSpPr/>
            <p:nvPr/>
          </p:nvSpPr>
          <p:spPr>
            <a:xfrm>
              <a:off x="772083" y="7580135"/>
              <a:ext cx="164165" cy="92235"/>
            </a:xfrm>
            <a:prstGeom prst="rect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500"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356" name="직사각형 355">
              <a:extLst>
                <a:ext uri="{FF2B5EF4-FFF2-40B4-BE49-F238E27FC236}">
                  <a16:creationId xmlns:a16="http://schemas.microsoft.com/office/drawing/2014/main" id="{05E7EC32-B398-46E4-8761-E08404B8F332}"/>
                </a:ext>
              </a:extLst>
            </p:cNvPr>
            <p:cNvSpPr/>
            <p:nvPr/>
          </p:nvSpPr>
          <p:spPr>
            <a:xfrm>
              <a:off x="947269" y="7580135"/>
              <a:ext cx="164165" cy="92235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500"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357" name="TextBox 356">
              <a:extLst>
                <a:ext uri="{FF2B5EF4-FFF2-40B4-BE49-F238E27FC236}">
                  <a16:creationId xmlns:a16="http://schemas.microsoft.com/office/drawing/2014/main" id="{1DD9D839-C027-4447-806F-7A08363C973E}"/>
                </a:ext>
              </a:extLst>
            </p:cNvPr>
            <p:cNvSpPr txBox="1"/>
            <p:nvPr/>
          </p:nvSpPr>
          <p:spPr>
            <a:xfrm>
              <a:off x="243068" y="7495308"/>
              <a:ext cx="170956" cy="8250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ko-KR" altLang="en-US" sz="500" dirty="0">
                  <a:solidFill>
                    <a:schemeClr val="bg1">
                      <a:lumMod val="65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최악</a:t>
              </a:r>
            </a:p>
          </p:txBody>
        </p:sp>
        <p:sp>
          <p:nvSpPr>
            <p:cNvPr id="358" name="TextBox 357">
              <a:extLst>
                <a:ext uri="{FF2B5EF4-FFF2-40B4-BE49-F238E27FC236}">
                  <a16:creationId xmlns:a16="http://schemas.microsoft.com/office/drawing/2014/main" id="{F4B222EB-528F-4D4A-A13E-115C236FAD9E}"/>
                </a:ext>
              </a:extLst>
            </p:cNvPr>
            <p:cNvSpPr txBox="1"/>
            <p:nvPr/>
          </p:nvSpPr>
          <p:spPr>
            <a:xfrm>
              <a:off x="947269" y="7495308"/>
              <a:ext cx="170956" cy="8250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ko-KR" altLang="en-US" sz="500" dirty="0">
                  <a:solidFill>
                    <a:schemeClr val="bg1">
                      <a:lumMod val="65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최상</a:t>
              </a:r>
            </a:p>
          </p:txBody>
        </p:sp>
        <p:sp>
          <p:nvSpPr>
            <p:cNvPr id="359" name="TextBox 358">
              <a:extLst>
                <a:ext uri="{FF2B5EF4-FFF2-40B4-BE49-F238E27FC236}">
                  <a16:creationId xmlns:a16="http://schemas.microsoft.com/office/drawing/2014/main" id="{643D4BF6-6A56-411A-8342-D916190D97A4}"/>
                </a:ext>
              </a:extLst>
            </p:cNvPr>
            <p:cNvSpPr txBox="1"/>
            <p:nvPr/>
          </p:nvSpPr>
          <p:spPr>
            <a:xfrm>
              <a:off x="235493" y="109602"/>
              <a:ext cx="1070806" cy="23512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altLang="ko-KR" sz="1528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MBTI </a:t>
              </a:r>
              <a:r>
                <a:rPr lang="ko-KR" altLang="en-US" sz="1528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관계도</a:t>
              </a:r>
            </a:p>
          </p:txBody>
        </p:sp>
        <p:sp>
          <p:nvSpPr>
            <p:cNvPr id="360" name="직사각형 359">
              <a:extLst>
                <a:ext uri="{FF2B5EF4-FFF2-40B4-BE49-F238E27FC236}">
                  <a16:creationId xmlns:a16="http://schemas.microsoft.com/office/drawing/2014/main" id="{5501D1A6-82C8-4B52-A247-550DA9C2B653}"/>
                </a:ext>
              </a:extLst>
            </p:cNvPr>
            <p:cNvSpPr/>
            <p:nvPr/>
          </p:nvSpPr>
          <p:spPr>
            <a:xfrm rot="16200000">
              <a:off x="3090438" y="5101640"/>
              <a:ext cx="164165" cy="79195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500"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361" name="직사각형 360">
              <a:extLst>
                <a:ext uri="{FF2B5EF4-FFF2-40B4-BE49-F238E27FC236}">
                  <a16:creationId xmlns:a16="http://schemas.microsoft.com/office/drawing/2014/main" id="{497ED1A0-B18E-4F6C-B7ED-1020AC43473D}"/>
                </a:ext>
              </a:extLst>
            </p:cNvPr>
            <p:cNvSpPr/>
            <p:nvPr/>
          </p:nvSpPr>
          <p:spPr>
            <a:xfrm rot="16200000">
              <a:off x="3090438" y="3336605"/>
              <a:ext cx="164165" cy="79195"/>
            </a:xfrm>
            <a:prstGeom prst="rect">
              <a:avLst/>
            </a:prstGeom>
            <a:solidFill>
              <a:srgbClr val="FF99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500"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362" name="직사각형 361">
              <a:extLst>
                <a:ext uri="{FF2B5EF4-FFF2-40B4-BE49-F238E27FC236}">
                  <a16:creationId xmlns:a16="http://schemas.microsoft.com/office/drawing/2014/main" id="{713DDC07-3587-4C89-8623-7665A2E0ED9B}"/>
                </a:ext>
              </a:extLst>
            </p:cNvPr>
            <p:cNvSpPr/>
            <p:nvPr/>
          </p:nvSpPr>
          <p:spPr>
            <a:xfrm rot="16200000">
              <a:off x="3090438" y="1111080"/>
              <a:ext cx="164165" cy="79195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500"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363" name="직사각형 362">
              <a:extLst>
                <a:ext uri="{FF2B5EF4-FFF2-40B4-BE49-F238E27FC236}">
                  <a16:creationId xmlns:a16="http://schemas.microsoft.com/office/drawing/2014/main" id="{7DF0F598-22AD-45F9-AF84-7128848D300F}"/>
                </a:ext>
              </a:extLst>
            </p:cNvPr>
            <p:cNvSpPr/>
            <p:nvPr/>
          </p:nvSpPr>
          <p:spPr>
            <a:xfrm rot="16200000">
              <a:off x="215530" y="2568743"/>
              <a:ext cx="164165" cy="79195"/>
            </a:xfrm>
            <a:prstGeom prst="rect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500"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364" name="직사각형 363">
              <a:extLst>
                <a:ext uri="{FF2B5EF4-FFF2-40B4-BE49-F238E27FC236}">
                  <a16:creationId xmlns:a16="http://schemas.microsoft.com/office/drawing/2014/main" id="{A0B68068-CDDA-4B59-A537-37054849BDF9}"/>
                </a:ext>
              </a:extLst>
            </p:cNvPr>
            <p:cNvSpPr/>
            <p:nvPr/>
          </p:nvSpPr>
          <p:spPr>
            <a:xfrm rot="16200000">
              <a:off x="215530" y="1107408"/>
              <a:ext cx="164165" cy="79195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500"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grpSp>
          <p:nvGrpSpPr>
            <p:cNvPr id="365" name="그룹 364">
              <a:extLst>
                <a:ext uri="{FF2B5EF4-FFF2-40B4-BE49-F238E27FC236}">
                  <a16:creationId xmlns:a16="http://schemas.microsoft.com/office/drawing/2014/main" id="{7DA9E750-ED6C-4E50-8080-413C06853680}"/>
                </a:ext>
              </a:extLst>
            </p:cNvPr>
            <p:cNvGrpSpPr/>
            <p:nvPr/>
          </p:nvGrpSpPr>
          <p:grpSpPr>
            <a:xfrm>
              <a:off x="2221706" y="541853"/>
              <a:ext cx="914400" cy="914400"/>
              <a:chOff x="2581275" y="2967831"/>
              <a:chExt cx="914400" cy="914400"/>
            </a:xfrm>
          </p:grpSpPr>
          <p:sp>
            <p:nvSpPr>
              <p:cNvPr id="366" name="타원 365">
                <a:extLst>
                  <a:ext uri="{FF2B5EF4-FFF2-40B4-BE49-F238E27FC236}">
                    <a16:creationId xmlns:a16="http://schemas.microsoft.com/office/drawing/2014/main" id="{29A7547E-EB31-4046-8209-CA1A9794C94B}"/>
                  </a:ext>
                </a:extLst>
              </p:cNvPr>
              <p:cNvSpPr/>
              <p:nvPr/>
            </p:nvSpPr>
            <p:spPr>
              <a:xfrm>
                <a:off x="2581275" y="2967831"/>
                <a:ext cx="914400" cy="914400"/>
              </a:xfrm>
              <a:prstGeom prst="ellipse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00" dirty="0">
                    <a:solidFill>
                      <a:schemeClr val="bg1">
                        <a:lumMod val="65000"/>
                      </a:schemeClr>
                    </a:solidFill>
                    <a:latin typeface="NanumGothic" panose="020D0604000000000000" pitchFamily="34" charset="-127"/>
                    <a:ea typeface="NanumGothic" panose="020D0604000000000000" pitchFamily="34" charset="-127"/>
                  </a:rPr>
                  <a:t>나</a:t>
                </a:r>
                <a:endParaRPr lang="en-US" altLang="ko-KR" sz="1000" dirty="0">
                  <a:solidFill>
                    <a:schemeClr val="bg1">
                      <a:lumMod val="65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endParaRPr>
              </a:p>
              <a:p>
                <a:pPr algn="ctr"/>
                <a:endParaRPr lang="en-US" altLang="ko-KR" sz="1000" dirty="0">
                  <a:solidFill>
                    <a:schemeClr val="bg1">
                      <a:lumMod val="65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endParaRPr>
              </a:p>
              <a:p>
                <a:pPr algn="ctr"/>
                <a:endParaRPr lang="en-US" altLang="ko-KR" sz="1000" dirty="0">
                  <a:solidFill>
                    <a:schemeClr val="bg1">
                      <a:lumMod val="65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endParaRPr>
              </a:p>
              <a:p>
                <a:pPr algn="ctr"/>
                <a:endParaRPr lang="en-US" altLang="ko-KR" sz="1000" dirty="0">
                  <a:solidFill>
                    <a:schemeClr val="bg1">
                      <a:lumMod val="65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endParaRPr>
              </a:p>
            </p:txBody>
          </p:sp>
          <p:cxnSp>
            <p:nvCxnSpPr>
              <p:cNvPr id="367" name="직선 연결선 366">
                <a:extLst>
                  <a:ext uri="{FF2B5EF4-FFF2-40B4-BE49-F238E27FC236}">
                    <a16:creationId xmlns:a16="http://schemas.microsoft.com/office/drawing/2014/main" id="{DC46F750-AB08-429B-962A-9E22A9792F6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693194" y="3625056"/>
                <a:ext cx="690563" cy="0"/>
              </a:xfrm>
              <a:prstGeom prst="line">
                <a:avLst/>
              </a:prstGeom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68" name="TextBox 367">
              <a:extLst>
                <a:ext uri="{FF2B5EF4-FFF2-40B4-BE49-F238E27FC236}">
                  <a16:creationId xmlns:a16="http://schemas.microsoft.com/office/drawing/2014/main" id="{8728A77C-B949-41D4-A302-4BF8F6595020}"/>
                </a:ext>
              </a:extLst>
            </p:cNvPr>
            <p:cNvSpPr txBox="1"/>
            <p:nvPr/>
          </p:nvSpPr>
          <p:spPr>
            <a:xfrm>
              <a:off x="3038475" y="3097654"/>
              <a:ext cx="2663825" cy="18466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0" lang="ko-KR" altLang="en-US" sz="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65000"/>
                    </a:prstClr>
                  </a:solidFill>
                  <a:effectLst/>
                  <a:uLnTx/>
                  <a:uFillTx/>
                  <a:latin typeface="NanumGothic" panose="020D0604000000000000" pitchFamily="34" charset="-127"/>
                  <a:ea typeface="NanumGothic" panose="020D0604000000000000" pitchFamily="34" charset="-127"/>
                  <a:cs typeface="+mn-cs"/>
                </a:rPr>
                <a:t>나를 좋게 말해 줄 수 있는 사람을 통해 관계를 개선해 보는 건 어떨까요</a:t>
              </a:r>
              <a:r>
                <a:rPr kumimoji="0" lang="en-US" altLang="ko-KR" sz="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65000"/>
                    </a:prstClr>
                  </a:solidFill>
                  <a:effectLst/>
                  <a:uLnTx/>
                  <a:uFillTx/>
                  <a:latin typeface="NanumGothic" panose="020D0604000000000000" pitchFamily="34" charset="-127"/>
                  <a:ea typeface="NanumGothic" panose="020D0604000000000000" pitchFamily="34" charset="-127"/>
                  <a:cs typeface="+mn-cs"/>
                </a:rPr>
                <a:t>?</a:t>
              </a:r>
              <a:endParaRPr lang="ko-KR" altLang="en-US" sz="1100" dirty="0"/>
            </a:p>
          </p:txBody>
        </p:sp>
      </p:grpSp>
      <p:sp>
        <p:nvSpPr>
          <p:cNvPr id="370" name="TextBox 185">
            <a:hlinkClick r:id="rId2"/>
            <a:extLst>
              <a:ext uri="{FF2B5EF4-FFF2-40B4-BE49-F238E27FC236}">
                <a16:creationId xmlns:a16="http://schemas.microsoft.com/office/drawing/2014/main" id="{C3C32C4D-B0D5-47B2-A9DF-3542282FA871}"/>
              </a:ext>
            </a:extLst>
          </p:cNvPr>
          <p:cNvSpPr txBox="1"/>
          <p:nvPr/>
        </p:nvSpPr>
        <p:spPr>
          <a:xfrm>
            <a:off x="5233839" y="7553348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_</a:t>
            </a:r>
            <a:r>
              <a:rPr lang="en-US" altLang="ko-KR" sz="800" dirty="0" err="1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Badak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71" name="TextBox 186">
            <a:hlinkClick r:id="rId3"/>
            <a:extLst>
              <a:ext uri="{FF2B5EF4-FFF2-40B4-BE49-F238E27FC236}">
                <a16:creationId xmlns:a16="http://schemas.microsoft.com/office/drawing/2014/main" id="{73C57D70-152F-4536-93AF-B732C256157E}"/>
              </a:ext>
            </a:extLst>
          </p:cNvPr>
          <p:cNvSpPr txBox="1"/>
          <p:nvPr/>
        </p:nvSpPr>
        <p:spPr>
          <a:xfrm>
            <a:off x="2525732" y="7553348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Planner’s Planner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72" name="TextBox 184">
            <a:hlinkClick r:id="rId4"/>
            <a:extLst>
              <a:ext uri="{FF2B5EF4-FFF2-40B4-BE49-F238E27FC236}">
                <a16:creationId xmlns:a16="http://schemas.microsoft.com/office/drawing/2014/main" id="{DE4B73EB-0C85-44DB-A41E-D53B1A943BC6}"/>
              </a:ext>
            </a:extLst>
          </p:cNvPr>
          <p:cNvSpPr txBox="1"/>
          <p:nvPr/>
        </p:nvSpPr>
        <p:spPr>
          <a:xfrm>
            <a:off x="312196" y="7553348"/>
            <a:ext cx="71365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80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Ten: One</a:t>
            </a:r>
            <a:r>
              <a:rPr lang="ko-KR" altLang="en-US" dirty="0"/>
              <a:t>™</a:t>
            </a:r>
          </a:p>
        </p:txBody>
      </p:sp>
    </p:spTree>
    <p:extLst>
      <p:ext uri="{BB962C8B-B14F-4D97-AF65-F5344CB8AC3E}">
        <p14:creationId xmlns:p14="http://schemas.microsoft.com/office/powerpoint/2010/main" val="28592705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296</TotalTime>
  <Words>72</Words>
  <Application>Microsoft Office PowerPoint</Application>
  <PresentationFormat>사용자 지정</PresentationFormat>
  <Paragraphs>46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6" baseType="lpstr">
      <vt:lpstr>NanumGothic</vt:lpstr>
      <vt:lpstr>Arial</vt:lpstr>
      <vt:lpstr>Calibri</vt:lpstr>
      <vt:lpstr>Calibri Light</vt:lpstr>
      <vt:lpstr>Office 테마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JeonCheonil</dc:creator>
  <cp:lastModifiedBy>JeonCheonil</cp:lastModifiedBy>
  <cp:revision>113</cp:revision>
  <dcterms:created xsi:type="dcterms:W3CDTF">2021-10-29T04:43:38Z</dcterms:created>
  <dcterms:modified xsi:type="dcterms:W3CDTF">2021-12-14T04:37:24Z</dcterms:modified>
</cp:coreProperties>
</file>
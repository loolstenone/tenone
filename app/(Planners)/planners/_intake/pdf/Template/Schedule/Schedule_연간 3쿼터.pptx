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77" name="그룹 23876">
            <a:extLst>
              <a:ext uri="{FF2B5EF4-FFF2-40B4-BE49-F238E27FC236}">
                <a16:creationId xmlns:a16="http://schemas.microsoft.com/office/drawing/2014/main" id="{D9D28480-B6B5-4AED-A897-C52410574F81}"/>
              </a:ext>
            </a:extLst>
          </p:cNvPr>
          <p:cNvGrpSpPr/>
          <p:nvPr/>
        </p:nvGrpSpPr>
        <p:grpSpPr>
          <a:xfrm>
            <a:off x="300097" y="109602"/>
            <a:ext cx="5476756" cy="7370656"/>
            <a:chOff x="230019" y="109602"/>
            <a:chExt cx="5476756" cy="7370656"/>
          </a:xfrm>
        </p:grpSpPr>
        <p:cxnSp>
          <p:nvCxnSpPr>
            <p:cNvPr id="3439" name="직선 연결선 3438">
              <a:extLst>
                <a:ext uri="{FF2B5EF4-FFF2-40B4-BE49-F238E27FC236}">
                  <a16:creationId xmlns:a16="http://schemas.microsoft.com/office/drawing/2014/main" id="{B673360E-7344-4BE2-B2AF-3B1A99F4554D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533992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0" name="직선 연결선 3439">
              <a:extLst>
                <a:ext uri="{FF2B5EF4-FFF2-40B4-BE49-F238E27FC236}">
                  <a16:creationId xmlns:a16="http://schemas.microsoft.com/office/drawing/2014/main" id="{52794925-4B90-4839-BBAD-44A97E09BAEF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92792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1" name="직선 연결선 3440">
              <a:extLst>
                <a:ext uri="{FF2B5EF4-FFF2-40B4-BE49-F238E27FC236}">
                  <a16:creationId xmlns:a16="http://schemas.microsoft.com/office/drawing/2014/main" id="{114F5A85-2D96-4A5F-B41E-899364A1D654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311202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2" name="직선 연결선 3441">
              <a:extLst>
                <a:ext uri="{FF2B5EF4-FFF2-40B4-BE49-F238E27FC236}">
                  <a16:creationId xmlns:a16="http://schemas.microsoft.com/office/drawing/2014/main" id="{CB5A86A9-C7DD-44AD-8388-8DEE973B52AB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442248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3" name="직선 연결선 3442">
              <a:extLst>
                <a:ext uri="{FF2B5EF4-FFF2-40B4-BE49-F238E27FC236}">
                  <a16:creationId xmlns:a16="http://schemas.microsoft.com/office/drawing/2014/main" id="{1304C8EC-7BCF-435C-8414-BA6EBAC917F7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551453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4" name="직선 연결선 3443">
              <a:extLst>
                <a:ext uri="{FF2B5EF4-FFF2-40B4-BE49-F238E27FC236}">
                  <a16:creationId xmlns:a16="http://schemas.microsoft.com/office/drawing/2014/main" id="{CA32D986-395A-472D-B070-A9C588464A03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7480258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5" name="직선 연결선 3444">
              <a:extLst>
                <a:ext uri="{FF2B5EF4-FFF2-40B4-BE49-F238E27FC236}">
                  <a16:creationId xmlns:a16="http://schemas.microsoft.com/office/drawing/2014/main" id="{17F1306B-0803-4840-87A0-571DDF634038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660658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6" name="직선 연결선 3445">
              <a:extLst>
                <a:ext uri="{FF2B5EF4-FFF2-40B4-BE49-F238E27FC236}">
                  <a16:creationId xmlns:a16="http://schemas.microsoft.com/office/drawing/2014/main" id="{B4FAFAD3-8A1C-4E57-921F-A470DDCAB11C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136474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7" name="직선 연결선 3446">
              <a:extLst>
                <a:ext uri="{FF2B5EF4-FFF2-40B4-BE49-F238E27FC236}">
                  <a16:creationId xmlns:a16="http://schemas.microsoft.com/office/drawing/2014/main" id="{2AEC9C7F-A300-4CED-8F37-462AE0057D7E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180156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8" name="직선 연결선 3447">
              <a:extLst>
                <a:ext uri="{FF2B5EF4-FFF2-40B4-BE49-F238E27FC236}">
                  <a16:creationId xmlns:a16="http://schemas.microsoft.com/office/drawing/2014/main" id="{76A4F847-B67E-4CA2-B281-B1B3BED81730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223838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9" name="직선 연결선 3448">
              <a:extLst>
                <a:ext uri="{FF2B5EF4-FFF2-40B4-BE49-F238E27FC236}">
                  <a16:creationId xmlns:a16="http://schemas.microsoft.com/office/drawing/2014/main" id="{C5A23676-73E6-4609-A2FA-EFD5D11F503D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267520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0" name="직선 연결선 3449">
              <a:extLst>
                <a:ext uri="{FF2B5EF4-FFF2-40B4-BE49-F238E27FC236}">
                  <a16:creationId xmlns:a16="http://schemas.microsoft.com/office/drawing/2014/main" id="{3DA988DC-6363-4A78-B00B-56B225A102B2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354884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1" name="직선 연결선 3450">
              <a:extLst>
                <a:ext uri="{FF2B5EF4-FFF2-40B4-BE49-F238E27FC236}">
                  <a16:creationId xmlns:a16="http://schemas.microsoft.com/office/drawing/2014/main" id="{158B7910-FD0E-4984-8328-D33C2E3DFB67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376725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2" name="직선 연결선 3451">
              <a:extLst>
                <a:ext uri="{FF2B5EF4-FFF2-40B4-BE49-F238E27FC236}">
                  <a16:creationId xmlns:a16="http://schemas.microsoft.com/office/drawing/2014/main" id="{EE47B78D-CC64-43A5-AA7F-22ADD23A738B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398566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3" name="직선 연결선 3452">
              <a:extLst>
                <a:ext uri="{FF2B5EF4-FFF2-40B4-BE49-F238E27FC236}">
                  <a16:creationId xmlns:a16="http://schemas.microsoft.com/office/drawing/2014/main" id="{81FED7C2-B5EA-4DFD-AFB0-CF959AF6C925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420407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4" name="직선 연결선 3453">
              <a:extLst>
                <a:ext uri="{FF2B5EF4-FFF2-40B4-BE49-F238E27FC236}">
                  <a16:creationId xmlns:a16="http://schemas.microsoft.com/office/drawing/2014/main" id="{A92AFA33-FB9E-487B-B6C9-61D801A2DEA1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464089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5" name="직선 연결선 3454">
              <a:extLst>
                <a:ext uri="{FF2B5EF4-FFF2-40B4-BE49-F238E27FC236}">
                  <a16:creationId xmlns:a16="http://schemas.microsoft.com/office/drawing/2014/main" id="{CB6D902C-AC34-4347-987E-1EA0F208AC34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485930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6" name="직선 연결선 3455">
              <a:extLst>
                <a:ext uri="{FF2B5EF4-FFF2-40B4-BE49-F238E27FC236}">
                  <a16:creationId xmlns:a16="http://schemas.microsoft.com/office/drawing/2014/main" id="{878282D3-1E19-423F-B4A4-D75E3165677E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507771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7" name="직선 연결선 3456">
              <a:extLst>
                <a:ext uri="{FF2B5EF4-FFF2-40B4-BE49-F238E27FC236}">
                  <a16:creationId xmlns:a16="http://schemas.microsoft.com/office/drawing/2014/main" id="{1F2B943B-D6FD-45C4-9546-01398D75E96E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529612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8" name="직선 연결선 3457">
              <a:extLst>
                <a:ext uri="{FF2B5EF4-FFF2-40B4-BE49-F238E27FC236}">
                  <a16:creationId xmlns:a16="http://schemas.microsoft.com/office/drawing/2014/main" id="{2F31298F-AE07-4E90-8D75-57D5FCBD355C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573294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9" name="직선 연결선 3458">
              <a:extLst>
                <a:ext uri="{FF2B5EF4-FFF2-40B4-BE49-F238E27FC236}">
                  <a16:creationId xmlns:a16="http://schemas.microsoft.com/office/drawing/2014/main" id="{B45CE315-C056-47D8-8057-51F4CBC1E538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595135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0" name="직선 연결선 3459">
              <a:extLst>
                <a:ext uri="{FF2B5EF4-FFF2-40B4-BE49-F238E27FC236}">
                  <a16:creationId xmlns:a16="http://schemas.microsoft.com/office/drawing/2014/main" id="{89EF4F3E-A25D-478A-8A6D-7C9D82C9F67A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616976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1" name="직선 연결선 3460">
              <a:extLst>
                <a:ext uri="{FF2B5EF4-FFF2-40B4-BE49-F238E27FC236}">
                  <a16:creationId xmlns:a16="http://schemas.microsoft.com/office/drawing/2014/main" id="{6C1827FF-2E3B-4727-AA75-459F111B2963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704340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2" name="직선 연결선 3461">
              <a:extLst>
                <a:ext uri="{FF2B5EF4-FFF2-40B4-BE49-F238E27FC236}">
                  <a16:creationId xmlns:a16="http://schemas.microsoft.com/office/drawing/2014/main" id="{68934EEB-46F8-488B-A9F0-496276F70314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638817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직선 연결선 3462">
              <a:extLst>
                <a:ext uri="{FF2B5EF4-FFF2-40B4-BE49-F238E27FC236}">
                  <a16:creationId xmlns:a16="http://schemas.microsoft.com/office/drawing/2014/main" id="{9AE49FB6-38CD-4A85-8DDA-A2DE621AFBD2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682499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직선 연결선 3463">
              <a:extLst>
                <a:ext uri="{FF2B5EF4-FFF2-40B4-BE49-F238E27FC236}">
                  <a16:creationId xmlns:a16="http://schemas.microsoft.com/office/drawing/2014/main" id="{180A86E9-E170-48CA-911E-D700A433A0F0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726181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직선 연결선 3464">
              <a:extLst>
                <a:ext uri="{FF2B5EF4-FFF2-40B4-BE49-F238E27FC236}">
                  <a16:creationId xmlns:a16="http://schemas.microsoft.com/office/drawing/2014/main" id="{9B8ED7C0-E59E-4961-9F96-58732821BDA9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709518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6" name="직선 연결선 3465">
              <a:extLst>
                <a:ext uri="{FF2B5EF4-FFF2-40B4-BE49-F238E27FC236}">
                  <a16:creationId xmlns:a16="http://schemas.microsoft.com/office/drawing/2014/main" id="{C5591702-7DD0-4FD7-907E-CC88F112CD62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114633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7" name="직선 연결선 3466">
              <a:extLst>
                <a:ext uri="{FF2B5EF4-FFF2-40B4-BE49-F238E27FC236}">
                  <a16:creationId xmlns:a16="http://schemas.microsoft.com/office/drawing/2014/main" id="{71CE6011-6052-40BC-96FB-475DFB4C602A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333043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8" name="직선 연결선 3467">
              <a:extLst>
                <a:ext uri="{FF2B5EF4-FFF2-40B4-BE49-F238E27FC236}">
                  <a16:creationId xmlns:a16="http://schemas.microsoft.com/office/drawing/2014/main" id="{968FD652-4C6D-4C6D-B43E-A9939C16B138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158315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9" name="직선 연결선 3468">
              <a:extLst>
                <a:ext uri="{FF2B5EF4-FFF2-40B4-BE49-F238E27FC236}">
                  <a16:creationId xmlns:a16="http://schemas.microsoft.com/office/drawing/2014/main" id="{EA92B6DB-5ADF-4CAF-BB14-7DE89B78D12A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201997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0" name="직선 연결선 3469">
              <a:extLst>
                <a:ext uri="{FF2B5EF4-FFF2-40B4-BE49-F238E27FC236}">
                  <a16:creationId xmlns:a16="http://schemas.microsoft.com/office/drawing/2014/main" id="{4EDEAF17-BEAC-4DAD-903C-830856DB0372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245679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1" name="직선 연결선 3470">
              <a:extLst>
                <a:ext uri="{FF2B5EF4-FFF2-40B4-BE49-F238E27FC236}">
                  <a16:creationId xmlns:a16="http://schemas.microsoft.com/office/drawing/2014/main" id="{6F96E81E-15B1-4E87-92F0-310A52048444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8" y="289361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72" name="TextBox 3471">
              <a:extLst>
                <a:ext uri="{FF2B5EF4-FFF2-40B4-BE49-F238E27FC236}">
                  <a16:creationId xmlns:a16="http://schemas.microsoft.com/office/drawing/2014/main" id="{9EC8702C-FD20-4498-80FD-39068797D789}"/>
                </a:ext>
              </a:extLst>
            </p:cNvPr>
            <p:cNvSpPr txBox="1"/>
            <p:nvPr/>
          </p:nvSpPr>
          <p:spPr>
            <a:xfrm>
              <a:off x="1143497" y="556416"/>
              <a:ext cx="268499" cy="1306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Jul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3473" name="직선 연결선 3472">
              <a:extLst>
                <a:ext uri="{FF2B5EF4-FFF2-40B4-BE49-F238E27FC236}">
                  <a16:creationId xmlns:a16="http://schemas.microsoft.com/office/drawing/2014/main" id="{90EBE6DD-AB83-41FB-964D-E1C54BFDCF3F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533992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4" name="직선 연결선 3473">
              <a:extLst>
                <a:ext uri="{FF2B5EF4-FFF2-40B4-BE49-F238E27FC236}">
                  <a16:creationId xmlns:a16="http://schemas.microsoft.com/office/drawing/2014/main" id="{37390212-B64B-4D9B-BFD1-4D1067060438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92792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5" name="직선 연결선 3474">
              <a:extLst>
                <a:ext uri="{FF2B5EF4-FFF2-40B4-BE49-F238E27FC236}">
                  <a16:creationId xmlns:a16="http://schemas.microsoft.com/office/drawing/2014/main" id="{FD230D28-C5E2-4519-B977-932B86F055F8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311202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6" name="직선 연결선 3475">
              <a:extLst>
                <a:ext uri="{FF2B5EF4-FFF2-40B4-BE49-F238E27FC236}">
                  <a16:creationId xmlns:a16="http://schemas.microsoft.com/office/drawing/2014/main" id="{63537DDC-1A93-40E1-AA2C-AB98A235AF81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442248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7" name="직선 연결선 3476">
              <a:extLst>
                <a:ext uri="{FF2B5EF4-FFF2-40B4-BE49-F238E27FC236}">
                  <a16:creationId xmlns:a16="http://schemas.microsoft.com/office/drawing/2014/main" id="{746A0680-E4AC-4551-A37E-F694AF9D9D93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551453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8" name="직선 연결선 3477">
              <a:extLst>
                <a:ext uri="{FF2B5EF4-FFF2-40B4-BE49-F238E27FC236}">
                  <a16:creationId xmlns:a16="http://schemas.microsoft.com/office/drawing/2014/main" id="{25A4DE43-56EC-4156-AE05-060264D73A1C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7480258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9" name="직선 연결선 3478">
              <a:extLst>
                <a:ext uri="{FF2B5EF4-FFF2-40B4-BE49-F238E27FC236}">
                  <a16:creationId xmlns:a16="http://schemas.microsoft.com/office/drawing/2014/main" id="{06B5669F-0A72-46B9-A187-F165096CDBAC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660658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0" name="직선 연결선 3479">
              <a:extLst>
                <a:ext uri="{FF2B5EF4-FFF2-40B4-BE49-F238E27FC236}">
                  <a16:creationId xmlns:a16="http://schemas.microsoft.com/office/drawing/2014/main" id="{71ED65B4-E07B-488A-9770-82411FA233C0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136474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1" name="직선 연결선 3480">
              <a:extLst>
                <a:ext uri="{FF2B5EF4-FFF2-40B4-BE49-F238E27FC236}">
                  <a16:creationId xmlns:a16="http://schemas.microsoft.com/office/drawing/2014/main" id="{A88E8677-CDA9-427A-9A5B-142725BA08F4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180156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2" name="직선 연결선 3481">
              <a:extLst>
                <a:ext uri="{FF2B5EF4-FFF2-40B4-BE49-F238E27FC236}">
                  <a16:creationId xmlns:a16="http://schemas.microsoft.com/office/drawing/2014/main" id="{C68579B4-5FFB-46A2-AC89-4368565E802E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223838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3" name="직선 연결선 3482">
              <a:extLst>
                <a:ext uri="{FF2B5EF4-FFF2-40B4-BE49-F238E27FC236}">
                  <a16:creationId xmlns:a16="http://schemas.microsoft.com/office/drawing/2014/main" id="{A558D952-FACB-4441-B150-4BFF018D6D38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267520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4" name="직선 연결선 3483">
              <a:extLst>
                <a:ext uri="{FF2B5EF4-FFF2-40B4-BE49-F238E27FC236}">
                  <a16:creationId xmlns:a16="http://schemas.microsoft.com/office/drawing/2014/main" id="{013BA825-EC2C-4C49-B059-A6D22AF50512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354884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5" name="직선 연결선 3484">
              <a:extLst>
                <a:ext uri="{FF2B5EF4-FFF2-40B4-BE49-F238E27FC236}">
                  <a16:creationId xmlns:a16="http://schemas.microsoft.com/office/drawing/2014/main" id="{C4C4996D-8C84-4C99-8FFA-D5661A6BCB91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376725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6" name="직선 연결선 3485">
              <a:extLst>
                <a:ext uri="{FF2B5EF4-FFF2-40B4-BE49-F238E27FC236}">
                  <a16:creationId xmlns:a16="http://schemas.microsoft.com/office/drawing/2014/main" id="{38080B36-8FDB-48CB-8067-3C95CC5052E6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398566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7" name="직선 연결선 3486">
              <a:extLst>
                <a:ext uri="{FF2B5EF4-FFF2-40B4-BE49-F238E27FC236}">
                  <a16:creationId xmlns:a16="http://schemas.microsoft.com/office/drawing/2014/main" id="{3A40AC15-65E4-4546-91F9-D9E21100E151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420407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8" name="직선 연결선 3487">
              <a:extLst>
                <a:ext uri="{FF2B5EF4-FFF2-40B4-BE49-F238E27FC236}">
                  <a16:creationId xmlns:a16="http://schemas.microsoft.com/office/drawing/2014/main" id="{E9F49286-773D-444E-9DEC-D2481DE9BF9F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464089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9" name="직선 연결선 3488">
              <a:extLst>
                <a:ext uri="{FF2B5EF4-FFF2-40B4-BE49-F238E27FC236}">
                  <a16:creationId xmlns:a16="http://schemas.microsoft.com/office/drawing/2014/main" id="{D4C670C8-D079-49C6-860F-61F87CAA182F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485930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0" name="직선 연결선 3489">
              <a:extLst>
                <a:ext uri="{FF2B5EF4-FFF2-40B4-BE49-F238E27FC236}">
                  <a16:creationId xmlns:a16="http://schemas.microsoft.com/office/drawing/2014/main" id="{40F9109C-3B47-43C6-B77B-5C2C46838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507771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1" name="직선 연결선 3490">
              <a:extLst>
                <a:ext uri="{FF2B5EF4-FFF2-40B4-BE49-F238E27FC236}">
                  <a16:creationId xmlns:a16="http://schemas.microsoft.com/office/drawing/2014/main" id="{3792C868-23A5-4FC3-BE03-8E41E07ACB3B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529612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2" name="직선 연결선 3491">
              <a:extLst>
                <a:ext uri="{FF2B5EF4-FFF2-40B4-BE49-F238E27FC236}">
                  <a16:creationId xmlns:a16="http://schemas.microsoft.com/office/drawing/2014/main" id="{65B3CCA7-6DB5-4EC4-B656-4180042DA05B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573294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3" name="직선 연결선 3492">
              <a:extLst>
                <a:ext uri="{FF2B5EF4-FFF2-40B4-BE49-F238E27FC236}">
                  <a16:creationId xmlns:a16="http://schemas.microsoft.com/office/drawing/2014/main" id="{EDEA7F93-F0CA-4F5D-BDFD-B714A049A263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595135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4" name="직선 연결선 3493">
              <a:extLst>
                <a:ext uri="{FF2B5EF4-FFF2-40B4-BE49-F238E27FC236}">
                  <a16:creationId xmlns:a16="http://schemas.microsoft.com/office/drawing/2014/main" id="{15E50AFF-8C43-4765-902D-8B6C60579834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616976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5" name="직선 연결선 3494">
              <a:extLst>
                <a:ext uri="{FF2B5EF4-FFF2-40B4-BE49-F238E27FC236}">
                  <a16:creationId xmlns:a16="http://schemas.microsoft.com/office/drawing/2014/main" id="{93B7B687-373C-49B3-8E72-FA80D495740C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704340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6" name="직선 연결선 3495">
              <a:extLst>
                <a:ext uri="{FF2B5EF4-FFF2-40B4-BE49-F238E27FC236}">
                  <a16:creationId xmlns:a16="http://schemas.microsoft.com/office/drawing/2014/main" id="{204E33D3-E98D-4369-AB44-08ADA894A942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638817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7" name="직선 연결선 3496">
              <a:extLst>
                <a:ext uri="{FF2B5EF4-FFF2-40B4-BE49-F238E27FC236}">
                  <a16:creationId xmlns:a16="http://schemas.microsoft.com/office/drawing/2014/main" id="{086376B6-5B2A-4807-8C9A-F29EC6C24A14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682499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8" name="직선 연결선 3497">
              <a:extLst>
                <a:ext uri="{FF2B5EF4-FFF2-40B4-BE49-F238E27FC236}">
                  <a16:creationId xmlns:a16="http://schemas.microsoft.com/office/drawing/2014/main" id="{FDA7ABC3-3886-4920-BAE7-C18A59945944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726181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9" name="직선 연결선 3498">
              <a:extLst>
                <a:ext uri="{FF2B5EF4-FFF2-40B4-BE49-F238E27FC236}">
                  <a16:creationId xmlns:a16="http://schemas.microsoft.com/office/drawing/2014/main" id="{437C4810-ACB0-426B-BF51-41FE4722D82D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709518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0" name="직선 연결선 3499">
              <a:extLst>
                <a:ext uri="{FF2B5EF4-FFF2-40B4-BE49-F238E27FC236}">
                  <a16:creationId xmlns:a16="http://schemas.microsoft.com/office/drawing/2014/main" id="{F83F46B7-A7A9-4B0B-BADF-E8F196A09414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114633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1" name="직선 연결선 3500">
              <a:extLst>
                <a:ext uri="{FF2B5EF4-FFF2-40B4-BE49-F238E27FC236}">
                  <a16:creationId xmlns:a16="http://schemas.microsoft.com/office/drawing/2014/main" id="{1B41C3ED-0D31-4DA2-8559-5B719E094B03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333043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2" name="직선 연결선 3501">
              <a:extLst>
                <a:ext uri="{FF2B5EF4-FFF2-40B4-BE49-F238E27FC236}">
                  <a16:creationId xmlns:a16="http://schemas.microsoft.com/office/drawing/2014/main" id="{5035E4C5-4927-4574-9B4B-DE782C4F6E38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158315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3" name="직선 연결선 3502">
              <a:extLst>
                <a:ext uri="{FF2B5EF4-FFF2-40B4-BE49-F238E27FC236}">
                  <a16:creationId xmlns:a16="http://schemas.microsoft.com/office/drawing/2014/main" id="{7B742BB3-4941-4B09-801A-B149A996591B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201997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4" name="직선 연결선 3503">
              <a:extLst>
                <a:ext uri="{FF2B5EF4-FFF2-40B4-BE49-F238E27FC236}">
                  <a16:creationId xmlns:a16="http://schemas.microsoft.com/office/drawing/2014/main" id="{B3CBE787-67EB-431A-A772-AB1375227356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245679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5" name="직선 연결선 3504">
              <a:extLst>
                <a:ext uri="{FF2B5EF4-FFF2-40B4-BE49-F238E27FC236}">
                  <a16:creationId xmlns:a16="http://schemas.microsoft.com/office/drawing/2014/main" id="{21A05787-0FEA-4FEE-B2FC-8EEAC3547164}"/>
                </a:ext>
              </a:extLst>
            </p:cNvPr>
            <p:cNvCxnSpPr>
              <a:cxnSpLocks/>
            </p:cNvCxnSpPr>
            <p:nvPr/>
          </p:nvCxnSpPr>
          <p:spPr>
            <a:xfrm>
              <a:off x="2248430" y="289361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06" name="TextBox 3505">
              <a:extLst>
                <a:ext uri="{FF2B5EF4-FFF2-40B4-BE49-F238E27FC236}">
                  <a16:creationId xmlns:a16="http://schemas.microsoft.com/office/drawing/2014/main" id="{5B42353F-7D80-4FB2-81D6-FBFF772F9304}"/>
                </a:ext>
              </a:extLst>
            </p:cNvPr>
            <p:cNvSpPr txBox="1"/>
            <p:nvPr/>
          </p:nvSpPr>
          <p:spPr>
            <a:xfrm>
              <a:off x="2865619" y="556416"/>
              <a:ext cx="428945" cy="1306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Aug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3507" name="직선 연결선 3506">
              <a:extLst>
                <a:ext uri="{FF2B5EF4-FFF2-40B4-BE49-F238E27FC236}">
                  <a16:creationId xmlns:a16="http://schemas.microsoft.com/office/drawing/2014/main" id="{6A952269-50BF-4CC2-84B2-61525A6FE8D5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533992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8" name="직선 연결선 3507">
              <a:extLst>
                <a:ext uri="{FF2B5EF4-FFF2-40B4-BE49-F238E27FC236}">
                  <a16:creationId xmlns:a16="http://schemas.microsoft.com/office/drawing/2014/main" id="{1727CE1E-139C-4623-84C0-26D7ADDCDC33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927930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9" name="직선 연결선 3508">
              <a:extLst>
                <a:ext uri="{FF2B5EF4-FFF2-40B4-BE49-F238E27FC236}">
                  <a16:creationId xmlns:a16="http://schemas.microsoft.com/office/drawing/2014/main" id="{BAA6D400-AB28-42AE-ABAD-A9269A50F1B5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3112050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0" name="직선 연결선 3509">
              <a:extLst>
                <a:ext uri="{FF2B5EF4-FFF2-40B4-BE49-F238E27FC236}">
                  <a16:creationId xmlns:a16="http://schemas.microsoft.com/office/drawing/2014/main" id="{8C50495B-AB78-40F9-810D-5F52B2236BE0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4422522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1" name="직선 연결선 3510">
              <a:extLst>
                <a:ext uri="{FF2B5EF4-FFF2-40B4-BE49-F238E27FC236}">
                  <a16:creationId xmlns:a16="http://schemas.microsoft.com/office/drawing/2014/main" id="{2E86FB35-C0E6-4490-88E1-48C83CD3AA0F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5514582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2" name="직선 연결선 3511">
              <a:extLst>
                <a:ext uri="{FF2B5EF4-FFF2-40B4-BE49-F238E27FC236}">
                  <a16:creationId xmlns:a16="http://schemas.microsoft.com/office/drawing/2014/main" id="{CFB802F3-557A-4E64-8AD7-B6C13D602A50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7480258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3" name="직선 연결선 3512">
              <a:extLst>
                <a:ext uri="{FF2B5EF4-FFF2-40B4-BE49-F238E27FC236}">
                  <a16:creationId xmlns:a16="http://schemas.microsoft.com/office/drawing/2014/main" id="{366CAE96-0A17-470B-8F9B-E1054645C6BC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6606642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4" name="직선 연결선 3513">
              <a:extLst>
                <a:ext uri="{FF2B5EF4-FFF2-40B4-BE49-F238E27FC236}">
                  <a16:creationId xmlns:a16="http://schemas.microsoft.com/office/drawing/2014/main" id="{849D0AA2-8D25-4F8E-A65F-2C94334809DD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1364754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5" name="직선 연결선 3514">
              <a:extLst>
                <a:ext uri="{FF2B5EF4-FFF2-40B4-BE49-F238E27FC236}">
                  <a16:creationId xmlns:a16="http://schemas.microsoft.com/office/drawing/2014/main" id="{9B85333D-00B8-4199-A4BF-A75E7375571F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180157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6" name="직선 연결선 3515">
              <a:extLst>
                <a:ext uri="{FF2B5EF4-FFF2-40B4-BE49-F238E27FC236}">
                  <a16:creationId xmlns:a16="http://schemas.microsoft.com/office/drawing/2014/main" id="{1578F924-6AD0-4C71-863C-C78F7D6FF775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2238402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7" name="직선 연결선 3516">
              <a:extLst>
                <a:ext uri="{FF2B5EF4-FFF2-40B4-BE49-F238E27FC236}">
                  <a16:creationId xmlns:a16="http://schemas.microsoft.com/office/drawing/2014/main" id="{F6B678AA-25A2-4827-9628-4EF10B61A245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2675226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8" name="직선 연결선 3517">
              <a:extLst>
                <a:ext uri="{FF2B5EF4-FFF2-40B4-BE49-F238E27FC236}">
                  <a16:creationId xmlns:a16="http://schemas.microsoft.com/office/drawing/2014/main" id="{05366DDD-115A-4529-840C-8083EB28A6A6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3548874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9" name="직선 연결선 3518">
              <a:extLst>
                <a:ext uri="{FF2B5EF4-FFF2-40B4-BE49-F238E27FC236}">
                  <a16:creationId xmlns:a16="http://schemas.microsoft.com/office/drawing/2014/main" id="{35A55A78-3A07-40AA-9089-09F07EF1E59E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3767286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0" name="직선 연결선 3519">
              <a:extLst>
                <a:ext uri="{FF2B5EF4-FFF2-40B4-BE49-F238E27FC236}">
                  <a16:creationId xmlns:a16="http://schemas.microsoft.com/office/drawing/2014/main" id="{A8F27E12-70A7-4A3A-8287-60650F83A181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398569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1" name="직선 연결선 3520">
              <a:extLst>
                <a:ext uri="{FF2B5EF4-FFF2-40B4-BE49-F238E27FC236}">
                  <a16:creationId xmlns:a16="http://schemas.microsoft.com/office/drawing/2014/main" id="{53C55992-8C40-42A2-A520-F78A5FE48EB7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4204110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2" name="직선 연결선 3521">
              <a:extLst>
                <a:ext uri="{FF2B5EF4-FFF2-40B4-BE49-F238E27FC236}">
                  <a16:creationId xmlns:a16="http://schemas.microsoft.com/office/drawing/2014/main" id="{D91A4102-F510-431A-B785-B3C0AB4E7E5C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4640934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3" name="직선 연결선 3522">
              <a:extLst>
                <a:ext uri="{FF2B5EF4-FFF2-40B4-BE49-F238E27FC236}">
                  <a16:creationId xmlns:a16="http://schemas.microsoft.com/office/drawing/2014/main" id="{A51E228D-D375-43D3-8FFD-495C95FE6337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4859346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4" name="직선 연결선 3523">
              <a:extLst>
                <a:ext uri="{FF2B5EF4-FFF2-40B4-BE49-F238E27FC236}">
                  <a16:creationId xmlns:a16="http://schemas.microsoft.com/office/drawing/2014/main" id="{AC342C4C-2576-4DEF-B2EB-06EB194F5348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507775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5" name="직선 연결선 3524">
              <a:extLst>
                <a:ext uri="{FF2B5EF4-FFF2-40B4-BE49-F238E27FC236}">
                  <a16:creationId xmlns:a16="http://schemas.microsoft.com/office/drawing/2014/main" id="{81862E55-8C39-4BAA-BFA1-39B2DFA34277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5296170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6" name="직선 연결선 3525">
              <a:extLst>
                <a:ext uri="{FF2B5EF4-FFF2-40B4-BE49-F238E27FC236}">
                  <a16:creationId xmlns:a16="http://schemas.microsoft.com/office/drawing/2014/main" id="{5C01583D-EC9B-4445-B179-BEFF2E7A594E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5732994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7" name="직선 연결선 3526">
              <a:extLst>
                <a:ext uri="{FF2B5EF4-FFF2-40B4-BE49-F238E27FC236}">
                  <a16:creationId xmlns:a16="http://schemas.microsoft.com/office/drawing/2014/main" id="{FBD1FAB3-9546-4244-9E65-C3787AC7E3C3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5951406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8" name="직선 연결선 3527">
              <a:extLst>
                <a:ext uri="{FF2B5EF4-FFF2-40B4-BE49-F238E27FC236}">
                  <a16:creationId xmlns:a16="http://schemas.microsoft.com/office/drawing/2014/main" id="{4E0976ED-6C01-4407-BC01-9C1DA2921EFE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616981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9" name="직선 연결선 3528">
              <a:extLst>
                <a:ext uri="{FF2B5EF4-FFF2-40B4-BE49-F238E27FC236}">
                  <a16:creationId xmlns:a16="http://schemas.microsoft.com/office/drawing/2014/main" id="{DE679B2A-C18C-44C9-9FE3-F3060D8A57D2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7043466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0" name="직선 연결선 3529">
              <a:extLst>
                <a:ext uri="{FF2B5EF4-FFF2-40B4-BE49-F238E27FC236}">
                  <a16:creationId xmlns:a16="http://schemas.microsoft.com/office/drawing/2014/main" id="{ED7CA634-4DD6-4B74-84DE-825FBCE50ACC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6388230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1" name="직선 연결선 3530">
              <a:extLst>
                <a:ext uri="{FF2B5EF4-FFF2-40B4-BE49-F238E27FC236}">
                  <a16:creationId xmlns:a16="http://schemas.microsoft.com/office/drawing/2014/main" id="{21662A94-2B05-4000-9856-8EB5A7A89AFD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6825054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2" name="직선 연결선 3531">
              <a:extLst>
                <a:ext uri="{FF2B5EF4-FFF2-40B4-BE49-F238E27FC236}">
                  <a16:creationId xmlns:a16="http://schemas.microsoft.com/office/drawing/2014/main" id="{C0A47836-CE2E-49EE-847B-53F0F823404E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7261853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3" name="직선 연결선 3532">
              <a:extLst>
                <a:ext uri="{FF2B5EF4-FFF2-40B4-BE49-F238E27FC236}">
                  <a16:creationId xmlns:a16="http://schemas.microsoft.com/office/drawing/2014/main" id="{F713E3E8-2AE3-46EF-9E16-58BB6FBC9040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709518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4" name="직선 연결선 3533">
              <a:extLst>
                <a:ext uri="{FF2B5EF4-FFF2-40B4-BE49-F238E27FC236}">
                  <a16:creationId xmlns:a16="http://schemas.microsoft.com/office/drawing/2014/main" id="{AAB3AA20-8129-44B8-9C39-1F9E81992136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1146342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5" name="직선 연결선 3534">
              <a:extLst>
                <a:ext uri="{FF2B5EF4-FFF2-40B4-BE49-F238E27FC236}">
                  <a16:creationId xmlns:a16="http://schemas.microsoft.com/office/drawing/2014/main" id="{37C1C454-E5FD-4787-A5A1-3E0384AEACF3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3330462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6" name="직선 연결선 3535">
              <a:extLst>
                <a:ext uri="{FF2B5EF4-FFF2-40B4-BE49-F238E27FC236}">
                  <a16:creationId xmlns:a16="http://schemas.microsoft.com/office/drawing/2014/main" id="{901B7536-1013-4CAB-A982-457AF7C620D1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1583166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7" name="직선 연결선 3536">
              <a:extLst>
                <a:ext uri="{FF2B5EF4-FFF2-40B4-BE49-F238E27FC236}">
                  <a16:creationId xmlns:a16="http://schemas.microsoft.com/office/drawing/2014/main" id="{A4D7467F-8E2F-4FCA-AAC4-A46804A1F638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2019990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8" name="직선 연결선 3537">
              <a:extLst>
                <a:ext uri="{FF2B5EF4-FFF2-40B4-BE49-F238E27FC236}">
                  <a16:creationId xmlns:a16="http://schemas.microsoft.com/office/drawing/2014/main" id="{EDF2F332-38B5-4641-8073-791471B11DD6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2456814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9" name="직선 연결선 3538">
              <a:extLst>
                <a:ext uri="{FF2B5EF4-FFF2-40B4-BE49-F238E27FC236}">
                  <a16:creationId xmlns:a16="http://schemas.microsoft.com/office/drawing/2014/main" id="{5823C717-8628-4841-9834-E74870A2259C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75" y="289363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0" name="TextBox 3539">
              <a:extLst>
                <a:ext uri="{FF2B5EF4-FFF2-40B4-BE49-F238E27FC236}">
                  <a16:creationId xmlns:a16="http://schemas.microsoft.com/office/drawing/2014/main" id="{C1CAF9CD-862E-4972-9C2C-79BF9C831028}"/>
                </a:ext>
              </a:extLst>
            </p:cNvPr>
            <p:cNvSpPr txBox="1"/>
            <p:nvPr/>
          </p:nvSpPr>
          <p:spPr>
            <a:xfrm>
              <a:off x="4694154" y="556416"/>
              <a:ext cx="376555" cy="1306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Sep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41" name="TextBox 3540">
              <a:extLst>
                <a:ext uri="{FF2B5EF4-FFF2-40B4-BE49-F238E27FC236}">
                  <a16:creationId xmlns:a16="http://schemas.microsoft.com/office/drawing/2014/main" id="{0CFA56E7-8136-4517-95C3-C44AF37DD582}"/>
                </a:ext>
              </a:extLst>
            </p:cNvPr>
            <p:cNvSpPr txBox="1"/>
            <p:nvPr/>
          </p:nvSpPr>
          <p:spPr>
            <a:xfrm>
              <a:off x="235493" y="109602"/>
              <a:ext cx="1603003" cy="2351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528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Annual Plan (3/4)</a:t>
              </a:r>
              <a:endParaRPr lang="ko-KR" altLang="en-US" sz="1528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3542" name="직선 연결선 3541">
              <a:extLst>
                <a:ext uri="{FF2B5EF4-FFF2-40B4-BE49-F238E27FC236}">
                  <a16:creationId xmlns:a16="http://schemas.microsoft.com/office/drawing/2014/main" id="{0B0B10DB-AD56-49B1-9B32-1B75FDC6A67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92792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3" name="직선 연결선 3542">
              <a:extLst>
                <a:ext uri="{FF2B5EF4-FFF2-40B4-BE49-F238E27FC236}">
                  <a16:creationId xmlns:a16="http://schemas.microsoft.com/office/drawing/2014/main" id="{7A7F05DE-4A40-4D51-A5DB-C70647D82D49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11202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4" name="직선 연결선 3543">
              <a:extLst>
                <a:ext uri="{FF2B5EF4-FFF2-40B4-BE49-F238E27FC236}">
                  <a16:creationId xmlns:a16="http://schemas.microsoft.com/office/drawing/2014/main" id="{3DDB3D5E-5E7F-46D4-A082-BA45AE839B7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42248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5" name="직선 연결선 3544">
              <a:extLst>
                <a:ext uri="{FF2B5EF4-FFF2-40B4-BE49-F238E27FC236}">
                  <a16:creationId xmlns:a16="http://schemas.microsoft.com/office/drawing/2014/main" id="{9ECFC540-974A-42A8-9800-F3312A2D459A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51453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6" name="직선 연결선 3545">
              <a:extLst>
                <a:ext uri="{FF2B5EF4-FFF2-40B4-BE49-F238E27FC236}">
                  <a16:creationId xmlns:a16="http://schemas.microsoft.com/office/drawing/2014/main" id="{4D9BB3BF-4B46-4A84-BF4D-A10208C909C1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480258"/>
              <a:ext cx="16997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7" name="직선 연결선 3546">
              <a:extLst>
                <a:ext uri="{FF2B5EF4-FFF2-40B4-BE49-F238E27FC236}">
                  <a16:creationId xmlns:a16="http://schemas.microsoft.com/office/drawing/2014/main" id="{11F768FC-FDB4-4BCA-9506-F2D30DCE0AE5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60658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8" name="직선 연결선 3547">
              <a:extLst>
                <a:ext uri="{FF2B5EF4-FFF2-40B4-BE49-F238E27FC236}">
                  <a16:creationId xmlns:a16="http://schemas.microsoft.com/office/drawing/2014/main" id="{FA31F6E0-BFF9-48AB-8E05-CED74B80FCFF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36474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9" name="직선 연결선 3548">
              <a:extLst>
                <a:ext uri="{FF2B5EF4-FFF2-40B4-BE49-F238E27FC236}">
                  <a16:creationId xmlns:a16="http://schemas.microsoft.com/office/drawing/2014/main" id="{7D21B749-A54D-4EC2-949B-1736530A451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80156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0" name="직선 연결선 3549">
              <a:extLst>
                <a:ext uri="{FF2B5EF4-FFF2-40B4-BE49-F238E27FC236}">
                  <a16:creationId xmlns:a16="http://schemas.microsoft.com/office/drawing/2014/main" id="{675A166B-DFFB-4300-9A5E-C4922B6BD5E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23838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1" name="직선 연결선 3550">
              <a:extLst>
                <a:ext uri="{FF2B5EF4-FFF2-40B4-BE49-F238E27FC236}">
                  <a16:creationId xmlns:a16="http://schemas.microsoft.com/office/drawing/2014/main" id="{D76582DF-B14D-4D80-8500-D07F309B42F9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67520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2" name="직선 연결선 3551">
              <a:extLst>
                <a:ext uri="{FF2B5EF4-FFF2-40B4-BE49-F238E27FC236}">
                  <a16:creationId xmlns:a16="http://schemas.microsoft.com/office/drawing/2014/main" id="{3A13C774-F303-45CE-BC0E-0B426DC47F4B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54884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3" name="직선 연결선 3552">
              <a:extLst>
                <a:ext uri="{FF2B5EF4-FFF2-40B4-BE49-F238E27FC236}">
                  <a16:creationId xmlns:a16="http://schemas.microsoft.com/office/drawing/2014/main" id="{F99F7F91-BEEC-44FC-8E82-D0BE6CA23781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76725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4" name="직선 연결선 3553">
              <a:extLst>
                <a:ext uri="{FF2B5EF4-FFF2-40B4-BE49-F238E27FC236}">
                  <a16:creationId xmlns:a16="http://schemas.microsoft.com/office/drawing/2014/main" id="{C3C9A1AD-3524-4A0A-AA31-76DB4068FCEE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98566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5" name="직선 연결선 3554">
              <a:extLst>
                <a:ext uri="{FF2B5EF4-FFF2-40B4-BE49-F238E27FC236}">
                  <a16:creationId xmlns:a16="http://schemas.microsoft.com/office/drawing/2014/main" id="{B3868258-81AE-44F9-ABFF-8C69C20EC3A6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20407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6" name="직선 연결선 3555">
              <a:extLst>
                <a:ext uri="{FF2B5EF4-FFF2-40B4-BE49-F238E27FC236}">
                  <a16:creationId xmlns:a16="http://schemas.microsoft.com/office/drawing/2014/main" id="{F13D6749-727A-4DF3-A0F0-B618B317A3A2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64089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7" name="직선 연결선 3556">
              <a:extLst>
                <a:ext uri="{FF2B5EF4-FFF2-40B4-BE49-F238E27FC236}">
                  <a16:creationId xmlns:a16="http://schemas.microsoft.com/office/drawing/2014/main" id="{0E78F11E-6BC8-43D7-8BEC-C1BC1499B00D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85930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8" name="직선 연결선 3557">
              <a:extLst>
                <a:ext uri="{FF2B5EF4-FFF2-40B4-BE49-F238E27FC236}">
                  <a16:creationId xmlns:a16="http://schemas.microsoft.com/office/drawing/2014/main" id="{A5036B80-B26D-4563-AAD1-61565EFA8C9E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07771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9" name="직선 연결선 3558">
              <a:extLst>
                <a:ext uri="{FF2B5EF4-FFF2-40B4-BE49-F238E27FC236}">
                  <a16:creationId xmlns:a16="http://schemas.microsoft.com/office/drawing/2014/main" id="{9588ECF8-26C4-40B5-96CF-7855F282F1BC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29612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0" name="직선 연결선 3559">
              <a:extLst>
                <a:ext uri="{FF2B5EF4-FFF2-40B4-BE49-F238E27FC236}">
                  <a16:creationId xmlns:a16="http://schemas.microsoft.com/office/drawing/2014/main" id="{377EC920-7E68-438D-9318-696004606C6F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73294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1" name="직선 연결선 3560">
              <a:extLst>
                <a:ext uri="{FF2B5EF4-FFF2-40B4-BE49-F238E27FC236}">
                  <a16:creationId xmlns:a16="http://schemas.microsoft.com/office/drawing/2014/main" id="{808062A5-062E-4695-A27F-2899FEDD5576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95135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2" name="직선 연결선 3561">
              <a:extLst>
                <a:ext uri="{FF2B5EF4-FFF2-40B4-BE49-F238E27FC236}">
                  <a16:creationId xmlns:a16="http://schemas.microsoft.com/office/drawing/2014/main" id="{6CB4DBAC-07BA-4121-BE0E-AE8DAC0363A6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16976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3" name="직선 연결선 3562">
              <a:extLst>
                <a:ext uri="{FF2B5EF4-FFF2-40B4-BE49-F238E27FC236}">
                  <a16:creationId xmlns:a16="http://schemas.microsoft.com/office/drawing/2014/main" id="{EE2DCCC5-5B32-4FCE-9D16-6064F03937D5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04340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4" name="직선 연결선 3563">
              <a:extLst>
                <a:ext uri="{FF2B5EF4-FFF2-40B4-BE49-F238E27FC236}">
                  <a16:creationId xmlns:a16="http://schemas.microsoft.com/office/drawing/2014/main" id="{6A6B79CA-B030-44CE-9569-67C1858C33FC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38817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5" name="직선 연결선 3564">
              <a:extLst>
                <a:ext uri="{FF2B5EF4-FFF2-40B4-BE49-F238E27FC236}">
                  <a16:creationId xmlns:a16="http://schemas.microsoft.com/office/drawing/2014/main" id="{C1D88A4F-7816-46F1-8219-87151A1C027F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82499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6" name="직선 연결선 3565">
              <a:extLst>
                <a:ext uri="{FF2B5EF4-FFF2-40B4-BE49-F238E27FC236}">
                  <a16:creationId xmlns:a16="http://schemas.microsoft.com/office/drawing/2014/main" id="{6CF5C13F-3640-4A41-A332-97F006B9D8D6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26181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7" name="직선 연결선 3566">
              <a:extLst>
                <a:ext uri="{FF2B5EF4-FFF2-40B4-BE49-F238E27FC236}">
                  <a16:creationId xmlns:a16="http://schemas.microsoft.com/office/drawing/2014/main" id="{FC10C4F8-3C0D-41D9-B6DC-998330E01429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09518"/>
              <a:ext cx="16997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8" name="직선 연결선 3567">
              <a:extLst>
                <a:ext uri="{FF2B5EF4-FFF2-40B4-BE49-F238E27FC236}">
                  <a16:creationId xmlns:a16="http://schemas.microsoft.com/office/drawing/2014/main" id="{C697E561-6617-4A39-99C0-7473587BD0BE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14633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9" name="직선 연결선 3568">
              <a:extLst>
                <a:ext uri="{FF2B5EF4-FFF2-40B4-BE49-F238E27FC236}">
                  <a16:creationId xmlns:a16="http://schemas.microsoft.com/office/drawing/2014/main" id="{CE5DC8E6-A418-4B44-B16B-5BF7327E4846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33043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0" name="직선 연결선 3569">
              <a:extLst>
                <a:ext uri="{FF2B5EF4-FFF2-40B4-BE49-F238E27FC236}">
                  <a16:creationId xmlns:a16="http://schemas.microsoft.com/office/drawing/2014/main" id="{983879CA-F1B7-4D7C-9507-196021244E2D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58315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1" name="직선 연결선 3570">
              <a:extLst>
                <a:ext uri="{FF2B5EF4-FFF2-40B4-BE49-F238E27FC236}">
                  <a16:creationId xmlns:a16="http://schemas.microsoft.com/office/drawing/2014/main" id="{956FCC98-150A-480B-9DB9-7AC32A21DDA9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01997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2" name="직선 연결선 3571">
              <a:extLst>
                <a:ext uri="{FF2B5EF4-FFF2-40B4-BE49-F238E27FC236}">
                  <a16:creationId xmlns:a16="http://schemas.microsoft.com/office/drawing/2014/main" id="{1CC1BAFE-BB6B-48C3-8316-AD09458FE13A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45679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3" name="직선 연결선 3572">
              <a:extLst>
                <a:ext uri="{FF2B5EF4-FFF2-40B4-BE49-F238E27FC236}">
                  <a16:creationId xmlns:a16="http://schemas.microsoft.com/office/drawing/2014/main" id="{6B86BC28-8BCE-4BD2-A542-DCA69A07F3C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89361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74" name="TextBox 3573">
              <a:extLst>
                <a:ext uri="{FF2B5EF4-FFF2-40B4-BE49-F238E27FC236}">
                  <a16:creationId xmlns:a16="http://schemas.microsoft.com/office/drawing/2014/main" id="{42CCC875-28F7-4D1C-9791-626DDE59B95A}"/>
                </a:ext>
              </a:extLst>
            </p:cNvPr>
            <p:cNvSpPr txBox="1"/>
            <p:nvPr/>
          </p:nvSpPr>
          <p:spPr>
            <a:xfrm>
              <a:off x="313525" y="76646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75" name="TextBox 3574">
              <a:extLst>
                <a:ext uri="{FF2B5EF4-FFF2-40B4-BE49-F238E27FC236}">
                  <a16:creationId xmlns:a16="http://schemas.microsoft.com/office/drawing/2014/main" id="{77DBFA02-849B-4202-9B24-22F3690E350C}"/>
                </a:ext>
              </a:extLst>
            </p:cNvPr>
            <p:cNvSpPr txBox="1"/>
            <p:nvPr/>
          </p:nvSpPr>
          <p:spPr>
            <a:xfrm>
              <a:off x="313525" y="98487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76" name="TextBox 3575">
              <a:extLst>
                <a:ext uri="{FF2B5EF4-FFF2-40B4-BE49-F238E27FC236}">
                  <a16:creationId xmlns:a16="http://schemas.microsoft.com/office/drawing/2014/main" id="{5FE969BE-25C8-4EB9-95F1-DD2315E30024}"/>
                </a:ext>
              </a:extLst>
            </p:cNvPr>
            <p:cNvSpPr txBox="1"/>
            <p:nvPr/>
          </p:nvSpPr>
          <p:spPr>
            <a:xfrm>
              <a:off x="313525" y="120328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77" name="TextBox 3576">
              <a:extLst>
                <a:ext uri="{FF2B5EF4-FFF2-40B4-BE49-F238E27FC236}">
                  <a16:creationId xmlns:a16="http://schemas.microsoft.com/office/drawing/2014/main" id="{BC5C1391-7144-45F9-BFBC-F1CA8674F467}"/>
                </a:ext>
              </a:extLst>
            </p:cNvPr>
            <p:cNvSpPr txBox="1"/>
            <p:nvPr/>
          </p:nvSpPr>
          <p:spPr>
            <a:xfrm>
              <a:off x="313525" y="142169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78" name="TextBox 3577">
              <a:extLst>
                <a:ext uri="{FF2B5EF4-FFF2-40B4-BE49-F238E27FC236}">
                  <a16:creationId xmlns:a16="http://schemas.microsoft.com/office/drawing/2014/main" id="{1C3ADBA3-B24A-4882-B035-D1F19CBA1585}"/>
                </a:ext>
              </a:extLst>
            </p:cNvPr>
            <p:cNvSpPr txBox="1"/>
            <p:nvPr/>
          </p:nvSpPr>
          <p:spPr>
            <a:xfrm>
              <a:off x="313525" y="164010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79" name="TextBox 3578">
              <a:extLst>
                <a:ext uri="{FF2B5EF4-FFF2-40B4-BE49-F238E27FC236}">
                  <a16:creationId xmlns:a16="http://schemas.microsoft.com/office/drawing/2014/main" id="{827CF496-F2B8-46FD-8A59-6B56A7284D12}"/>
                </a:ext>
              </a:extLst>
            </p:cNvPr>
            <p:cNvSpPr txBox="1"/>
            <p:nvPr/>
          </p:nvSpPr>
          <p:spPr>
            <a:xfrm>
              <a:off x="313525" y="185851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80" name="TextBox 3579">
              <a:extLst>
                <a:ext uri="{FF2B5EF4-FFF2-40B4-BE49-F238E27FC236}">
                  <a16:creationId xmlns:a16="http://schemas.microsoft.com/office/drawing/2014/main" id="{E0C3973D-0DB7-40A8-A9BF-422190F7CE26}"/>
                </a:ext>
              </a:extLst>
            </p:cNvPr>
            <p:cNvSpPr txBox="1"/>
            <p:nvPr/>
          </p:nvSpPr>
          <p:spPr>
            <a:xfrm>
              <a:off x="313525" y="207692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81" name="TextBox 3580">
              <a:extLst>
                <a:ext uri="{FF2B5EF4-FFF2-40B4-BE49-F238E27FC236}">
                  <a16:creationId xmlns:a16="http://schemas.microsoft.com/office/drawing/2014/main" id="{52E4926A-83CD-49C5-95A3-7442D46BFADB}"/>
                </a:ext>
              </a:extLst>
            </p:cNvPr>
            <p:cNvSpPr txBox="1"/>
            <p:nvPr/>
          </p:nvSpPr>
          <p:spPr>
            <a:xfrm>
              <a:off x="313525" y="229533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82" name="TextBox 3581">
              <a:extLst>
                <a:ext uri="{FF2B5EF4-FFF2-40B4-BE49-F238E27FC236}">
                  <a16:creationId xmlns:a16="http://schemas.microsoft.com/office/drawing/2014/main" id="{AC868BDF-2B64-4F5D-BAAD-C6CD2056A5F4}"/>
                </a:ext>
              </a:extLst>
            </p:cNvPr>
            <p:cNvSpPr txBox="1"/>
            <p:nvPr/>
          </p:nvSpPr>
          <p:spPr>
            <a:xfrm>
              <a:off x="313525" y="251374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83" name="TextBox 3582">
              <a:extLst>
                <a:ext uri="{FF2B5EF4-FFF2-40B4-BE49-F238E27FC236}">
                  <a16:creationId xmlns:a16="http://schemas.microsoft.com/office/drawing/2014/main" id="{B25F4AB4-6618-4FB8-96D3-8610FA637AB3}"/>
                </a:ext>
              </a:extLst>
            </p:cNvPr>
            <p:cNvSpPr txBox="1"/>
            <p:nvPr/>
          </p:nvSpPr>
          <p:spPr>
            <a:xfrm>
              <a:off x="260532" y="273215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84" name="TextBox 3583">
              <a:extLst>
                <a:ext uri="{FF2B5EF4-FFF2-40B4-BE49-F238E27FC236}">
                  <a16:creationId xmlns:a16="http://schemas.microsoft.com/office/drawing/2014/main" id="{9DA3E74C-4D1A-4337-8BE3-0D4FC7710205}"/>
                </a:ext>
              </a:extLst>
            </p:cNvPr>
            <p:cNvSpPr txBox="1"/>
            <p:nvPr/>
          </p:nvSpPr>
          <p:spPr>
            <a:xfrm>
              <a:off x="260532" y="295056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85" name="TextBox 3584">
              <a:extLst>
                <a:ext uri="{FF2B5EF4-FFF2-40B4-BE49-F238E27FC236}">
                  <a16:creationId xmlns:a16="http://schemas.microsoft.com/office/drawing/2014/main" id="{C17AEACE-804A-4D8A-A016-E2939D82F23C}"/>
                </a:ext>
              </a:extLst>
            </p:cNvPr>
            <p:cNvSpPr txBox="1"/>
            <p:nvPr/>
          </p:nvSpPr>
          <p:spPr>
            <a:xfrm>
              <a:off x="260532" y="316897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86" name="TextBox 3585">
              <a:extLst>
                <a:ext uri="{FF2B5EF4-FFF2-40B4-BE49-F238E27FC236}">
                  <a16:creationId xmlns:a16="http://schemas.microsoft.com/office/drawing/2014/main" id="{8B4686C3-D0C2-421C-B22B-FAC917231CC5}"/>
                </a:ext>
              </a:extLst>
            </p:cNvPr>
            <p:cNvSpPr txBox="1"/>
            <p:nvPr/>
          </p:nvSpPr>
          <p:spPr>
            <a:xfrm>
              <a:off x="260532" y="338738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87" name="TextBox 3586">
              <a:extLst>
                <a:ext uri="{FF2B5EF4-FFF2-40B4-BE49-F238E27FC236}">
                  <a16:creationId xmlns:a16="http://schemas.microsoft.com/office/drawing/2014/main" id="{6DCBE62E-723B-40B9-B58F-6868CB8939A9}"/>
                </a:ext>
              </a:extLst>
            </p:cNvPr>
            <p:cNvSpPr txBox="1"/>
            <p:nvPr/>
          </p:nvSpPr>
          <p:spPr>
            <a:xfrm>
              <a:off x="260532" y="360579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88" name="TextBox 3587">
              <a:extLst>
                <a:ext uri="{FF2B5EF4-FFF2-40B4-BE49-F238E27FC236}">
                  <a16:creationId xmlns:a16="http://schemas.microsoft.com/office/drawing/2014/main" id="{491CFF2C-65D0-48FC-9B5D-7528C4DECDB2}"/>
                </a:ext>
              </a:extLst>
            </p:cNvPr>
            <p:cNvSpPr txBox="1"/>
            <p:nvPr/>
          </p:nvSpPr>
          <p:spPr>
            <a:xfrm>
              <a:off x="260532" y="382420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89" name="TextBox 3588">
              <a:extLst>
                <a:ext uri="{FF2B5EF4-FFF2-40B4-BE49-F238E27FC236}">
                  <a16:creationId xmlns:a16="http://schemas.microsoft.com/office/drawing/2014/main" id="{F8AA2BCF-F0C0-463D-9674-79E09888CF4D}"/>
                </a:ext>
              </a:extLst>
            </p:cNvPr>
            <p:cNvSpPr txBox="1"/>
            <p:nvPr/>
          </p:nvSpPr>
          <p:spPr>
            <a:xfrm>
              <a:off x="260532" y="404261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90" name="TextBox 3589">
              <a:extLst>
                <a:ext uri="{FF2B5EF4-FFF2-40B4-BE49-F238E27FC236}">
                  <a16:creationId xmlns:a16="http://schemas.microsoft.com/office/drawing/2014/main" id="{B112A500-8690-46BE-85F7-E746CC6A89D7}"/>
                </a:ext>
              </a:extLst>
            </p:cNvPr>
            <p:cNvSpPr txBox="1"/>
            <p:nvPr/>
          </p:nvSpPr>
          <p:spPr>
            <a:xfrm>
              <a:off x="260532" y="426102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91" name="TextBox 3590">
              <a:extLst>
                <a:ext uri="{FF2B5EF4-FFF2-40B4-BE49-F238E27FC236}">
                  <a16:creationId xmlns:a16="http://schemas.microsoft.com/office/drawing/2014/main" id="{A80E3D87-7A2E-4A70-A470-3CC3EBCD9B3D}"/>
                </a:ext>
              </a:extLst>
            </p:cNvPr>
            <p:cNvSpPr txBox="1"/>
            <p:nvPr/>
          </p:nvSpPr>
          <p:spPr>
            <a:xfrm>
              <a:off x="260532" y="447943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92" name="TextBox 3591">
              <a:extLst>
                <a:ext uri="{FF2B5EF4-FFF2-40B4-BE49-F238E27FC236}">
                  <a16:creationId xmlns:a16="http://schemas.microsoft.com/office/drawing/2014/main" id="{CA741144-513D-467F-B7B5-C6FA9F5150B7}"/>
                </a:ext>
              </a:extLst>
            </p:cNvPr>
            <p:cNvSpPr txBox="1"/>
            <p:nvPr/>
          </p:nvSpPr>
          <p:spPr>
            <a:xfrm>
              <a:off x="260532" y="469784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93" name="TextBox 3592">
              <a:extLst>
                <a:ext uri="{FF2B5EF4-FFF2-40B4-BE49-F238E27FC236}">
                  <a16:creationId xmlns:a16="http://schemas.microsoft.com/office/drawing/2014/main" id="{940EA04A-E22D-4C4F-94F6-70F12C8BE566}"/>
                </a:ext>
              </a:extLst>
            </p:cNvPr>
            <p:cNvSpPr txBox="1"/>
            <p:nvPr/>
          </p:nvSpPr>
          <p:spPr>
            <a:xfrm>
              <a:off x="260532" y="491625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94" name="TextBox 3593">
              <a:extLst>
                <a:ext uri="{FF2B5EF4-FFF2-40B4-BE49-F238E27FC236}">
                  <a16:creationId xmlns:a16="http://schemas.microsoft.com/office/drawing/2014/main" id="{E93B4FC8-5C5A-4EC8-B7A6-3466FD909E39}"/>
                </a:ext>
              </a:extLst>
            </p:cNvPr>
            <p:cNvSpPr txBox="1"/>
            <p:nvPr/>
          </p:nvSpPr>
          <p:spPr>
            <a:xfrm>
              <a:off x="260532" y="513466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95" name="TextBox 3594">
              <a:extLst>
                <a:ext uri="{FF2B5EF4-FFF2-40B4-BE49-F238E27FC236}">
                  <a16:creationId xmlns:a16="http://schemas.microsoft.com/office/drawing/2014/main" id="{638143F0-2898-4AB1-99CB-7B7698A5C25E}"/>
                </a:ext>
              </a:extLst>
            </p:cNvPr>
            <p:cNvSpPr txBox="1"/>
            <p:nvPr/>
          </p:nvSpPr>
          <p:spPr>
            <a:xfrm>
              <a:off x="260532" y="535307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96" name="TextBox 3595">
              <a:extLst>
                <a:ext uri="{FF2B5EF4-FFF2-40B4-BE49-F238E27FC236}">
                  <a16:creationId xmlns:a16="http://schemas.microsoft.com/office/drawing/2014/main" id="{9EFF78B6-A889-4C8F-B263-46BC018ECFB0}"/>
                </a:ext>
              </a:extLst>
            </p:cNvPr>
            <p:cNvSpPr txBox="1"/>
            <p:nvPr/>
          </p:nvSpPr>
          <p:spPr>
            <a:xfrm>
              <a:off x="260532" y="557148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97" name="TextBox 3596">
              <a:extLst>
                <a:ext uri="{FF2B5EF4-FFF2-40B4-BE49-F238E27FC236}">
                  <a16:creationId xmlns:a16="http://schemas.microsoft.com/office/drawing/2014/main" id="{ADD131F1-45E0-4060-A198-50154C5FE3CA}"/>
                </a:ext>
              </a:extLst>
            </p:cNvPr>
            <p:cNvSpPr txBox="1"/>
            <p:nvPr/>
          </p:nvSpPr>
          <p:spPr>
            <a:xfrm>
              <a:off x="260532" y="578989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98" name="TextBox 3597">
              <a:extLst>
                <a:ext uri="{FF2B5EF4-FFF2-40B4-BE49-F238E27FC236}">
                  <a16:creationId xmlns:a16="http://schemas.microsoft.com/office/drawing/2014/main" id="{94EE1BD9-E158-471D-8A3A-E6E0CD0661BB}"/>
                </a:ext>
              </a:extLst>
            </p:cNvPr>
            <p:cNvSpPr txBox="1"/>
            <p:nvPr/>
          </p:nvSpPr>
          <p:spPr>
            <a:xfrm>
              <a:off x="260532" y="600830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99" name="TextBox 3598">
              <a:extLst>
                <a:ext uri="{FF2B5EF4-FFF2-40B4-BE49-F238E27FC236}">
                  <a16:creationId xmlns:a16="http://schemas.microsoft.com/office/drawing/2014/main" id="{D864254E-F003-4F62-8C61-C2B38E8C0878}"/>
                </a:ext>
              </a:extLst>
            </p:cNvPr>
            <p:cNvSpPr txBox="1"/>
            <p:nvPr/>
          </p:nvSpPr>
          <p:spPr>
            <a:xfrm>
              <a:off x="260532" y="622671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00" name="TextBox 3599">
              <a:extLst>
                <a:ext uri="{FF2B5EF4-FFF2-40B4-BE49-F238E27FC236}">
                  <a16:creationId xmlns:a16="http://schemas.microsoft.com/office/drawing/2014/main" id="{E5F1E521-FFA9-427F-8BC6-46775BBA8080}"/>
                </a:ext>
              </a:extLst>
            </p:cNvPr>
            <p:cNvSpPr txBox="1"/>
            <p:nvPr/>
          </p:nvSpPr>
          <p:spPr>
            <a:xfrm>
              <a:off x="260532" y="644512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01" name="TextBox 3600">
              <a:extLst>
                <a:ext uri="{FF2B5EF4-FFF2-40B4-BE49-F238E27FC236}">
                  <a16:creationId xmlns:a16="http://schemas.microsoft.com/office/drawing/2014/main" id="{5CE3E9AA-B46E-40EA-878F-BC2EC4BF6EF9}"/>
                </a:ext>
              </a:extLst>
            </p:cNvPr>
            <p:cNvSpPr txBox="1"/>
            <p:nvPr/>
          </p:nvSpPr>
          <p:spPr>
            <a:xfrm>
              <a:off x="260532" y="666353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02" name="TextBox 3601">
              <a:extLst>
                <a:ext uri="{FF2B5EF4-FFF2-40B4-BE49-F238E27FC236}">
                  <a16:creationId xmlns:a16="http://schemas.microsoft.com/office/drawing/2014/main" id="{85AE26B1-C328-43F9-96DB-9BCD8CC88793}"/>
                </a:ext>
              </a:extLst>
            </p:cNvPr>
            <p:cNvSpPr txBox="1"/>
            <p:nvPr/>
          </p:nvSpPr>
          <p:spPr>
            <a:xfrm>
              <a:off x="260532" y="688194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03" name="TextBox 3602">
              <a:extLst>
                <a:ext uri="{FF2B5EF4-FFF2-40B4-BE49-F238E27FC236}">
                  <a16:creationId xmlns:a16="http://schemas.microsoft.com/office/drawing/2014/main" id="{D8222843-33C6-4F1F-AE39-0313D0280465}"/>
                </a:ext>
              </a:extLst>
            </p:cNvPr>
            <p:cNvSpPr txBox="1"/>
            <p:nvPr/>
          </p:nvSpPr>
          <p:spPr>
            <a:xfrm>
              <a:off x="260532" y="710035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04" name="TextBox 3603">
              <a:extLst>
                <a:ext uri="{FF2B5EF4-FFF2-40B4-BE49-F238E27FC236}">
                  <a16:creationId xmlns:a16="http://schemas.microsoft.com/office/drawing/2014/main" id="{C28732D6-17CB-4A78-9736-2DAB2D17C3DE}"/>
                </a:ext>
              </a:extLst>
            </p:cNvPr>
            <p:cNvSpPr txBox="1"/>
            <p:nvPr/>
          </p:nvSpPr>
          <p:spPr>
            <a:xfrm>
              <a:off x="260532" y="731876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170" name="TextBox 185">
            <a:hlinkClick r:id="rId2"/>
            <a:extLst>
              <a:ext uri="{FF2B5EF4-FFF2-40B4-BE49-F238E27FC236}">
                <a16:creationId xmlns:a16="http://schemas.microsoft.com/office/drawing/2014/main" id="{75E8F874-30BA-4267-A14E-33C9EC0F8ACE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1" name="TextBox 186">
            <a:hlinkClick r:id="rId3"/>
            <a:extLst>
              <a:ext uri="{FF2B5EF4-FFF2-40B4-BE49-F238E27FC236}">
                <a16:creationId xmlns:a16="http://schemas.microsoft.com/office/drawing/2014/main" id="{3F5005BD-9DD0-48A5-B6A1-3A844E9C7B70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2" name="TextBox 184">
            <a:hlinkClick r:id="rId4"/>
            <a:extLst>
              <a:ext uri="{FF2B5EF4-FFF2-40B4-BE49-F238E27FC236}">
                <a16:creationId xmlns:a16="http://schemas.microsoft.com/office/drawing/2014/main" id="{03F3296F-EAD3-4A92-9F79-1D37409CD0F2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</TotalTime>
  <Words>47</Words>
  <Application>Microsoft Office PowerPoint</Application>
  <PresentationFormat>사용자 지정</PresentationFormat>
  <Paragraphs>38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77</cp:revision>
  <dcterms:created xsi:type="dcterms:W3CDTF">2021-10-29T04:43:38Z</dcterms:created>
  <dcterms:modified xsi:type="dcterms:W3CDTF">2021-12-19T08:50:11Z</dcterms:modified>
</cp:coreProperties>
</file>
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6076950" cy="77644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6" userDrawn="1">
          <p15:clr>
            <a:srgbClr val="A4A3A4"/>
          </p15:clr>
        </p15:guide>
        <p15:guide id="2" pos="191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EA531"/>
    <a:srgbClr val="FF5050"/>
    <a:srgbClr val="597422"/>
    <a:srgbClr val="B8D779"/>
    <a:srgbClr val="EBF68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9" autoAdjust="0"/>
    <p:restoredTop sz="94660"/>
  </p:normalViewPr>
  <p:slideViewPr>
    <p:cSldViewPr snapToGrid="0" showGuides="1">
      <p:cViewPr varScale="1">
        <p:scale>
          <a:sx n="39" d="100"/>
          <a:sy n="39" d="100"/>
        </p:scale>
        <p:origin x="1674" y="54"/>
      </p:cViewPr>
      <p:guideLst>
        <p:guide orient="horz" pos="2446"/>
        <p:guide pos="191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55771" y="1270713"/>
            <a:ext cx="5165408" cy="2703183"/>
          </a:xfrm>
        </p:spPr>
        <p:txBody>
          <a:bodyPr anchor="b"/>
          <a:lstStyle>
            <a:lvl1pPr algn="ctr"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59619" y="4078141"/>
            <a:ext cx="4557713" cy="1874614"/>
          </a:xfrm>
        </p:spPr>
        <p:txBody>
          <a:bodyPr/>
          <a:lstStyle>
            <a:lvl1pPr marL="0" indent="0" algn="ctr">
              <a:buNone/>
              <a:defRPr sz="1595"/>
            </a:lvl1pPr>
            <a:lvl2pPr marL="303855" indent="0" algn="ctr">
              <a:buNone/>
              <a:defRPr sz="1329"/>
            </a:lvl2pPr>
            <a:lvl3pPr marL="607710" indent="0" algn="ctr">
              <a:buNone/>
              <a:defRPr sz="1196"/>
            </a:lvl3pPr>
            <a:lvl4pPr marL="911565" indent="0" algn="ctr">
              <a:buNone/>
              <a:defRPr sz="1063"/>
            </a:lvl4pPr>
            <a:lvl5pPr marL="1215420" indent="0" algn="ctr">
              <a:buNone/>
              <a:defRPr sz="1063"/>
            </a:lvl5pPr>
            <a:lvl6pPr marL="1519276" indent="0" algn="ctr">
              <a:buNone/>
              <a:defRPr sz="1063"/>
            </a:lvl6pPr>
            <a:lvl7pPr marL="1823131" indent="0" algn="ctr">
              <a:buNone/>
              <a:defRPr sz="1063"/>
            </a:lvl7pPr>
            <a:lvl8pPr marL="2126986" indent="0" algn="ctr">
              <a:buNone/>
              <a:defRPr sz="1063"/>
            </a:lvl8pPr>
            <a:lvl9pPr marL="2430841" indent="0" algn="ctr">
              <a:buNone/>
              <a:defRPr sz="1063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372528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526973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4626" y="1935726"/>
            <a:ext cx="5241369" cy="3229800"/>
          </a:xfrm>
        </p:spPr>
        <p:txBody>
          <a:bodyPr anchor="b"/>
          <a:lstStyle>
            <a:lvl1pPr>
              <a:defRPr sz="3988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4626" y="5196081"/>
            <a:ext cx="5241369" cy="1698476"/>
          </a:xfrm>
        </p:spPr>
        <p:txBody>
          <a:bodyPr/>
          <a:lstStyle>
            <a:lvl1pPr marL="0" indent="0">
              <a:buNone/>
              <a:defRPr sz="1595">
                <a:solidFill>
                  <a:schemeClr val="tx1"/>
                </a:solidFill>
              </a:defRPr>
            </a:lvl1pPr>
            <a:lvl2pPr marL="303855" indent="0">
              <a:buNone/>
              <a:defRPr sz="1329">
                <a:solidFill>
                  <a:schemeClr val="tx1">
                    <a:tint val="75000"/>
                  </a:schemeClr>
                </a:solidFill>
              </a:defRPr>
            </a:lvl2pPr>
            <a:lvl3pPr marL="607710" indent="0">
              <a:buNone/>
              <a:defRPr sz="1196">
                <a:solidFill>
                  <a:schemeClr val="tx1">
                    <a:tint val="75000"/>
                  </a:schemeClr>
                </a:solidFill>
              </a:defRPr>
            </a:lvl3pPr>
            <a:lvl4pPr marL="911565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4pPr>
            <a:lvl5pPr marL="1215420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5pPr>
            <a:lvl6pPr marL="151927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6pPr>
            <a:lvl7pPr marL="182313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7pPr>
            <a:lvl8pPr marL="2126986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8pPr>
            <a:lvl9pPr marL="2430841" indent="0">
              <a:buNone/>
              <a:defRPr sz="1063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6462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17790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076456" y="2066929"/>
            <a:ext cx="2582704" cy="4926480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76043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413387"/>
            <a:ext cx="5241369" cy="1500771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8583" y="1903373"/>
            <a:ext cx="2570834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18583" y="2836186"/>
            <a:ext cx="2570834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076456" y="1903373"/>
            <a:ext cx="2583495" cy="932813"/>
          </a:xfrm>
        </p:spPr>
        <p:txBody>
          <a:bodyPr anchor="b"/>
          <a:lstStyle>
            <a:lvl1pPr marL="0" indent="0">
              <a:buNone/>
              <a:defRPr sz="1595" b="1"/>
            </a:lvl1pPr>
            <a:lvl2pPr marL="303855" indent="0">
              <a:buNone/>
              <a:defRPr sz="1329" b="1"/>
            </a:lvl2pPr>
            <a:lvl3pPr marL="607710" indent="0">
              <a:buNone/>
              <a:defRPr sz="1196" b="1"/>
            </a:lvl3pPr>
            <a:lvl4pPr marL="911565" indent="0">
              <a:buNone/>
              <a:defRPr sz="1063" b="1"/>
            </a:lvl4pPr>
            <a:lvl5pPr marL="1215420" indent="0">
              <a:buNone/>
              <a:defRPr sz="1063" b="1"/>
            </a:lvl5pPr>
            <a:lvl6pPr marL="1519276" indent="0">
              <a:buNone/>
              <a:defRPr sz="1063" b="1"/>
            </a:lvl6pPr>
            <a:lvl7pPr marL="1823131" indent="0">
              <a:buNone/>
              <a:defRPr sz="1063" b="1"/>
            </a:lvl7pPr>
            <a:lvl8pPr marL="2126986" indent="0">
              <a:buNone/>
              <a:defRPr sz="1063" b="1"/>
            </a:lvl8pPr>
            <a:lvl9pPr marL="2430841" indent="0">
              <a:buNone/>
              <a:defRPr sz="1063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076456" y="2836186"/>
            <a:ext cx="2583495" cy="4171602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72827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9011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173846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3495" y="1117941"/>
            <a:ext cx="3076456" cy="5517801"/>
          </a:xfrm>
        </p:spPr>
        <p:txBody>
          <a:bodyPr/>
          <a:lstStyle>
            <a:lvl1pPr>
              <a:defRPr sz="2127"/>
            </a:lvl1pPr>
            <a:lvl2pPr>
              <a:defRPr sz="1861"/>
            </a:lvl2pPr>
            <a:lvl3pPr>
              <a:defRPr sz="1595"/>
            </a:lvl3pPr>
            <a:lvl4pPr>
              <a:defRPr sz="1329"/>
            </a:lvl4pPr>
            <a:lvl5pPr>
              <a:defRPr sz="1329"/>
            </a:lvl5pPr>
            <a:lvl6pPr>
              <a:defRPr sz="1329"/>
            </a:lvl6pPr>
            <a:lvl7pPr>
              <a:defRPr sz="1329"/>
            </a:lvl7pPr>
            <a:lvl8pPr>
              <a:defRPr sz="1329"/>
            </a:lvl8pPr>
            <a:lvl9pPr>
              <a:defRPr sz="1329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252146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8582" y="517631"/>
            <a:ext cx="1959975" cy="1811708"/>
          </a:xfrm>
        </p:spPr>
        <p:txBody>
          <a:bodyPr anchor="b"/>
          <a:lstStyle>
            <a:lvl1pPr>
              <a:defRPr sz="2127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3495" y="1117941"/>
            <a:ext cx="3076456" cy="5517801"/>
          </a:xfrm>
        </p:spPr>
        <p:txBody>
          <a:bodyPr anchor="t"/>
          <a:lstStyle>
            <a:lvl1pPr marL="0" indent="0">
              <a:buNone/>
              <a:defRPr sz="2127"/>
            </a:lvl1pPr>
            <a:lvl2pPr marL="303855" indent="0">
              <a:buNone/>
              <a:defRPr sz="1861"/>
            </a:lvl2pPr>
            <a:lvl3pPr marL="607710" indent="0">
              <a:buNone/>
              <a:defRPr sz="1595"/>
            </a:lvl3pPr>
            <a:lvl4pPr marL="911565" indent="0">
              <a:buNone/>
              <a:defRPr sz="1329"/>
            </a:lvl4pPr>
            <a:lvl5pPr marL="1215420" indent="0">
              <a:buNone/>
              <a:defRPr sz="1329"/>
            </a:lvl5pPr>
            <a:lvl6pPr marL="1519276" indent="0">
              <a:buNone/>
              <a:defRPr sz="1329"/>
            </a:lvl6pPr>
            <a:lvl7pPr marL="1823131" indent="0">
              <a:buNone/>
              <a:defRPr sz="1329"/>
            </a:lvl7pPr>
            <a:lvl8pPr marL="2126986" indent="0">
              <a:buNone/>
              <a:defRPr sz="1329"/>
            </a:lvl8pPr>
            <a:lvl9pPr marL="2430841" indent="0">
              <a:buNone/>
              <a:defRPr sz="1329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18582" y="2329339"/>
            <a:ext cx="1959975" cy="4315388"/>
          </a:xfrm>
        </p:spPr>
        <p:txBody>
          <a:bodyPr/>
          <a:lstStyle>
            <a:lvl1pPr marL="0" indent="0">
              <a:buNone/>
              <a:defRPr sz="1063"/>
            </a:lvl1pPr>
            <a:lvl2pPr marL="303855" indent="0">
              <a:buNone/>
              <a:defRPr sz="930"/>
            </a:lvl2pPr>
            <a:lvl3pPr marL="607710" indent="0">
              <a:buNone/>
              <a:defRPr sz="798"/>
            </a:lvl3pPr>
            <a:lvl4pPr marL="911565" indent="0">
              <a:buNone/>
              <a:defRPr sz="665"/>
            </a:lvl4pPr>
            <a:lvl5pPr marL="1215420" indent="0">
              <a:buNone/>
              <a:defRPr sz="665"/>
            </a:lvl5pPr>
            <a:lvl6pPr marL="1519276" indent="0">
              <a:buNone/>
              <a:defRPr sz="665"/>
            </a:lvl6pPr>
            <a:lvl7pPr marL="1823131" indent="0">
              <a:buNone/>
              <a:defRPr sz="665"/>
            </a:lvl7pPr>
            <a:lvl8pPr marL="2126986" indent="0">
              <a:buNone/>
              <a:defRPr sz="665"/>
            </a:lvl8pPr>
            <a:lvl9pPr marL="2430841" indent="0">
              <a:buNone/>
              <a:defRPr sz="665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8266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73230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348818" y="413386"/>
            <a:ext cx="1310342" cy="658002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17791" y="413386"/>
            <a:ext cx="3855065" cy="658002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939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17791" y="413387"/>
            <a:ext cx="5241369" cy="15007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7791" y="2066929"/>
            <a:ext cx="5241369" cy="49264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17790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95CA8F-1D21-42DC-AF09-71A0703C83CE}" type="datetimeFigureOut">
              <a:rPr lang="ko-KR" altLang="en-US" smtClean="0"/>
              <a:t>2021-12-19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012990" y="7196508"/>
            <a:ext cx="2050971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291846" y="7196508"/>
            <a:ext cx="1367314" cy="41338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98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016FD8-11C2-4610-B8F5-6D1762E01B0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35350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07710" rtl="0" eaLnBrk="1" latinLnBrk="1" hangingPunct="1">
        <a:lnSpc>
          <a:spcPct val="90000"/>
        </a:lnSpc>
        <a:spcBef>
          <a:spcPct val="0"/>
        </a:spcBef>
        <a:buNone/>
        <a:defRPr sz="2924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1928" indent="-151928" algn="l" defTabSz="607710" rtl="0" eaLnBrk="1" latinLnBrk="1" hangingPunct="1">
        <a:lnSpc>
          <a:spcPct val="90000"/>
        </a:lnSpc>
        <a:spcBef>
          <a:spcPts val="665"/>
        </a:spcBef>
        <a:buFont typeface="Arial" panose="020B0604020202020204" pitchFamily="34" charset="0"/>
        <a:buChar char="•"/>
        <a:defRPr sz="1861" kern="1200">
          <a:solidFill>
            <a:schemeClr val="tx1"/>
          </a:solidFill>
          <a:latin typeface="+mn-lt"/>
          <a:ea typeface="+mn-ea"/>
          <a:cs typeface="+mn-cs"/>
        </a:defRPr>
      </a:lvl1pPr>
      <a:lvl2pPr marL="45578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595" kern="1200">
          <a:solidFill>
            <a:schemeClr val="tx1"/>
          </a:solidFill>
          <a:latin typeface="+mn-lt"/>
          <a:ea typeface="+mn-ea"/>
          <a:cs typeface="+mn-cs"/>
        </a:defRPr>
      </a:lvl2pPr>
      <a:lvl3pPr marL="75963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329" kern="1200">
          <a:solidFill>
            <a:schemeClr val="tx1"/>
          </a:solidFill>
          <a:latin typeface="+mn-lt"/>
          <a:ea typeface="+mn-ea"/>
          <a:cs typeface="+mn-cs"/>
        </a:defRPr>
      </a:lvl3pPr>
      <a:lvl4pPr marL="106349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36734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67120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975058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278913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582769" indent="-151928" algn="l" defTabSz="607710" rtl="0" eaLnBrk="1" latinLnBrk="1" hangingPunct="1">
        <a:lnSpc>
          <a:spcPct val="90000"/>
        </a:lnSpc>
        <a:spcBef>
          <a:spcPts val="332"/>
        </a:spcBef>
        <a:buFont typeface="Arial" panose="020B0604020202020204" pitchFamily="34" charset="0"/>
        <a:buChar char="•"/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1pPr>
      <a:lvl2pPr marL="30385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2pPr>
      <a:lvl3pPr marL="60771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3pPr>
      <a:lvl4pPr marL="911565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4pPr>
      <a:lvl5pPr marL="1215420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5pPr>
      <a:lvl6pPr marL="151927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6pPr>
      <a:lvl7pPr marL="182313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7pPr>
      <a:lvl8pPr marL="2126986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8pPr>
      <a:lvl9pPr marL="2430841" algn="l" defTabSz="607710" rtl="0" eaLnBrk="1" latinLnBrk="1" hangingPunct="1">
        <a:defRPr sz="119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lanners.tenone.biz/" TargetMode="External"/><Relationship Id="rId2" Type="http://schemas.openxmlformats.org/officeDocument/2006/relationships/hyperlink" Target="https://badak.tenone.biz/" TargetMode="Externa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tenone.biz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876" name="그룹 23875">
            <a:extLst>
              <a:ext uri="{FF2B5EF4-FFF2-40B4-BE49-F238E27FC236}">
                <a16:creationId xmlns:a16="http://schemas.microsoft.com/office/drawing/2014/main" id="{B115CF5B-B419-4E79-AB36-359891491D9E}"/>
              </a:ext>
            </a:extLst>
          </p:cNvPr>
          <p:cNvGrpSpPr/>
          <p:nvPr/>
        </p:nvGrpSpPr>
        <p:grpSpPr>
          <a:xfrm>
            <a:off x="301272" y="109602"/>
            <a:ext cx="5474407" cy="7370656"/>
            <a:chOff x="230019" y="109602"/>
            <a:chExt cx="5474407" cy="7370656"/>
          </a:xfrm>
        </p:grpSpPr>
        <p:cxnSp>
          <p:nvCxnSpPr>
            <p:cNvPr id="3272" name="직선 연결선 3271">
              <a:extLst>
                <a:ext uri="{FF2B5EF4-FFF2-40B4-BE49-F238E27FC236}">
                  <a16:creationId xmlns:a16="http://schemas.microsoft.com/office/drawing/2014/main" id="{6EA4AB78-B336-4FA3-BC2D-381A2E00585E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535061"/>
              <a:ext cx="16560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3" name="직선 연결선 3272">
              <a:extLst>
                <a:ext uri="{FF2B5EF4-FFF2-40B4-BE49-F238E27FC236}">
                  <a16:creationId xmlns:a16="http://schemas.microsoft.com/office/drawing/2014/main" id="{71FA6AFF-F3BE-41BD-ADFE-507C8C101CE0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927930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4" name="직선 연결선 3273">
              <a:extLst>
                <a:ext uri="{FF2B5EF4-FFF2-40B4-BE49-F238E27FC236}">
                  <a16:creationId xmlns:a16="http://schemas.microsoft.com/office/drawing/2014/main" id="{27D4C860-D477-47BE-B5DF-A8BDE0EE3463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3112050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5" name="직선 연결선 3274">
              <a:extLst>
                <a:ext uri="{FF2B5EF4-FFF2-40B4-BE49-F238E27FC236}">
                  <a16:creationId xmlns:a16="http://schemas.microsoft.com/office/drawing/2014/main" id="{A552A5C3-7D86-4D91-9105-C17CAD2AC442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4422522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6" name="직선 연결선 3275">
              <a:extLst>
                <a:ext uri="{FF2B5EF4-FFF2-40B4-BE49-F238E27FC236}">
                  <a16:creationId xmlns:a16="http://schemas.microsoft.com/office/drawing/2014/main" id="{96D32626-0BA5-402F-8E2D-35B6FC16D3DD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5514582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7" name="직선 연결선 3276">
              <a:extLst>
                <a:ext uri="{FF2B5EF4-FFF2-40B4-BE49-F238E27FC236}">
                  <a16:creationId xmlns:a16="http://schemas.microsoft.com/office/drawing/2014/main" id="{85300813-C311-42BA-81BF-02B13533392C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7480258"/>
              <a:ext cx="16560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8" name="직선 연결선 3277">
              <a:extLst>
                <a:ext uri="{FF2B5EF4-FFF2-40B4-BE49-F238E27FC236}">
                  <a16:creationId xmlns:a16="http://schemas.microsoft.com/office/drawing/2014/main" id="{9220FA39-65A5-4411-B996-E89E4211F265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6606642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79" name="직선 연결선 3278">
              <a:extLst>
                <a:ext uri="{FF2B5EF4-FFF2-40B4-BE49-F238E27FC236}">
                  <a16:creationId xmlns:a16="http://schemas.microsoft.com/office/drawing/2014/main" id="{5BA4A040-41A2-436C-9B22-C4DACC3B28A0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1364754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0" name="직선 연결선 3279">
              <a:extLst>
                <a:ext uri="{FF2B5EF4-FFF2-40B4-BE49-F238E27FC236}">
                  <a16:creationId xmlns:a16="http://schemas.microsoft.com/office/drawing/2014/main" id="{F8B8C572-B67E-4527-9247-728D17C90E66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180157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1" name="직선 연결선 3280">
              <a:extLst>
                <a:ext uri="{FF2B5EF4-FFF2-40B4-BE49-F238E27FC236}">
                  <a16:creationId xmlns:a16="http://schemas.microsoft.com/office/drawing/2014/main" id="{C7171D3C-11C9-44F2-90F3-DC9F12C03A82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2238402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2" name="직선 연결선 3281">
              <a:extLst>
                <a:ext uri="{FF2B5EF4-FFF2-40B4-BE49-F238E27FC236}">
                  <a16:creationId xmlns:a16="http://schemas.microsoft.com/office/drawing/2014/main" id="{43E6D2FD-374E-4C7C-BD04-4ED8B891C634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2675226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3" name="직선 연결선 3282">
              <a:extLst>
                <a:ext uri="{FF2B5EF4-FFF2-40B4-BE49-F238E27FC236}">
                  <a16:creationId xmlns:a16="http://schemas.microsoft.com/office/drawing/2014/main" id="{20CC6666-FD7B-43FA-B194-F8FC6C2BD9D7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3548874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4" name="직선 연결선 3283">
              <a:extLst>
                <a:ext uri="{FF2B5EF4-FFF2-40B4-BE49-F238E27FC236}">
                  <a16:creationId xmlns:a16="http://schemas.microsoft.com/office/drawing/2014/main" id="{838149D5-B244-408B-AC4A-4C69AAE0B571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3767286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5" name="직선 연결선 3284">
              <a:extLst>
                <a:ext uri="{FF2B5EF4-FFF2-40B4-BE49-F238E27FC236}">
                  <a16:creationId xmlns:a16="http://schemas.microsoft.com/office/drawing/2014/main" id="{E0C4F8FE-B8D4-4951-BD0E-D823F68919B4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398569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6" name="직선 연결선 3285">
              <a:extLst>
                <a:ext uri="{FF2B5EF4-FFF2-40B4-BE49-F238E27FC236}">
                  <a16:creationId xmlns:a16="http://schemas.microsoft.com/office/drawing/2014/main" id="{10556451-6BCB-43CB-8001-111B96B4D9DA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4204110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7" name="직선 연결선 3286">
              <a:extLst>
                <a:ext uri="{FF2B5EF4-FFF2-40B4-BE49-F238E27FC236}">
                  <a16:creationId xmlns:a16="http://schemas.microsoft.com/office/drawing/2014/main" id="{E24F72F0-4DCD-4736-84C9-3891B2537DDF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4640934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8" name="직선 연결선 3287">
              <a:extLst>
                <a:ext uri="{FF2B5EF4-FFF2-40B4-BE49-F238E27FC236}">
                  <a16:creationId xmlns:a16="http://schemas.microsoft.com/office/drawing/2014/main" id="{D84D359C-A1C3-4CBC-B69E-202AAF33A893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4859346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9" name="직선 연결선 3288">
              <a:extLst>
                <a:ext uri="{FF2B5EF4-FFF2-40B4-BE49-F238E27FC236}">
                  <a16:creationId xmlns:a16="http://schemas.microsoft.com/office/drawing/2014/main" id="{F1B0E26A-F59C-48D6-83EB-413CC32F0052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507775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0" name="직선 연결선 3289">
              <a:extLst>
                <a:ext uri="{FF2B5EF4-FFF2-40B4-BE49-F238E27FC236}">
                  <a16:creationId xmlns:a16="http://schemas.microsoft.com/office/drawing/2014/main" id="{EB9D5A8B-2F5B-4CA2-9274-ACFB9B6DCDFB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5296170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1" name="직선 연결선 3290">
              <a:extLst>
                <a:ext uri="{FF2B5EF4-FFF2-40B4-BE49-F238E27FC236}">
                  <a16:creationId xmlns:a16="http://schemas.microsoft.com/office/drawing/2014/main" id="{2CBB8F32-1A28-4DFB-B585-4656886E2684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5732994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2" name="직선 연결선 3291">
              <a:extLst>
                <a:ext uri="{FF2B5EF4-FFF2-40B4-BE49-F238E27FC236}">
                  <a16:creationId xmlns:a16="http://schemas.microsoft.com/office/drawing/2014/main" id="{5EBBE980-A0B0-4BC3-BFBB-88199D12E1AB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5951406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3" name="직선 연결선 3292">
              <a:extLst>
                <a:ext uri="{FF2B5EF4-FFF2-40B4-BE49-F238E27FC236}">
                  <a16:creationId xmlns:a16="http://schemas.microsoft.com/office/drawing/2014/main" id="{BEBFAA49-E91C-432D-8DAF-08BBAC5264A4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616981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4" name="직선 연결선 3293">
              <a:extLst>
                <a:ext uri="{FF2B5EF4-FFF2-40B4-BE49-F238E27FC236}">
                  <a16:creationId xmlns:a16="http://schemas.microsoft.com/office/drawing/2014/main" id="{310251C2-5497-48C2-B7AB-49E5E602CB92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7043466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5" name="직선 연결선 3294">
              <a:extLst>
                <a:ext uri="{FF2B5EF4-FFF2-40B4-BE49-F238E27FC236}">
                  <a16:creationId xmlns:a16="http://schemas.microsoft.com/office/drawing/2014/main" id="{D3A97D8E-091D-4A43-B385-5BD85F850DB7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6388230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6" name="직선 연결선 3295">
              <a:extLst>
                <a:ext uri="{FF2B5EF4-FFF2-40B4-BE49-F238E27FC236}">
                  <a16:creationId xmlns:a16="http://schemas.microsoft.com/office/drawing/2014/main" id="{00E801C2-90EF-4A89-9FB7-CB196383B159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6825054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7" name="직선 연결선 3296">
              <a:extLst>
                <a:ext uri="{FF2B5EF4-FFF2-40B4-BE49-F238E27FC236}">
                  <a16:creationId xmlns:a16="http://schemas.microsoft.com/office/drawing/2014/main" id="{24570708-C3F4-4855-B82D-932295A3DDBB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7261853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8" name="직선 연결선 3297">
              <a:extLst>
                <a:ext uri="{FF2B5EF4-FFF2-40B4-BE49-F238E27FC236}">
                  <a16:creationId xmlns:a16="http://schemas.microsoft.com/office/drawing/2014/main" id="{CC92636E-6D6E-4B45-88C5-8C2AF6DDBCCE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709518"/>
              <a:ext cx="16560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99" name="직선 연결선 3298">
              <a:extLst>
                <a:ext uri="{FF2B5EF4-FFF2-40B4-BE49-F238E27FC236}">
                  <a16:creationId xmlns:a16="http://schemas.microsoft.com/office/drawing/2014/main" id="{F4295AB2-B66C-4DAE-B3EB-2664718F6BFF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1146342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0" name="직선 연결선 3299">
              <a:extLst>
                <a:ext uri="{FF2B5EF4-FFF2-40B4-BE49-F238E27FC236}">
                  <a16:creationId xmlns:a16="http://schemas.microsoft.com/office/drawing/2014/main" id="{D755E4EE-3C28-4C6C-BFE6-05E3EF911903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3330462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1" name="직선 연결선 3300">
              <a:extLst>
                <a:ext uri="{FF2B5EF4-FFF2-40B4-BE49-F238E27FC236}">
                  <a16:creationId xmlns:a16="http://schemas.microsoft.com/office/drawing/2014/main" id="{F296FA35-D6F6-4496-A2D3-8300E6E05CBC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1583166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2" name="직선 연결선 3301">
              <a:extLst>
                <a:ext uri="{FF2B5EF4-FFF2-40B4-BE49-F238E27FC236}">
                  <a16:creationId xmlns:a16="http://schemas.microsoft.com/office/drawing/2014/main" id="{0765732B-0D10-46EE-96C3-F9E103EAE67D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2019990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3" name="직선 연결선 3302">
              <a:extLst>
                <a:ext uri="{FF2B5EF4-FFF2-40B4-BE49-F238E27FC236}">
                  <a16:creationId xmlns:a16="http://schemas.microsoft.com/office/drawing/2014/main" id="{831F30DB-F363-4066-A16F-6559C3C6315F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2456814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4" name="직선 연결선 3303">
              <a:extLst>
                <a:ext uri="{FF2B5EF4-FFF2-40B4-BE49-F238E27FC236}">
                  <a16:creationId xmlns:a16="http://schemas.microsoft.com/office/drawing/2014/main" id="{9A0AF366-32DC-4122-A574-DDB777495DB2}"/>
                </a:ext>
              </a:extLst>
            </p:cNvPr>
            <p:cNvCxnSpPr>
              <a:cxnSpLocks/>
            </p:cNvCxnSpPr>
            <p:nvPr/>
          </p:nvCxnSpPr>
          <p:spPr>
            <a:xfrm>
              <a:off x="446087" y="289363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05" name="TextBox 3304">
              <a:extLst>
                <a:ext uri="{FF2B5EF4-FFF2-40B4-BE49-F238E27FC236}">
                  <a16:creationId xmlns:a16="http://schemas.microsoft.com/office/drawing/2014/main" id="{41CB10B1-F3AF-42A5-B375-2F67D3E87125}"/>
                </a:ext>
              </a:extLst>
            </p:cNvPr>
            <p:cNvSpPr txBox="1"/>
            <p:nvPr/>
          </p:nvSpPr>
          <p:spPr>
            <a:xfrm>
              <a:off x="1065369" y="556951"/>
              <a:ext cx="408613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Apr</a:t>
              </a:r>
              <a:endParaRPr lang="ko-KR" altLang="en-US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3306" name="직선 연결선 3305">
              <a:extLst>
                <a:ext uri="{FF2B5EF4-FFF2-40B4-BE49-F238E27FC236}">
                  <a16:creationId xmlns:a16="http://schemas.microsoft.com/office/drawing/2014/main" id="{9C204B15-AE88-4F08-BB92-471C2AEAD51A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535061"/>
              <a:ext cx="16560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7" name="직선 연결선 3306">
              <a:extLst>
                <a:ext uri="{FF2B5EF4-FFF2-40B4-BE49-F238E27FC236}">
                  <a16:creationId xmlns:a16="http://schemas.microsoft.com/office/drawing/2014/main" id="{3C1E2C4D-0E42-471F-912A-107601D521B0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92792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8" name="직선 연결선 3307">
              <a:extLst>
                <a:ext uri="{FF2B5EF4-FFF2-40B4-BE49-F238E27FC236}">
                  <a16:creationId xmlns:a16="http://schemas.microsoft.com/office/drawing/2014/main" id="{2525CDD4-3E7D-4976-A59D-839B17FE2C02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311202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09" name="직선 연결선 3308">
              <a:extLst>
                <a:ext uri="{FF2B5EF4-FFF2-40B4-BE49-F238E27FC236}">
                  <a16:creationId xmlns:a16="http://schemas.microsoft.com/office/drawing/2014/main" id="{63F5834D-D6E3-4475-AF3A-F776A80355AB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442248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0" name="직선 연결선 3309">
              <a:extLst>
                <a:ext uri="{FF2B5EF4-FFF2-40B4-BE49-F238E27FC236}">
                  <a16:creationId xmlns:a16="http://schemas.microsoft.com/office/drawing/2014/main" id="{40B37796-848F-4E5A-9D28-B94E8F3C3955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551453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1" name="직선 연결선 3310">
              <a:extLst>
                <a:ext uri="{FF2B5EF4-FFF2-40B4-BE49-F238E27FC236}">
                  <a16:creationId xmlns:a16="http://schemas.microsoft.com/office/drawing/2014/main" id="{416A9455-5600-40AD-9DAD-2780DCA43505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7480258"/>
              <a:ext cx="16560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2" name="직선 연결선 3311">
              <a:extLst>
                <a:ext uri="{FF2B5EF4-FFF2-40B4-BE49-F238E27FC236}">
                  <a16:creationId xmlns:a16="http://schemas.microsoft.com/office/drawing/2014/main" id="{55B31843-2C96-4D3E-9769-EECB470C8F01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660658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3" name="직선 연결선 3312">
              <a:extLst>
                <a:ext uri="{FF2B5EF4-FFF2-40B4-BE49-F238E27FC236}">
                  <a16:creationId xmlns:a16="http://schemas.microsoft.com/office/drawing/2014/main" id="{06D63B04-E69A-4E43-93E4-6B2AE4A944DB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136474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4" name="직선 연결선 3313">
              <a:extLst>
                <a:ext uri="{FF2B5EF4-FFF2-40B4-BE49-F238E27FC236}">
                  <a16:creationId xmlns:a16="http://schemas.microsoft.com/office/drawing/2014/main" id="{B29AB6A2-57BC-4F86-86FA-72CF6E00AE3D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180156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5" name="직선 연결선 3314">
              <a:extLst>
                <a:ext uri="{FF2B5EF4-FFF2-40B4-BE49-F238E27FC236}">
                  <a16:creationId xmlns:a16="http://schemas.microsoft.com/office/drawing/2014/main" id="{A51105E2-7D15-428A-9D51-25473266CFF2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223838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6" name="직선 연결선 3315">
              <a:extLst>
                <a:ext uri="{FF2B5EF4-FFF2-40B4-BE49-F238E27FC236}">
                  <a16:creationId xmlns:a16="http://schemas.microsoft.com/office/drawing/2014/main" id="{65A41128-82E5-40D5-809E-1D4F2C6CAB33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267520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7" name="직선 연결선 3316">
              <a:extLst>
                <a:ext uri="{FF2B5EF4-FFF2-40B4-BE49-F238E27FC236}">
                  <a16:creationId xmlns:a16="http://schemas.microsoft.com/office/drawing/2014/main" id="{F1781452-2016-4F7B-B189-968C5B5F8285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354884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8" name="직선 연결선 3317">
              <a:extLst>
                <a:ext uri="{FF2B5EF4-FFF2-40B4-BE49-F238E27FC236}">
                  <a16:creationId xmlns:a16="http://schemas.microsoft.com/office/drawing/2014/main" id="{A78BAB1C-F1D4-44C5-9F63-25A43825B6EF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376725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9" name="직선 연결선 3318">
              <a:extLst>
                <a:ext uri="{FF2B5EF4-FFF2-40B4-BE49-F238E27FC236}">
                  <a16:creationId xmlns:a16="http://schemas.microsoft.com/office/drawing/2014/main" id="{358CAFC1-77F6-4A3E-A2AE-30513600E23C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398566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0" name="직선 연결선 3319">
              <a:extLst>
                <a:ext uri="{FF2B5EF4-FFF2-40B4-BE49-F238E27FC236}">
                  <a16:creationId xmlns:a16="http://schemas.microsoft.com/office/drawing/2014/main" id="{8B816119-5162-419C-BC48-1A041033A7D5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420407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1" name="직선 연결선 3320">
              <a:extLst>
                <a:ext uri="{FF2B5EF4-FFF2-40B4-BE49-F238E27FC236}">
                  <a16:creationId xmlns:a16="http://schemas.microsoft.com/office/drawing/2014/main" id="{3EA2935E-1E67-41B5-B111-C79DB65012ED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464089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2" name="직선 연결선 3321">
              <a:extLst>
                <a:ext uri="{FF2B5EF4-FFF2-40B4-BE49-F238E27FC236}">
                  <a16:creationId xmlns:a16="http://schemas.microsoft.com/office/drawing/2014/main" id="{179C947D-3226-4F33-8176-C6A179EF94F6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485930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3" name="직선 연결선 3322">
              <a:extLst>
                <a:ext uri="{FF2B5EF4-FFF2-40B4-BE49-F238E27FC236}">
                  <a16:creationId xmlns:a16="http://schemas.microsoft.com/office/drawing/2014/main" id="{1937CBA6-13F8-4535-A8F5-400596DE7ED0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507771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4" name="직선 연결선 3323">
              <a:extLst>
                <a:ext uri="{FF2B5EF4-FFF2-40B4-BE49-F238E27FC236}">
                  <a16:creationId xmlns:a16="http://schemas.microsoft.com/office/drawing/2014/main" id="{70929EC2-5B18-4DA2-9F20-D6F1B0A2FB4D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529612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5" name="직선 연결선 3324">
              <a:extLst>
                <a:ext uri="{FF2B5EF4-FFF2-40B4-BE49-F238E27FC236}">
                  <a16:creationId xmlns:a16="http://schemas.microsoft.com/office/drawing/2014/main" id="{F1899A76-3E47-4801-8B0A-1A2E726FFB22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573294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6" name="직선 연결선 3325">
              <a:extLst>
                <a:ext uri="{FF2B5EF4-FFF2-40B4-BE49-F238E27FC236}">
                  <a16:creationId xmlns:a16="http://schemas.microsoft.com/office/drawing/2014/main" id="{CF8286CF-4C7D-41E7-A38A-CE4407C2DAF2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595135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7" name="직선 연결선 3326">
              <a:extLst>
                <a:ext uri="{FF2B5EF4-FFF2-40B4-BE49-F238E27FC236}">
                  <a16:creationId xmlns:a16="http://schemas.microsoft.com/office/drawing/2014/main" id="{5A2764B8-1D24-4BC3-8EC4-5E0ED3C779D6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616976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8" name="직선 연결선 3327">
              <a:extLst>
                <a:ext uri="{FF2B5EF4-FFF2-40B4-BE49-F238E27FC236}">
                  <a16:creationId xmlns:a16="http://schemas.microsoft.com/office/drawing/2014/main" id="{47B16C85-DB5C-4CAE-82B3-B750A03140D4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704340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29" name="직선 연결선 3328">
              <a:extLst>
                <a:ext uri="{FF2B5EF4-FFF2-40B4-BE49-F238E27FC236}">
                  <a16:creationId xmlns:a16="http://schemas.microsoft.com/office/drawing/2014/main" id="{602BE393-0121-4E82-85B1-6E25094885E9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638817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0" name="직선 연결선 3329">
              <a:extLst>
                <a:ext uri="{FF2B5EF4-FFF2-40B4-BE49-F238E27FC236}">
                  <a16:creationId xmlns:a16="http://schemas.microsoft.com/office/drawing/2014/main" id="{A245BC28-F31D-4B00-AC32-35377694EC88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682499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1" name="직선 연결선 3330">
              <a:extLst>
                <a:ext uri="{FF2B5EF4-FFF2-40B4-BE49-F238E27FC236}">
                  <a16:creationId xmlns:a16="http://schemas.microsoft.com/office/drawing/2014/main" id="{8263CB60-7C2F-42AB-A879-8D2952C64EA8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726181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2" name="직선 연결선 3331">
              <a:extLst>
                <a:ext uri="{FF2B5EF4-FFF2-40B4-BE49-F238E27FC236}">
                  <a16:creationId xmlns:a16="http://schemas.microsoft.com/office/drawing/2014/main" id="{08EE7C5A-A5AA-4559-A705-762145FA21A8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709518"/>
              <a:ext cx="16560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3" name="직선 연결선 3332">
              <a:extLst>
                <a:ext uri="{FF2B5EF4-FFF2-40B4-BE49-F238E27FC236}">
                  <a16:creationId xmlns:a16="http://schemas.microsoft.com/office/drawing/2014/main" id="{F63EF213-CC09-4CE3-915B-685031541015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114633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4" name="직선 연결선 3333">
              <a:extLst>
                <a:ext uri="{FF2B5EF4-FFF2-40B4-BE49-F238E27FC236}">
                  <a16:creationId xmlns:a16="http://schemas.microsoft.com/office/drawing/2014/main" id="{15772C23-A209-48B9-AB55-8B064F9A465F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333043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5" name="직선 연결선 3334">
              <a:extLst>
                <a:ext uri="{FF2B5EF4-FFF2-40B4-BE49-F238E27FC236}">
                  <a16:creationId xmlns:a16="http://schemas.microsoft.com/office/drawing/2014/main" id="{9EE47252-193F-4BDC-AC67-979C44FC1855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158315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6" name="직선 연결선 3335">
              <a:extLst>
                <a:ext uri="{FF2B5EF4-FFF2-40B4-BE49-F238E27FC236}">
                  <a16:creationId xmlns:a16="http://schemas.microsoft.com/office/drawing/2014/main" id="{652E5E86-D9A1-4836-B85A-B3406EBC852B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201997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7" name="직선 연결선 3336">
              <a:extLst>
                <a:ext uri="{FF2B5EF4-FFF2-40B4-BE49-F238E27FC236}">
                  <a16:creationId xmlns:a16="http://schemas.microsoft.com/office/drawing/2014/main" id="{D3EF999C-7711-4A97-AC4A-52C1D0C56F6D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245679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38" name="직선 연결선 3337">
              <a:extLst>
                <a:ext uri="{FF2B5EF4-FFF2-40B4-BE49-F238E27FC236}">
                  <a16:creationId xmlns:a16="http://schemas.microsoft.com/office/drawing/2014/main" id="{49458DD0-6D89-4528-9124-F2C754A3733B}"/>
                </a:ext>
              </a:extLst>
            </p:cNvPr>
            <p:cNvCxnSpPr>
              <a:cxnSpLocks/>
            </p:cNvCxnSpPr>
            <p:nvPr/>
          </p:nvCxnSpPr>
          <p:spPr>
            <a:xfrm>
              <a:off x="2247257" y="289361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39" name="TextBox 3338">
              <a:extLst>
                <a:ext uri="{FF2B5EF4-FFF2-40B4-BE49-F238E27FC236}">
                  <a16:creationId xmlns:a16="http://schemas.microsoft.com/office/drawing/2014/main" id="{D3732452-965A-44DD-BF61-86F119586C74}"/>
                </a:ext>
              </a:extLst>
            </p:cNvPr>
            <p:cNvSpPr txBox="1"/>
            <p:nvPr/>
          </p:nvSpPr>
          <p:spPr>
            <a:xfrm>
              <a:off x="2766249" y="556951"/>
              <a:ext cx="609193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May</a:t>
              </a:r>
              <a:endParaRPr lang="ko-KR" altLang="en-US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3340" name="직선 연결선 3339">
              <a:extLst>
                <a:ext uri="{FF2B5EF4-FFF2-40B4-BE49-F238E27FC236}">
                  <a16:creationId xmlns:a16="http://schemas.microsoft.com/office/drawing/2014/main" id="{CFF02333-79FB-40F6-85CA-E04ACD51BD7F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535061"/>
              <a:ext cx="16560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1" name="직선 연결선 3340">
              <a:extLst>
                <a:ext uri="{FF2B5EF4-FFF2-40B4-BE49-F238E27FC236}">
                  <a16:creationId xmlns:a16="http://schemas.microsoft.com/office/drawing/2014/main" id="{D8A05AD4-EDB0-415E-9989-A232BE9CE5A6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927930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2" name="직선 연결선 3341">
              <a:extLst>
                <a:ext uri="{FF2B5EF4-FFF2-40B4-BE49-F238E27FC236}">
                  <a16:creationId xmlns:a16="http://schemas.microsoft.com/office/drawing/2014/main" id="{73A2B11F-5A10-4B81-9FB6-DE90172B003A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3112050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3" name="직선 연결선 3342">
              <a:extLst>
                <a:ext uri="{FF2B5EF4-FFF2-40B4-BE49-F238E27FC236}">
                  <a16:creationId xmlns:a16="http://schemas.microsoft.com/office/drawing/2014/main" id="{E4A0EE86-2BF0-4515-A3A8-E149C77EFBE2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4422522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4" name="직선 연결선 3343">
              <a:extLst>
                <a:ext uri="{FF2B5EF4-FFF2-40B4-BE49-F238E27FC236}">
                  <a16:creationId xmlns:a16="http://schemas.microsoft.com/office/drawing/2014/main" id="{A28F93A0-2DDC-487F-B298-D81895887307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5514582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5" name="직선 연결선 3344">
              <a:extLst>
                <a:ext uri="{FF2B5EF4-FFF2-40B4-BE49-F238E27FC236}">
                  <a16:creationId xmlns:a16="http://schemas.microsoft.com/office/drawing/2014/main" id="{483D85A9-B311-4CE9-A48C-BF19C13017B0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7480258"/>
              <a:ext cx="16560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6" name="직선 연결선 3345">
              <a:extLst>
                <a:ext uri="{FF2B5EF4-FFF2-40B4-BE49-F238E27FC236}">
                  <a16:creationId xmlns:a16="http://schemas.microsoft.com/office/drawing/2014/main" id="{D35812F1-B9E2-4FBC-96BD-55287D72B81F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6606642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7" name="직선 연결선 3346">
              <a:extLst>
                <a:ext uri="{FF2B5EF4-FFF2-40B4-BE49-F238E27FC236}">
                  <a16:creationId xmlns:a16="http://schemas.microsoft.com/office/drawing/2014/main" id="{2089F6A0-C073-46C2-883A-253B03E318CF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1364754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8" name="직선 연결선 3347">
              <a:extLst>
                <a:ext uri="{FF2B5EF4-FFF2-40B4-BE49-F238E27FC236}">
                  <a16:creationId xmlns:a16="http://schemas.microsoft.com/office/drawing/2014/main" id="{BC906A2F-0B66-49BF-84A5-FEAEE2435976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180157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49" name="직선 연결선 3348">
              <a:extLst>
                <a:ext uri="{FF2B5EF4-FFF2-40B4-BE49-F238E27FC236}">
                  <a16:creationId xmlns:a16="http://schemas.microsoft.com/office/drawing/2014/main" id="{D579AF9F-03AA-4A55-A572-44CCDD550180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2238402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0" name="직선 연결선 3349">
              <a:extLst>
                <a:ext uri="{FF2B5EF4-FFF2-40B4-BE49-F238E27FC236}">
                  <a16:creationId xmlns:a16="http://schemas.microsoft.com/office/drawing/2014/main" id="{D4F8A527-E581-437C-8E03-8FBFBA5F97E4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2675226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1" name="직선 연결선 3350">
              <a:extLst>
                <a:ext uri="{FF2B5EF4-FFF2-40B4-BE49-F238E27FC236}">
                  <a16:creationId xmlns:a16="http://schemas.microsoft.com/office/drawing/2014/main" id="{5811DCD1-66D1-4266-A043-1A6E4B3A0D3C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3548874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2" name="직선 연결선 3351">
              <a:extLst>
                <a:ext uri="{FF2B5EF4-FFF2-40B4-BE49-F238E27FC236}">
                  <a16:creationId xmlns:a16="http://schemas.microsoft.com/office/drawing/2014/main" id="{C6FD13DB-5CFC-4BE5-854B-BA98C7B420A6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3767286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3" name="직선 연결선 3352">
              <a:extLst>
                <a:ext uri="{FF2B5EF4-FFF2-40B4-BE49-F238E27FC236}">
                  <a16:creationId xmlns:a16="http://schemas.microsoft.com/office/drawing/2014/main" id="{D38F956B-43AC-40BF-AEE1-3737ED4746C1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398569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4" name="직선 연결선 3353">
              <a:extLst>
                <a:ext uri="{FF2B5EF4-FFF2-40B4-BE49-F238E27FC236}">
                  <a16:creationId xmlns:a16="http://schemas.microsoft.com/office/drawing/2014/main" id="{C089C150-E4A5-49F8-98A1-94BA74E83ECA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4204110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5" name="직선 연결선 3354">
              <a:extLst>
                <a:ext uri="{FF2B5EF4-FFF2-40B4-BE49-F238E27FC236}">
                  <a16:creationId xmlns:a16="http://schemas.microsoft.com/office/drawing/2014/main" id="{A74958FE-FBBC-437B-B1DA-323582A050C4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4640934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6" name="직선 연결선 3355">
              <a:extLst>
                <a:ext uri="{FF2B5EF4-FFF2-40B4-BE49-F238E27FC236}">
                  <a16:creationId xmlns:a16="http://schemas.microsoft.com/office/drawing/2014/main" id="{002ADF38-B745-4C5E-B91D-0D185DE6D707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4859346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7" name="직선 연결선 3356">
              <a:extLst>
                <a:ext uri="{FF2B5EF4-FFF2-40B4-BE49-F238E27FC236}">
                  <a16:creationId xmlns:a16="http://schemas.microsoft.com/office/drawing/2014/main" id="{CD65D444-9020-4052-9B3D-551743C3C714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507775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8" name="직선 연결선 3357">
              <a:extLst>
                <a:ext uri="{FF2B5EF4-FFF2-40B4-BE49-F238E27FC236}">
                  <a16:creationId xmlns:a16="http://schemas.microsoft.com/office/drawing/2014/main" id="{2FDD61C3-33A7-4C66-ADDD-4879E1D97FD3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5296170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9" name="직선 연결선 3358">
              <a:extLst>
                <a:ext uri="{FF2B5EF4-FFF2-40B4-BE49-F238E27FC236}">
                  <a16:creationId xmlns:a16="http://schemas.microsoft.com/office/drawing/2014/main" id="{3FFED719-1004-408E-A72B-F000824EC12D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5732994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0" name="직선 연결선 3359">
              <a:extLst>
                <a:ext uri="{FF2B5EF4-FFF2-40B4-BE49-F238E27FC236}">
                  <a16:creationId xmlns:a16="http://schemas.microsoft.com/office/drawing/2014/main" id="{2ECA3B5A-8B79-4212-8959-630027E96B7F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5951406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1" name="직선 연결선 3360">
              <a:extLst>
                <a:ext uri="{FF2B5EF4-FFF2-40B4-BE49-F238E27FC236}">
                  <a16:creationId xmlns:a16="http://schemas.microsoft.com/office/drawing/2014/main" id="{6CF82F76-EC98-4E07-8D63-B65050E87B7F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616981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2" name="직선 연결선 3361">
              <a:extLst>
                <a:ext uri="{FF2B5EF4-FFF2-40B4-BE49-F238E27FC236}">
                  <a16:creationId xmlns:a16="http://schemas.microsoft.com/office/drawing/2014/main" id="{386C9CA4-94BD-44BB-939F-3B83A30143BC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7043466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3" name="직선 연결선 3362">
              <a:extLst>
                <a:ext uri="{FF2B5EF4-FFF2-40B4-BE49-F238E27FC236}">
                  <a16:creationId xmlns:a16="http://schemas.microsoft.com/office/drawing/2014/main" id="{02B8F4A7-F461-4C0B-B800-2D1BB9AFBA18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6388230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4" name="직선 연결선 3363">
              <a:extLst>
                <a:ext uri="{FF2B5EF4-FFF2-40B4-BE49-F238E27FC236}">
                  <a16:creationId xmlns:a16="http://schemas.microsoft.com/office/drawing/2014/main" id="{74D88B34-FB76-49A8-BF0D-8D81403358EF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6825054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5" name="직선 연결선 3364">
              <a:extLst>
                <a:ext uri="{FF2B5EF4-FFF2-40B4-BE49-F238E27FC236}">
                  <a16:creationId xmlns:a16="http://schemas.microsoft.com/office/drawing/2014/main" id="{E9CF5F63-9CCA-4F46-AEDC-4C8C606D99E9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7261853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6" name="직선 연결선 3365">
              <a:extLst>
                <a:ext uri="{FF2B5EF4-FFF2-40B4-BE49-F238E27FC236}">
                  <a16:creationId xmlns:a16="http://schemas.microsoft.com/office/drawing/2014/main" id="{26020998-3DC5-443E-9134-752FE1CBA875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709518"/>
              <a:ext cx="1656000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7" name="직선 연결선 3366">
              <a:extLst>
                <a:ext uri="{FF2B5EF4-FFF2-40B4-BE49-F238E27FC236}">
                  <a16:creationId xmlns:a16="http://schemas.microsoft.com/office/drawing/2014/main" id="{02AF3291-5411-48B7-BF02-7E1AE760D72C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1146342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8" name="직선 연결선 3367">
              <a:extLst>
                <a:ext uri="{FF2B5EF4-FFF2-40B4-BE49-F238E27FC236}">
                  <a16:creationId xmlns:a16="http://schemas.microsoft.com/office/drawing/2014/main" id="{95CDFFA8-B54A-4E20-979A-7743A98A9B6A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3330462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69" name="직선 연결선 3368">
              <a:extLst>
                <a:ext uri="{FF2B5EF4-FFF2-40B4-BE49-F238E27FC236}">
                  <a16:creationId xmlns:a16="http://schemas.microsoft.com/office/drawing/2014/main" id="{8F1EE0C9-F5B8-4FEC-A3FB-CD5BFDDA0C64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1583166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0" name="직선 연결선 3369">
              <a:extLst>
                <a:ext uri="{FF2B5EF4-FFF2-40B4-BE49-F238E27FC236}">
                  <a16:creationId xmlns:a16="http://schemas.microsoft.com/office/drawing/2014/main" id="{8DB9F8C5-3006-4FF5-B019-7013A746BC35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2019990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1" name="직선 연결선 3370">
              <a:extLst>
                <a:ext uri="{FF2B5EF4-FFF2-40B4-BE49-F238E27FC236}">
                  <a16:creationId xmlns:a16="http://schemas.microsoft.com/office/drawing/2014/main" id="{CE080513-074D-428C-A699-421F293AB507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2456814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2" name="직선 연결선 3371">
              <a:extLst>
                <a:ext uri="{FF2B5EF4-FFF2-40B4-BE49-F238E27FC236}">
                  <a16:creationId xmlns:a16="http://schemas.microsoft.com/office/drawing/2014/main" id="{16755891-936F-411D-8142-6DCB9C69F8E4}"/>
                </a:ext>
              </a:extLst>
            </p:cNvPr>
            <p:cNvCxnSpPr>
              <a:cxnSpLocks/>
            </p:cNvCxnSpPr>
            <p:nvPr/>
          </p:nvCxnSpPr>
          <p:spPr>
            <a:xfrm>
              <a:off x="4048426" y="2893638"/>
              <a:ext cx="1656000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373" name="TextBox 3372">
              <a:extLst>
                <a:ext uri="{FF2B5EF4-FFF2-40B4-BE49-F238E27FC236}">
                  <a16:creationId xmlns:a16="http://schemas.microsoft.com/office/drawing/2014/main" id="{44F34A42-D10C-4D94-B3FD-C7245DD4D68D}"/>
                </a:ext>
              </a:extLst>
            </p:cNvPr>
            <p:cNvSpPr txBox="1"/>
            <p:nvPr/>
          </p:nvSpPr>
          <p:spPr>
            <a:xfrm>
              <a:off x="4581944" y="556951"/>
              <a:ext cx="580147" cy="130677"/>
            </a:xfrm>
            <a:prstGeom prst="rect">
              <a:avLst/>
            </a:prstGeom>
            <a:noFill/>
          </p:spPr>
          <p:txBody>
            <a:bodyPr wrap="square" lIns="0" tIns="0" rIns="0" bIns="0" rtlCol="0">
              <a:spAutoFit/>
            </a:bodyPr>
            <a:lstStyle/>
            <a:p>
              <a:pPr algn="ctr"/>
              <a:r>
                <a:rPr lang="en-US" altLang="ko-KR" sz="849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Jun</a:t>
              </a:r>
              <a:endParaRPr lang="ko-KR" altLang="en-US" sz="849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374" name="TextBox 3373">
              <a:extLst>
                <a:ext uri="{FF2B5EF4-FFF2-40B4-BE49-F238E27FC236}">
                  <a16:creationId xmlns:a16="http://schemas.microsoft.com/office/drawing/2014/main" id="{FB91732F-B113-49F0-97CD-D7405A283251}"/>
                </a:ext>
              </a:extLst>
            </p:cNvPr>
            <p:cNvSpPr txBox="1"/>
            <p:nvPr/>
          </p:nvSpPr>
          <p:spPr>
            <a:xfrm>
              <a:off x="235493" y="109602"/>
              <a:ext cx="1603003" cy="235129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r>
                <a:rPr lang="en-US" altLang="ko-KR" sz="1528" b="1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Annual Plan (2/4)</a:t>
              </a:r>
              <a:endParaRPr lang="ko-KR" altLang="en-US" sz="1528" b="1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cxnSp>
          <p:nvCxnSpPr>
            <p:cNvPr id="3375" name="직선 연결선 3374">
              <a:extLst>
                <a:ext uri="{FF2B5EF4-FFF2-40B4-BE49-F238E27FC236}">
                  <a16:creationId xmlns:a16="http://schemas.microsoft.com/office/drawing/2014/main" id="{A4759FF2-9369-4330-B55F-9F43A9076A08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92792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6" name="직선 연결선 3375">
              <a:extLst>
                <a:ext uri="{FF2B5EF4-FFF2-40B4-BE49-F238E27FC236}">
                  <a16:creationId xmlns:a16="http://schemas.microsoft.com/office/drawing/2014/main" id="{6CE68F8C-D6A6-4DB9-AAED-CFB3735BDEF7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11202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7" name="직선 연결선 3376">
              <a:extLst>
                <a:ext uri="{FF2B5EF4-FFF2-40B4-BE49-F238E27FC236}">
                  <a16:creationId xmlns:a16="http://schemas.microsoft.com/office/drawing/2014/main" id="{797E38AE-F996-4AC6-8631-4964F2FBA5B9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442248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8" name="직선 연결선 3377">
              <a:extLst>
                <a:ext uri="{FF2B5EF4-FFF2-40B4-BE49-F238E27FC236}">
                  <a16:creationId xmlns:a16="http://schemas.microsoft.com/office/drawing/2014/main" id="{389F508A-ADC9-4BB4-8347-A0237955FBC8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51453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79" name="직선 연결선 3378">
              <a:extLst>
                <a:ext uri="{FF2B5EF4-FFF2-40B4-BE49-F238E27FC236}">
                  <a16:creationId xmlns:a16="http://schemas.microsoft.com/office/drawing/2014/main" id="{5D5452FE-0B6D-4303-A5C2-051D6C871283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7480258"/>
              <a:ext cx="16997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0" name="직선 연결선 3379">
              <a:extLst>
                <a:ext uri="{FF2B5EF4-FFF2-40B4-BE49-F238E27FC236}">
                  <a16:creationId xmlns:a16="http://schemas.microsoft.com/office/drawing/2014/main" id="{233EEC75-B264-4643-86A5-5C291FB37C98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660658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1" name="직선 연결선 3380">
              <a:extLst>
                <a:ext uri="{FF2B5EF4-FFF2-40B4-BE49-F238E27FC236}">
                  <a16:creationId xmlns:a16="http://schemas.microsoft.com/office/drawing/2014/main" id="{14656891-0BDE-428A-B1E0-6C367E2589F8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136474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2" name="직선 연결선 3381">
              <a:extLst>
                <a:ext uri="{FF2B5EF4-FFF2-40B4-BE49-F238E27FC236}">
                  <a16:creationId xmlns:a16="http://schemas.microsoft.com/office/drawing/2014/main" id="{7AA25C42-2CAC-480F-83BC-5F2ED01F34F3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180156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3" name="직선 연결선 3382">
              <a:extLst>
                <a:ext uri="{FF2B5EF4-FFF2-40B4-BE49-F238E27FC236}">
                  <a16:creationId xmlns:a16="http://schemas.microsoft.com/office/drawing/2014/main" id="{F656692E-6E54-4D8E-858F-A75C3053FDB5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23838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4" name="직선 연결선 3383">
              <a:extLst>
                <a:ext uri="{FF2B5EF4-FFF2-40B4-BE49-F238E27FC236}">
                  <a16:creationId xmlns:a16="http://schemas.microsoft.com/office/drawing/2014/main" id="{265C59B9-00A0-4B4C-B4DD-F9663B237EA7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67520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5" name="직선 연결선 3384">
              <a:extLst>
                <a:ext uri="{FF2B5EF4-FFF2-40B4-BE49-F238E27FC236}">
                  <a16:creationId xmlns:a16="http://schemas.microsoft.com/office/drawing/2014/main" id="{A7B1861B-A529-4309-93CE-34200557DF07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54884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6" name="직선 연결선 3385">
              <a:extLst>
                <a:ext uri="{FF2B5EF4-FFF2-40B4-BE49-F238E27FC236}">
                  <a16:creationId xmlns:a16="http://schemas.microsoft.com/office/drawing/2014/main" id="{B9F2EEE5-0ADF-4393-AA31-D4A5E23472A0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76725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7" name="직선 연결선 3386">
              <a:extLst>
                <a:ext uri="{FF2B5EF4-FFF2-40B4-BE49-F238E27FC236}">
                  <a16:creationId xmlns:a16="http://schemas.microsoft.com/office/drawing/2014/main" id="{67758473-DFDF-428B-ACD7-A2F6BA5139E4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98566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8" name="직선 연결선 3387">
              <a:extLst>
                <a:ext uri="{FF2B5EF4-FFF2-40B4-BE49-F238E27FC236}">
                  <a16:creationId xmlns:a16="http://schemas.microsoft.com/office/drawing/2014/main" id="{3FF4E63F-A377-42B4-BF78-9B03DAC46E1E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420407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9" name="직선 연결선 3388">
              <a:extLst>
                <a:ext uri="{FF2B5EF4-FFF2-40B4-BE49-F238E27FC236}">
                  <a16:creationId xmlns:a16="http://schemas.microsoft.com/office/drawing/2014/main" id="{583A946A-0FBF-4F43-9DD0-0BF5F9F661B1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464089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0" name="직선 연결선 3389">
              <a:extLst>
                <a:ext uri="{FF2B5EF4-FFF2-40B4-BE49-F238E27FC236}">
                  <a16:creationId xmlns:a16="http://schemas.microsoft.com/office/drawing/2014/main" id="{8BA5A6F3-4D6F-4432-8A04-DBD01B10B258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485930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1" name="직선 연결선 3390">
              <a:extLst>
                <a:ext uri="{FF2B5EF4-FFF2-40B4-BE49-F238E27FC236}">
                  <a16:creationId xmlns:a16="http://schemas.microsoft.com/office/drawing/2014/main" id="{6D7BA642-16F6-4218-8E79-9EA8F4B6F987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07771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2" name="직선 연결선 3391">
              <a:extLst>
                <a:ext uri="{FF2B5EF4-FFF2-40B4-BE49-F238E27FC236}">
                  <a16:creationId xmlns:a16="http://schemas.microsoft.com/office/drawing/2014/main" id="{D757EF64-2DBD-490D-8BD1-2766682A0F0B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29612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3" name="직선 연결선 3392">
              <a:extLst>
                <a:ext uri="{FF2B5EF4-FFF2-40B4-BE49-F238E27FC236}">
                  <a16:creationId xmlns:a16="http://schemas.microsoft.com/office/drawing/2014/main" id="{2868B696-9470-494A-94A9-151C8287DC99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73294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4" name="직선 연결선 3393">
              <a:extLst>
                <a:ext uri="{FF2B5EF4-FFF2-40B4-BE49-F238E27FC236}">
                  <a16:creationId xmlns:a16="http://schemas.microsoft.com/office/drawing/2014/main" id="{BED4B823-40C8-42E8-952C-B99BCBABEFB1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595135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5" name="직선 연결선 3394">
              <a:extLst>
                <a:ext uri="{FF2B5EF4-FFF2-40B4-BE49-F238E27FC236}">
                  <a16:creationId xmlns:a16="http://schemas.microsoft.com/office/drawing/2014/main" id="{0E642159-4BBE-40EE-A2F0-55306A065731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616976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6" name="직선 연결선 3395">
              <a:extLst>
                <a:ext uri="{FF2B5EF4-FFF2-40B4-BE49-F238E27FC236}">
                  <a16:creationId xmlns:a16="http://schemas.microsoft.com/office/drawing/2014/main" id="{22961A8B-BC15-4991-8B2D-2DFE143358D1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704340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7" name="직선 연결선 3396">
              <a:extLst>
                <a:ext uri="{FF2B5EF4-FFF2-40B4-BE49-F238E27FC236}">
                  <a16:creationId xmlns:a16="http://schemas.microsoft.com/office/drawing/2014/main" id="{8C040D36-AFA7-4395-A199-F515B9727D26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638817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8" name="직선 연결선 3397">
              <a:extLst>
                <a:ext uri="{FF2B5EF4-FFF2-40B4-BE49-F238E27FC236}">
                  <a16:creationId xmlns:a16="http://schemas.microsoft.com/office/drawing/2014/main" id="{5F712769-75D6-42C8-8741-B454933EF538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682499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99" name="직선 연결선 3398">
              <a:extLst>
                <a:ext uri="{FF2B5EF4-FFF2-40B4-BE49-F238E27FC236}">
                  <a16:creationId xmlns:a16="http://schemas.microsoft.com/office/drawing/2014/main" id="{285FA522-FE4E-436A-B4C1-D30614D95C28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726181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0" name="직선 연결선 3399">
              <a:extLst>
                <a:ext uri="{FF2B5EF4-FFF2-40B4-BE49-F238E27FC236}">
                  <a16:creationId xmlns:a16="http://schemas.microsoft.com/office/drawing/2014/main" id="{6107EB63-1D12-4FB7-951B-C58A6FCBB0DA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709518"/>
              <a:ext cx="169977" cy="0"/>
            </a:xfrm>
            <a:prstGeom prst="line">
              <a:avLst/>
            </a:prstGeom>
            <a:ln w="12700">
              <a:solidFill>
                <a:schemeClr val="bg1">
                  <a:lumMod val="6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1" name="직선 연결선 3400">
              <a:extLst>
                <a:ext uri="{FF2B5EF4-FFF2-40B4-BE49-F238E27FC236}">
                  <a16:creationId xmlns:a16="http://schemas.microsoft.com/office/drawing/2014/main" id="{3FFE6881-667D-47FF-B586-BA97ADC414F4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114633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2" name="직선 연결선 3401">
              <a:extLst>
                <a:ext uri="{FF2B5EF4-FFF2-40B4-BE49-F238E27FC236}">
                  <a16:creationId xmlns:a16="http://schemas.microsoft.com/office/drawing/2014/main" id="{456189AF-15D5-4CE1-B3CF-5CE7E8D859C2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333043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3" name="직선 연결선 3402">
              <a:extLst>
                <a:ext uri="{FF2B5EF4-FFF2-40B4-BE49-F238E27FC236}">
                  <a16:creationId xmlns:a16="http://schemas.microsoft.com/office/drawing/2014/main" id="{597F07E3-CF27-4C9C-9390-C4F2651B388C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158315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4" name="직선 연결선 3403">
              <a:extLst>
                <a:ext uri="{FF2B5EF4-FFF2-40B4-BE49-F238E27FC236}">
                  <a16:creationId xmlns:a16="http://schemas.microsoft.com/office/drawing/2014/main" id="{20DA7792-9B7D-496E-9755-0C8B00F12E47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01997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5" name="직선 연결선 3404">
              <a:extLst>
                <a:ext uri="{FF2B5EF4-FFF2-40B4-BE49-F238E27FC236}">
                  <a16:creationId xmlns:a16="http://schemas.microsoft.com/office/drawing/2014/main" id="{8D9C2D09-B4CA-4E52-B23A-9901FAD60F4A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45679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06" name="직선 연결선 3405">
              <a:extLst>
                <a:ext uri="{FF2B5EF4-FFF2-40B4-BE49-F238E27FC236}">
                  <a16:creationId xmlns:a16="http://schemas.microsoft.com/office/drawing/2014/main" id="{0E955D3C-CD02-4D2B-A72C-D3F84B7874E1}"/>
                </a:ext>
              </a:extLst>
            </p:cNvPr>
            <p:cNvCxnSpPr>
              <a:cxnSpLocks/>
            </p:cNvCxnSpPr>
            <p:nvPr/>
          </p:nvCxnSpPr>
          <p:spPr>
            <a:xfrm>
              <a:off x="230019" y="2893618"/>
              <a:ext cx="169977" cy="0"/>
            </a:xfrm>
            <a:prstGeom prst="line">
              <a:avLst/>
            </a:prstGeom>
            <a:ln w="3175">
              <a:solidFill>
                <a:schemeClr val="bg1">
                  <a:lumMod val="8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07" name="TextBox 3406">
              <a:extLst>
                <a:ext uri="{FF2B5EF4-FFF2-40B4-BE49-F238E27FC236}">
                  <a16:creationId xmlns:a16="http://schemas.microsoft.com/office/drawing/2014/main" id="{7A308C14-8293-46A1-8731-05A711652BF8}"/>
                </a:ext>
              </a:extLst>
            </p:cNvPr>
            <p:cNvSpPr txBox="1"/>
            <p:nvPr/>
          </p:nvSpPr>
          <p:spPr>
            <a:xfrm>
              <a:off x="313525" y="76646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08" name="TextBox 3407">
              <a:extLst>
                <a:ext uri="{FF2B5EF4-FFF2-40B4-BE49-F238E27FC236}">
                  <a16:creationId xmlns:a16="http://schemas.microsoft.com/office/drawing/2014/main" id="{2B1DEFBD-56B1-463F-8CB8-132E681AAFB0}"/>
                </a:ext>
              </a:extLst>
            </p:cNvPr>
            <p:cNvSpPr txBox="1"/>
            <p:nvPr/>
          </p:nvSpPr>
          <p:spPr>
            <a:xfrm>
              <a:off x="313525" y="98487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02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09" name="TextBox 3408">
              <a:extLst>
                <a:ext uri="{FF2B5EF4-FFF2-40B4-BE49-F238E27FC236}">
                  <a16:creationId xmlns:a16="http://schemas.microsoft.com/office/drawing/2014/main" id="{9D4B5783-FD96-4B08-AED9-FFC523F04A9D}"/>
                </a:ext>
              </a:extLst>
            </p:cNvPr>
            <p:cNvSpPr txBox="1"/>
            <p:nvPr/>
          </p:nvSpPr>
          <p:spPr>
            <a:xfrm>
              <a:off x="313525" y="120328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03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10" name="TextBox 3409">
              <a:extLst>
                <a:ext uri="{FF2B5EF4-FFF2-40B4-BE49-F238E27FC236}">
                  <a16:creationId xmlns:a16="http://schemas.microsoft.com/office/drawing/2014/main" id="{E2865DCF-77C3-43DA-AB73-0484976770CC}"/>
                </a:ext>
              </a:extLst>
            </p:cNvPr>
            <p:cNvSpPr txBox="1"/>
            <p:nvPr/>
          </p:nvSpPr>
          <p:spPr>
            <a:xfrm>
              <a:off x="313525" y="142169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04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11" name="TextBox 3410">
              <a:extLst>
                <a:ext uri="{FF2B5EF4-FFF2-40B4-BE49-F238E27FC236}">
                  <a16:creationId xmlns:a16="http://schemas.microsoft.com/office/drawing/2014/main" id="{5A2E0BC5-A641-4069-89FD-1D4070546C1A}"/>
                </a:ext>
              </a:extLst>
            </p:cNvPr>
            <p:cNvSpPr txBox="1"/>
            <p:nvPr/>
          </p:nvSpPr>
          <p:spPr>
            <a:xfrm>
              <a:off x="313525" y="164010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05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12" name="TextBox 3411">
              <a:extLst>
                <a:ext uri="{FF2B5EF4-FFF2-40B4-BE49-F238E27FC236}">
                  <a16:creationId xmlns:a16="http://schemas.microsoft.com/office/drawing/2014/main" id="{517E9C31-FDCE-4466-8167-2605460FC21F}"/>
                </a:ext>
              </a:extLst>
            </p:cNvPr>
            <p:cNvSpPr txBox="1"/>
            <p:nvPr/>
          </p:nvSpPr>
          <p:spPr>
            <a:xfrm>
              <a:off x="313525" y="185851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06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13" name="TextBox 3412">
              <a:extLst>
                <a:ext uri="{FF2B5EF4-FFF2-40B4-BE49-F238E27FC236}">
                  <a16:creationId xmlns:a16="http://schemas.microsoft.com/office/drawing/2014/main" id="{9FC76EF4-0088-493F-8E44-4327B0E1A3DF}"/>
                </a:ext>
              </a:extLst>
            </p:cNvPr>
            <p:cNvSpPr txBox="1"/>
            <p:nvPr/>
          </p:nvSpPr>
          <p:spPr>
            <a:xfrm>
              <a:off x="313525" y="207692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07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14" name="TextBox 3413">
              <a:extLst>
                <a:ext uri="{FF2B5EF4-FFF2-40B4-BE49-F238E27FC236}">
                  <a16:creationId xmlns:a16="http://schemas.microsoft.com/office/drawing/2014/main" id="{27EF5630-EC55-46E7-9D52-5B3DB9298222}"/>
                </a:ext>
              </a:extLst>
            </p:cNvPr>
            <p:cNvSpPr txBox="1"/>
            <p:nvPr/>
          </p:nvSpPr>
          <p:spPr>
            <a:xfrm>
              <a:off x="313525" y="229533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08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15" name="TextBox 3414">
              <a:extLst>
                <a:ext uri="{FF2B5EF4-FFF2-40B4-BE49-F238E27FC236}">
                  <a16:creationId xmlns:a16="http://schemas.microsoft.com/office/drawing/2014/main" id="{F3A3CDDD-733C-4771-A7B9-C44D239E160A}"/>
                </a:ext>
              </a:extLst>
            </p:cNvPr>
            <p:cNvSpPr txBox="1"/>
            <p:nvPr/>
          </p:nvSpPr>
          <p:spPr>
            <a:xfrm>
              <a:off x="313525" y="2513745"/>
              <a:ext cx="52900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09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16" name="TextBox 3415">
              <a:extLst>
                <a:ext uri="{FF2B5EF4-FFF2-40B4-BE49-F238E27FC236}">
                  <a16:creationId xmlns:a16="http://schemas.microsoft.com/office/drawing/2014/main" id="{7D6575CA-665A-41D5-95F4-890083EEDAB0}"/>
                </a:ext>
              </a:extLst>
            </p:cNvPr>
            <p:cNvSpPr txBox="1"/>
            <p:nvPr/>
          </p:nvSpPr>
          <p:spPr>
            <a:xfrm>
              <a:off x="260532" y="273215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17" name="TextBox 3416">
              <a:extLst>
                <a:ext uri="{FF2B5EF4-FFF2-40B4-BE49-F238E27FC236}">
                  <a16:creationId xmlns:a16="http://schemas.microsoft.com/office/drawing/2014/main" id="{4E34D726-758C-414C-90CB-A06B37BF46A1}"/>
                </a:ext>
              </a:extLst>
            </p:cNvPr>
            <p:cNvSpPr txBox="1"/>
            <p:nvPr/>
          </p:nvSpPr>
          <p:spPr>
            <a:xfrm>
              <a:off x="260532" y="295056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18" name="TextBox 3417">
              <a:extLst>
                <a:ext uri="{FF2B5EF4-FFF2-40B4-BE49-F238E27FC236}">
                  <a16:creationId xmlns:a16="http://schemas.microsoft.com/office/drawing/2014/main" id="{0640CA7F-2C66-4E9F-8E43-EF9F68BB0CE5}"/>
                </a:ext>
              </a:extLst>
            </p:cNvPr>
            <p:cNvSpPr txBox="1"/>
            <p:nvPr/>
          </p:nvSpPr>
          <p:spPr>
            <a:xfrm>
              <a:off x="260532" y="316897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12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19" name="TextBox 3418">
              <a:extLst>
                <a:ext uri="{FF2B5EF4-FFF2-40B4-BE49-F238E27FC236}">
                  <a16:creationId xmlns:a16="http://schemas.microsoft.com/office/drawing/2014/main" id="{426AEC74-8E41-4B76-830F-F31087052331}"/>
                </a:ext>
              </a:extLst>
            </p:cNvPr>
            <p:cNvSpPr txBox="1"/>
            <p:nvPr/>
          </p:nvSpPr>
          <p:spPr>
            <a:xfrm>
              <a:off x="260532" y="338738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13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20" name="TextBox 3419">
              <a:extLst>
                <a:ext uri="{FF2B5EF4-FFF2-40B4-BE49-F238E27FC236}">
                  <a16:creationId xmlns:a16="http://schemas.microsoft.com/office/drawing/2014/main" id="{058AA8E5-A814-4ED4-B1C3-2DBA3184D6B3}"/>
                </a:ext>
              </a:extLst>
            </p:cNvPr>
            <p:cNvSpPr txBox="1"/>
            <p:nvPr/>
          </p:nvSpPr>
          <p:spPr>
            <a:xfrm>
              <a:off x="260532" y="360579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14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21" name="TextBox 3420">
              <a:extLst>
                <a:ext uri="{FF2B5EF4-FFF2-40B4-BE49-F238E27FC236}">
                  <a16:creationId xmlns:a16="http://schemas.microsoft.com/office/drawing/2014/main" id="{8A06516C-D203-470E-9D71-4EBEEDCCA00C}"/>
                </a:ext>
              </a:extLst>
            </p:cNvPr>
            <p:cNvSpPr txBox="1"/>
            <p:nvPr/>
          </p:nvSpPr>
          <p:spPr>
            <a:xfrm>
              <a:off x="260532" y="382420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15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22" name="TextBox 3421">
              <a:extLst>
                <a:ext uri="{FF2B5EF4-FFF2-40B4-BE49-F238E27FC236}">
                  <a16:creationId xmlns:a16="http://schemas.microsoft.com/office/drawing/2014/main" id="{F7422D1D-D3E8-4FC7-843C-494CCABE49A3}"/>
                </a:ext>
              </a:extLst>
            </p:cNvPr>
            <p:cNvSpPr txBox="1"/>
            <p:nvPr/>
          </p:nvSpPr>
          <p:spPr>
            <a:xfrm>
              <a:off x="260532" y="404261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16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23" name="TextBox 3422">
              <a:extLst>
                <a:ext uri="{FF2B5EF4-FFF2-40B4-BE49-F238E27FC236}">
                  <a16:creationId xmlns:a16="http://schemas.microsoft.com/office/drawing/2014/main" id="{B4FC5B42-5901-4162-8314-741A4449F5EF}"/>
                </a:ext>
              </a:extLst>
            </p:cNvPr>
            <p:cNvSpPr txBox="1"/>
            <p:nvPr/>
          </p:nvSpPr>
          <p:spPr>
            <a:xfrm>
              <a:off x="260532" y="426102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17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24" name="TextBox 3423">
              <a:extLst>
                <a:ext uri="{FF2B5EF4-FFF2-40B4-BE49-F238E27FC236}">
                  <a16:creationId xmlns:a16="http://schemas.microsoft.com/office/drawing/2014/main" id="{C29DBEA2-544A-45EF-AA64-35E5BCE51520}"/>
                </a:ext>
              </a:extLst>
            </p:cNvPr>
            <p:cNvSpPr txBox="1"/>
            <p:nvPr/>
          </p:nvSpPr>
          <p:spPr>
            <a:xfrm>
              <a:off x="260532" y="447943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18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25" name="TextBox 3424">
              <a:extLst>
                <a:ext uri="{FF2B5EF4-FFF2-40B4-BE49-F238E27FC236}">
                  <a16:creationId xmlns:a16="http://schemas.microsoft.com/office/drawing/2014/main" id="{51CCB548-C64F-4266-8CF3-62063484BC15}"/>
                </a:ext>
              </a:extLst>
            </p:cNvPr>
            <p:cNvSpPr txBox="1"/>
            <p:nvPr/>
          </p:nvSpPr>
          <p:spPr>
            <a:xfrm>
              <a:off x="260532" y="469784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19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26" name="TextBox 3425">
              <a:extLst>
                <a:ext uri="{FF2B5EF4-FFF2-40B4-BE49-F238E27FC236}">
                  <a16:creationId xmlns:a16="http://schemas.microsoft.com/office/drawing/2014/main" id="{940E0DB0-B8F3-4C54-B5CC-059959682354}"/>
                </a:ext>
              </a:extLst>
            </p:cNvPr>
            <p:cNvSpPr txBox="1"/>
            <p:nvPr/>
          </p:nvSpPr>
          <p:spPr>
            <a:xfrm>
              <a:off x="260532" y="491625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27" name="TextBox 3426">
              <a:extLst>
                <a:ext uri="{FF2B5EF4-FFF2-40B4-BE49-F238E27FC236}">
                  <a16:creationId xmlns:a16="http://schemas.microsoft.com/office/drawing/2014/main" id="{0A43838F-9304-4645-AC07-2A70F108A7F4}"/>
                </a:ext>
              </a:extLst>
            </p:cNvPr>
            <p:cNvSpPr txBox="1"/>
            <p:nvPr/>
          </p:nvSpPr>
          <p:spPr>
            <a:xfrm>
              <a:off x="260532" y="513466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28" name="TextBox 3427">
              <a:extLst>
                <a:ext uri="{FF2B5EF4-FFF2-40B4-BE49-F238E27FC236}">
                  <a16:creationId xmlns:a16="http://schemas.microsoft.com/office/drawing/2014/main" id="{2A44EA4E-7564-47AB-B112-3A1DC0798D71}"/>
                </a:ext>
              </a:extLst>
            </p:cNvPr>
            <p:cNvSpPr txBox="1"/>
            <p:nvPr/>
          </p:nvSpPr>
          <p:spPr>
            <a:xfrm>
              <a:off x="260532" y="535307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22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29" name="TextBox 3428">
              <a:extLst>
                <a:ext uri="{FF2B5EF4-FFF2-40B4-BE49-F238E27FC236}">
                  <a16:creationId xmlns:a16="http://schemas.microsoft.com/office/drawing/2014/main" id="{9FBB62C8-6BDC-4EA2-8491-B0033A7423C9}"/>
                </a:ext>
              </a:extLst>
            </p:cNvPr>
            <p:cNvSpPr txBox="1"/>
            <p:nvPr/>
          </p:nvSpPr>
          <p:spPr>
            <a:xfrm>
              <a:off x="260532" y="557148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23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30" name="TextBox 3429">
              <a:extLst>
                <a:ext uri="{FF2B5EF4-FFF2-40B4-BE49-F238E27FC236}">
                  <a16:creationId xmlns:a16="http://schemas.microsoft.com/office/drawing/2014/main" id="{744BB138-A934-484D-84A0-8556B5880233}"/>
                </a:ext>
              </a:extLst>
            </p:cNvPr>
            <p:cNvSpPr txBox="1"/>
            <p:nvPr/>
          </p:nvSpPr>
          <p:spPr>
            <a:xfrm>
              <a:off x="260532" y="578989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24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31" name="TextBox 3430">
              <a:extLst>
                <a:ext uri="{FF2B5EF4-FFF2-40B4-BE49-F238E27FC236}">
                  <a16:creationId xmlns:a16="http://schemas.microsoft.com/office/drawing/2014/main" id="{3A89124C-8DCD-4BAD-B778-95617A156350}"/>
                </a:ext>
              </a:extLst>
            </p:cNvPr>
            <p:cNvSpPr txBox="1"/>
            <p:nvPr/>
          </p:nvSpPr>
          <p:spPr>
            <a:xfrm>
              <a:off x="260532" y="600830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25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32" name="TextBox 3431">
              <a:extLst>
                <a:ext uri="{FF2B5EF4-FFF2-40B4-BE49-F238E27FC236}">
                  <a16:creationId xmlns:a16="http://schemas.microsoft.com/office/drawing/2014/main" id="{8BDA46E8-A8DD-4E1B-90BB-FB17B6410A30}"/>
                </a:ext>
              </a:extLst>
            </p:cNvPr>
            <p:cNvSpPr txBox="1"/>
            <p:nvPr/>
          </p:nvSpPr>
          <p:spPr>
            <a:xfrm>
              <a:off x="260532" y="622671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26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33" name="TextBox 3432">
              <a:extLst>
                <a:ext uri="{FF2B5EF4-FFF2-40B4-BE49-F238E27FC236}">
                  <a16:creationId xmlns:a16="http://schemas.microsoft.com/office/drawing/2014/main" id="{37069915-A5F7-409C-A6A7-E0F19B13D9A1}"/>
                </a:ext>
              </a:extLst>
            </p:cNvPr>
            <p:cNvSpPr txBox="1"/>
            <p:nvPr/>
          </p:nvSpPr>
          <p:spPr>
            <a:xfrm>
              <a:off x="260532" y="644512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27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34" name="TextBox 3433">
              <a:extLst>
                <a:ext uri="{FF2B5EF4-FFF2-40B4-BE49-F238E27FC236}">
                  <a16:creationId xmlns:a16="http://schemas.microsoft.com/office/drawing/2014/main" id="{A7CB73B3-7CCB-4C92-9378-F9D52D9E0AE9}"/>
                </a:ext>
              </a:extLst>
            </p:cNvPr>
            <p:cNvSpPr txBox="1"/>
            <p:nvPr/>
          </p:nvSpPr>
          <p:spPr>
            <a:xfrm>
              <a:off x="260532" y="666353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28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35" name="TextBox 3434">
              <a:extLst>
                <a:ext uri="{FF2B5EF4-FFF2-40B4-BE49-F238E27FC236}">
                  <a16:creationId xmlns:a16="http://schemas.microsoft.com/office/drawing/2014/main" id="{EDC60479-FB01-4F82-B8BA-E5A22D00C5D8}"/>
                </a:ext>
              </a:extLst>
            </p:cNvPr>
            <p:cNvSpPr txBox="1"/>
            <p:nvPr/>
          </p:nvSpPr>
          <p:spPr>
            <a:xfrm>
              <a:off x="260532" y="688194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29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36" name="TextBox 3435">
              <a:extLst>
                <a:ext uri="{FF2B5EF4-FFF2-40B4-BE49-F238E27FC236}">
                  <a16:creationId xmlns:a16="http://schemas.microsoft.com/office/drawing/2014/main" id="{F7CA3E13-A205-4D28-8C8C-DC5C19645074}"/>
                </a:ext>
              </a:extLst>
            </p:cNvPr>
            <p:cNvSpPr txBox="1"/>
            <p:nvPr/>
          </p:nvSpPr>
          <p:spPr>
            <a:xfrm>
              <a:off x="260532" y="710035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30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  <p:sp>
          <p:nvSpPr>
            <p:cNvPr id="3437" name="TextBox 3436">
              <a:extLst>
                <a:ext uri="{FF2B5EF4-FFF2-40B4-BE49-F238E27FC236}">
                  <a16:creationId xmlns:a16="http://schemas.microsoft.com/office/drawing/2014/main" id="{E80FE25C-9346-4B04-990D-D2DE5F08CA08}"/>
                </a:ext>
              </a:extLst>
            </p:cNvPr>
            <p:cNvSpPr txBox="1"/>
            <p:nvPr/>
          </p:nvSpPr>
          <p:spPr>
            <a:xfrm>
              <a:off x="260532" y="7318765"/>
              <a:ext cx="105799" cy="104516"/>
            </a:xfrm>
            <a:prstGeom prst="rect">
              <a:avLst/>
            </a:prstGeom>
            <a:noFill/>
          </p:spPr>
          <p:txBody>
            <a:bodyPr wrap="none" lIns="0" tIns="0" rIns="0" bIns="0" rtlCol="0">
              <a:noAutofit/>
            </a:bodyPr>
            <a:lstStyle/>
            <a:p>
              <a:pPr algn="ctr"/>
              <a:r>
                <a:rPr lang="en-US" altLang="ko-KR" sz="679" dirty="0">
                  <a:solidFill>
                    <a:schemeClr val="tx1">
                      <a:lumMod val="50000"/>
                      <a:lumOff val="50000"/>
                    </a:schemeClr>
                  </a:solidFill>
                  <a:latin typeface="NanumGothic" panose="020D0604000000000000" pitchFamily="34" charset="-127"/>
                  <a:ea typeface="NanumGothic" panose="020D0604000000000000" pitchFamily="34" charset="-127"/>
                </a:rPr>
                <a:t>31</a:t>
              </a:r>
              <a:endParaRPr lang="ko-KR" altLang="en-US" sz="679" dirty="0">
                <a:solidFill>
                  <a:schemeClr val="tx1">
                    <a:lumMod val="50000"/>
                    <a:lumOff val="50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endParaRPr>
            </a:p>
          </p:txBody>
        </p:sp>
      </p:grpSp>
      <p:sp>
        <p:nvSpPr>
          <p:cNvPr id="170" name="TextBox 185">
            <a:hlinkClick r:id="rId2"/>
            <a:extLst>
              <a:ext uri="{FF2B5EF4-FFF2-40B4-BE49-F238E27FC236}">
                <a16:creationId xmlns:a16="http://schemas.microsoft.com/office/drawing/2014/main" id="{1F20375C-9463-4343-A176-66ACA9CE75D4}"/>
              </a:ext>
            </a:extLst>
          </p:cNvPr>
          <p:cNvSpPr txBox="1"/>
          <p:nvPr/>
        </p:nvSpPr>
        <p:spPr>
          <a:xfrm>
            <a:off x="5233839" y="7555443"/>
            <a:ext cx="530915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_</a:t>
            </a:r>
            <a:r>
              <a:rPr lang="en-US" altLang="ko-KR" sz="800" dirty="0" err="1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Badak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1" name="TextBox 186">
            <a:hlinkClick r:id="rId3"/>
            <a:extLst>
              <a:ext uri="{FF2B5EF4-FFF2-40B4-BE49-F238E27FC236}">
                <a16:creationId xmlns:a16="http://schemas.microsoft.com/office/drawing/2014/main" id="{C1189CFD-F35A-40D6-9B01-C2E281257CA3}"/>
              </a:ext>
            </a:extLst>
          </p:cNvPr>
          <p:cNvSpPr txBox="1"/>
          <p:nvPr/>
        </p:nvSpPr>
        <p:spPr>
          <a:xfrm>
            <a:off x="2525732" y="7555443"/>
            <a:ext cx="99097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800" dirty="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rPr>
              <a:t>Planner’s Planner</a:t>
            </a:r>
            <a:endParaRPr lang="ko-KR" altLang="en-US" sz="800" dirty="0">
              <a:solidFill>
                <a:schemeClr val="bg1">
                  <a:lumMod val="65000"/>
                </a:schemeClr>
              </a:solidFill>
              <a:latin typeface="NanumGothic" panose="020D0604000000000000" pitchFamily="34" charset="-127"/>
              <a:ea typeface="NanumGothic" panose="020D0604000000000000" pitchFamily="34" charset="-127"/>
            </a:endParaRPr>
          </a:p>
        </p:txBody>
      </p:sp>
      <p:sp>
        <p:nvSpPr>
          <p:cNvPr id="172" name="TextBox 184">
            <a:hlinkClick r:id="rId4"/>
            <a:extLst>
              <a:ext uri="{FF2B5EF4-FFF2-40B4-BE49-F238E27FC236}">
                <a16:creationId xmlns:a16="http://schemas.microsoft.com/office/drawing/2014/main" id="{69B1F282-3B93-47C8-AF94-13871DCA8A9D}"/>
              </a:ext>
            </a:extLst>
          </p:cNvPr>
          <p:cNvSpPr txBox="1"/>
          <p:nvPr/>
        </p:nvSpPr>
        <p:spPr>
          <a:xfrm>
            <a:off x="312196" y="7553348"/>
            <a:ext cx="7136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>
              <a:defRPr sz="800">
                <a:solidFill>
                  <a:schemeClr val="bg1">
                    <a:lumMod val="65000"/>
                  </a:schemeClr>
                </a:solidFill>
                <a:latin typeface="NanumGothic" panose="020D0604000000000000" pitchFamily="34" charset="-127"/>
                <a:ea typeface="NanumGothic" panose="020D0604000000000000" pitchFamily="34" charset="-127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dirty="0"/>
              <a:t>Ten: One</a:t>
            </a:r>
            <a:r>
              <a:rPr lang="ko-KR" altLang="en-US" dirty="0"/>
              <a:t>™</a:t>
            </a:r>
          </a:p>
        </p:txBody>
      </p:sp>
    </p:spTree>
    <p:extLst>
      <p:ext uri="{BB962C8B-B14F-4D97-AF65-F5344CB8AC3E}">
        <p14:creationId xmlns:p14="http://schemas.microsoft.com/office/powerpoint/2010/main" val="2859270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188</TotalTime>
  <Words>47</Words>
  <Application>Microsoft Office PowerPoint</Application>
  <PresentationFormat>사용자 지정</PresentationFormat>
  <Paragraphs>38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NanumGothic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JeonCheonil</dc:creator>
  <cp:lastModifiedBy>JeonCheonil</cp:lastModifiedBy>
  <cp:revision>76</cp:revision>
  <dcterms:created xsi:type="dcterms:W3CDTF">2021-10-29T04:43:38Z</dcterms:created>
  <dcterms:modified xsi:type="dcterms:W3CDTF">2021-12-19T08:50:35Z</dcterms:modified>
</cp:coreProperties>
</file>
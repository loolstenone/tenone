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1A753C0-264C-410C-A3FD-EFF399C02F0A}"/>
              </a:ext>
            </a:extLst>
          </p:cNvPr>
          <p:cNvGrpSpPr/>
          <p:nvPr/>
        </p:nvGrpSpPr>
        <p:grpSpPr>
          <a:xfrm>
            <a:off x="302419" y="398019"/>
            <a:ext cx="5472112" cy="7089012"/>
            <a:chOff x="230188" y="398019"/>
            <a:chExt cx="5472112" cy="7089012"/>
          </a:xfrm>
        </p:grpSpPr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B133BEC6-CE65-4126-A6A9-36B5C6C32063}"/>
                </a:ext>
              </a:extLst>
            </p:cNvPr>
            <p:cNvSpPr txBox="1"/>
            <p:nvPr/>
          </p:nvSpPr>
          <p:spPr>
            <a:xfrm>
              <a:off x="2726939" y="398019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Today is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0685105E-3945-4836-BEEE-5E58E2705162}"/>
                </a:ext>
              </a:extLst>
            </p:cNvPr>
            <p:cNvSpPr txBox="1"/>
            <p:nvPr/>
          </p:nvSpPr>
          <p:spPr>
            <a:xfrm>
              <a:off x="1127818" y="436363"/>
              <a:ext cx="14975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✓ Done / → Change / </a:t>
              </a:r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× Cancel</a:t>
              </a:r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76" name="직사각형 1675">
              <a:extLst>
                <a:ext uri="{FF2B5EF4-FFF2-40B4-BE49-F238E27FC236}">
                  <a16:creationId xmlns:a16="http://schemas.microsoft.com/office/drawing/2014/main" id="{3DA25CE3-2095-4A68-A473-764CD2F5601F}"/>
                </a:ext>
              </a:extLst>
            </p:cNvPr>
            <p:cNvSpPr/>
            <p:nvPr/>
          </p:nvSpPr>
          <p:spPr>
            <a:xfrm>
              <a:off x="252615" y="8613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77" name="직사각형 1676">
              <a:extLst>
                <a:ext uri="{FF2B5EF4-FFF2-40B4-BE49-F238E27FC236}">
                  <a16:creationId xmlns:a16="http://schemas.microsoft.com/office/drawing/2014/main" id="{039A46CB-882F-4C9D-98E0-176BEC5BA304}"/>
                </a:ext>
              </a:extLst>
            </p:cNvPr>
            <p:cNvSpPr/>
            <p:nvPr/>
          </p:nvSpPr>
          <p:spPr>
            <a:xfrm>
              <a:off x="252615" y="112070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78" name="직사각형 1677">
              <a:extLst>
                <a:ext uri="{FF2B5EF4-FFF2-40B4-BE49-F238E27FC236}">
                  <a16:creationId xmlns:a16="http://schemas.microsoft.com/office/drawing/2014/main" id="{4DF7A67D-F8AB-4090-865B-632BFF225623}"/>
                </a:ext>
              </a:extLst>
            </p:cNvPr>
            <p:cNvSpPr/>
            <p:nvPr/>
          </p:nvSpPr>
          <p:spPr>
            <a:xfrm>
              <a:off x="252615" y="138007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79" name="직사각형 1678">
              <a:extLst>
                <a:ext uri="{FF2B5EF4-FFF2-40B4-BE49-F238E27FC236}">
                  <a16:creationId xmlns:a16="http://schemas.microsoft.com/office/drawing/2014/main" id="{B5EF50B8-6378-433C-BA90-E637F22CEDEF}"/>
                </a:ext>
              </a:extLst>
            </p:cNvPr>
            <p:cNvSpPr/>
            <p:nvPr/>
          </p:nvSpPr>
          <p:spPr>
            <a:xfrm>
              <a:off x="252615" y="16394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0" name="직사각형 1679">
              <a:extLst>
                <a:ext uri="{FF2B5EF4-FFF2-40B4-BE49-F238E27FC236}">
                  <a16:creationId xmlns:a16="http://schemas.microsoft.com/office/drawing/2014/main" id="{C4170FC7-92EB-4339-B395-A98561B27264}"/>
                </a:ext>
              </a:extLst>
            </p:cNvPr>
            <p:cNvSpPr/>
            <p:nvPr/>
          </p:nvSpPr>
          <p:spPr>
            <a:xfrm>
              <a:off x="252615" y="18988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1" name="직사각형 1680">
              <a:extLst>
                <a:ext uri="{FF2B5EF4-FFF2-40B4-BE49-F238E27FC236}">
                  <a16:creationId xmlns:a16="http://schemas.microsoft.com/office/drawing/2014/main" id="{0A719602-3DD5-43D0-A0DE-8B4E4FFBA4E8}"/>
                </a:ext>
              </a:extLst>
            </p:cNvPr>
            <p:cNvSpPr/>
            <p:nvPr/>
          </p:nvSpPr>
          <p:spPr>
            <a:xfrm>
              <a:off x="252615" y="215820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2" name="직사각형 1681">
              <a:extLst>
                <a:ext uri="{FF2B5EF4-FFF2-40B4-BE49-F238E27FC236}">
                  <a16:creationId xmlns:a16="http://schemas.microsoft.com/office/drawing/2014/main" id="{A460E814-B21A-4791-9233-DE5C9716641C}"/>
                </a:ext>
              </a:extLst>
            </p:cNvPr>
            <p:cNvSpPr/>
            <p:nvPr/>
          </p:nvSpPr>
          <p:spPr>
            <a:xfrm>
              <a:off x="252615" y="241757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3" name="직사각형 1682">
              <a:extLst>
                <a:ext uri="{FF2B5EF4-FFF2-40B4-BE49-F238E27FC236}">
                  <a16:creationId xmlns:a16="http://schemas.microsoft.com/office/drawing/2014/main" id="{B3F960C7-4D52-4983-AD33-5087F2E8A994}"/>
                </a:ext>
              </a:extLst>
            </p:cNvPr>
            <p:cNvSpPr/>
            <p:nvPr/>
          </p:nvSpPr>
          <p:spPr>
            <a:xfrm>
              <a:off x="252615" y="26769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4" name="직사각형 1683">
              <a:extLst>
                <a:ext uri="{FF2B5EF4-FFF2-40B4-BE49-F238E27FC236}">
                  <a16:creationId xmlns:a16="http://schemas.microsoft.com/office/drawing/2014/main" id="{8A90EE52-02CF-4196-B451-A5E999E74468}"/>
                </a:ext>
              </a:extLst>
            </p:cNvPr>
            <p:cNvSpPr/>
            <p:nvPr/>
          </p:nvSpPr>
          <p:spPr>
            <a:xfrm>
              <a:off x="252615" y="29363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5" name="직사각형 1684">
              <a:extLst>
                <a:ext uri="{FF2B5EF4-FFF2-40B4-BE49-F238E27FC236}">
                  <a16:creationId xmlns:a16="http://schemas.microsoft.com/office/drawing/2014/main" id="{DA1C3013-7CAD-4484-8F9B-83A5592D7950}"/>
                </a:ext>
              </a:extLst>
            </p:cNvPr>
            <p:cNvSpPr/>
            <p:nvPr/>
          </p:nvSpPr>
          <p:spPr>
            <a:xfrm>
              <a:off x="252615" y="319570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6" name="직사각형 1685">
              <a:extLst>
                <a:ext uri="{FF2B5EF4-FFF2-40B4-BE49-F238E27FC236}">
                  <a16:creationId xmlns:a16="http://schemas.microsoft.com/office/drawing/2014/main" id="{705FBA59-2675-499A-9E21-E5601DA9E9A7}"/>
                </a:ext>
              </a:extLst>
            </p:cNvPr>
            <p:cNvSpPr/>
            <p:nvPr/>
          </p:nvSpPr>
          <p:spPr>
            <a:xfrm>
              <a:off x="252615" y="345507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7" name="직사각형 1686">
              <a:extLst>
                <a:ext uri="{FF2B5EF4-FFF2-40B4-BE49-F238E27FC236}">
                  <a16:creationId xmlns:a16="http://schemas.microsoft.com/office/drawing/2014/main" id="{98A8F089-5B8E-450D-AAF6-273DDAD6D9E7}"/>
                </a:ext>
              </a:extLst>
            </p:cNvPr>
            <p:cNvSpPr/>
            <p:nvPr/>
          </p:nvSpPr>
          <p:spPr>
            <a:xfrm>
              <a:off x="252615" y="37144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8" name="직사각형 1687">
              <a:extLst>
                <a:ext uri="{FF2B5EF4-FFF2-40B4-BE49-F238E27FC236}">
                  <a16:creationId xmlns:a16="http://schemas.microsoft.com/office/drawing/2014/main" id="{28C957B9-A6B9-4675-8B36-C0E6E3DED670}"/>
                </a:ext>
              </a:extLst>
            </p:cNvPr>
            <p:cNvSpPr/>
            <p:nvPr/>
          </p:nvSpPr>
          <p:spPr>
            <a:xfrm>
              <a:off x="252615" y="39738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89" name="직사각형 1688">
              <a:extLst>
                <a:ext uri="{FF2B5EF4-FFF2-40B4-BE49-F238E27FC236}">
                  <a16:creationId xmlns:a16="http://schemas.microsoft.com/office/drawing/2014/main" id="{FC76FDB3-C0D9-4BD7-B68A-A5415EC949DA}"/>
                </a:ext>
              </a:extLst>
            </p:cNvPr>
            <p:cNvSpPr/>
            <p:nvPr/>
          </p:nvSpPr>
          <p:spPr>
            <a:xfrm>
              <a:off x="252615" y="423320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0" name="직사각형 1689">
              <a:extLst>
                <a:ext uri="{FF2B5EF4-FFF2-40B4-BE49-F238E27FC236}">
                  <a16:creationId xmlns:a16="http://schemas.microsoft.com/office/drawing/2014/main" id="{10316313-8175-420C-B91A-3719A4CD6D1E}"/>
                </a:ext>
              </a:extLst>
            </p:cNvPr>
            <p:cNvSpPr/>
            <p:nvPr/>
          </p:nvSpPr>
          <p:spPr>
            <a:xfrm>
              <a:off x="252615" y="449257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1" name="직사각형 1690">
              <a:extLst>
                <a:ext uri="{FF2B5EF4-FFF2-40B4-BE49-F238E27FC236}">
                  <a16:creationId xmlns:a16="http://schemas.microsoft.com/office/drawing/2014/main" id="{DF5E46F5-7334-4498-9F45-8140ED6414B4}"/>
                </a:ext>
              </a:extLst>
            </p:cNvPr>
            <p:cNvSpPr/>
            <p:nvPr/>
          </p:nvSpPr>
          <p:spPr>
            <a:xfrm>
              <a:off x="252615" y="47519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2" name="직사각형 1691">
              <a:extLst>
                <a:ext uri="{FF2B5EF4-FFF2-40B4-BE49-F238E27FC236}">
                  <a16:creationId xmlns:a16="http://schemas.microsoft.com/office/drawing/2014/main" id="{B1035E75-8E30-490E-A246-778FA79D1616}"/>
                </a:ext>
              </a:extLst>
            </p:cNvPr>
            <p:cNvSpPr/>
            <p:nvPr/>
          </p:nvSpPr>
          <p:spPr>
            <a:xfrm>
              <a:off x="252615" y="50113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3" name="직사각형 1692">
              <a:extLst>
                <a:ext uri="{FF2B5EF4-FFF2-40B4-BE49-F238E27FC236}">
                  <a16:creationId xmlns:a16="http://schemas.microsoft.com/office/drawing/2014/main" id="{280925C6-C121-4525-B3F8-8351182F6C48}"/>
                </a:ext>
              </a:extLst>
            </p:cNvPr>
            <p:cNvSpPr/>
            <p:nvPr/>
          </p:nvSpPr>
          <p:spPr>
            <a:xfrm>
              <a:off x="252615" y="527070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4" name="직사각형 1693">
              <a:extLst>
                <a:ext uri="{FF2B5EF4-FFF2-40B4-BE49-F238E27FC236}">
                  <a16:creationId xmlns:a16="http://schemas.microsoft.com/office/drawing/2014/main" id="{5DE8E1F0-1B83-43DC-B4AB-0E0EA624CCE5}"/>
                </a:ext>
              </a:extLst>
            </p:cNvPr>
            <p:cNvSpPr/>
            <p:nvPr/>
          </p:nvSpPr>
          <p:spPr>
            <a:xfrm>
              <a:off x="252615" y="553007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5" name="직사각형 1694">
              <a:extLst>
                <a:ext uri="{FF2B5EF4-FFF2-40B4-BE49-F238E27FC236}">
                  <a16:creationId xmlns:a16="http://schemas.microsoft.com/office/drawing/2014/main" id="{E2201F96-CD6B-4AC6-A3FC-B81DDB5B488D}"/>
                </a:ext>
              </a:extLst>
            </p:cNvPr>
            <p:cNvSpPr/>
            <p:nvPr/>
          </p:nvSpPr>
          <p:spPr>
            <a:xfrm>
              <a:off x="2743636" y="189847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6" name="직사각형 1695">
              <a:extLst>
                <a:ext uri="{FF2B5EF4-FFF2-40B4-BE49-F238E27FC236}">
                  <a16:creationId xmlns:a16="http://schemas.microsoft.com/office/drawing/2014/main" id="{C0A22F97-9AEC-4D89-BAEE-AB0D81A6FD56}"/>
                </a:ext>
              </a:extLst>
            </p:cNvPr>
            <p:cNvSpPr/>
            <p:nvPr/>
          </p:nvSpPr>
          <p:spPr>
            <a:xfrm>
              <a:off x="2743636" y="215786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7" name="직사각형 1696">
              <a:extLst>
                <a:ext uri="{FF2B5EF4-FFF2-40B4-BE49-F238E27FC236}">
                  <a16:creationId xmlns:a16="http://schemas.microsoft.com/office/drawing/2014/main" id="{3A058185-50CE-48D2-86E6-AA5FE8B3F464}"/>
                </a:ext>
              </a:extLst>
            </p:cNvPr>
            <p:cNvSpPr/>
            <p:nvPr/>
          </p:nvSpPr>
          <p:spPr>
            <a:xfrm>
              <a:off x="2743636" y="2417258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8" name="직사각형 1697">
              <a:extLst>
                <a:ext uri="{FF2B5EF4-FFF2-40B4-BE49-F238E27FC236}">
                  <a16:creationId xmlns:a16="http://schemas.microsoft.com/office/drawing/2014/main" id="{361A3A66-97D2-49FF-8AD8-9913CB517211}"/>
                </a:ext>
              </a:extLst>
            </p:cNvPr>
            <p:cNvSpPr/>
            <p:nvPr/>
          </p:nvSpPr>
          <p:spPr>
            <a:xfrm>
              <a:off x="2743636" y="2676649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99" name="직사각형 1698">
              <a:extLst>
                <a:ext uri="{FF2B5EF4-FFF2-40B4-BE49-F238E27FC236}">
                  <a16:creationId xmlns:a16="http://schemas.microsoft.com/office/drawing/2014/main" id="{B4397E06-8C8C-47AE-8E88-5C4E38C5E455}"/>
                </a:ext>
              </a:extLst>
            </p:cNvPr>
            <p:cNvSpPr/>
            <p:nvPr/>
          </p:nvSpPr>
          <p:spPr>
            <a:xfrm>
              <a:off x="2743636" y="293604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0" name="직사각형 1699">
              <a:extLst>
                <a:ext uri="{FF2B5EF4-FFF2-40B4-BE49-F238E27FC236}">
                  <a16:creationId xmlns:a16="http://schemas.microsoft.com/office/drawing/2014/main" id="{01127656-B839-4E42-B029-FA2A7B980A55}"/>
                </a:ext>
              </a:extLst>
            </p:cNvPr>
            <p:cNvSpPr/>
            <p:nvPr/>
          </p:nvSpPr>
          <p:spPr>
            <a:xfrm>
              <a:off x="2743636" y="3195431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1" name="직사각형 1700">
              <a:extLst>
                <a:ext uri="{FF2B5EF4-FFF2-40B4-BE49-F238E27FC236}">
                  <a16:creationId xmlns:a16="http://schemas.microsoft.com/office/drawing/2014/main" id="{EB301A5D-C40D-4D8A-8976-9C68724B4895}"/>
                </a:ext>
              </a:extLst>
            </p:cNvPr>
            <p:cNvSpPr/>
            <p:nvPr/>
          </p:nvSpPr>
          <p:spPr>
            <a:xfrm>
              <a:off x="2743636" y="3454822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2" name="직사각형 1701">
              <a:extLst>
                <a:ext uri="{FF2B5EF4-FFF2-40B4-BE49-F238E27FC236}">
                  <a16:creationId xmlns:a16="http://schemas.microsoft.com/office/drawing/2014/main" id="{6D40D93F-5692-492B-A0EA-6ACAA0717A49}"/>
                </a:ext>
              </a:extLst>
            </p:cNvPr>
            <p:cNvSpPr/>
            <p:nvPr/>
          </p:nvSpPr>
          <p:spPr>
            <a:xfrm>
              <a:off x="2743636" y="3973604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3" name="직사각형 1702">
              <a:extLst>
                <a:ext uri="{FF2B5EF4-FFF2-40B4-BE49-F238E27FC236}">
                  <a16:creationId xmlns:a16="http://schemas.microsoft.com/office/drawing/2014/main" id="{7FFE4138-779F-4842-BAFB-C000135C1E25}"/>
                </a:ext>
              </a:extLst>
            </p:cNvPr>
            <p:cNvSpPr/>
            <p:nvPr/>
          </p:nvSpPr>
          <p:spPr>
            <a:xfrm>
              <a:off x="2743636" y="423299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4" name="직사각형 1703">
              <a:extLst>
                <a:ext uri="{FF2B5EF4-FFF2-40B4-BE49-F238E27FC236}">
                  <a16:creationId xmlns:a16="http://schemas.microsoft.com/office/drawing/2014/main" id="{62AD8D4F-AE8D-446E-A73B-73983E91B702}"/>
                </a:ext>
              </a:extLst>
            </p:cNvPr>
            <p:cNvSpPr/>
            <p:nvPr/>
          </p:nvSpPr>
          <p:spPr>
            <a:xfrm>
              <a:off x="2743636" y="4492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5" name="직사각형 1704">
              <a:extLst>
                <a:ext uri="{FF2B5EF4-FFF2-40B4-BE49-F238E27FC236}">
                  <a16:creationId xmlns:a16="http://schemas.microsoft.com/office/drawing/2014/main" id="{256F475F-C709-4C98-B615-7D4640559834}"/>
                </a:ext>
              </a:extLst>
            </p:cNvPr>
            <p:cNvSpPr/>
            <p:nvPr/>
          </p:nvSpPr>
          <p:spPr>
            <a:xfrm>
              <a:off x="2743636" y="475177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6" name="직사각형 1705">
              <a:extLst>
                <a:ext uri="{FF2B5EF4-FFF2-40B4-BE49-F238E27FC236}">
                  <a16:creationId xmlns:a16="http://schemas.microsoft.com/office/drawing/2014/main" id="{FF6DB0BE-84DE-47C0-8C91-D04B23EDB737}"/>
                </a:ext>
              </a:extLst>
            </p:cNvPr>
            <p:cNvSpPr/>
            <p:nvPr/>
          </p:nvSpPr>
          <p:spPr>
            <a:xfrm>
              <a:off x="2743636" y="5011168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7" name="직사각형 1706">
              <a:extLst>
                <a:ext uri="{FF2B5EF4-FFF2-40B4-BE49-F238E27FC236}">
                  <a16:creationId xmlns:a16="http://schemas.microsoft.com/office/drawing/2014/main" id="{83DBEFF3-E43A-4347-A825-5A493AE66739}"/>
                </a:ext>
              </a:extLst>
            </p:cNvPr>
            <p:cNvSpPr/>
            <p:nvPr/>
          </p:nvSpPr>
          <p:spPr>
            <a:xfrm>
              <a:off x="2743636" y="5270559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8" name="직사각형 1707">
              <a:extLst>
                <a:ext uri="{FF2B5EF4-FFF2-40B4-BE49-F238E27FC236}">
                  <a16:creationId xmlns:a16="http://schemas.microsoft.com/office/drawing/2014/main" id="{4DB1F353-0E43-4F78-A41A-CD79FD9F43FA}"/>
                </a:ext>
              </a:extLst>
            </p:cNvPr>
            <p:cNvSpPr/>
            <p:nvPr/>
          </p:nvSpPr>
          <p:spPr>
            <a:xfrm>
              <a:off x="2743636" y="55299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09" name="TextBox 1708">
              <a:extLst>
                <a:ext uri="{FF2B5EF4-FFF2-40B4-BE49-F238E27FC236}">
                  <a16:creationId xmlns:a16="http://schemas.microsoft.com/office/drawing/2014/main" id="{B78208D9-097A-4EB8-88F0-B87BDCFF41A7}"/>
                </a:ext>
              </a:extLst>
            </p:cNvPr>
            <p:cNvSpPr txBox="1"/>
            <p:nvPr/>
          </p:nvSpPr>
          <p:spPr>
            <a:xfrm>
              <a:off x="414725" y="164136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0" name="TextBox 1709">
              <a:extLst>
                <a:ext uri="{FF2B5EF4-FFF2-40B4-BE49-F238E27FC236}">
                  <a16:creationId xmlns:a16="http://schemas.microsoft.com/office/drawing/2014/main" id="{51E78A98-5160-4443-8ACC-54FE02E3C319}"/>
                </a:ext>
              </a:extLst>
            </p:cNvPr>
            <p:cNvSpPr txBox="1"/>
            <p:nvPr/>
          </p:nvSpPr>
          <p:spPr>
            <a:xfrm>
              <a:off x="414725" y="216011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4789D711-90A4-42EE-96B4-056EB08430F8}"/>
                </a:ext>
              </a:extLst>
            </p:cNvPr>
            <p:cNvSpPr txBox="1"/>
            <p:nvPr/>
          </p:nvSpPr>
          <p:spPr>
            <a:xfrm>
              <a:off x="414725" y="267886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EDF89113-BE5D-4F09-8387-DDF3178A6632}"/>
                </a:ext>
              </a:extLst>
            </p:cNvPr>
            <p:cNvSpPr txBox="1"/>
            <p:nvPr/>
          </p:nvSpPr>
          <p:spPr>
            <a:xfrm>
              <a:off x="414725" y="319761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7D6D84F1-A687-4790-831E-C628D276BB15}"/>
                </a:ext>
              </a:extLst>
            </p:cNvPr>
            <p:cNvSpPr txBox="1"/>
            <p:nvPr/>
          </p:nvSpPr>
          <p:spPr>
            <a:xfrm>
              <a:off x="414725" y="371636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C247EFE3-8A52-42C4-9355-E5C9344C4D7A}"/>
                </a:ext>
              </a:extLst>
            </p:cNvPr>
            <p:cNvSpPr txBox="1"/>
            <p:nvPr/>
          </p:nvSpPr>
          <p:spPr>
            <a:xfrm>
              <a:off x="414725" y="423511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F201B935-E18A-4BC2-9A93-FC24EF83C19B}"/>
                </a:ext>
              </a:extLst>
            </p:cNvPr>
            <p:cNvSpPr txBox="1"/>
            <p:nvPr/>
          </p:nvSpPr>
          <p:spPr>
            <a:xfrm>
              <a:off x="414725" y="475386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D482A610-2702-4719-968B-AFD6D8718C71}"/>
                </a:ext>
              </a:extLst>
            </p:cNvPr>
            <p:cNvSpPr txBox="1"/>
            <p:nvPr/>
          </p:nvSpPr>
          <p:spPr>
            <a:xfrm>
              <a:off x="414725" y="5272617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717" name="직선 연결선 1716">
              <a:extLst>
                <a:ext uri="{FF2B5EF4-FFF2-40B4-BE49-F238E27FC236}">
                  <a16:creationId xmlns:a16="http://schemas.microsoft.com/office/drawing/2014/main" id="{E577AD07-5FCB-4652-8825-DA4DD350258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3400"/>
              <a:ext cx="239515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직선 연결선 1717">
              <a:extLst>
                <a:ext uri="{FF2B5EF4-FFF2-40B4-BE49-F238E27FC236}">
                  <a16:creationId xmlns:a16="http://schemas.microsoft.com/office/drawing/2014/main" id="{4A7AE380-1607-4554-B17E-56F966DE72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927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직선 연결선 1718">
              <a:extLst>
                <a:ext uri="{FF2B5EF4-FFF2-40B4-BE49-F238E27FC236}">
                  <a16:creationId xmlns:a16="http://schemas.microsoft.com/office/drawing/2014/main" id="{F8611588-6935-49D0-BC96-F463ADD056A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05215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직선 연결선 1719">
              <a:extLst>
                <a:ext uri="{FF2B5EF4-FFF2-40B4-BE49-F238E27FC236}">
                  <a16:creationId xmlns:a16="http://schemas.microsoft.com/office/drawing/2014/main" id="{0B793493-D4D5-4595-A790-C2420430233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1152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직선 연결선 1720">
              <a:extLst>
                <a:ext uri="{FF2B5EF4-FFF2-40B4-BE49-F238E27FC236}">
                  <a16:creationId xmlns:a16="http://schemas.microsoft.com/office/drawing/2014/main" id="{10557F8E-C15B-4652-8658-64004D40128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57090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직선 연결선 1721">
              <a:extLst>
                <a:ext uri="{FF2B5EF4-FFF2-40B4-BE49-F238E27FC236}">
                  <a16:creationId xmlns:a16="http://schemas.microsoft.com/office/drawing/2014/main" id="{ECBC49E1-F675-4EB8-82B4-12E6DE63A0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8302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직선 연결선 1722">
              <a:extLst>
                <a:ext uri="{FF2B5EF4-FFF2-40B4-BE49-F238E27FC236}">
                  <a16:creationId xmlns:a16="http://schemas.microsoft.com/office/drawing/2014/main" id="{E5797F68-184F-4A69-8A3A-07C27164F9A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08965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직선 연결선 1723">
              <a:extLst>
                <a:ext uri="{FF2B5EF4-FFF2-40B4-BE49-F238E27FC236}">
                  <a16:creationId xmlns:a16="http://schemas.microsoft.com/office/drawing/2014/main" id="{8BC26813-FB04-4ED1-8F4D-21DAA5CB642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34902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직선 연결선 1724">
              <a:extLst>
                <a:ext uri="{FF2B5EF4-FFF2-40B4-BE49-F238E27FC236}">
                  <a16:creationId xmlns:a16="http://schemas.microsoft.com/office/drawing/2014/main" id="{6C1836A8-3780-4C80-AB4B-674393B2FF9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60840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직선 연결선 1725">
              <a:extLst>
                <a:ext uri="{FF2B5EF4-FFF2-40B4-BE49-F238E27FC236}">
                  <a16:creationId xmlns:a16="http://schemas.microsoft.com/office/drawing/2014/main" id="{C860953E-FE8C-4571-9989-ED6C0E115EC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8677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직선 연결선 1726">
              <a:extLst>
                <a:ext uri="{FF2B5EF4-FFF2-40B4-BE49-F238E27FC236}">
                  <a16:creationId xmlns:a16="http://schemas.microsoft.com/office/drawing/2014/main" id="{68966C3E-95FF-4306-93D6-ABBEDBC9A14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12715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직선 연결선 1727">
              <a:extLst>
                <a:ext uri="{FF2B5EF4-FFF2-40B4-BE49-F238E27FC236}">
                  <a16:creationId xmlns:a16="http://schemas.microsoft.com/office/drawing/2014/main" id="{B56840E0-8DB3-4FBA-9DF2-7AA83C8AA70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38652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직선 연결선 1728">
              <a:extLst>
                <a:ext uri="{FF2B5EF4-FFF2-40B4-BE49-F238E27FC236}">
                  <a16:creationId xmlns:a16="http://schemas.microsoft.com/office/drawing/2014/main" id="{1A73481D-BD5A-4EA9-AD3C-71FF1ABCA4E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64590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직선 연결선 1729">
              <a:extLst>
                <a:ext uri="{FF2B5EF4-FFF2-40B4-BE49-F238E27FC236}">
                  <a16:creationId xmlns:a16="http://schemas.microsoft.com/office/drawing/2014/main" id="{34F4B28E-C823-458E-91E9-6ED8E240920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9052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직선 연결선 1730">
              <a:extLst>
                <a:ext uri="{FF2B5EF4-FFF2-40B4-BE49-F238E27FC236}">
                  <a16:creationId xmlns:a16="http://schemas.microsoft.com/office/drawing/2014/main" id="{8DE75216-BAC7-4FF3-A00D-BC2C6F6FC9B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16465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직선 연결선 1731">
              <a:extLst>
                <a:ext uri="{FF2B5EF4-FFF2-40B4-BE49-F238E27FC236}">
                  <a16:creationId xmlns:a16="http://schemas.microsoft.com/office/drawing/2014/main" id="{8D18F7E6-720C-4C63-984B-215A8394773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42402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직선 연결선 1732">
              <a:extLst>
                <a:ext uri="{FF2B5EF4-FFF2-40B4-BE49-F238E27FC236}">
                  <a16:creationId xmlns:a16="http://schemas.microsoft.com/office/drawing/2014/main" id="{EDC45E5E-6216-4A55-92B5-CCC82D98C5C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8340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4" name="직선 연결선 1733">
              <a:extLst>
                <a:ext uri="{FF2B5EF4-FFF2-40B4-BE49-F238E27FC236}">
                  <a16:creationId xmlns:a16="http://schemas.microsoft.com/office/drawing/2014/main" id="{7C447074-8C51-43CF-8233-D891875776B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9427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직선 연결선 1734">
              <a:extLst>
                <a:ext uri="{FF2B5EF4-FFF2-40B4-BE49-F238E27FC236}">
                  <a16:creationId xmlns:a16="http://schemas.microsoft.com/office/drawing/2014/main" id="{D8F98402-C062-45C2-BBC2-EC5ED7D896A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20215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6" name="직선 연결선 1735">
              <a:extLst>
                <a:ext uri="{FF2B5EF4-FFF2-40B4-BE49-F238E27FC236}">
                  <a16:creationId xmlns:a16="http://schemas.microsoft.com/office/drawing/2014/main" id="{9C42E7B0-C3E8-4602-B278-D2097D6079A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46152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7" name="직선 연결선 1736">
              <a:extLst>
                <a:ext uri="{FF2B5EF4-FFF2-40B4-BE49-F238E27FC236}">
                  <a16:creationId xmlns:a16="http://schemas.microsoft.com/office/drawing/2014/main" id="{2427AB9D-4D0C-4747-BA02-9DAED3A925B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720900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직선 연결선 1737">
              <a:extLst>
                <a:ext uri="{FF2B5EF4-FFF2-40B4-BE49-F238E27FC236}">
                  <a16:creationId xmlns:a16="http://schemas.microsoft.com/office/drawing/2014/main" id="{4B2AFE1C-AD49-4AE0-9BD7-5702A8FBC3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980275"/>
              <a:ext cx="239515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직선 연결선 1738">
              <a:extLst>
                <a:ext uri="{FF2B5EF4-FFF2-40B4-BE49-F238E27FC236}">
                  <a16:creationId xmlns:a16="http://schemas.microsoft.com/office/drawing/2014/main" id="{81A3A90E-DF57-4C53-A84A-35FF749D15F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239650"/>
              <a:ext cx="239515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0" name="직사각형 1739">
              <a:extLst>
                <a:ext uri="{FF2B5EF4-FFF2-40B4-BE49-F238E27FC236}">
                  <a16:creationId xmlns:a16="http://schemas.microsoft.com/office/drawing/2014/main" id="{4D924F29-B084-4A62-9447-8C74BADBC682}"/>
                </a:ext>
              </a:extLst>
            </p:cNvPr>
            <p:cNvSpPr/>
            <p:nvPr/>
          </p:nvSpPr>
          <p:spPr>
            <a:xfrm>
              <a:off x="252615" y="5789450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41" name="직사각형 1740">
              <a:extLst>
                <a:ext uri="{FF2B5EF4-FFF2-40B4-BE49-F238E27FC236}">
                  <a16:creationId xmlns:a16="http://schemas.microsoft.com/office/drawing/2014/main" id="{AD1E8994-83BA-48C5-91A2-F190C8C1AE5F}"/>
                </a:ext>
              </a:extLst>
            </p:cNvPr>
            <p:cNvSpPr/>
            <p:nvPr/>
          </p:nvSpPr>
          <p:spPr>
            <a:xfrm>
              <a:off x="252615" y="6048825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42" name="직사각형 1741">
              <a:extLst>
                <a:ext uri="{FF2B5EF4-FFF2-40B4-BE49-F238E27FC236}">
                  <a16:creationId xmlns:a16="http://schemas.microsoft.com/office/drawing/2014/main" id="{5D8BF5E5-1097-4584-8636-738FA38EB0AA}"/>
                </a:ext>
              </a:extLst>
            </p:cNvPr>
            <p:cNvSpPr/>
            <p:nvPr/>
          </p:nvSpPr>
          <p:spPr>
            <a:xfrm>
              <a:off x="2743636" y="5789341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43" name="직사각형 1742">
              <a:extLst>
                <a:ext uri="{FF2B5EF4-FFF2-40B4-BE49-F238E27FC236}">
                  <a16:creationId xmlns:a16="http://schemas.microsoft.com/office/drawing/2014/main" id="{9546B796-8241-4310-8E28-B39D94E17D11}"/>
                </a:ext>
              </a:extLst>
            </p:cNvPr>
            <p:cNvSpPr/>
            <p:nvPr/>
          </p:nvSpPr>
          <p:spPr>
            <a:xfrm>
              <a:off x="2743636" y="6048732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744" name="직선 연결선 1743">
              <a:extLst>
                <a:ext uri="{FF2B5EF4-FFF2-40B4-BE49-F238E27FC236}">
                  <a16:creationId xmlns:a16="http://schemas.microsoft.com/office/drawing/2014/main" id="{EA7B2253-FD11-4A93-AC92-6B86A6C91927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792354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직선 연결선 1744">
              <a:extLst>
                <a:ext uri="{FF2B5EF4-FFF2-40B4-BE49-F238E27FC236}">
                  <a16:creationId xmlns:a16="http://schemas.microsoft.com/office/drawing/2014/main" id="{680F9348-9E92-4E6F-B55D-99373F91DD6A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533400"/>
              <a:ext cx="2984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" name="직선 연결선 1745">
              <a:extLst>
                <a:ext uri="{FF2B5EF4-FFF2-40B4-BE49-F238E27FC236}">
                  <a16:creationId xmlns:a16="http://schemas.microsoft.com/office/drawing/2014/main" id="{E2D2E221-D644-4DD5-80E1-A3A3146569F5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1051745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직선 연결선 1746">
              <a:extLst>
                <a:ext uri="{FF2B5EF4-FFF2-40B4-BE49-F238E27FC236}">
                  <a16:creationId xmlns:a16="http://schemas.microsoft.com/office/drawing/2014/main" id="{476642AF-FFF3-4247-A6EC-88D7C732AE3F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1311136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직선 연결선 1747">
              <a:extLst>
                <a:ext uri="{FF2B5EF4-FFF2-40B4-BE49-F238E27FC236}">
                  <a16:creationId xmlns:a16="http://schemas.microsoft.com/office/drawing/2014/main" id="{CEF38904-F5C5-45CD-AC49-1B574576F5E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1570527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직선 연결선 1748">
              <a:extLst>
                <a:ext uri="{FF2B5EF4-FFF2-40B4-BE49-F238E27FC236}">
                  <a16:creationId xmlns:a16="http://schemas.microsoft.com/office/drawing/2014/main" id="{5C43ACE5-59A8-48F0-8DB5-C33FE9CB8DA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1829918"/>
              <a:ext cx="2984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직선 연결선 1749">
              <a:extLst>
                <a:ext uri="{FF2B5EF4-FFF2-40B4-BE49-F238E27FC236}">
                  <a16:creationId xmlns:a16="http://schemas.microsoft.com/office/drawing/2014/main" id="{189A9EB2-F954-4912-9963-6E5E6959A017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2089309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직선 연결선 1750">
              <a:extLst>
                <a:ext uri="{FF2B5EF4-FFF2-40B4-BE49-F238E27FC236}">
                  <a16:creationId xmlns:a16="http://schemas.microsoft.com/office/drawing/2014/main" id="{F0EFD2DB-C5C7-4AD3-A886-5F3B48DB4F06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2348700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직선 연결선 1751">
              <a:extLst>
                <a:ext uri="{FF2B5EF4-FFF2-40B4-BE49-F238E27FC236}">
                  <a16:creationId xmlns:a16="http://schemas.microsoft.com/office/drawing/2014/main" id="{C0D65DE5-8526-4FB2-8720-4E01DB97902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2608091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" name="직선 연결선 1752">
              <a:extLst>
                <a:ext uri="{FF2B5EF4-FFF2-40B4-BE49-F238E27FC236}">
                  <a16:creationId xmlns:a16="http://schemas.microsoft.com/office/drawing/2014/main" id="{36237DD8-CB07-406F-A1DC-9D9F74463FD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2867482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직선 연결선 1753">
              <a:extLst>
                <a:ext uri="{FF2B5EF4-FFF2-40B4-BE49-F238E27FC236}">
                  <a16:creationId xmlns:a16="http://schemas.microsoft.com/office/drawing/2014/main" id="{DE489ECC-B3EB-4B19-879F-41605DC7CF8F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3126873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직선 연결선 1754">
              <a:extLst>
                <a:ext uri="{FF2B5EF4-FFF2-40B4-BE49-F238E27FC236}">
                  <a16:creationId xmlns:a16="http://schemas.microsoft.com/office/drawing/2014/main" id="{A687B01D-209E-4FE0-B359-036D48310043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3386264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직선 연결선 1755">
              <a:extLst>
                <a:ext uri="{FF2B5EF4-FFF2-40B4-BE49-F238E27FC236}">
                  <a16:creationId xmlns:a16="http://schemas.microsoft.com/office/drawing/2014/main" id="{9137E569-01FE-4CD1-A554-A1E159E48BF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3645655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" name="직선 연결선 1756">
              <a:extLst>
                <a:ext uri="{FF2B5EF4-FFF2-40B4-BE49-F238E27FC236}">
                  <a16:creationId xmlns:a16="http://schemas.microsoft.com/office/drawing/2014/main" id="{E7C3EE11-F6FA-4A08-A39C-973F767C3128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3905046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직선 연결선 1757">
              <a:extLst>
                <a:ext uri="{FF2B5EF4-FFF2-40B4-BE49-F238E27FC236}">
                  <a16:creationId xmlns:a16="http://schemas.microsoft.com/office/drawing/2014/main" id="{F3E5A614-54AE-435C-8270-B8E1C503138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4164437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" name="직선 연결선 1758">
              <a:extLst>
                <a:ext uri="{FF2B5EF4-FFF2-40B4-BE49-F238E27FC236}">
                  <a16:creationId xmlns:a16="http://schemas.microsoft.com/office/drawing/2014/main" id="{ED58248C-E43A-47E3-976E-47B2DCC63400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4423828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직선 연결선 1759">
              <a:extLst>
                <a:ext uri="{FF2B5EF4-FFF2-40B4-BE49-F238E27FC236}">
                  <a16:creationId xmlns:a16="http://schemas.microsoft.com/office/drawing/2014/main" id="{7E5F315E-2097-4BFE-B7C4-EF7F2F63CD3C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4683219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" name="직선 연결선 1760">
              <a:extLst>
                <a:ext uri="{FF2B5EF4-FFF2-40B4-BE49-F238E27FC236}">
                  <a16:creationId xmlns:a16="http://schemas.microsoft.com/office/drawing/2014/main" id="{B9DB718F-D9F1-4CD8-8F28-1FC11D24079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4942610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직선 연결선 1761">
              <a:extLst>
                <a:ext uri="{FF2B5EF4-FFF2-40B4-BE49-F238E27FC236}">
                  <a16:creationId xmlns:a16="http://schemas.microsoft.com/office/drawing/2014/main" id="{17AF9CDA-ED0E-46FB-B7C0-CFA57F0285C6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5202001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직선 연결선 1762">
              <a:extLst>
                <a:ext uri="{FF2B5EF4-FFF2-40B4-BE49-F238E27FC236}">
                  <a16:creationId xmlns:a16="http://schemas.microsoft.com/office/drawing/2014/main" id="{C4762D66-BC22-46A3-AF26-58A6479C657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5461392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직선 연결선 1763">
              <a:extLst>
                <a:ext uri="{FF2B5EF4-FFF2-40B4-BE49-F238E27FC236}">
                  <a16:creationId xmlns:a16="http://schemas.microsoft.com/office/drawing/2014/main" id="{79E9057B-9FB0-4C39-AD68-6E42EA3505D2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5720783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직선 연결선 1764">
              <a:extLst>
                <a:ext uri="{FF2B5EF4-FFF2-40B4-BE49-F238E27FC236}">
                  <a16:creationId xmlns:a16="http://schemas.microsoft.com/office/drawing/2014/main" id="{AD9B8A1C-3CC8-40A8-8277-6A6C24A95C94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5980174"/>
              <a:ext cx="2984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직선 연결선 1765">
              <a:extLst>
                <a:ext uri="{FF2B5EF4-FFF2-40B4-BE49-F238E27FC236}">
                  <a16:creationId xmlns:a16="http://schemas.microsoft.com/office/drawing/2014/main" id="{1B891E6F-C744-436F-A3ED-872C40C01B48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6" y="6239565"/>
              <a:ext cx="2984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직선 연결선 1766">
              <a:extLst>
                <a:ext uri="{FF2B5EF4-FFF2-40B4-BE49-F238E27FC236}">
                  <a16:creationId xmlns:a16="http://schemas.microsoft.com/office/drawing/2014/main" id="{7ACDC9C2-02F0-4CF5-BDB3-FCE5A9BCAB2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7031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직선 연결선 1767">
              <a:extLst>
                <a:ext uri="{FF2B5EF4-FFF2-40B4-BE49-F238E27FC236}">
                  <a16:creationId xmlns:a16="http://schemas.microsoft.com/office/drawing/2014/main" id="{90796E4C-889D-41F4-A568-772B3FB391B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98804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직선 연결선 1768">
              <a:extLst>
                <a:ext uri="{FF2B5EF4-FFF2-40B4-BE49-F238E27FC236}">
                  <a16:creationId xmlns:a16="http://schemas.microsoft.com/office/drawing/2014/main" id="{0E55CD33-FBB7-4BA8-A3DC-463F6DE5A70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73855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직선 연결선 1769">
              <a:extLst>
                <a:ext uri="{FF2B5EF4-FFF2-40B4-BE49-F238E27FC236}">
                  <a16:creationId xmlns:a16="http://schemas.microsoft.com/office/drawing/2014/main" id="{DB1B1DA8-942C-43FB-8A47-7217FB69F7C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23753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1" name="TextBox 1770">
              <a:extLst>
                <a:ext uri="{FF2B5EF4-FFF2-40B4-BE49-F238E27FC236}">
                  <a16:creationId xmlns:a16="http://schemas.microsoft.com/office/drawing/2014/main" id="{CD9DE260-892C-45DD-8078-AFCDEEEA108F}"/>
                </a:ext>
              </a:extLst>
            </p:cNvPr>
            <p:cNvSpPr txBox="1"/>
            <p:nvPr/>
          </p:nvSpPr>
          <p:spPr>
            <a:xfrm>
              <a:off x="234599" y="398019"/>
              <a:ext cx="7684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Schedule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2" name="TextBox 1771">
              <a:extLst>
                <a:ext uri="{FF2B5EF4-FFF2-40B4-BE49-F238E27FC236}">
                  <a16:creationId xmlns:a16="http://schemas.microsoft.com/office/drawing/2014/main" id="{3C9106E2-8023-4295-8AE8-12E1BA3F148C}"/>
                </a:ext>
              </a:extLst>
            </p:cNvPr>
            <p:cNvSpPr txBox="1"/>
            <p:nvPr/>
          </p:nvSpPr>
          <p:spPr>
            <a:xfrm>
              <a:off x="414725" y="138199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3" name="TextBox 1772">
              <a:extLst>
                <a:ext uri="{FF2B5EF4-FFF2-40B4-BE49-F238E27FC236}">
                  <a16:creationId xmlns:a16="http://schemas.microsoft.com/office/drawing/2014/main" id="{6EA9E101-CC61-4BE6-AE44-D7EAB87FF61B}"/>
                </a:ext>
              </a:extLst>
            </p:cNvPr>
            <p:cNvSpPr txBox="1"/>
            <p:nvPr/>
          </p:nvSpPr>
          <p:spPr>
            <a:xfrm>
              <a:off x="414725" y="190074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4" name="TextBox 1773">
              <a:extLst>
                <a:ext uri="{FF2B5EF4-FFF2-40B4-BE49-F238E27FC236}">
                  <a16:creationId xmlns:a16="http://schemas.microsoft.com/office/drawing/2014/main" id="{D945816A-7FEC-4EC1-ACE5-5C741AF5AA22}"/>
                </a:ext>
              </a:extLst>
            </p:cNvPr>
            <p:cNvSpPr txBox="1"/>
            <p:nvPr/>
          </p:nvSpPr>
          <p:spPr>
            <a:xfrm>
              <a:off x="414725" y="241949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5" name="TextBox 1774">
              <a:extLst>
                <a:ext uri="{FF2B5EF4-FFF2-40B4-BE49-F238E27FC236}">
                  <a16:creationId xmlns:a16="http://schemas.microsoft.com/office/drawing/2014/main" id="{C79243F5-E3AD-4C33-88F3-A37B1482AA4A}"/>
                </a:ext>
              </a:extLst>
            </p:cNvPr>
            <p:cNvSpPr txBox="1"/>
            <p:nvPr/>
          </p:nvSpPr>
          <p:spPr>
            <a:xfrm>
              <a:off x="414725" y="2938241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6" name="TextBox 1775">
              <a:extLst>
                <a:ext uri="{FF2B5EF4-FFF2-40B4-BE49-F238E27FC236}">
                  <a16:creationId xmlns:a16="http://schemas.microsoft.com/office/drawing/2014/main" id="{B9C544AC-0126-4215-BCFC-5BF1AB086C8C}"/>
                </a:ext>
              </a:extLst>
            </p:cNvPr>
            <p:cNvSpPr txBox="1"/>
            <p:nvPr/>
          </p:nvSpPr>
          <p:spPr>
            <a:xfrm>
              <a:off x="414725" y="345699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7" name="TextBox 1776">
              <a:extLst>
                <a:ext uri="{FF2B5EF4-FFF2-40B4-BE49-F238E27FC236}">
                  <a16:creationId xmlns:a16="http://schemas.microsoft.com/office/drawing/2014/main" id="{16CD7A2D-ACFD-451A-AD26-4F3C0EEBBFA3}"/>
                </a:ext>
              </a:extLst>
            </p:cNvPr>
            <p:cNvSpPr txBox="1"/>
            <p:nvPr/>
          </p:nvSpPr>
          <p:spPr>
            <a:xfrm>
              <a:off x="414725" y="397574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8" name="TextBox 1777">
              <a:extLst>
                <a:ext uri="{FF2B5EF4-FFF2-40B4-BE49-F238E27FC236}">
                  <a16:creationId xmlns:a16="http://schemas.microsoft.com/office/drawing/2014/main" id="{3EE56BA3-E8DE-4270-902E-27705516BF44}"/>
                </a:ext>
              </a:extLst>
            </p:cNvPr>
            <p:cNvSpPr txBox="1"/>
            <p:nvPr/>
          </p:nvSpPr>
          <p:spPr>
            <a:xfrm>
              <a:off x="414725" y="449449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79" name="TextBox 1778">
              <a:extLst>
                <a:ext uri="{FF2B5EF4-FFF2-40B4-BE49-F238E27FC236}">
                  <a16:creationId xmlns:a16="http://schemas.microsoft.com/office/drawing/2014/main" id="{4F8712EB-F5E2-4B2F-8DCC-CEF7DCC9509C}"/>
                </a:ext>
              </a:extLst>
            </p:cNvPr>
            <p:cNvSpPr txBox="1"/>
            <p:nvPr/>
          </p:nvSpPr>
          <p:spPr>
            <a:xfrm>
              <a:off x="414725" y="501324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EDCD166E-D86C-4C1E-B053-093266A5D509}"/>
                </a:ext>
              </a:extLst>
            </p:cNvPr>
            <p:cNvSpPr txBox="1"/>
            <p:nvPr/>
          </p:nvSpPr>
          <p:spPr>
            <a:xfrm>
              <a:off x="414725" y="553199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781" name="직선 연결선 1780">
              <a:extLst>
                <a:ext uri="{FF2B5EF4-FFF2-40B4-BE49-F238E27FC236}">
                  <a16:creationId xmlns:a16="http://schemas.microsoft.com/office/drawing/2014/main" id="{D221EF12-1545-4EB9-B981-8EDB4DABE3FE}"/>
                </a:ext>
              </a:extLst>
            </p:cNvPr>
            <p:cNvCxnSpPr>
              <a:cxnSpLocks/>
            </p:cNvCxnSpPr>
            <p:nvPr/>
          </p:nvCxnSpPr>
          <p:spPr>
            <a:xfrm>
              <a:off x="535093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직선 연결선 1781">
              <a:extLst>
                <a:ext uri="{FF2B5EF4-FFF2-40B4-BE49-F238E27FC236}">
                  <a16:creationId xmlns:a16="http://schemas.microsoft.com/office/drawing/2014/main" id="{1DD671FE-A634-472D-B568-1DF0B9C8E2D0}"/>
                </a:ext>
              </a:extLst>
            </p:cNvPr>
            <p:cNvCxnSpPr>
              <a:cxnSpLocks/>
            </p:cNvCxnSpPr>
            <p:nvPr/>
          </p:nvCxnSpPr>
          <p:spPr>
            <a:xfrm>
              <a:off x="883467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직선 연결선 1782">
              <a:extLst>
                <a:ext uri="{FF2B5EF4-FFF2-40B4-BE49-F238E27FC236}">
                  <a16:creationId xmlns:a16="http://schemas.microsoft.com/office/drawing/2014/main" id="{A3DFFB16-DD96-405D-B655-E4370281BBAB}"/>
                </a:ext>
              </a:extLst>
            </p:cNvPr>
            <p:cNvCxnSpPr>
              <a:cxnSpLocks/>
            </p:cNvCxnSpPr>
            <p:nvPr/>
          </p:nvCxnSpPr>
          <p:spPr>
            <a:xfrm>
              <a:off x="1231841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직선 연결선 1783">
              <a:extLst>
                <a:ext uri="{FF2B5EF4-FFF2-40B4-BE49-F238E27FC236}">
                  <a16:creationId xmlns:a16="http://schemas.microsoft.com/office/drawing/2014/main" id="{AA3AA46F-19FD-481D-817D-9D030A247D66}"/>
                </a:ext>
              </a:extLst>
            </p:cNvPr>
            <p:cNvCxnSpPr>
              <a:cxnSpLocks/>
            </p:cNvCxnSpPr>
            <p:nvPr/>
          </p:nvCxnSpPr>
          <p:spPr>
            <a:xfrm>
              <a:off x="1580215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직선 연결선 1784">
              <a:extLst>
                <a:ext uri="{FF2B5EF4-FFF2-40B4-BE49-F238E27FC236}">
                  <a16:creationId xmlns:a16="http://schemas.microsoft.com/office/drawing/2014/main" id="{D9B60ECC-CC82-44C4-9150-BDCB6722BF57}"/>
                </a:ext>
              </a:extLst>
            </p:cNvPr>
            <p:cNvCxnSpPr>
              <a:cxnSpLocks/>
            </p:cNvCxnSpPr>
            <p:nvPr/>
          </p:nvCxnSpPr>
          <p:spPr>
            <a:xfrm>
              <a:off x="1928589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직선 연결선 1785">
              <a:extLst>
                <a:ext uri="{FF2B5EF4-FFF2-40B4-BE49-F238E27FC236}">
                  <a16:creationId xmlns:a16="http://schemas.microsoft.com/office/drawing/2014/main" id="{8B5E9C0A-4000-495A-98FE-A7572090346B}"/>
                </a:ext>
              </a:extLst>
            </p:cNvPr>
            <p:cNvCxnSpPr>
              <a:cxnSpLocks/>
            </p:cNvCxnSpPr>
            <p:nvPr/>
          </p:nvCxnSpPr>
          <p:spPr>
            <a:xfrm>
              <a:off x="2276963" y="792246"/>
              <a:ext cx="0" cy="5446077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99110E18-77C4-49F6-BC97-A6AC4D0E6684}"/>
                </a:ext>
              </a:extLst>
            </p:cNvPr>
            <p:cNvSpPr txBox="1"/>
            <p:nvPr/>
          </p:nvSpPr>
          <p:spPr>
            <a:xfrm>
              <a:off x="826682" y="673072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8997356F-6AF2-40FA-98CA-68A91190338E}"/>
                </a:ext>
              </a:extLst>
            </p:cNvPr>
            <p:cNvSpPr txBox="1"/>
            <p:nvPr/>
          </p:nvSpPr>
          <p:spPr>
            <a:xfrm>
              <a:off x="1175934" y="67307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63EE712C-BD02-468C-B43C-888F59EF459C}"/>
                </a:ext>
              </a:extLst>
            </p:cNvPr>
            <p:cNvSpPr txBox="1"/>
            <p:nvPr/>
          </p:nvSpPr>
          <p:spPr>
            <a:xfrm>
              <a:off x="1529151" y="67307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D1D803D4-B7D7-4651-B71F-0A6B7380BEE2}"/>
                </a:ext>
              </a:extLst>
            </p:cNvPr>
            <p:cNvSpPr txBox="1"/>
            <p:nvPr/>
          </p:nvSpPr>
          <p:spPr>
            <a:xfrm>
              <a:off x="1876813" y="67307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91" name="TextBox 1790">
              <a:extLst>
                <a:ext uri="{FF2B5EF4-FFF2-40B4-BE49-F238E27FC236}">
                  <a16:creationId xmlns:a16="http://schemas.microsoft.com/office/drawing/2014/main" id="{C577757C-9F6E-4563-917F-BE2071A42BA2}"/>
                </a:ext>
              </a:extLst>
            </p:cNvPr>
            <p:cNvSpPr txBox="1"/>
            <p:nvPr/>
          </p:nvSpPr>
          <p:spPr>
            <a:xfrm>
              <a:off x="2222887" y="673072"/>
              <a:ext cx="105798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92" name="TextBox 1791">
              <a:extLst>
                <a:ext uri="{FF2B5EF4-FFF2-40B4-BE49-F238E27FC236}">
                  <a16:creationId xmlns:a16="http://schemas.microsoft.com/office/drawing/2014/main" id="{422065D3-88FA-4DEB-99ED-2F8AF330F7EB}"/>
                </a:ext>
              </a:extLst>
            </p:cNvPr>
            <p:cNvSpPr txBox="1"/>
            <p:nvPr/>
          </p:nvSpPr>
          <p:spPr>
            <a:xfrm>
              <a:off x="483781" y="673072"/>
              <a:ext cx="105798" cy="1045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93" name="TextBox 1792">
              <a:extLst>
                <a:ext uri="{FF2B5EF4-FFF2-40B4-BE49-F238E27FC236}">
                  <a16:creationId xmlns:a16="http://schemas.microsoft.com/office/drawing/2014/main" id="{15E6D9E6-A483-4B1B-854D-C95F725F9802}"/>
                </a:ext>
              </a:extLst>
            </p:cNvPr>
            <p:cNvSpPr txBox="1"/>
            <p:nvPr/>
          </p:nvSpPr>
          <p:spPr>
            <a:xfrm>
              <a:off x="2726939" y="169504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To-Do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94" name="직사각형 1793">
              <a:extLst>
                <a:ext uri="{FF2B5EF4-FFF2-40B4-BE49-F238E27FC236}">
                  <a16:creationId xmlns:a16="http://schemas.microsoft.com/office/drawing/2014/main" id="{9AB3A643-CB0F-4224-B421-E6F23279188F}"/>
                </a:ext>
              </a:extLst>
            </p:cNvPr>
            <p:cNvSpPr/>
            <p:nvPr/>
          </p:nvSpPr>
          <p:spPr>
            <a:xfrm>
              <a:off x="2743636" y="3698608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795" name="직선 연결선 1794">
              <a:extLst>
                <a:ext uri="{FF2B5EF4-FFF2-40B4-BE49-F238E27FC236}">
                  <a16:creationId xmlns:a16="http://schemas.microsoft.com/office/drawing/2014/main" id="{2B67DD46-315D-45FC-A02E-362E9AEA579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48905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직선 연결선 1795">
              <a:extLst>
                <a:ext uri="{FF2B5EF4-FFF2-40B4-BE49-F238E27FC236}">
                  <a16:creationId xmlns:a16="http://schemas.microsoft.com/office/drawing/2014/main" id="{D8F7EF8F-E628-4BAD-B323-42F410121950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Box 185">
            <a:hlinkClick r:id="rId2"/>
            <a:extLst>
              <a:ext uri="{FF2B5EF4-FFF2-40B4-BE49-F238E27FC236}">
                <a16:creationId xmlns:a16="http://schemas.microsoft.com/office/drawing/2014/main" id="{88C005A3-C7A2-474C-A67F-D9481A536BA1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Box 186">
            <a:hlinkClick r:id="rId3"/>
            <a:extLst>
              <a:ext uri="{FF2B5EF4-FFF2-40B4-BE49-F238E27FC236}">
                <a16:creationId xmlns:a16="http://schemas.microsoft.com/office/drawing/2014/main" id="{B8C61654-DC13-4A86-9D29-5EF8E96E87E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84">
            <a:hlinkClick r:id="rId4"/>
            <a:extLst>
              <a:ext uri="{FF2B5EF4-FFF2-40B4-BE49-F238E27FC236}">
                <a16:creationId xmlns:a16="http://schemas.microsoft.com/office/drawing/2014/main" id="{DDCDE2A5-2894-4130-9786-C1795AED59A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43</Words>
  <Application>Microsoft Office PowerPoint</Application>
  <PresentationFormat>사용자 지정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64</cp:revision>
  <dcterms:created xsi:type="dcterms:W3CDTF">2021-10-29T04:43:38Z</dcterms:created>
  <dcterms:modified xsi:type="dcterms:W3CDTF">2021-12-19T08:48:19Z</dcterms:modified>
</cp:coreProperties>
</file>
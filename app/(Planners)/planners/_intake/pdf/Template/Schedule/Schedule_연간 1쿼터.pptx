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75" name="그룹 23874">
            <a:extLst>
              <a:ext uri="{FF2B5EF4-FFF2-40B4-BE49-F238E27FC236}">
                <a16:creationId xmlns:a16="http://schemas.microsoft.com/office/drawing/2014/main" id="{13B15192-8C1D-486C-9C27-5E6BC13418CE}"/>
              </a:ext>
            </a:extLst>
          </p:cNvPr>
          <p:cNvGrpSpPr/>
          <p:nvPr/>
        </p:nvGrpSpPr>
        <p:grpSpPr>
          <a:xfrm>
            <a:off x="302334" y="109602"/>
            <a:ext cx="5472282" cy="7370656"/>
            <a:chOff x="230019" y="109602"/>
            <a:chExt cx="5472282" cy="7370656"/>
          </a:xfrm>
        </p:grpSpPr>
        <p:cxnSp>
          <p:nvCxnSpPr>
            <p:cNvPr id="3105" name="직선 연결선 3104">
              <a:extLst>
                <a:ext uri="{FF2B5EF4-FFF2-40B4-BE49-F238E27FC236}">
                  <a16:creationId xmlns:a16="http://schemas.microsoft.com/office/drawing/2014/main" id="{B2D86907-ABCA-4791-BA5B-7FDC05CE413B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535061"/>
              <a:ext cx="16595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6" name="직선 연결선 3105">
              <a:extLst>
                <a:ext uri="{FF2B5EF4-FFF2-40B4-BE49-F238E27FC236}">
                  <a16:creationId xmlns:a16="http://schemas.microsoft.com/office/drawing/2014/main" id="{016EBA4F-233C-4034-ABD8-9E12AB440C12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92792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7" name="직선 연결선 3106">
              <a:extLst>
                <a:ext uri="{FF2B5EF4-FFF2-40B4-BE49-F238E27FC236}">
                  <a16:creationId xmlns:a16="http://schemas.microsoft.com/office/drawing/2014/main" id="{EBCAFD9E-10F7-4890-A65D-BA8B698FD408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311202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8" name="직선 연결선 3107">
              <a:extLst>
                <a:ext uri="{FF2B5EF4-FFF2-40B4-BE49-F238E27FC236}">
                  <a16:creationId xmlns:a16="http://schemas.microsoft.com/office/drawing/2014/main" id="{B0BA8525-653E-4150-93DF-D0B9582C14BA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442248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9" name="직선 연결선 3108">
              <a:extLst>
                <a:ext uri="{FF2B5EF4-FFF2-40B4-BE49-F238E27FC236}">
                  <a16:creationId xmlns:a16="http://schemas.microsoft.com/office/drawing/2014/main" id="{212B1D69-C56D-4B6E-89FD-1CF5212B5BC8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551453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0" name="직선 연결선 3109">
              <a:extLst>
                <a:ext uri="{FF2B5EF4-FFF2-40B4-BE49-F238E27FC236}">
                  <a16:creationId xmlns:a16="http://schemas.microsoft.com/office/drawing/2014/main" id="{5BD4A211-526C-4465-B78D-0D56435A3677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7480258"/>
              <a:ext cx="16595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1" name="직선 연결선 3110">
              <a:extLst>
                <a:ext uri="{FF2B5EF4-FFF2-40B4-BE49-F238E27FC236}">
                  <a16:creationId xmlns:a16="http://schemas.microsoft.com/office/drawing/2014/main" id="{ED3E0920-35BF-478B-B22A-334AABE192A1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660658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2" name="직선 연결선 3111">
              <a:extLst>
                <a:ext uri="{FF2B5EF4-FFF2-40B4-BE49-F238E27FC236}">
                  <a16:creationId xmlns:a16="http://schemas.microsoft.com/office/drawing/2014/main" id="{9C31C4A3-A8A5-41CF-B17B-38BB04EA4417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136474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3" name="직선 연결선 3112">
              <a:extLst>
                <a:ext uri="{FF2B5EF4-FFF2-40B4-BE49-F238E27FC236}">
                  <a16:creationId xmlns:a16="http://schemas.microsoft.com/office/drawing/2014/main" id="{3DD2C219-D310-489D-BC86-D9E3C3706A86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180156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4" name="직선 연결선 3113">
              <a:extLst>
                <a:ext uri="{FF2B5EF4-FFF2-40B4-BE49-F238E27FC236}">
                  <a16:creationId xmlns:a16="http://schemas.microsoft.com/office/drawing/2014/main" id="{5ABD1AA9-7F5C-4BB5-A80F-C431BDB79ADE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223838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5" name="직선 연결선 3114">
              <a:extLst>
                <a:ext uri="{FF2B5EF4-FFF2-40B4-BE49-F238E27FC236}">
                  <a16:creationId xmlns:a16="http://schemas.microsoft.com/office/drawing/2014/main" id="{45490312-030F-423B-8A65-7C93E5BEEE3D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267520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6" name="직선 연결선 3115">
              <a:extLst>
                <a:ext uri="{FF2B5EF4-FFF2-40B4-BE49-F238E27FC236}">
                  <a16:creationId xmlns:a16="http://schemas.microsoft.com/office/drawing/2014/main" id="{E4EBF3E7-6C9E-43E6-9F79-FD55AB84EA85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354884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7" name="직선 연결선 3116">
              <a:extLst>
                <a:ext uri="{FF2B5EF4-FFF2-40B4-BE49-F238E27FC236}">
                  <a16:creationId xmlns:a16="http://schemas.microsoft.com/office/drawing/2014/main" id="{BCD91922-B996-480A-A25C-575E818C7A94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376725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8" name="직선 연결선 3117">
              <a:extLst>
                <a:ext uri="{FF2B5EF4-FFF2-40B4-BE49-F238E27FC236}">
                  <a16:creationId xmlns:a16="http://schemas.microsoft.com/office/drawing/2014/main" id="{0E9AC66B-B7B5-4A9D-B2FE-D254797343FC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398566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9" name="직선 연결선 3118">
              <a:extLst>
                <a:ext uri="{FF2B5EF4-FFF2-40B4-BE49-F238E27FC236}">
                  <a16:creationId xmlns:a16="http://schemas.microsoft.com/office/drawing/2014/main" id="{E2E82839-6062-4B89-B7F8-6A78034EAA75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420407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0" name="직선 연결선 3119">
              <a:extLst>
                <a:ext uri="{FF2B5EF4-FFF2-40B4-BE49-F238E27FC236}">
                  <a16:creationId xmlns:a16="http://schemas.microsoft.com/office/drawing/2014/main" id="{AF155AE2-CB99-48DD-AF02-4B0C08FC72D9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464089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1" name="직선 연결선 3120">
              <a:extLst>
                <a:ext uri="{FF2B5EF4-FFF2-40B4-BE49-F238E27FC236}">
                  <a16:creationId xmlns:a16="http://schemas.microsoft.com/office/drawing/2014/main" id="{0503D6D0-F29D-40CD-A45C-5D05E8F38D67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485930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2" name="직선 연결선 3121">
              <a:extLst>
                <a:ext uri="{FF2B5EF4-FFF2-40B4-BE49-F238E27FC236}">
                  <a16:creationId xmlns:a16="http://schemas.microsoft.com/office/drawing/2014/main" id="{4D4AD8A2-1530-40D1-8300-CF87F20F98CE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507771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3" name="직선 연결선 3122">
              <a:extLst>
                <a:ext uri="{FF2B5EF4-FFF2-40B4-BE49-F238E27FC236}">
                  <a16:creationId xmlns:a16="http://schemas.microsoft.com/office/drawing/2014/main" id="{EEBD5CEB-C50C-4EA8-965B-4CEBF65A02B8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529612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4" name="직선 연결선 3123">
              <a:extLst>
                <a:ext uri="{FF2B5EF4-FFF2-40B4-BE49-F238E27FC236}">
                  <a16:creationId xmlns:a16="http://schemas.microsoft.com/office/drawing/2014/main" id="{67271042-2F1A-448D-B329-44BECB514970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573294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5" name="직선 연결선 3124">
              <a:extLst>
                <a:ext uri="{FF2B5EF4-FFF2-40B4-BE49-F238E27FC236}">
                  <a16:creationId xmlns:a16="http://schemas.microsoft.com/office/drawing/2014/main" id="{C5051EFB-9877-4368-AD05-150EDD9C61D4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595135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6" name="직선 연결선 3125">
              <a:extLst>
                <a:ext uri="{FF2B5EF4-FFF2-40B4-BE49-F238E27FC236}">
                  <a16:creationId xmlns:a16="http://schemas.microsoft.com/office/drawing/2014/main" id="{C16D6C72-207F-4195-849C-9DFB263ED7F6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616976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7" name="직선 연결선 3126">
              <a:extLst>
                <a:ext uri="{FF2B5EF4-FFF2-40B4-BE49-F238E27FC236}">
                  <a16:creationId xmlns:a16="http://schemas.microsoft.com/office/drawing/2014/main" id="{D90A5FAC-67E3-46EB-9E11-615542065AB3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704340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8" name="직선 연결선 3127">
              <a:extLst>
                <a:ext uri="{FF2B5EF4-FFF2-40B4-BE49-F238E27FC236}">
                  <a16:creationId xmlns:a16="http://schemas.microsoft.com/office/drawing/2014/main" id="{DD0DE41E-33E4-436D-B782-7312F9C3DDED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638817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9" name="직선 연결선 3128">
              <a:extLst>
                <a:ext uri="{FF2B5EF4-FFF2-40B4-BE49-F238E27FC236}">
                  <a16:creationId xmlns:a16="http://schemas.microsoft.com/office/drawing/2014/main" id="{E706ACF8-F449-4CF3-A460-9F331AD3978F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682499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0" name="직선 연결선 3129">
              <a:extLst>
                <a:ext uri="{FF2B5EF4-FFF2-40B4-BE49-F238E27FC236}">
                  <a16:creationId xmlns:a16="http://schemas.microsoft.com/office/drawing/2014/main" id="{FE92215E-948D-4DBF-B8A8-25A5882E40BB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726181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1" name="직선 연결선 3130">
              <a:extLst>
                <a:ext uri="{FF2B5EF4-FFF2-40B4-BE49-F238E27FC236}">
                  <a16:creationId xmlns:a16="http://schemas.microsoft.com/office/drawing/2014/main" id="{482636E0-03AE-4329-BF39-5B1D01C3ECF3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709518"/>
              <a:ext cx="16595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2" name="직선 연결선 3131">
              <a:extLst>
                <a:ext uri="{FF2B5EF4-FFF2-40B4-BE49-F238E27FC236}">
                  <a16:creationId xmlns:a16="http://schemas.microsoft.com/office/drawing/2014/main" id="{71BC05FF-9B31-4893-8C74-009ED6CEB1A7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114633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3" name="직선 연결선 3132">
              <a:extLst>
                <a:ext uri="{FF2B5EF4-FFF2-40B4-BE49-F238E27FC236}">
                  <a16:creationId xmlns:a16="http://schemas.microsoft.com/office/drawing/2014/main" id="{7F932AA0-2E2E-4D4E-B4F4-AECF082850CF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333043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4" name="직선 연결선 3133">
              <a:extLst>
                <a:ext uri="{FF2B5EF4-FFF2-40B4-BE49-F238E27FC236}">
                  <a16:creationId xmlns:a16="http://schemas.microsoft.com/office/drawing/2014/main" id="{0A7C2B58-6915-4368-BC7D-D39D2B811B38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158315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5" name="직선 연결선 3134">
              <a:extLst>
                <a:ext uri="{FF2B5EF4-FFF2-40B4-BE49-F238E27FC236}">
                  <a16:creationId xmlns:a16="http://schemas.microsoft.com/office/drawing/2014/main" id="{9132272C-A210-4288-9C1F-F9758E34EC4E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201997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6" name="직선 연결선 3135">
              <a:extLst>
                <a:ext uri="{FF2B5EF4-FFF2-40B4-BE49-F238E27FC236}">
                  <a16:creationId xmlns:a16="http://schemas.microsoft.com/office/drawing/2014/main" id="{5A6896EB-C5B1-404A-8492-D686750B1D8E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245679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7" name="직선 연결선 3136">
              <a:extLst>
                <a:ext uri="{FF2B5EF4-FFF2-40B4-BE49-F238E27FC236}">
                  <a16:creationId xmlns:a16="http://schemas.microsoft.com/office/drawing/2014/main" id="{4C56F208-1E28-4863-9707-604C103EF485}"/>
                </a:ext>
              </a:extLst>
            </p:cNvPr>
            <p:cNvCxnSpPr>
              <a:cxnSpLocks/>
            </p:cNvCxnSpPr>
            <p:nvPr/>
          </p:nvCxnSpPr>
          <p:spPr>
            <a:xfrm>
              <a:off x="446091" y="289361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8" name="직선 연결선 3137">
              <a:extLst>
                <a:ext uri="{FF2B5EF4-FFF2-40B4-BE49-F238E27FC236}">
                  <a16:creationId xmlns:a16="http://schemas.microsoft.com/office/drawing/2014/main" id="{A9B0EACA-8DF0-430B-A514-1DB7ABFCE752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535061"/>
              <a:ext cx="16595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9" name="직선 연결선 3138">
              <a:extLst>
                <a:ext uri="{FF2B5EF4-FFF2-40B4-BE49-F238E27FC236}">
                  <a16:creationId xmlns:a16="http://schemas.microsoft.com/office/drawing/2014/main" id="{E00218C7-EEAC-41DD-933A-7A44485A5ECA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927930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0" name="직선 연결선 3139">
              <a:extLst>
                <a:ext uri="{FF2B5EF4-FFF2-40B4-BE49-F238E27FC236}">
                  <a16:creationId xmlns:a16="http://schemas.microsoft.com/office/drawing/2014/main" id="{A558D22F-3E1C-4EA6-B807-B0FADDAEF74A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3112050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1" name="직선 연결선 3140">
              <a:extLst>
                <a:ext uri="{FF2B5EF4-FFF2-40B4-BE49-F238E27FC236}">
                  <a16:creationId xmlns:a16="http://schemas.microsoft.com/office/drawing/2014/main" id="{E1629152-7141-400A-9098-7F074E4B37EA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4422522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2" name="직선 연결선 3141">
              <a:extLst>
                <a:ext uri="{FF2B5EF4-FFF2-40B4-BE49-F238E27FC236}">
                  <a16:creationId xmlns:a16="http://schemas.microsoft.com/office/drawing/2014/main" id="{6C1993AB-C9F8-4F79-B90A-26C40023B661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5514582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3" name="직선 연결선 3142">
              <a:extLst>
                <a:ext uri="{FF2B5EF4-FFF2-40B4-BE49-F238E27FC236}">
                  <a16:creationId xmlns:a16="http://schemas.microsoft.com/office/drawing/2014/main" id="{F953B27C-8D90-4F91-BDA9-9511AF218F70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7480258"/>
              <a:ext cx="16595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4" name="직선 연결선 3143">
              <a:extLst>
                <a:ext uri="{FF2B5EF4-FFF2-40B4-BE49-F238E27FC236}">
                  <a16:creationId xmlns:a16="http://schemas.microsoft.com/office/drawing/2014/main" id="{72CB5C46-4D99-482D-88EC-244DCA0D8CED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6606642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" name="직선 연결선 3144">
              <a:extLst>
                <a:ext uri="{FF2B5EF4-FFF2-40B4-BE49-F238E27FC236}">
                  <a16:creationId xmlns:a16="http://schemas.microsoft.com/office/drawing/2014/main" id="{6C7B3126-33CC-4403-912C-F533DD83DD19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1364754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6" name="직선 연결선 3145">
              <a:extLst>
                <a:ext uri="{FF2B5EF4-FFF2-40B4-BE49-F238E27FC236}">
                  <a16:creationId xmlns:a16="http://schemas.microsoft.com/office/drawing/2014/main" id="{0EC1E854-57B7-4AAC-B311-EB64174CC34E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180157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7" name="직선 연결선 3146">
              <a:extLst>
                <a:ext uri="{FF2B5EF4-FFF2-40B4-BE49-F238E27FC236}">
                  <a16:creationId xmlns:a16="http://schemas.microsoft.com/office/drawing/2014/main" id="{8DD47D5C-E499-48A1-A1A9-DC541275C572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2238402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8" name="직선 연결선 3147">
              <a:extLst>
                <a:ext uri="{FF2B5EF4-FFF2-40B4-BE49-F238E27FC236}">
                  <a16:creationId xmlns:a16="http://schemas.microsoft.com/office/drawing/2014/main" id="{E6AC6C88-596A-4CA0-B579-421A7DA2A1DC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2675226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9" name="직선 연결선 3148">
              <a:extLst>
                <a:ext uri="{FF2B5EF4-FFF2-40B4-BE49-F238E27FC236}">
                  <a16:creationId xmlns:a16="http://schemas.microsoft.com/office/drawing/2014/main" id="{BAE57F6F-B859-448C-8D2F-085F881882FB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3548874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0" name="직선 연결선 3149">
              <a:extLst>
                <a:ext uri="{FF2B5EF4-FFF2-40B4-BE49-F238E27FC236}">
                  <a16:creationId xmlns:a16="http://schemas.microsoft.com/office/drawing/2014/main" id="{520A13CE-AAAE-40BC-89C7-F87BA4DBBA7F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3767286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1" name="직선 연결선 3150">
              <a:extLst>
                <a:ext uri="{FF2B5EF4-FFF2-40B4-BE49-F238E27FC236}">
                  <a16:creationId xmlns:a16="http://schemas.microsoft.com/office/drawing/2014/main" id="{CE1C68D5-E554-4331-8351-ABAECED5CB32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398569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2" name="직선 연결선 3151">
              <a:extLst>
                <a:ext uri="{FF2B5EF4-FFF2-40B4-BE49-F238E27FC236}">
                  <a16:creationId xmlns:a16="http://schemas.microsoft.com/office/drawing/2014/main" id="{677B14BE-9F18-42FD-9683-543281BA62DA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4204110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3" name="직선 연결선 3152">
              <a:extLst>
                <a:ext uri="{FF2B5EF4-FFF2-40B4-BE49-F238E27FC236}">
                  <a16:creationId xmlns:a16="http://schemas.microsoft.com/office/drawing/2014/main" id="{0031F6FE-56F7-475A-8F95-08740AA0C45B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4640934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4" name="직선 연결선 3153">
              <a:extLst>
                <a:ext uri="{FF2B5EF4-FFF2-40B4-BE49-F238E27FC236}">
                  <a16:creationId xmlns:a16="http://schemas.microsoft.com/office/drawing/2014/main" id="{A84FD90F-2926-4A91-82CE-C40CB7C5BF04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4859346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5" name="직선 연결선 3154">
              <a:extLst>
                <a:ext uri="{FF2B5EF4-FFF2-40B4-BE49-F238E27FC236}">
                  <a16:creationId xmlns:a16="http://schemas.microsoft.com/office/drawing/2014/main" id="{7536E4E4-B7AC-4C4D-BA2E-70DDDDEBB811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507775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6" name="직선 연결선 3155">
              <a:extLst>
                <a:ext uri="{FF2B5EF4-FFF2-40B4-BE49-F238E27FC236}">
                  <a16:creationId xmlns:a16="http://schemas.microsoft.com/office/drawing/2014/main" id="{5E5B4C9C-F4B1-4123-A692-33CABBA3FE8B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5296170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7" name="직선 연결선 3156">
              <a:extLst>
                <a:ext uri="{FF2B5EF4-FFF2-40B4-BE49-F238E27FC236}">
                  <a16:creationId xmlns:a16="http://schemas.microsoft.com/office/drawing/2014/main" id="{322D9471-4206-4434-8BE6-B3D95DF57448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5732994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8" name="직선 연결선 3157">
              <a:extLst>
                <a:ext uri="{FF2B5EF4-FFF2-40B4-BE49-F238E27FC236}">
                  <a16:creationId xmlns:a16="http://schemas.microsoft.com/office/drawing/2014/main" id="{7F0F2D0B-1AC0-4C6C-BA42-450DB7A047DE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5951406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9" name="직선 연결선 3158">
              <a:extLst>
                <a:ext uri="{FF2B5EF4-FFF2-40B4-BE49-F238E27FC236}">
                  <a16:creationId xmlns:a16="http://schemas.microsoft.com/office/drawing/2014/main" id="{18D71CD7-16C5-462B-B1FF-77BF3D56B9DB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616981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0" name="직선 연결선 3159">
              <a:extLst>
                <a:ext uri="{FF2B5EF4-FFF2-40B4-BE49-F238E27FC236}">
                  <a16:creationId xmlns:a16="http://schemas.microsoft.com/office/drawing/2014/main" id="{E93E02C3-0F22-4A8B-B899-4CFD21201488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7043442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1" name="직선 연결선 3160">
              <a:extLst>
                <a:ext uri="{FF2B5EF4-FFF2-40B4-BE49-F238E27FC236}">
                  <a16:creationId xmlns:a16="http://schemas.microsoft.com/office/drawing/2014/main" id="{CFCCD867-CC49-4BD7-A319-C9363D85790C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6388230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2" name="직선 연결선 3161">
              <a:extLst>
                <a:ext uri="{FF2B5EF4-FFF2-40B4-BE49-F238E27FC236}">
                  <a16:creationId xmlns:a16="http://schemas.microsoft.com/office/drawing/2014/main" id="{E4255914-6363-40BF-889C-DA92F8DF751D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6825031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3" name="직선 연결선 3162">
              <a:extLst>
                <a:ext uri="{FF2B5EF4-FFF2-40B4-BE49-F238E27FC236}">
                  <a16:creationId xmlns:a16="http://schemas.microsoft.com/office/drawing/2014/main" id="{3B27E153-2AFF-42C0-A647-C97283B35501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7261853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4" name="직선 연결선 3163">
              <a:extLst>
                <a:ext uri="{FF2B5EF4-FFF2-40B4-BE49-F238E27FC236}">
                  <a16:creationId xmlns:a16="http://schemas.microsoft.com/office/drawing/2014/main" id="{125EF622-7D0C-40A3-B8C4-6DC449D31048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709518"/>
              <a:ext cx="16595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5" name="직선 연결선 3164">
              <a:extLst>
                <a:ext uri="{FF2B5EF4-FFF2-40B4-BE49-F238E27FC236}">
                  <a16:creationId xmlns:a16="http://schemas.microsoft.com/office/drawing/2014/main" id="{18F80796-DCBC-4807-8C12-55BF4D80DC3F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1146342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6" name="직선 연결선 3165">
              <a:extLst>
                <a:ext uri="{FF2B5EF4-FFF2-40B4-BE49-F238E27FC236}">
                  <a16:creationId xmlns:a16="http://schemas.microsoft.com/office/drawing/2014/main" id="{42F0D3AF-C045-4806-A8B4-B7A3DF381526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3330462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7" name="직선 연결선 3166">
              <a:extLst>
                <a:ext uri="{FF2B5EF4-FFF2-40B4-BE49-F238E27FC236}">
                  <a16:creationId xmlns:a16="http://schemas.microsoft.com/office/drawing/2014/main" id="{42499C8D-E7BF-4188-B2EE-38998721019E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1583166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8" name="직선 연결선 3167">
              <a:extLst>
                <a:ext uri="{FF2B5EF4-FFF2-40B4-BE49-F238E27FC236}">
                  <a16:creationId xmlns:a16="http://schemas.microsoft.com/office/drawing/2014/main" id="{049DF170-8F01-4540-A410-80394E01A1CB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2019990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9" name="직선 연결선 3168">
              <a:extLst>
                <a:ext uri="{FF2B5EF4-FFF2-40B4-BE49-F238E27FC236}">
                  <a16:creationId xmlns:a16="http://schemas.microsoft.com/office/drawing/2014/main" id="{53077D09-C48D-4DAB-8E3B-EB0C9812E89C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2456814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0" name="직선 연결선 3169">
              <a:extLst>
                <a:ext uri="{FF2B5EF4-FFF2-40B4-BE49-F238E27FC236}">
                  <a16:creationId xmlns:a16="http://schemas.microsoft.com/office/drawing/2014/main" id="{E553B878-581C-4701-9465-F2B88E227EB2}"/>
                </a:ext>
              </a:extLst>
            </p:cNvPr>
            <p:cNvCxnSpPr>
              <a:cxnSpLocks/>
            </p:cNvCxnSpPr>
            <p:nvPr/>
          </p:nvCxnSpPr>
          <p:spPr>
            <a:xfrm>
              <a:off x="2254209" y="289363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1" name="직선 연결선 3170">
              <a:extLst>
                <a:ext uri="{FF2B5EF4-FFF2-40B4-BE49-F238E27FC236}">
                  <a16:creationId xmlns:a16="http://schemas.microsoft.com/office/drawing/2014/main" id="{BC415D44-2DC8-479E-8335-7C95C416E3E6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535061"/>
              <a:ext cx="16595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2" name="직선 연결선 3171">
              <a:extLst>
                <a:ext uri="{FF2B5EF4-FFF2-40B4-BE49-F238E27FC236}">
                  <a16:creationId xmlns:a16="http://schemas.microsoft.com/office/drawing/2014/main" id="{33F80B63-F662-43E8-997A-2C2043B4CCD5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92792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3" name="직선 연결선 3172">
              <a:extLst>
                <a:ext uri="{FF2B5EF4-FFF2-40B4-BE49-F238E27FC236}">
                  <a16:creationId xmlns:a16="http://schemas.microsoft.com/office/drawing/2014/main" id="{98F2B896-FA9F-4AEB-A305-95399AE577A3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311202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4" name="직선 연결선 3173">
              <a:extLst>
                <a:ext uri="{FF2B5EF4-FFF2-40B4-BE49-F238E27FC236}">
                  <a16:creationId xmlns:a16="http://schemas.microsoft.com/office/drawing/2014/main" id="{7926BAD6-27E0-4E29-8326-FBB642C46ED0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442248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5" name="직선 연결선 3174">
              <a:extLst>
                <a:ext uri="{FF2B5EF4-FFF2-40B4-BE49-F238E27FC236}">
                  <a16:creationId xmlns:a16="http://schemas.microsoft.com/office/drawing/2014/main" id="{19F8DB4A-16FE-45DF-9A97-3C5FE66F5EEC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551453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6" name="직선 연결선 3175">
              <a:extLst>
                <a:ext uri="{FF2B5EF4-FFF2-40B4-BE49-F238E27FC236}">
                  <a16:creationId xmlns:a16="http://schemas.microsoft.com/office/drawing/2014/main" id="{3C8984B0-0D99-49BE-BB70-7CD13D6E6ECC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7480258"/>
              <a:ext cx="16595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직선 연결선 3176">
              <a:extLst>
                <a:ext uri="{FF2B5EF4-FFF2-40B4-BE49-F238E27FC236}">
                  <a16:creationId xmlns:a16="http://schemas.microsoft.com/office/drawing/2014/main" id="{FB9FAEB0-AF33-4415-AA80-B598E7031234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660658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8" name="직선 연결선 3177">
              <a:extLst>
                <a:ext uri="{FF2B5EF4-FFF2-40B4-BE49-F238E27FC236}">
                  <a16:creationId xmlns:a16="http://schemas.microsoft.com/office/drawing/2014/main" id="{6E4372F1-EEAF-476F-A17A-2F839DBDB499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136474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9" name="직선 연결선 3178">
              <a:extLst>
                <a:ext uri="{FF2B5EF4-FFF2-40B4-BE49-F238E27FC236}">
                  <a16:creationId xmlns:a16="http://schemas.microsoft.com/office/drawing/2014/main" id="{7C4E23E5-E2DC-4815-8642-2E0A0B6A97A8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180156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0" name="직선 연결선 3179">
              <a:extLst>
                <a:ext uri="{FF2B5EF4-FFF2-40B4-BE49-F238E27FC236}">
                  <a16:creationId xmlns:a16="http://schemas.microsoft.com/office/drawing/2014/main" id="{25CF1235-AC53-4B7F-8EA7-B9F7C11C92E8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223838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1" name="직선 연결선 3180">
              <a:extLst>
                <a:ext uri="{FF2B5EF4-FFF2-40B4-BE49-F238E27FC236}">
                  <a16:creationId xmlns:a16="http://schemas.microsoft.com/office/drawing/2014/main" id="{5D4B0FC5-E4AA-456F-BACD-97E79E5B6D98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267520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2" name="직선 연결선 3181">
              <a:extLst>
                <a:ext uri="{FF2B5EF4-FFF2-40B4-BE49-F238E27FC236}">
                  <a16:creationId xmlns:a16="http://schemas.microsoft.com/office/drawing/2014/main" id="{47A289ED-F4D4-41AB-9A28-BCC968B95D6F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354884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3" name="직선 연결선 3182">
              <a:extLst>
                <a:ext uri="{FF2B5EF4-FFF2-40B4-BE49-F238E27FC236}">
                  <a16:creationId xmlns:a16="http://schemas.microsoft.com/office/drawing/2014/main" id="{FE313205-FA17-4B88-AC63-CB79C53B66F7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376725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4" name="직선 연결선 3183">
              <a:extLst>
                <a:ext uri="{FF2B5EF4-FFF2-40B4-BE49-F238E27FC236}">
                  <a16:creationId xmlns:a16="http://schemas.microsoft.com/office/drawing/2014/main" id="{A326D4B5-07C8-4508-83A5-FC80DC6C14A0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398566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5" name="직선 연결선 3184">
              <a:extLst>
                <a:ext uri="{FF2B5EF4-FFF2-40B4-BE49-F238E27FC236}">
                  <a16:creationId xmlns:a16="http://schemas.microsoft.com/office/drawing/2014/main" id="{7C1085FA-856C-405B-B902-E2289ECA799D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420407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6" name="직선 연결선 3185">
              <a:extLst>
                <a:ext uri="{FF2B5EF4-FFF2-40B4-BE49-F238E27FC236}">
                  <a16:creationId xmlns:a16="http://schemas.microsoft.com/office/drawing/2014/main" id="{1BC69355-7A36-4EB6-BA0A-93B051FF153A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464089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7" name="직선 연결선 3186">
              <a:extLst>
                <a:ext uri="{FF2B5EF4-FFF2-40B4-BE49-F238E27FC236}">
                  <a16:creationId xmlns:a16="http://schemas.microsoft.com/office/drawing/2014/main" id="{6D927E45-33D3-4BA5-9B25-5517724A8747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485930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8" name="직선 연결선 3187">
              <a:extLst>
                <a:ext uri="{FF2B5EF4-FFF2-40B4-BE49-F238E27FC236}">
                  <a16:creationId xmlns:a16="http://schemas.microsoft.com/office/drawing/2014/main" id="{18696561-A257-40B4-B0A2-E2602AFB8434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507771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9" name="직선 연결선 3188">
              <a:extLst>
                <a:ext uri="{FF2B5EF4-FFF2-40B4-BE49-F238E27FC236}">
                  <a16:creationId xmlns:a16="http://schemas.microsoft.com/office/drawing/2014/main" id="{CB839792-AE4E-4A3C-A6CB-ACA5ECF15CEF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529612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0" name="직선 연결선 3189">
              <a:extLst>
                <a:ext uri="{FF2B5EF4-FFF2-40B4-BE49-F238E27FC236}">
                  <a16:creationId xmlns:a16="http://schemas.microsoft.com/office/drawing/2014/main" id="{F6005FB2-DC52-427D-954A-64AFF9E0C658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573294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1" name="직선 연결선 3190">
              <a:extLst>
                <a:ext uri="{FF2B5EF4-FFF2-40B4-BE49-F238E27FC236}">
                  <a16:creationId xmlns:a16="http://schemas.microsoft.com/office/drawing/2014/main" id="{F992CD7C-688B-4C42-AA6D-4E5A312AD3D9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595135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2" name="직선 연결선 3191">
              <a:extLst>
                <a:ext uri="{FF2B5EF4-FFF2-40B4-BE49-F238E27FC236}">
                  <a16:creationId xmlns:a16="http://schemas.microsoft.com/office/drawing/2014/main" id="{1C247DD4-A1F8-4131-AB06-BD3282E6F6CA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616976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3" name="직선 연결선 3192">
              <a:extLst>
                <a:ext uri="{FF2B5EF4-FFF2-40B4-BE49-F238E27FC236}">
                  <a16:creationId xmlns:a16="http://schemas.microsoft.com/office/drawing/2014/main" id="{7B9B2157-4C49-45CF-9415-C52B56373718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704340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4" name="직선 연결선 3193">
              <a:extLst>
                <a:ext uri="{FF2B5EF4-FFF2-40B4-BE49-F238E27FC236}">
                  <a16:creationId xmlns:a16="http://schemas.microsoft.com/office/drawing/2014/main" id="{D5C9B83C-4294-4718-A6CC-9B594EE41951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638817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5" name="직선 연결선 3194">
              <a:extLst>
                <a:ext uri="{FF2B5EF4-FFF2-40B4-BE49-F238E27FC236}">
                  <a16:creationId xmlns:a16="http://schemas.microsoft.com/office/drawing/2014/main" id="{4B158A27-1E74-4FD0-BEE3-D55000FD7866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682499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6" name="직선 연결선 3195">
              <a:extLst>
                <a:ext uri="{FF2B5EF4-FFF2-40B4-BE49-F238E27FC236}">
                  <a16:creationId xmlns:a16="http://schemas.microsoft.com/office/drawing/2014/main" id="{7BD311E6-3B65-4532-A12C-54135F65CE9A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726181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7" name="직선 연결선 3196">
              <a:extLst>
                <a:ext uri="{FF2B5EF4-FFF2-40B4-BE49-F238E27FC236}">
                  <a16:creationId xmlns:a16="http://schemas.microsoft.com/office/drawing/2014/main" id="{CCB067D7-5B0A-48C3-B913-FC7B7C97FC21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709518"/>
              <a:ext cx="165958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8" name="직선 연결선 3197">
              <a:extLst>
                <a:ext uri="{FF2B5EF4-FFF2-40B4-BE49-F238E27FC236}">
                  <a16:creationId xmlns:a16="http://schemas.microsoft.com/office/drawing/2014/main" id="{1B1F76EC-9AD7-4983-BEEB-EC87CB90450C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114633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9" name="직선 연결선 3198">
              <a:extLst>
                <a:ext uri="{FF2B5EF4-FFF2-40B4-BE49-F238E27FC236}">
                  <a16:creationId xmlns:a16="http://schemas.microsoft.com/office/drawing/2014/main" id="{D3FB61AF-A246-4A51-B486-1439F9158EAC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333043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0" name="직선 연결선 3199">
              <a:extLst>
                <a:ext uri="{FF2B5EF4-FFF2-40B4-BE49-F238E27FC236}">
                  <a16:creationId xmlns:a16="http://schemas.microsoft.com/office/drawing/2014/main" id="{D9940A19-0FA4-4C5A-8692-40E7840D04F7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158315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1" name="직선 연결선 3200">
              <a:extLst>
                <a:ext uri="{FF2B5EF4-FFF2-40B4-BE49-F238E27FC236}">
                  <a16:creationId xmlns:a16="http://schemas.microsoft.com/office/drawing/2014/main" id="{0F39E8AA-7E9D-48FE-A23E-B39A92598C53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201997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2" name="직선 연결선 3201">
              <a:extLst>
                <a:ext uri="{FF2B5EF4-FFF2-40B4-BE49-F238E27FC236}">
                  <a16:creationId xmlns:a16="http://schemas.microsoft.com/office/drawing/2014/main" id="{77685F6C-18B7-4450-A1FF-4D512CFD2053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245679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3" name="직선 연결선 3202">
              <a:extLst>
                <a:ext uri="{FF2B5EF4-FFF2-40B4-BE49-F238E27FC236}">
                  <a16:creationId xmlns:a16="http://schemas.microsoft.com/office/drawing/2014/main" id="{02AC68A1-1E19-406E-9EA5-A0D38DBCF461}"/>
                </a:ext>
              </a:extLst>
            </p:cNvPr>
            <p:cNvCxnSpPr>
              <a:cxnSpLocks/>
            </p:cNvCxnSpPr>
            <p:nvPr/>
          </p:nvCxnSpPr>
          <p:spPr>
            <a:xfrm>
              <a:off x="4042712" y="2893618"/>
              <a:ext cx="1659589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04" name="TextBox 3203">
              <a:extLst>
                <a:ext uri="{FF2B5EF4-FFF2-40B4-BE49-F238E27FC236}">
                  <a16:creationId xmlns:a16="http://schemas.microsoft.com/office/drawing/2014/main" id="{4A3D0369-C9C7-4872-A228-C8137954AF77}"/>
                </a:ext>
              </a:extLst>
            </p:cNvPr>
            <p:cNvSpPr txBox="1"/>
            <p:nvPr/>
          </p:nvSpPr>
          <p:spPr>
            <a:xfrm>
              <a:off x="1107632" y="556951"/>
              <a:ext cx="336508" cy="1306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Jan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05" name="TextBox 3204">
              <a:extLst>
                <a:ext uri="{FF2B5EF4-FFF2-40B4-BE49-F238E27FC236}">
                  <a16:creationId xmlns:a16="http://schemas.microsoft.com/office/drawing/2014/main" id="{D9DC9470-9085-4858-B711-F500D26A281B}"/>
                </a:ext>
              </a:extLst>
            </p:cNvPr>
            <p:cNvSpPr txBox="1"/>
            <p:nvPr/>
          </p:nvSpPr>
          <p:spPr>
            <a:xfrm>
              <a:off x="2901050" y="556951"/>
              <a:ext cx="365909" cy="1306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Feb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06" name="TextBox 3205">
              <a:extLst>
                <a:ext uri="{FF2B5EF4-FFF2-40B4-BE49-F238E27FC236}">
                  <a16:creationId xmlns:a16="http://schemas.microsoft.com/office/drawing/2014/main" id="{3DE86441-3741-4BC6-95D1-5EBC3D1CAF4A}"/>
                </a:ext>
              </a:extLst>
            </p:cNvPr>
            <p:cNvSpPr txBox="1"/>
            <p:nvPr/>
          </p:nvSpPr>
          <p:spPr>
            <a:xfrm>
              <a:off x="4663417" y="556951"/>
              <a:ext cx="418184" cy="1306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Mar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07" name="TextBox 3206">
              <a:extLst>
                <a:ext uri="{FF2B5EF4-FFF2-40B4-BE49-F238E27FC236}">
                  <a16:creationId xmlns:a16="http://schemas.microsoft.com/office/drawing/2014/main" id="{D3D98176-187D-42BD-B1E6-E53E87A34001}"/>
                </a:ext>
              </a:extLst>
            </p:cNvPr>
            <p:cNvSpPr txBox="1"/>
            <p:nvPr/>
          </p:nvSpPr>
          <p:spPr>
            <a:xfrm>
              <a:off x="235493" y="109602"/>
              <a:ext cx="1603003" cy="2351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528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Annual Plan (1/4)</a:t>
              </a:r>
              <a:endParaRPr lang="ko-KR" altLang="en-US" sz="1528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3208" name="직선 연결선 3207">
              <a:extLst>
                <a:ext uri="{FF2B5EF4-FFF2-40B4-BE49-F238E27FC236}">
                  <a16:creationId xmlns:a16="http://schemas.microsoft.com/office/drawing/2014/main" id="{12079424-AE8C-4D22-B715-6D6A662C22A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92792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9" name="직선 연결선 3208">
              <a:extLst>
                <a:ext uri="{FF2B5EF4-FFF2-40B4-BE49-F238E27FC236}">
                  <a16:creationId xmlns:a16="http://schemas.microsoft.com/office/drawing/2014/main" id="{53C1D9A7-BBB9-46CC-82A1-9535C8918B2C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11202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0" name="직선 연결선 3209">
              <a:extLst>
                <a:ext uri="{FF2B5EF4-FFF2-40B4-BE49-F238E27FC236}">
                  <a16:creationId xmlns:a16="http://schemas.microsoft.com/office/drawing/2014/main" id="{221EDAB9-E3BD-44F4-A246-79AA4101516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42248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1" name="직선 연결선 3210">
              <a:extLst>
                <a:ext uri="{FF2B5EF4-FFF2-40B4-BE49-F238E27FC236}">
                  <a16:creationId xmlns:a16="http://schemas.microsoft.com/office/drawing/2014/main" id="{6BEA0B46-1EDF-41AD-B546-A2A2FED8F423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51453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2" name="직선 연결선 3211">
              <a:extLst>
                <a:ext uri="{FF2B5EF4-FFF2-40B4-BE49-F238E27FC236}">
                  <a16:creationId xmlns:a16="http://schemas.microsoft.com/office/drawing/2014/main" id="{4EF17BD4-10E6-46A9-8C92-55E71FE96404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480258"/>
              <a:ext cx="16997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3" name="직선 연결선 3212">
              <a:extLst>
                <a:ext uri="{FF2B5EF4-FFF2-40B4-BE49-F238E27FC236}">
                  <a16:creationId xmlns:a16="http://schemas.microsoft.com/office/drawing/2014/main" id="{19B9924C-5039-46FB-9610-72F6C34E32CA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60658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4" name="직선 연결선 3213">
              <a:extLst>
                <a:ext uri="{FF2B5EF4-FFF2-40B4-BE49-F238E27FC236}">
                  <a16:creationId xmlns:a16="http://schemas.microsoft.com/office/drawing/2014/main" id="{DC2BF593-55DC-4E2D-8293-C757E211CD5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36474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5" name="직선 연결선 3214">
              <a:extLst>
                <a:ext uri="{FF2B5EF4-FFF2-40B4-BE49-F238E27FC236}">
                  <a16:creationId xmlns:a16="http://schemas.microsoft.com/office/drawing/2014/main" id="{1705DB0F-ABDC-43E3-ACCC-F930E4554C11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80156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6" name="직선 연결선 3215">
              <a:extLst>
                <a:ext uri="{FF2B5EF4-FFF2-40B4-BE49-F238E27FC236}">
                  <a16:creationId xmlns:a16="http://schemas.microsoft.com/office/drawing/2014/main" id="{DC7B688F-E4B5-4DCF-8922-BAA248A24624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23838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7" name="직선 연결선 3216">
              <a:extLst>
                <a:ext uri="{FF2B5EF4-FFF2-40B4-BE49-F238E27FC236}">
                  <a16:creationId xmlns:a16="http://schemas.microsoft.com/office/drawing/2014/main" id="{C27B7F48-AD99-489C-B59E-BC490DA46D5E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67520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8" name="직선 연결선 3217">
              <a:extLst>
                <a:ext uri="{FF2B5EF4-FFF2-40B4-BE49-F238E27FC236}">
                  <a16:creationId xmlns:a16="http://schemas.microsoft.com/office/drawing/2014/main" id="{9F0D37EA-2768-43DF-A2F2-CEBC8639F35F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54884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9" name="직선 연결선 3218">
              <a:extLst>
                <a:ext uri="{FF2B5EF4-FFF2-40B4-BE49-F238E27FC236}">
                  <a16:creationId xmlns:a16="http://schemas.microsoft.com/office/drawing/2014/main" id="{C65DDBF1-AE3F-4C84-AE41-089F12704CB9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76725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0" name="직선 연결선 3219">
              <a:extLst>
                <a:ext uri="{FF2B5EF4-FFF2-40B4-BE49-F238E27FC236}">
                  <a16:creationId xmlns:a16="http://schemas.microsoft.com/office/drawing/2014/main" id="{C5748D37-7D91-4EEC-9E73-3B89641E840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98566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1" name="직선 연결선 3220">
              <a:extLst>
                <a:ext uri="{FF2B5EF4-FFF2-40B4-BE49-F238E27FC236}">
                  <a16:creationId xmlns:a16="http://schemas.microsoft.com/office/drawing/2014/main" id="{80249E4F-0B77-4BC4-B66A-5B278F315D4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20407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2" name="직선 연결선 3221">
              <a:extLst>
                <a:ext uri="{FF2B5EF4-FFF2-40B4-BE49-F238E27FC236}">
                  <a16:creationId xmlns:a16="http://schemas.microsoft.com/office/drawing/2014/main" id="{D2B1C16F-3FFC-480E-9734-4C6798BF3E7E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64089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3" name="직선 연결선 3222">
              <a:extLst>
                <a:ext uri="{FF2B5EF4-FFF2-40B4-BE49-F238E27FC236}">
                  <a16:creationId xmlns:a16="http://schemas.microsoft.com/office/drawing/2014/main" id="{3FC311EF-8627-49C9-82D6-7A3B079A779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85930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4" name="직선 연결선 3223">
              <a:extLst>
                <a:ext uri="{FF2B5EF4-FFF2-40B4-BE49-F238E27FC236}">
                  <a16:creationId xmlns:a16="http://schemas.microsoft.com/office/drawing/2014/main" id="{9E218B84-4772-42D2-BDCA-35361DB5744A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07771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5" name="직선 연결선 3224">
              <a:extLst>
                <a:ext uri="{FF2B5EF4-FFF2-40B4-BE49-F238E27FC236}">
                  <a16:creationId xmlns:a16="http://schemas.microsoft.com/office/drawing/2014/main" id="{8F2071D4-9578-480A-B1B8-A05EC448342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29612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6" name="직선 연결선 3225">
              <a:extLst>
                <a:ext uri="{FF2B5EF4-FFF2-40B4-BE49-F238E27FC236}">
                  <a16:creationId xmlns:a16="http://schemas.microsoft.com/office/drawing/2014/main" id="{1FB1186E-CD3E-48B6-85F0-456E6965BC4F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73294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7" name="직선 연결선 3226">
              <a:extLst>
                <a:ext uri="{FF2B5EF4-FFF2-40B4-BE49-F238E27FC236}">
                  <a16:creationId xmlns:a16="http://schemas.microsoft.com/office/drawing/2014/main" id="{7B7922BF-2F75-4229-ABAA-379CFEE9B583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95135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8" name="직선 연결선 3227">
              <a:extLst>
                <a:ext uri="{FF2B5EF4-FFF2-40B4-BE49-F238E27FC236}">
                  <a16:creationId xmlns:a16="http://schemas.microsoft.com/office/drawing/2014/main" id="{02CD01AA-D3B3-4C06-B50B-81D3114BBEE5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16976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9" name="직선 연결선 3228">
              <a:extLst>
                <a:ext uri="{FF2B5EF4-FFF2-40B4-BE49-F238E27FC236}">
                  <a16:creationId xmlns:a16="http://schemas.microsoft.com/office/drawing/2014/main" id="{53D963BF-58D4-4159-8B08-D54CD6AC74C2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04340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0" name="직선 연결선 3229">
              <a:extLst>
                <a:ext uri="{FF2B5EF4-FFF2-40B4-BE49-F238E27FC236}">
                  <a16:creationId xmlns:a16="http://schemas.microsoft.com/office/drawing/2014/main" id="{FD48E959-EE89-42CF-9C52-84A732AE819D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38817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1" name="직선 연결선 3230">
              <a:extLst>
                <a:ext uri="{FF2B5EF4-FFF2-40B4-BE49-F238E27FC236}">
                  <a16:creationId xmlns:a16="http://schemas.microsoft.com/office/drawing/2014/main" id="{0AD6F053-6E33-4261-9B6C-02B496DCA85D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82499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2" name="직선 연결선 3231">
              <a:extLst>
                <a:ext uri="{FF2B5EF4-FFF2-40B4-BE49-F238E27FC236}">
                  <a16:creationId xmlns:a16="http://schemas.microsoft.com/office/drawing/2014/main" id="{2D1C95E3-DDBE-4F15-A1D0-AC6E6BBB2346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26181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3" name="직선 연결선 3232">
              <a:extLst>
                <a:ext uri="{FF2B5EF4-FFF2-40B4-BE49-F238E27FC236}">
                  <a16:creationId xmlns:a16="http://schemas.microsoft.com/office/drawing/2014/main" id="{8DF1A2C2-7621-42DD-A4D1-0820CE8CF9A5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09518"/>
              <a:ext cx="16997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4" name="직선 연결선 3233">
              <a:extLst>
                <a:ext uri="{FF2B5EF4-FFF2-40B4-BE49-F238E27FC236}">
                  <a16:creationId xmlns:a16="http://schemas.microsoft.com/office/drawing/2014/main" id="{0F4DD40C-9FBD-49ED-BD1A-356E1AA7BF9F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14633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5" name="직선 연결선 3234">
              <a:extLst>
                <a:ext uri="{FF2B5EF4-FFF2-40B4-BE49-F238E27FC236}">
                  <a16:creationId xmlns:a16="http://schemas.microsoft.com/office/drawing/2014/main" id="{5A0D10ED-DFE4-4B04-8975-BCA714C9ED6E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33043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6" name="직선 연결선 3235">
              <a:extLst>
                <a:ext uri="{FF2B5EF4-FFF2-40B4-BE49-F238E27FC236}">
                  <a16:creationId xmlns:a16="http://schemas.microsoft.com/office/drawing/2014/main" id="{98B619BE-4ABA-4CFB-8283-E31922A5E9BE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58315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7" name="직선 연결선 3236">
              <a:extLst>
                <a:ext uri="{FF2B5EF4-FFF2-40B4-BE49-F238E27FC236}">
                  <a16:creationId xmlns:a16="http://schemas.microsoft.com/office/drawing/2014/main" id="{5BD323CA-C2E9-401E-8014-8BA6C7D80D92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01997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8" name="직선 연결선 3237">
              <a:extLst>
                <a:ext uri="{FF2B5EF4-FFF2-40B4-BE49-F238E27FC236}">
                  <a16:creationId xmlns:a16="http://schemas.microsoft.com/office/drawing/2014/main" id="{61B5D81D-90D4-402D-B9D7-B20D0D0DFF75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45679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9" name="직선 연결선 3238">
              <a:extLst>
                <a:ext uri="{FF2B5EF4-FFF2-40B4-BE49-F238E27FC236}">
                  <a16:creationId xmlns:a16="http://schemas.microsoft.com/office/drawing/2014/main" id="{565FE620-D2E0-450A-9D91-07CE0D9BFB9D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89361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40" name="TextBox 3239">
              <a:extLst>
                <a:ext uri="{FF2B5EF4-FFF2-40B4-BE49-F238E27FC236}">
                  <a16:creationId xmlns:a16="http://schemas.microsoft.com/office/drawing/2014/main" id="{1F6503C9-5B7C-4594-B53A-200A43C1B37F}"/>
                </a:ext>
              </a:extLst>
            </p:cNvPr>
            <p:cNvSpPr txBox="1"/>
            <p:nvPr/>
          </p:nvSpPr>
          <p:spPr>
            <a:xfrm>
              <a:off x="313525" y="76646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41" name="TextBox 3240">
              <a:extLst>
                <a:ext uri="{FF2B5EF4-FFF2-40B4-BE49-F238E27FC236}">
                  <a16:creationId xmlns:a16="http://schemas.microsoft.com/office/drawing/2014/main" id="{CC450F86-F345-4CC1-A4D2-310FCD877649}"/>
                </a:ext>
              </a:extLst>
            </p:cNvPr>
            <p:cNvSpPr txBox="1"/>
            <p:nvPr/>
          </p:nvSpPr>
          <p:spPr>
            <a:xfrm>
              <a:off x="313525" y="98487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42" name="TextBox 3241">
              <a:extLst>
                <a:ext uri="{FF2B5EF4-FFF2-40B4-BE49-F238E27FC236}">
                  <a16:creationId xmlns:a16="http://schemas.microsoft.com/office/drawing/2014/main" id="{BD143AB4-E4C5-4CAF-BE8C-60B53F61A3FE}"/>
                </a:ext>
              </a:extLst>
            </p:cNvPr>
            <p:cNvSpPr txBox="1"/>
            <p:nvPr/>
          </p:nvSpPr>
          <p:spPr>
            <a:xfrm>
              <a:off x="313525" y="120328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43" name="TextBox 3242">
              <a:extLst>
                <a:ext uri="{FF2B5EF4-FFF2-40B4-BE49-F238E27FC236}">
                  <a16:creationId xmlns:a16="http://schemas.microsoft.com/office/drawing/2014/main" id="{76E0A4F7-6516-40C7-AD8D-6CCC04C68270}"/>
                </a:ext>
              </a:extLst>
            </p:cNvPr>
            <p:cNvSpPr txBox="1"/>
            <p:nvPr/>
          </p:nvSpPr>
          <p:spPr>
            <a:xfrm>
              <a:off x="313525" y="142169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44" name="TextBox 3243">
              <a:extLst>
                <a:ext uri="{FF2B5EF4-FFF2-40B4-BE49-F238E27FC236}">
                  <a16:creationId xmlns:a16="http://schemas.microsoft.com/office/drawing/2014/main" id="{49C393AE-E96C-49FB-AA2E-507DD82C4308}"/>
                </a:ext>
              </a:extLst>
            </p:cNvPr>
            <p:cNvSpPr txBox="1"/>
            <p:nvPr/>
          </p:nvSpPr>
          <p:spPr>
            <a:xfrm>
              <a:off x="313525" y="164010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45" name="TextBox 3244">
              <a:extLst>
                <a:ext uri="{FF2B5EF4-FFF2-40B4-BE49-F238E27FC236}">
                  <a16:creationId xmlns:a16="http://schemas.microsoft.com/office/drawing/2014/main" id="{5795D25F-4707-45A5-8850-3A5B5F71A2A7}"/>
                </a:ext>
              </a:extLst>
            </p:cNvPr>
            <p:cNvSpPr txBox="1"/>
            <p:nvPr/>
          </p:nvSpPr>
          <p:spPr>
            <a:xfrm>
              <a:off x="313525" y="185851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46" name="TextBox 3245">
              <a:extLst>
                <a:ext uri="{FF2B5EF4-FFF2-40B4-BE49-F238E27FC236}">
                  <a16:creationId xmlns:a16="http://schemas.microsoft.com/office/drawing/2014/main" id="{30E3A97B-F3AB-44B2-9B88-E3A5D193FCA2}"/>
                </a:ext>
              </a:extLst>
            </p:cNvPr>
            <p:cNvSpPr txBox="1"/>
            <p:nvPr/>
          </p:nvSpPr>
          <p:spPr>
            <a:xfrm>
              <a:off x="313525" y="207692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47" name="TextBox 3246">
              <a:extLst>
                <a:ext uri="{FF2B5EF4-FFF2-40B4-BE49-F238E27FC236}">
                  <a16:creationId xmlns:a16="http://schemas.microsoft.com/office/drawing/2014/main" id="{343C8FA4-D35E-40B7-984B-485FF428D9EB}"/>
                </a:ext>
              </a:extLst>
            </p:cNvPr>
            <p:cNvSpPr txBox="1"/>
            <p:nvPr/>
          </p:nvSpPr>
          <p:spPr>
            <a:xfrm>
              <a:off x="313525" y="229533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48" name="TextBox 3247">
              <a:extLst>
                <a:ext uri="{FF2B5EF4-FFF2-40B4-BE49-F238E27FC236}">
                  <a16:creationId xmlns:a16="http://schemas.microsoft.com/office/drawing/2014/main" id="{05BC36C8-7036-4B4E-961F-D2BE4A3DE030}"/>
                </a:ext>
              </a:extLst>
            </p:cNvPr>
            <p:cNvSpPr txBox="1"/>
            <p:nvPr/>
          </p:nvSpPr>
          <p:spPr>
            <a:xfrm>
              <a:off x="313525" y="251374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49" name="TextBox 3248">
              <a:extLst>
                <a:ext uri="{FF2B5EF4-FFF2-40B4-BE49-F238E27FC236}">
                  <a16:creationId xmlns:a16="http://schemas.microsoft.com/office/drawing/2014/main" id="{186E129A-604F-4D54-846B-D05A3DE904ED}"/>
                </a:ext>
              </a:extLst>
            </p:cNvPr>
            <p:cNvSpPr txBox="1"/>
            <p:nvPr/>
          </p:nvSpPr>
          <p:spPr>
            <a:xfrm>
              <a:off x="260532" y="273215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50" name="TextBox 3249">
              <a:extLst>
                <a:ext uri="{FF2B5EF4-FFF2-40B4-BE49-F238E27FC236}">
                  <a16:creationId xmlns:a16="http://schemas.microsoft.com/office/drawing/2014/main" id="{5FD3B0BE-CE47-4949-9B99-1FEA530722D5}"/>
                </a:ext>
              </a:extLst>
            </p:cNvPr>
            <p:cNvSpPr txBox="1"/>
            <p:nvPr/>
          </p:nvSpPr>
          <p:spPr>
            <a:xfrm>
              <a:off x="260532" y="295056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51" name="TextBox 3250">
              <a:extLst>
                <a:ext uri="{FF2B5EF4-FFF2-40B4-BE49-F238E27FC236}">
                  <a16:creationId xmlns:a16="http://schemas.microsoft.com/office/drawing/2014/main" id="{E4EE774D-4DB9-410A-A006-9CBAFBBC80E8}"/>
                </a:ext>
              </a:extLst>
            </p:cNvPr>
            <p:cNvSpPr txBox="1"/>
            <p:nvPr/>
          </p:nvSpPr>
          <p:spPr>
            <a:xfrm>
              <a:off x="260532" y="316897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52" name="TextBox 3251">
              <a:extLst>
                <a:ext uri="{FF2B5EF4-FFF2-40B4-BE49-F238E27FC236}">
                  <a16:creationId xmlns:a16="http://schemas.microsoft.com/office/drawing/2014/main" id="{A64B37C6-43EF-4C76-ADD5-1A5C1392E55B}"/>
                </a:ext>
              </a:extLst>
            </p:cNvPr>
            <p:cNvSpPr txBox="1"/>
            <p:nvPr/>
          </p:nvSpPr>
          <p:spPr>
            <a:xfrm>
              <a:off x="260532" y="338738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53" name="TextBox 3252">
              <a:extLst>
                <a:ext uri="{FF2B5EF4-FFF2-40B4-BE49-F238E27FC236}">
                  <a16:creationId xmlns:a16="http://schemas.microsoft.com/office/drawing/2014/main" id="{5E1B5ED5-3F7C-4892-BFCB-49E4F8EE8389}"/>
                </a:ext>
              </a:extLst>
            </p:cNvPr>
            <p:cNvSpPr txBox="1"/>
            <p:nvPr/>
          </p:nvSpPr>
          <p:spPr>
            <a:xfrm>
              <a:off x="260532" y="360579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54" name="TextBox 3253">
              <a:extLst>
                <a:ext uri="{FF2B5EF4-FFF2-40B4-BE49-F238E27FC236}">
                  <a16:creationId xmlns:a16="http://schemas.microsoft.com/office/drawing/2014/main" id="{7DC26929-55DF-4627-BED7-23A9A3EFEA88}"/>
                </a:ext>
              </a:extLst>
            </p:cNvPr>
            <p:cNvSpPr txBox="1"/>
            <p:nvPr/>
          </p:nvSpPr>
          <p:spPr>
            <a:xfrm>
              <a:off x="260532" y="382420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55" name="TextBox 3254">
              <a:extLst>
                <a:ext uri="{FF2B5EF4-FFF2-40B4-BE49-F238E27FC236}">
                  <a16:creationId xmlns:a16="http://schemas.microsoft.com/office/drawing/2014/main" id="{E2161873-58E3-4B7E-B3D9-F0C97379052F}"/>
                </a:ext>
              </a:extLst>
            </p:cNvPr>
            <p:cNvSpPr txBox="1"/>
            <p:nvPr/>
          </p:nvSpPr>
          <p:spPr>
            <a:xfrm>
              <a:off x="260532" y="404261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56" name="TextBox 3255">
              <a:extLst>
                <a:ext uri="{FF2B5EF4-FFF2-40B4-BE49-F238E27FC236}">
                  <a16:creationId xmlns:a16="http://schemas.microsoft.com/office/drawing/2014/main" id="{11E69216-6D3C-4884-8635-99E9392774E9}"/>
                </a:ext>
              </a:extLst>
            </p:cNvPr>
            <p:cNvSpPr txBox="1"/>
            <p:nvPr/>
          </p:nvSpPr>
          <p:spPr>
            <a:xfrm>
              <a:off x="260532" y="426102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57" name="TextBox 3256">
              <a:extLst>
                <a:ext uri="{FF2B5EF4-FFF2-40B4-BE49-F238E27FC236}">
                  <a16:creationId xmlns:a16="http://schemas.microsoft.com/office/drawing/2014/main" id="{9AFE56F9-A733-40B3-8C7A-244AD580CC9A}"/>
                </a:ext>
              </a:extLst>
            </p:cNvPr>
            <p:cNvSpPr txBox="1"/>
            <p:nvPr/>
          </p:nvSpPr>
          <p:spPr>
            <a:xfrm>
              <a:off x="260532" y="447943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58" name="TextBox 3257">
              <a:extLst>
                <a:ext uri="{FF2B5EF4-FFF2-40B4-BE49-F238E27FC236}">
                  <a16:creationId xmlns:a16="http://schemas.microsoft.com/office/drawing/2014/main" id="{6AD07712-6AC1-4F9D-9A80-BAA6567886B7}"/>
                </a:ext>
              </a:extLst>
            </p:cNvPr>
            <p:cNvSpPr txBox="1"/>
            <p:nvPr/>
          </p:nvSpPr>
          <p:spPr>
            <a:xfrm>
              <a:off x="260532" y="469784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59" name="TextBox 3258">
              <a:extLst>
                <a:ext uri="{FF2B5EF4-FFF2-40B4-BE49-F238E27FC236}">
                  <a16:creationId xmlns:a16="http://schemas.microsoft.com/office/drawing/2014/main" id="{2B0969BB-E484-4DDC-8602-B0304FD904B3}"/>
                </a:ext>
              </a:extLst>
            </p:cNvPr>
            <p:cNvSpPr txBox="1"/>
            <p:nvPr/>
          </p:nvSpPr>
          <p:spPr>
            <a:xfrm>
              <a:off x="260532" y="491625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60" name="TextBox 3259">
              <a:extLst>
                <a:ext uri="{FF2B5EF4-FFF2-40B4-BE49-F238E27FC236}">
                  <a16:creationId xmlns:a16="http://schemas.microsoft.com/office/drawing/2014/main" id="{FE3E9B60-575D-48B5-A58A-FAB4D00866F8}"/>
                </a:ext>
              </a:extLst>
            </p:cNvPr>
            <p:cNvSpPr txBox="1"/>
            <p:nvPr/>
          </p:nvSpPr>
          <p:spPr>
            <a:xfrm>
              <a:off x="260532" y="513466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61" name="TextBox 3260">
              <a:extLst>
                <a:ext uri="{FF2B5EF4-FFF2-40B4-BE49-F238E27FC236}">
                  <a16:creationId xmlns:a16="http://schemas.microsoft.com/office/drawing/2014/main" id="{85050DF4-68CB-4020-952B-E027EECAC29E}"/>
                </a:ext>
              </a:extLst>
            </p:cNvPr>
            <p:cNvSpPr txBox="1"/>
            <p:nvPr/>
          </p:nvSpPr>
          <p:spPr>
            <a:xfrm>
              <a:off x="260532" y="535307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62" name="TextBox 3261">
              <a:extLst>
                <a:ext uri="{FF2B5EF4-FFF2-40B4-BE49-F238E27FC236}">
                  <a16:creationId xmlns:a16="http://schemas.microsoft.com/office/drawing/2014/main" id="{72A6F58E-4176-43AE-9DBD-7C9FD33BFC38}"/>
                </a:ext>
              </a:extLst>
            </p:cNvPr>
            <p:cNvSpPr txBox="1"/>
            <p:nvPr/>
          </p:nvSpPr>
          <p:spPr>
            <a:xfrm>
              <a:off x="260532" y="557148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63" name="TextBox 3262">
              <a:extLst>
                <a:ext uri="{FF2B5EF4-FFF2-40B4-BE49-F238E27FC236}">
                  <a16:creationId xmlns:a16="http://schemas.microsoft.com/office/drawing/2014/main" id="{8AAB173F-AFF5-4182-8954-F86D79EE2EB4}"/>
                </a:ext>
              </a:extLst>
            </p:cNvPr>
            <p:cNvSpPr txBox="1"/>
            <p:nvPr/>
          </p:nvSpPr>
          <p:spPr>
            <a:xfrm>
              <a:off x="260532" y="578989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64" name="TextBox 3263">
              <a:extLst>
                <a:ext uri="{FF2B5EF4-FFF2-40B4-BE49-F238E27FC236}">
                  <a16:creationId xmlns:a16="http://schemas.microsoft.com/office/drawing/2014/main" id="{93922773-1FDE-4828-AE6A-F04D0848F991}"/>
                </a:ext>
              </a:extLst>
            </p:cNvPr>
            <p:cNvSpPr txBox="1"/>
            <p:nvPr/>
          </p:nvSpPr>
          <p:spPr>
            <a:xfrm>
              <a:off x="260532" y="600830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65" name="TextBox 3264">
              <a:extLst>
                <a:ext uri="{FF2B5EF4-FFF2-40B4-BE49-F238E27FC236}">
                  <a16:creationId xmlns:a16="http://schemas.microsoft.com/office/drawing/2014/main" id="{95420A1C-603C-4FED-A7E9-D38E7CE26BF7}"/>
                </a:ext>
              </a:extLst>
            </p:cNvPr>
            <p:cNvSpPr txBox="1"/>
            <p:nvPr/>
          </p:nvSpPr>
          <p:spPr>
            <a:xfrm>
              <a:off x="260532" y="622671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66" name="TextBox 3265">
              <a:extLst>
                <a:ext uri="{FF2B5EF4-FFF2-40B4-BE49-F238E27FC236}">
                  <a16:creationId xmlns:a16="http://schemas.microsoft.com/office/drawing/2014/main" id="{6E30FAF8-ED62-4104-909D-9BA5EE5FCBB1}"/>
                </a:ext>
              </a:extLst>
            </p:cNvPr>
            <p:cNvSpPr txBox="1"/>
            <p:nvPr/>
          </p:nvSpPr>
          <p:spPr>
            <a:xfrm>
              <a:off x="260532" y="644512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67" name="TextBox 3266">
              <a:extLst>
                <a:ext uri="{FF2B5EF4-FFF2-40B4-BE49-F238E27FC236}">
                  <a16:creationId xmlns:a16="http://schemas.microsoft.com/office/drawing/2014/main" id="{56E03E17-D700-46C0-A3BC-B660CBA01CE7}"/>
                </a:ext>
              </a:extLst>
            </p:cNvPr>
            <p:cNvSpPr txBox="1"/>
            <p:nvPr/>
          </p:nvSpPr>
          <p:spPr>
            <a:xfrm>
              <a:off x="260532" y="666353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68" name="TextBox 3267">
              <a:extLst>
                <a:ext uri="{FF2B5EF4-FFF2-40B4-BE49-F238E27FC236}">
                  <a16:creationId xmlns:a16="http://schemas.microsoft.com/office/drawing/2014/main" id="{159E6FBB-F348-4D1F-8EE0-C1AE58BD6725}"/>
                </a:ext>
              </a:extLst>
            </p:cNvPr>
            <p:cNvSpPr txBox="1"/>
            <p:nvPr/>
          </p:nvSpPr>
          <p:spPr>
            <a:xfrm>
              <a:off x="260532" y="688194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69" name="TextBox 3268">
              <a:extLst>
                <a:ext uri="{FF2B5EF4-FFF2-40B4-BE49-F238E27FC236}">
                  <a16:creationId xmlns:a16="http://schemas.microsoft.com/office/drawing/2014/main" id="{816109E8-4063-422A-9657-7A950711CB58}"/>
                </a:ext>
              </a:extLst>
            </p:cNvPr>
            <p:cNvSpPr txBox="1"/>
            <p:nvPr/>
          </p:nvSpPr>
          <p:spPr>
            <a:xfrm>
              <a:off x="260532" y="710035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70" name="TextBox 3269">
              <a:extLst>
                <a:ext uri="{FF2B5EF4-FFF2-40B4-BE49-F238E27FC236}">
                  <a16:creationId xmlns:a16="http://schemas.microsoft.com/office/drawing/2014/main" id="{B398A642-032B-4857-8BB0-26BC850FAC44}"/>
                </a:ext>
              </a:extLst>
            </p:cNvPr>
            <p:cNvSpPr txBox="1"/>
            <p:nvPr/>
          </p:nvSpPr>
          <p:spPr>
            <a:xfrm>
              <a:off x="260532" y="731876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170" name="TextBox 185">
            <a:hlinkClick r:id="rId2"/>
            <a:extLst>
              <a:ext uri="{FF2B5EF4-FFF2-40B4-BE49-F238E27FC236}">
                <a16:creationId xmlns:a16="http://schemas.microsoft.com/office/drawing/2014/main" id="{77C7162D-4BBE-46BF-AB5C-139449FCC972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1" name="TextBox 186">
            <a:hlinkClick r:id="rId3"/>
            <a:extLst>
              <a:ext uri="{FF2B5EF4-FFF2-40B4-BE49-F238E27FC236}">
                <a16:creationId xmlns:a16="http://schemas.microsoft.com/office/drawing/2014/main" id="{61FDC147-F926-4FF4-B38D-A7EF22DB76C8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2" name="TextBox 184">
            <a:hlinkClick r:id="rId4"/>
            <a:extLst>
              <a:ext uri="{FF2B5EF4-FFF2-40B4-BE49-F238E27FC236}">
                <a16:creationId xmlns:a16="http://schemas.microsoft.com/office/drawing/2014/main" id="{E919E718-19D8-40DD-85FD-9624B6C54116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</TotalTime>
  <Words>47</Words>
  <Application>Microsoft Office PowerPoint</Application>
  <PresentationFormat>사용자 지정</PresentationFormat>
  <Paragraphs>38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75</cp:revision>
  <dcterms:created xsi:type="dcterms:W3CDTF">2021-10-29T04:43:38Z</dcterms:created>
  <dcterms:modified xsi:type="dcterms:W3CDTF">2021-12-19T08:50:59Z</dcterms:modified>
</cp:coreProperties>
</file>
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8" name="그룹 23877">
            <a:extLst>
              <a:ext uri="{FF2B5EF4-FFF2-40B4-BE49-F238E27FC236}">
                <a16:creationId xmlns:a16="http://schemas.microsoft.com/office/drawing/2014/main" id="{EE722620-EF6E-4731-80EE-6A58834D35B4}"/>
              </a:ext>
            </a:extLst>
          </p:cNvPr>
          <p:cNvGrpSpPr/>
          <p:nvPr/>
        </p:nvGrpSpPr>
        <p:grpSpPr>
          <a:xfrm>
            <a:off x="303626" y="109602"/>
            <a:ext cx="5469699" cy="7370656"/>
            <a:chOff x="230019" y="109602"/>
            <a:chExt cx="5469699" cy="7370656"/>
          </a:xfrm>
        </p:grpSpPr>
        <p:cxnSp>
          <p:nvCxnSpPr>
            <p:cNvPr id="3606" name="직선 연결선 3605">
              <a:extLst>
                <a:ext uri="{FF2B5EF4-FFF2-40B4-BE49-F238E27FC236}">
                  <a16:creationId xmlns:a16="http://schemas.microsoft.com/office/drawing/2014/main" id="{0B102A2A-3058-4043-8225-2285C7B8012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7" name="직선 연결선 3606">
              <a:extLst>
                <a:ext uri="{FF2B5EF4-FFF2-40B4-BE49-F238E27FC236}">
                  <a16:creationId xmlns:a16="http://schemas.microsoft.com/office/drawing/2014/main" id="{4CCAFCA2-2741-4046-9A5D-F101A475954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8" name="직선 연결선 3607">
              <a:extLst>
                <a:ext uri="{FF2B5EF4-FFF2-40B4-BE49-F238E27FC236}">
                  <a16:creationId xmlns:a16="http://schemas.microsoft.com/office/drawing/2014/main" id="{2B03D66A-D094-4335-9B51-F1BC5B11093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9" name="직선 연결선 3608">
              <a:extLst>
                <a:ext uri="{FF2B5EF4-FFF2-40B4-BE49-F238E27FC236}">
                  <a16:creationId xmlns:a16="http://schemas.microsoft.com/office/drawing/2014/main" id="{93209575-D0CA-44BC-A87C-130F38FADC5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0" name="직선 연결선 3609">
              <a:extLst>
                <a:ext uri="{FF2B5EF4-FFF2-40B4-BE49-F238E27FC236}">
                  <a16:creationId xmlns:a16="http://schemas.microsoft.com/office/drawing/2014/main" id="{AAA0644F-A295-48CF-9955-E754445C1F0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1" name="직선 연결선 3610">
              <a:extLst>
                <a:ext uri="{FF2B5EF4-FFF2-40B4-BE49-F238E27FC236}">
                  <a16:creationId xmlns:a16="http://schemas.microsoft.com/office/drawing/2014/main" id="{376044BE-0FED-44B8-821A-70EA45CB277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2" name="직선 연결선 3611">
              <a:extLst>
                <a:ext uri="{FF2B5EF4-FFF2-40B4-BE49-F238E27FC236}">
                  <a16:creationId xmlns:a16="http://schemas.microsoft.com/office/drawing/2014/main" id="{6076115A-6EAD-4A55-913A-957D62AA00F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3" name="직선 연결선 3612">
              <a:extLst>
                <a:ext uri="{FF2B5EF4-FFF2-40B4-BE49-F238E27FC236}">
                  <a16:creationId xmlns:a16="http://schemas.microsoft.com/office/drawing/2014/main" id="{E32BC799-D6DC-48B1-853C-9888801E77B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4" name="직선 연결선 3613">
              <a:extLst>
                <a:ext uri="{FF2B5EF4-FFF2-40B4-BE49-F238E27FC236}">
                  <a16:creationId xmlns:a16="http://schemas.microsoft.com/office/drawing/2014/main" id="{74807472-1265-4EA7-8487-D5E7C3C5FCB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5" name="직선 연결선 3614">
              <a:extLst>
                <a:ext uri="{FF2B5EF4-FFF2-40B4-BE49-F238E27FC236}">
                  <a16:creationId xmlns:a16="http://schemas.microsoft.com/office/drawing/2014/main" id="{C20EC1C8-A26D-4AED-B0BE-1D56A40426E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6" name="직선 연결선 3615">
              <a:extLst>
                <a:ext uri="{FF2B5EF4-FFF2-40B4-BE49-F238E27FC236}">
                  <a16:creationId xmlns:a16="http://schemas.microsoft.com/office/drawing/2014/main" id="{39657A69-FEDE-4E05-BE7F-3B7E2B9D7F3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7" name="직선 연결선 3616">
              <a:extLst>
                <a:ext uri="{FF2B5EF4-FFF2-40B4-BE49-F238E27FC236}">
                  <a16:creationId xmlns:a16="http://schemas.microsoft.com/office/drawing/2014/main" id="{9F3F08A9-D404-4B3E-9B88-42123C4DC14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8" name="직선 연결선 3617">
              <a:extLst>
                <a:ext uri="{FF2B5EF4-FFF2-40B4-BE49-F238E27FC236}">
                  <a16:creationId xmlns:a16="http://schemas.microsoft.com/office/drawing/2014/main" id="{50CF7551-2FBA-40F7-A3FE-7D1217E7A39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9" name="직선 연결선 3618">
              <a:extLst>
                <a:ext uri="{FF2B5EF4-FFF2-40B4-BE49-F238E27FC236}">
                  <a16:creationId xmlns:a16="http://schemas.microsoft.com/office/drawing/2014/main" id="{5FCA14B1-D016-4D77-B2B1-FB4EF447827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0" name="직선 연결선 3619">
              <a:extLst>
                <a:ext uri="{FF2B5EF4-FFF2-40B4-BE49-F238E27FC236}">
                  <a16:creationId xmlns:a16="http://schemas.microsoft.com/office/drawing/2014/main" id="{68A16735-C82B-42C5-8D5D-16E178C59AE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직선 연결선 3620">
              <a:extLst>
                <a:ext uri="{FF2B5EF4-FFF2-40B4-BE49-F238E27FC236}">
                  <a16:creationId xmlns:a16="http://schemas.microsoft.com/office/drawing/2014/main" id="{FDBD16CD-1824-4B6A-A752-238D24611E6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2" name="직선 연결선 3621">
              <a:extLst>
                <a:ext uri="{FF2B5EF4-FFF2-40B4-BE49-F238E27FC236}">
                  <a16:creationId xmlns:a16="http://schemas.microsoft.com/office/drawing/2014/main" id="{6CC5E22A-11B7-4295-B7E4-C688BAE5B2E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3" name="직선 연결선 3622">
              <a:extLst>
                <a:ext uri="{FF2B5EF4-FFF2-40B4-BE49-F238E27FC236}">
                  <a16:creationId xmlns:a16="http://schemas.microsoft.com/office/drawing/2014/main" id="{D87B111C-1B3C-4F0C-9969-9CAE97D8D86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4" name="직선 연결선 3623">
              <a:extLst>
                <a:ext uri="{FF2B5EF4-FFF2-40B4-BE49-F238E27FC236}">
                  <a16:creationId xmlns:a16="http://schemas.microsoft.com/office/drawing/2014/main" id="{C55BF54C-B465-488A-B814-CBCB3782BAF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5" name="직선 연결선 3624">
              <a:extLst>
                <a:ext uri="{FF2B5EF4-FFF2-40B4-BE49-F238E27FC236}">
                  <a16:creationId xmlns:a16="http://schemas.microsoft.com/office/drawing/2014/main" id="{5878BFD3-D8F6-4687-BC14-30A0EFD45A3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6" name="직선 연결선 3625">
              <a:extLst>
                <a:ext uri="{FF2B5EF4-FFF2-40B4-BE49-F238E27FC236}">
                  <a16:creationId xmlns:a16="http://schemas.microsoft.com/office/drawing/2014/main" id="{07638FFC-6126-49B1-9237-6A94C079338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7" name="직선 연결선 3626">
              <a:extLst>
                <a:ext uri="{FF2B5EF4-FFF2-40B4-BE49-F238E27FC236}">
                  <a16:creationId xmlns:a16="http://schemas.microsoft.com/office/drawing/2014/main" id="{ED76B989-E32B-467E-AD5D-B4142F36699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직선 연결선 3627">
              <a:extLst>
                <a:ext uri="{FF2B5EF4-FFF2-40B4-BE49-F238E27FC236}">
                  <a16:creationId xmlns:a16="http://schemas.microsoft.com/office/drawing/2014/main" id="{284680F4-4853-4420-921F-8C059BF3EB3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직선 연결선 3628">
              <a:extLst>
                <a:ext uri="{FF2B5EF4-FFF2-40B4-BE49-F238E27FC236}">
                  <a16:creationId xmlns:a16="http://schemas.microsoft.com/office/drawing/2014/main" id="{6B0A1542-3661-457D-8A36-9208D01F248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직선 연결선 3629">
              <a:extLst>
                <a:ext uri="{FF2B5EF4-FFF2-40B4-BE49-F238E27FC236}">
                  <a16:creationId xmlns:a16="http://schemas.microsoft.com/office/drawing/2014/main" id="{A385842C-E6CC-46EA-8821-A0BD626AFA0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직선 연결선 3630">
              <a:extLst>
                <a:ext uri="{FF2B5EF4-FFF2-40B4-BE49-F238E27FC236}">
                  <a16:creationId xmlns:a16="http://schemas.microsoft.com/office/drawing/2014/main" id="{F965FE26-9A82-4465-8914-4F051D1E857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직선 연결선 3631">
              <a:extLst>
                <a:ext uri="{FF2B5EF4-FFF2-40B4-BE49-F238E27FC236}">
                  <a16:creationId xmlns:a16="http://schemas.microsoft.com/office/drawing/2014/main" id="{5A4495B3-CDF1-46B1-A987-13A95444B30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직선 연결선 3632">
              <a:extLst>
                <a:ext uri="{FF2B5EF4-FFF2-40B4-BE49-F238E27FC236}">
                  <a16:creationId xmlns:a16="http://schemas.microsoft.com/office/drawing/2014/main" id="{758979D0-5C1F-4BDB-B27A-4C48FB51716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직선 연결선 3633">
              <a:extLst>
                <a:ext uri="{FF2B5EF4-FFF2-40B4-BE49-F238E27FC236}">
                  <a16:creationId xmlns:a16="http://schemas.microsoft.com/office/drawing/2014/main" id="{BC6C5E88-AD49-4BA8-BAF4-DDA8BED77C7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직선 연결선 3634">
              <a:extLst>
                <a:ext uri="{FF2B5EF4-FFF2-40B4-BE49-F238E27FC236}">
                  <a16:creationId xmlns:a16="http://schemas.microsoft.com/office/drawing/2014/main" id="{B5CA433C-747B-41C7-9C34-97D86CD0E5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직선 연결선 3635">
              <a:extLst>
                <a:ext uri="{FF2B5EF4-FFF2-40B4-BE49-F238E27FC236}">
                  <a16:creationId xmlns:a16="http://schemas.microsoft.com/office/drawing/2014/main" id="{7DA2DCA6-86FF-44B2-8114-9867ACAF439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7" name="직선 연결선 3636">
              <a:extLst>
                <a:ext uri="{FF2B5EF4-FFF2-40B4-BE49-F238E27FC236}">
                  <a16:creationId xmlns:a16="http://schemas.microsoft.com/office/drawing/2014/main" id="{D52D32A6-8FB1-4088-8D89-DAFE15A3DAB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8" name="TextBox 3637">
              <a:extLst>
                <a:ext uri="{FF2B5EF4-FFF2-40B4-BE49-F238E27FC236}">
                  <a16:creationId xmlns:a16="http://schemas.microsoft.com/office/drawing/2014/main" id="{C817071A-AE1C-49F5-8235-4C77F1D00571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39" name="TextBox 3638">
              <a:extLst>
                <a:ext uri="{FF2B5EF4-FFF2-40B4-BE49-F238E27FC236}">
                  <a16:creationId xmlns:a16="http://schemas.microsoft.com/office/drawing/2014/main" id="{78FF29C0-A80F-45B7-AEDF-1573E222AEBC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0" name="TextBox 3639">
              <a:extLst>
                <a:ext uri="{FF2B5EF4-FFF2-40B4-BE49-F238E27FC236}">
                  <a16:creationId xmlns:a16="http://schemas.microsoft.com/office/drawing/2014/main" id="{9288F87B-AA77-4A91-A81D-673E80B13DCB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1" name="TextBox 3640">
              <a:extLst>
                <a:ext uri="{FF2B5EF4-FFF2-40B4-BE49-F238E27FC236}">
                  <a16:creationId xmlns:a16="http://schemas.microsoft.com/office/drawing/2014/main" id="{D2BBF37D-3E47-4AEB-A22E-98219C00F529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2" name="TextBox 3641">
              <a:extLst>
                <a:ext uri="{FF2B5EF4-FFF2-40B4-BE49-F238E27FC236}">
                  <a16:creationId xmlns:a16="http://schemas.microsoft.com/office/drawing/2014/main" id="{7B8C6511-E805-489F-8001-7934EA3AFD81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3" name="TextBox 3642">
              <a:extLst>
                <a:ext uri="{FF2B5EF4-FFF2-40B4-BE49-F238E27FC236}">
                  <a16:creationId xmlns:a16="http://schemas.microsoft.com/office/drawing/2014/main" id="{9035170E-5B1D-40DF-9AFE-DA2158679F60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4" name="TextBox 3643">
              <a:extLst>
                <a:ext uri="{FF2B5EF4-FFF2-40B4-BE49-F238E27FC236}">
                  <a16:creationId xmlns:a16="http://schemas.microsoft.com/office/drawing/2014/main" id="{CD03F06D-F29B-46E0-9751-F088A1ABF8E8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5" name="TextBox 3644">
              <a:extLst>
                <a:ext uri="{FF2B5EF4-FFF2-40B4-BE49-F238E27FC236}">
                  <a16:creationId xmlns:a16="http://schemas.microsoft.com/office/drawing/2014/main" id="{D89EA4B2-C743-406D-96B0-CAEA8F77A16C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6" name="TextBox 3645">
              <a:extLst>
                <a:ext uri="{FF2B5EF4-FFF2-40B4-BE49-F238E27FC236}">
                  <a16:creationId xmlns:a16="http://schemas.microsoft.com/office/drawing/2014/main" id="{863EAAEB-CECC-4D0E-9C1E-5AAD32CD0506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7" name="TextBox 3646">
              <a:extLst>
                <a:ext uri="{FF2B5EF4-FFF2-40B4-BE49-F238E27FC236}">
                  <a16:creationId xmlns:a16="http://schemas.microsoft.com/office/drawing/2014/main" id="{EE4F1F79-2746-4720-B0F0-B2F6549BA9C6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8" name="TextBox 3647">
              <a:extLst>
                <a:ext uri="{FF2B5EF4-FFF2-40B4-BE49-F238E27FC236}">
                  <a16:creationId xmlns:a16="http://schemas.microsoft.com/office/drawing/2014/main" id="{330AB637-0AA5-459E-9F7C-E36171A39196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9" name="TextBox 3648">
              <a:extLst>
                <a:ext uri="{FF2B5EF4-FFF2-40B4-BE49-F238E27FC236}">
                  <a16:creationId xmlns:a16="http://schemas.microsoft.com/office/drawing/2014/main" id="{3EB436CD-83CA-4AF9-B893-A25754EA500C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0" name="TextBox 3649">
              <a:extLst>
                <a:ext uri="{FF2B5EF4-FFF2-40B4-BE49-F238E27FC236}">
                  <a16:creationId xmlns:a16="http://schemas.microsoft.com/office/drawing/2014/main" id="{B597CD4D-B794-4975-B696-CEAA8589CF63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1" name="TextBox 3650">
              <a:extLst>
                <a:ext uri="{FF2B5EF4-FFF2-40B4-BE49-F238E27FC236}">
                  <a16:creationId xmlns:a16="http://schemas.microsoft.com/office/drawing/2014/main" id="{B35D2F78-A39C-472C-877C-77A33CD31BEE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2" name="TextBox 3651">
              <a:extLst>
                <a:ext uri="{FF2B5EF4-FFF2-40B4-BE49-F238E27FC236}">
                  <a16:creationId xmlns:a16="http://schemas.microsoft.com/office/drawing/2014/main" id="{9DA98390-ADDF-4864-8185-2F5FABACA7B6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3" name="TextBox 3652">
              <a:extLst>
                <a:ext uri="{FF2B5EF4-FFF2-40B4-BE49-F238E27FC236}">
                  <a16:creationId xmlns:a16="http://schemas.microsoft.com/office/drawing/2014/main" id="{737AE49C-CCBA-45E1-9750-2E1BE8018031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4" name="TextBox 3653">
              <a:extLst>
                <a:ext uri="{FF2B5EF4-FFF2-40B4-BE49-F238E27FC236}">
                  <a16:creationId xmlns:a16="http://schemas.microsoft.com/office/drawing/2014/main" id="{9286C41C-A52F-4681-B86C-A84C74CE45BD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5" name="TextBox 3654">
              <a:extLst>
                <a:ext uri="{FF2B5EF4-FFF2-40B4-BE49-F238E27FC236}">
                  <a16:creationId xmlns:a16="http://schemas.microsoft.com/office/drawing/2014/main" id="{81F07832-C761-45DA-8509-3DACF2D1B92F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6" name="TextBox 3655">
              <a:extLst>
                <a:ext uri="{FF2B5EF4-FFF2-40B4-BE49-F238E27FC236}">
                  <a16:creationId xmlns:a16="http://schemas.microsoft.com/office/drawing/2014/main" id="{306D1D32-C16C-4326-BE6A-05E772AD1DCB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7" name="TextBox 3656">
              <a:extLst>
                <a:ext uri="{FF2B5EF4-FFF2-40B4-BE49-F238E27FC236}">
                  <a16:creationId xmlns:a16="http://schemas.microsoft.com/office/drawing/2014/main" id="{291A0F7A-DC39-4E8E-9B35-B016D0B4C9E0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8" name="TextBox 3657">
              <a:extLst>
                <a:ext uri="{FF2B5EF4-FFF2-40B4-BE49-F238E27FC236}">
                  <a16:creationId xmlns:a16="http://schemas.microsoft.com/office/drawing/2014/main" id="{B2A4BC9D-5EFF-4C51-BE09-464C55B87E41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59" name="TextBox 3658">
              <a:extLst>
                <a:ext uri="{FF2B5EF4-FFF2-40B4-BE49-F238E27FC236}">
                  <a16:creationId xmlns:a16="http://schemas.microsoft.com/office/drawing/2014/main" id="{CBCC1B64-02F9-4311-BBF2-94FD4E5E8620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0" name="TextBox 3659">
              <a:extLst>
                <a:ext uri="{FF2B5EF4-FFF2-40B4-BE49-F238E27FC236}">
                  <a16:creationId xmlns:a16="http://schemas.microsoft.com/office/drawing/2014/main" id="{2D9D7360-C3FE-4AB2-B77B-2291564A7EC8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1" name="TextBox 3660">
              <a:extLst>
                <a:ext uri="{FF2B5EF4-FFF2-40B4-BE49-F238E27FC236}">
                  <a16:creationId xmlns:a16="http://schemas.microsoft.com/office/drawing/2014/main" id="{E99AC81C-4784-4FE5-A5E3-6DE26973A5D1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2" name="TextBox 3661">
              <a:extLst>
                <a:ext uri="{FF2B5EF4-FFF2-40B4-BE49-F238E27FC236}">
                  <a16:creationId xmlns:a16="http://schemas.microsoft.com/office/drawing/2014/main" id="{5E1F7669-EBBF-4E1F-9B94-90A8D21A7BF4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3" name="TextBox 3662">
              <a:extLst>
                <a:ext uri="{FF2B5EF4-FFF2-40B4-BE49-F238E27FC236}">
                  <a16:creationId xmlns:a16="http://schemas.microsoft.com/office/drawing/2014/main" id="{8149BA24-FBBA-4B1E-A3D3-B23C2D187819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4" name="TextBox 3663">
              <a:extLst>
                <a:ext uri="{FF2B5EF4-FFF2-40B4-BE49-F238E27FC236}">
                  <a16:creationId xmlns:a16="http://schemas.microsoft.com/office/drawing/2014/main" id="{6F5AB12B-4EBF-405C-A257-9690FB316D3C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5" name="TextBox 3664">
              <a:extLst>
                <a:ext uri="{FF2B5EF4-FFF2-40B4-BE49-F238E27FC236}">
                  <a16:creationId xmlns:a16="http://schemas.microsoft.com/office/drawing/2014/main" id="{91421B4E-1294-42B5-A3C8-5D280FE36ABB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6" name="TextBox 3665">
              <a:extLst>
                <a:ext uri="{FF2B5EF4-FFF2-40B4-BE49-F238E27FC236}">
                  <a16:creationId xmlns:a16="http://schemas.microsoft.com/office/drawing/2014/main" id="{C3B380D0-DF68-44F2-9B94-F3B686F1682C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7" name="TextBox 3666">
              <a:extLst>
                <a:ext uri="{FF2B5EF4-FFF2-40B4-BE49-F238E27FC236}">
                  <a16:creationId xmlns:a16="http://schemas.microsoft.com/office/drawing/2014/main" id="{E0CCB46D-F874-4B10-8D6C-9BD495438CD5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68" name="TextBox 3667">
              <a:extLst>
                <a:ext uri="{FF2B5EF4-FFF2-40B4-BE49-F238E27FC236}">
                  <a16:creationId xmlns:a16="http://schemas.microsoft.com/office/drawing/2014/main" id="{7BBBC6D3-8500-48B1-AE4C-71B59FC7DE4C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669" name="직선 연결선 3668">
              <a:extLst>
                <a:ext uri="{FF2B5EF4-FFF2-40B4-BE49-F238E27FC236}">
                  <a16:creationId xmlns:a16="http://schemas.microsoft.com/office/drawing/2014/main" id="{F7DE4315-D745-477A-9AD3-54398C591EF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33992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직선 연결선 3669">
              <a:extLst>
                <a:ext uri="{FF2B5EF4-FFF2-40B4-BE49-F238E27FC236}">
                  <a16:creationId xmlns:a16="http://schemas.microsoft.com/office/drawing/2014/main" id="{A39A71E5-89F1-481C-9B33-A5A0BAA4632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9279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직선 연결선 3670">
              <a:extLst>
                <a:ext uri="{FF2B5EF4-FFF2-40B4-BE49-F238E27FC236}">
                  <a16:creationId xmlns:a16="http://schemas.microsoft.com/office/drawing/2014/main" id="{BBEA3A76-FB56-4A61-BE7F-C3ABDE629DD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1120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직선 연결선 3671">
              <a:extLst>
                <a:ext uri="{FF2B5EF4-FFF2-40B4-BE49-F238E27FC236}">
                  <a16:creationId xmlns:a16="http://schemas.microsoft.com/office/drawing/2014/main" id="{3D671D62-A2CC-4084-A3D0-379B43B7521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4224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직선 연결선 3672">
              <a:extLst>
                <a:ext uri="{FF2B5EF4-FFF2-40B4-BE49-F238E27FC236}">
                  <a16:creationId xmlns:a16="http://schemas.microsoft.com/office/drawing/2014/main" id="{3612A867-C8F7-440D-A56A-60F33852EE8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5145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직선 연결선 3673">
              <a:extLst>
                <a:ext uri="{FF2B5EF4-FFF2-40B4-BE49-F238E27FC236}">
                  <a16:creationId xmlns:a16="http://schemas.microsoft.com/office/drawing/2014/main" id="{A97544F0-08AA-4222-9E89-3CDEA5ECDCE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직선 연결선 3674">
              <a:extLst>
                <a:ext uri="{FF2B5EF4-FFF2-40B4-BE49-F238E27FC236}">
                  <a16:creationId xmlns:a16="http://schemas.microsoft.com/office/drawing/2014/main" id="{ED521DBB-307B-4EFE-A9B7-87A51025846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6065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직선 연결선 3675">
              <a:extLst>
                <a:ext uri="{FF2B5EF4-FFF2-40B4-BE49-F238E27FC236}">
                  <a16:creationId xmlns:a16="http://schemas.microsoft.com/office/drawing/2014/main" id="{955F0CDA-A8AB-449B-8E6B-6AD8E2C224A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3647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직선 연결선 3676">
              <a:extLst>
                <a:ext uri="{FF2B5EF4-FFF2-40B4-BE49-F238E27FC236}">
                  <a16:creationId xmlns:a16="http://schemas.microsoft.com/office/drawing/2014/main" id="{9718E3D4-6203-4984-A4C7-77B73B95157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8015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직선 연결선 3677">
              <a:extLst>
                <a:ext uri="{FF2B5EF4-FFF2-40B4-BE49-F238E27FC236}">
                  <a16:creationId xmlns:a16="http://schemas.microsoft.com/office/drawing/2014/main" id="{0716440F-710B-446A-B456-781B55A6F68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2383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직선 연결선 3678">
              <a:extLst>
                <a:ext uri="{FF2B5EF4-FFF2-40B4-BE49-F238E27FC236}">
                  <a16:creationId xmlns:a16="http://schemas.microsoft.com/office/drawing/2014/main" id="{8AB19696-39A5-4181-85D8-221910989D4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6752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직선 연결선 3679">
              <a:extLst>
                <a:ext uri="{FF2B5EF4-FFF2-40B4-BE49-F238E27FC236}">
                  <a16:creationId xmlns:a16="http://schemas.microsoft.com/office/drawing/2014/main" id="{69AD6CF9-4727-41F0-9C40-071AB55CDA6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5488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직선 연결선 3680">
              <a:extLst>
                <a:ext uri="{FF2B5EF4-FFF2-40B4-BE49-F238E27FC236}">
                  <a16:creationId xmlns:a16="http://schemas.microsoft.com/office/drawing/2014/main" id="{8A2F82F0-4630-4A64-BB28-59CFD0360E5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7672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직선 연결선 3681">
              <a:extLst>
                <a:ext uri="{FF2B5EF4-FFF2-40B4-BE49-F238E27FC236}">
                  <a16:creationId xmlns:a16="http://schemas.microsoft.com/office/drawing/2014/main" id="{5AEDC9D7-106C-4258-97F8-DF4F574F2AE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9856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직선 연결선 3682">
              <a:extLst>
                <a:ext uri="{FF2B5EF4-FFF2-40B4-BE49-F238E27FC236}">
                  <a16:creationId xmlns:a16="http://schemas.microsoft.com/office/drawing/2014/main" id="{B3F9C8B2-00D0-48E4-B854-9AF9B6C370E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2040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직선 연결선 3683">
              <a:extLst>
                <a:ext uri="{FF2B5EF4-FFF2-40B4-BE49-F238E27FC236}">
                  <a16:creationId xmlns:a16="http://schemas.microsoft.com/office/drawing/2014/main" id="{359CF58D-BD96-444F-97E5-E49D84C03C5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6408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직선 연결선 3684">
              <a:extLst>
                <a:ext uri="{FF2B5EF4-FFF2-40B4-BE49-F238E27FC236}">
                  <a16:creationId xmlns:a16="http://schemas.microsoft.com/office/drawing/2014/main" id="{370B0A09-72CA-4CBC-BA8E-8E3D9DEE6D3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8593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직선 연결선 3685">
              <a:extLst>
                <a:ext uri="{FF2B5EF4-FFF2-40B4-BE49-F238E27FC236}">
                  <a16:creationId xmlns:a16="http://schemas.microsoft.com/office/drawing/2014/main" id="{E7F748A7-E2FB-4DA1-8ED8-5FADA7C3F76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0777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직선 연결선 3686">
              <a:extLst>
                <a:ext uri="{FF2B5EF4-FFF2-40B4-BE49-F238E27FC236}">
                  <a16:creationId xmlns:a16="http://schemas.microsoft.com/office/drawing/2014/main" id="{3CE382EE-DEBD-4FBF-8BFD-843F46865DA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2961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직선 연결선 3687">
              <a:extLst>
                <a:ext uri="{FF2B5EF4-FFF2-40B4-BE49-F238E27FC236}">
                  <a16:creationId xmlns:a16="http://schemas.microsoft.com/office/drawing/2014/main" id="{321A23A9-3693-4A07-9016-8BDC6B08C25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7329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직선 연결선 3688">
              <a:extLst>
                <a:ext uri="{FF2B5EF4-FFF2-40B4-BE49-F238E27FC236}">
                  <a16:creationId xmlns:a16="http://schemas.microsoft.com/office/drawing/2014/main" id="{D2DCDD21-013A-467E-9BEB-DD507B04CE3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9513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직선 연결선 3689">
              <a:extLst>
                <a:ext uri="{FF2B5EF4-FFF2-40B4-BE49-F238E27FC236}">
                  <a16:creationId xmlns:a16="http://schemas.microsoft.com/office/drawing/2014/main" id="{2A86B065-AA30-4939-B754-302069751E1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1697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직선 연결선 3690">
              <a:extLst>
                <a:ext uri="{FF2B5EF4-FFF2-40B4-BE49-F238E27FC236}">
                  <a16:creationId xmlns:a16="http://schemas.microsoft.com/office/drawing/2014/main" id="{20E453CE-8E5E-4475-BC91-999B92446E0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0434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직선 연결선 3691">
              <a:extLst>
                <a:ext uri="{FF2B5EF4-FFF2-40B4-BE49-F238E27FC236}">
                  <a16:creationId xmlns:a16="http://schemas.microsoft.com/office/drawing/2014/main" id="{2D269494-8B20-4BCD-B139-FEE74E3892A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3881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직선 연결선 3692">
              <a:extLst>
                <a:ext uri="{FF2B5EF4-FFF2-40B4-BE49-F238E27FC236}">
                  <a16:creationId xmlns:a16="http://schemas.microsoft.com/office/drawing/2014/main" id="{2ECD9F8F-EB99-4986-AA2F-196EA12C36D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8249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직선 연결선 3693">
              <a:extLst>
                <a:ext uri="{FF2B5EF4-FFF2-40B4-BE49-F238E27FC236}">
                  <a16:creationId xmlns:a16="http://schemas.microsoft.com/office/drawing/2014/main" id="{D0665B0B-DC30-4950-B200-82E51D39AD9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261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직선 연결선 3694">
              <a:extLst>
                <a:ext uri="{FF2B5EF4-FFF2-40B4-BE49-F238E27FC236}">
                  <a16:creationId xmlns:a16="http://schemas.microsoft.com/office/drawing/2014/main" id="{CE4D193B-2703-4705-88A1-1A99B927684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직선 연결선 3695">
              <a:extLst>
                <a:ext uri="{FF2B5EF4-FFF2-40B4-BE49-F238E27FC236}">
                  <a16:creationId xmlns:a16="http://schemas.microsoft.com/office/drawing/2014/main" id="{9C859495-13C0-4855-9164-AEC2ACF80CF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1463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직선 연결선 3696">
              <a:extLst>
                <a:ext uri="{FF2B5EF4-FFF2-40B4-BE49-F238E27FC236}">
                  <a16:creationId xmlns:a16="http://schemas.microsoft.com/office/drawing/2014/main" id="{DB1D354A-14E1-455A-92AF-5FE999B2713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3304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직선 연결선 3697">
              <a:extLst>
                <a:ext uri="{FF2B5EF4-FFF2-40B4-BE49-F238E27FC236}">
                  <a16:creationId xmlns:a16="http://schemas.microsoft.com/office/drawing/2014/main" id="{74E96864-84D7-471A-8834-DB72B09F714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5831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직선 연결선 3698">
              <a:extLst>
                <a:ext uri="{FF2B5EF4-FFF2-40B4-BE49-F238E27FC236}">
                  <a16:creationId xmlns:a16="http://schemas.microsoft.com/office/drawing/2014/main" id="{69179AD3-63DB-4DC5-97B5-2C577BD9684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0199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직선 연결선 3699">
              <a:extLst>
                <a:ext uri="{FF2B5EF4-FFF2-40B4-BE49-F238E27FC236}">
                  <a16:creationId xmlns:a16="http://schemas.microsoft.com/office/drawing/2014/main" id="{8E1F08DB-3A18-4C59-95A8-73CC15E75DC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4567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직선 연결선 3700">
              <a:extLst>
                <a:ext uri="{FF2B5EF4-FFF2-40B4-BE49-F238E27FC236}">
                  <a16:creationId xmlns:a16="http://schemas.microsoft.com/office/drawing/2014/main" id="{E88F47BE-F835-4A7C-88A5-20621CE2DE1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8936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2" name="TextBox 3701">
              <a:extLst>
                <a:ext uri="{FF2B5EF4-FFF2-40B4-BE49-F238E27FC236}">
                  <a16:creationId xmlns:a16="http://schemas.microsoft.com/office/drawing/2014/main" id="{F55C586C-251F-4F31-B1E6-ED3F7DB5F786}"/>
                </a:ext>
              </a:extLst>
            </p:cNvPr>
            <p:cNvSpPr txBox="1"/>
            <p:nvPr/>
          </p:nvSpPr>
          <p:spPr>
            <a:xfrm>
              <a:off x="1066826" y="556416"/>
              <a:ext cx="409574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Oct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703" name="직선 연결선 3702">
              <a:extLst>
                <a:ext uri="{FF2B5EF4-FFF2-40B4-BE49-F238E27FC236}">
                  <a16:creationId xmlns:a16="http://schemas.microsoft.com/office/drawing/2014/main" id="{6BF4102A-5EF2-4D08-AC58-77B7B11E27C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33992"/>
              <a:ext cx="165104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직선 연결선 3703">
              <a:extLst>
                <a:ext uri="{FF2B5EF4-FFF2-40B4-BE49-F238E27FC236}">
                  <a16:creationId xmlns:a16="http://schemas.microsoft.com/office/drawing/2014/main" id="{317FEADE-98E7-4DBD-B960-026E07546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92793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직선 연결선 3704">
              <a:extLst>
                <a:ext uri="{FF2B5EF4-FFF2-40B4-BE49-F238E27FC236}">
                  <a16:creationId xmlns:a16="http://schemas.microsoft.com/office/drawing/2014/main" id="{851FEA11-C792-4E82-97B5-2535FB2B6EA1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311205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직선 연결선 3705">
              <a:extLst>
                <a:ext uri="{FF2B5EF4-FFF2-40B4-BE49-F238E27FC236}">
                  <a16:creationId xmlns:a16="http://schemas.microsoft.com/office/drawing/2014/main" id="{BC0052C9-C455-42DC-83BD-C48E57BC09FA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442252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직선 연결선 3706">
              <a:extLst>
                <a:ext uri="{FF2B5EF4-FFF2-40B4-BE49-F238E27FC236}">
                  <a16:creationId xmlns:a16="http://schemas.microsoft.com/office/drawing/2014/main" id="{257FF4FE-4978-48F5-90E6-1E28EDFE6391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51458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직선 연결선 3707">
              <a:extLst>
                <a:ext uri="{FF2B5EF4-FFF2-40B4-BE49-F238E27FC236}">
                  <a16:creationId xmlns:a16="http://schemas.microsoft.com/office/drawing/2014/main" id="{58C90E65-23E8-458F-A5CC-D82C0E84B09A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7480258"/>
              <a:ext cx="165104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직선 연결선 3708">
              <a:extLst>
                <a:ext uri="{FF2B5EF4-FFF2-40B4-BE49-F238E27FC236}">
                  <a16:creationId xmlns:a16="http://schemas.microsoft.com/office/drawing/2014/main" id="{BEC2CCE0-5069-4C0E-9FC9-8DEED7121007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660664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직선 연결선 3709">
              <a:extLst>
                <a:ext uri="{FF2B5EF4-FFF2-40B4-BE49-F238E27FC236}">
                  <a16:creationId xmlns:a16="http://schemas.microsoft.com/office/drawing/2014/main" id="{0A8623D9-2649-4317-863F-70BDAAF02F97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136475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직선 연결선 3710">
              <a:extLst>
                <a:ext uri="{FF2B5EF4-FFF2-40B4-BE49-F238E27FC236}">
                  <a16:creationId xmlns:a16="http://schemas.microsoft.com/office/drawing/2014/main" id="{72BF43CD-D93D-4172-8F32-90867EF4247A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1801578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직선 연결선 3711">
              <a:extLst>
                <a:ext uri="{FF2B5EF4-FFF2-40B4-BE49-F238E27FC236}">
                  <a16:creationId xmlns:a16="http://schemas.microsoft.com/office/drawing/2014/main" id="{ED40889B-A29A-456F-BF2E-D9CBD8ADE8EC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223840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직선 연결선 3712">
              <a:extLst>
                <a:ext uri="{FF2B5EF4-FFF2-40B4-BE49-F238E27FC236}">
                  <a16:creationId xmlns:a16="http://schemas.microsoft.com/office/drawing/2014/main" id="{C3776383-F197-4E36-88A8-26DAB779A007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267522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직선 연결선 3713">
              <a:extLst>
                <a:ext uri="{FF2B5EF4-FFF2-40B4-BE49-F238E27FC236}">
                  <a16:creationId xmlns:a16="http://schemas.microsoft.com/office/drawing/2014/main" id="{8B74F90C-DD56-4AD5-A48D-156916FCB71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354887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직선 연결선 3714">
              <a:extLst>
                <a:ext uri="{FF2B5EF4-FFF2-40B4-BE49-F238E27FC236}">
                  <a16:creationId xmlns:a16="http://schemas.microsoft.com/office/drawing/2014/main" id="{5E491323-25A9-4CE9-A63B-D853070E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376728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직선 연결선 3715">
              <a:extLst>
                <a:ext uri="{FF2B5EF4-FFF2-40B4-BE49-F238E27FC236}">
                  <a16:creationId xmlns:a16="http://schemas.microsoft.com/office/drawing/2014/main" id="{FB9D4E6C-3026-48AA-AF10-33635B435487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3985698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직선 연결선 3716">
              <a:extLst>
                <a:ext uri="{FF2B5EF4-FFF2-40B4-BE49-F238E27FC236}">
                  <a16:creationId xmlns:a16="http://schemas.microsoft.com/office/drawing/2014/main" id="{400862DF-1493-4F3E-928E-E81A888501A0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420411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직선 연결선 3717">
              <a:extLst>
                <a:ext uri="{FF2B5EF4-FFF2-40B4-BE49-F238E27FC236}">
                  <a16:creationId xmlns:a16="http://schemas.microsoft.com/office/drawing/2014/main" id="{731528C6-3F9F-4F5A-A7AF-A9551F24C25A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464093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직선 연결선 3718">
              <a:extLst>
                <a:ext uri="{FF2B5EF4-FFF2-40B4-BE49-F238E27FC236}">
                  <a16:creationId xmlns:a16="http://schemas.microsoft.com/office/drawing/2014/main" id="{00CE5185-D52F-40AB-8DA3-3E7A08B41A40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485934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직선 연결선 3719">
              <a:extLst>
                <a:ext uri="{FF2B5EF4-FFF2-40B4-BE49-F238E27FC236}">
                  <a16:creationId xmlns:a16="http://schemas.microsoft.com/office/drawing/2014/main" id="{B248D2EC-DF56-4052-B175-DAC49E4D0F9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077758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직선 연결선 3720">
              <a:extLst>
                <a:ext uri="{FF2B5EF4-FFF2-40B4-BE49-F238E27FC236}">
                  <a16:creationId xmlns:a16="http://schemas.microsoft.com/office/drawing/2014/main" id="{F8619EAF-FE17-4345-8F85-EFBC31BBE693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29617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직선 연결선 3721">
              <a:extLst>
                <a:ext uri="{FF2B5EF4-FFF2-40B4-BE49-F238E27FC236}">
                  <a16:creationId xmlns:a16="http://schemas.microsoft.com/office/drawing/2014/main" id="{DE2285E3-6A49-442B-A2F1-F9C3C0CEF82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73299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직선 연결선 3722">
              <a:extLst>
                <a:ext uri="{FF2B5EF4-FFF2-40B4-BE49-F238E27FC236}">
                  <a16:creationId xmlns:a16="http://schemas.microsoft.com/office/drawing/2014/main" id="{9F423537-8860-447E-931F-570C79BBF289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595140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직선 연결선 3723">
              <a:extLst>
                <a:ext uri="{FF2B5EF4-FFF2-40B4-BE49-F238E27FC236}">
                  <a16:creationId xmlns:a16="http://schemas.microsoft.com/office/drawing/2014/main" id="{F9CD3130-9EE3-432C-9B34-30A80D9B9E4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6169818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직선 연결선 3724">
              <a:extLst>
                <a:ext uri="{FF2B5EF4-FFF2-40B4-BE49-F238E27FC236}">
                  <a16:creationId xmlns:a16="http://schemas.microsoft.com/office/drawing/2014/main" id="{732FBD51-E4DF-41CB-A55A-C986B3673DF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704346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직선 연결선 3725">
              <a:extLst>
                <a:ext uri="{FF2B5EF4-FFF2-40B4-BE49-F238E27FC236}">
                  <a16:creationId xmlns:a16="http://schemas.microsoft.com/office/drawing/2014/main" id="{774C2144-B113-438C-97A3-28BF3961D984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638823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직선 연결선 3726">
              <a:extLst>
                <a:ext uri="{FF2B5EF4-FFF2-40B4-BE49-F238E27FC236}">
                  <a16:creationId xmlns:a16="http://schemas.microsoft.com/office/drawing/2014/main" id="{3D7DD1E9-0AA7-439B-B72D-B37AD80E86A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682505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직선 연결선 3727">
              <a:extLst>
                <a:ext uri="{FF2B5EF4-FFF2-40B4-BE49-F238E27FC236}">
                  <a16:creationId xmlns:a16="http://schemas.microsoft.com/office/drawing/2014/main" id="{85FEAB01-0DE7-4795-8490-F96D3832A779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7261853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직선 연결선 3728">
              <a:extLst>
                <a:ext uri="{FF2B5EF4-FFF2-40B4-BE49-F238E27FC236}">
                  <a16:creationId xmlns:a16="http://schemas.microsoft.com/office/drawing/2014/main" id="{50E1A521-7763-4F47-901D-CA12EEEA9A83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709518"/>
              <a:ext cx="165104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직선 연결선 3729">
              <a:extLst>
                <a:ext uri="{FF2B5EF4-FFF2-40B4-BE49-F238E27FC236}">
                  <a16:creationId xmlns:a16="http://schemas.microsoft.com/office/drawing/2014/main" id="{13E27C85-38CE-4904-9CDB-68004844AAF4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114634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직선 연결선 3730">
              <a:extLst>
                <a:ext uri="{FF2B5EF4-FFF2-40B4-BE49-F238E27FC236}">
                  <a16:creationId xmlns:a16="http://schemas.microsoft.com/office/drawing/2014/main" id="{1A7C35D9-FE81-4FD4-A47E-3A58C261E64C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3330462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직선 연결선 3731">
              <a:extLst>
                <a:ext uri="{FF2B5EF4-FFF2-40B4-BE49-F238E27FC236}">
                  <a16:creationId xmlns:a16="http://schemas.microsoft.com/office/drawing/2014/main" id="{95F31847-8A39-4AED-8956-9EF1046C7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1583166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직선 연결선 3732">
              <a:extLst>
                <a:ext uri="{FF2B5EF4-FFF2-40B4-BE49-F238E27FC236}">
                  <a16:creationId xmlns:a16="http://schemas.microsoft.com/office/drawing/2014/main" id="{C131121B-8F7D-4E4E-925D-A80241B804DF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2019990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직선 연결선 3733">
              <a:extLst>
                <a:ext uri="{FF2B5EF4-FFF2-40B4-BE49-F238E27FC236}">
                  <a16:creationId xmlns:a16="http://schemas.microsoft.com/office/drawing/2014/main" id="{2950B9F4-E302-4898-8132-8DB6983F4E1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2456814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직선 연결선 3734">
              <a:extLst>
                <a:ext uri="{FF2B5EF4-FFF2-40B4-BE49-F238E27FC236}">
                  <a16:creationId xmlns:a16="http://schemas.microsoft.com/office/drawing/2014/main" id="{9555D641-8AAB-459B-B9D9-A8E8C4BBFC5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378" y="2893638"/>
              <a:ext cx="165104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6" name="TextBox 3735">
              <a:extLst>
                <a:ext uri="{FF2B5EF4-FFF2-40B4-BE49-F238E27FC236}">
                  <a16:creationId xmlns:a16="http://schemas.microsoft.com/office/drawing/2014/main" id="{1C474DD0-1AD4-4303-850D-B2A1B0CCF8C9}"/>
                </a:ext>
              </a:extLst>
            </p:cNvPr>
            <p:cNvSpPr txBox="1"/>
            <p:nvPr/>
          </p:nvSpPr>
          <p:spPr>
            <a:xfrm>
              <a:off x="2767589" y="556416"/>
              <a:ext cx="61062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Nov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737" name="직선 연결선 3736">
              <a:extLst>
                <a:ext uri="{FF2B5EF4-FFF2-40B4-BE49-F238E27FC236}">
                  <a16:creationId xmlns:a16="http://schemas.microsoft.com/office/drawing/2014/main" id="{4801B1B7-FE6A-4E7E-AD36-C13032DBFDE8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33992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직선 연결선 3737">
              <a:extLst>
                <a:ext uri="{FF2B5EF4-FFF2-40B4-BE49-F238E27FC236}">
                  <a16:creationId xmlns:a16="http://schemas.microsoft.com/office/drawing/2014/main" id="{45A251B0-E9EF-4D1E-8264-36B280512776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9279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직선 연결선 3738">
              <a:extLst>
                <a:ext uri="{FF2B5EF4-FFF2-40B4-BE49-F238E27FC236}">
                  <a16:creationId xmlns:a16="http://schemas.microsoft.com/office/drawing/2014/main" id="{6162928F-BCDA-431C-BDFA-C27778DE46AF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31120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직선 연결선 3739">
              <a:extLst>
                <a:ext uri="{FF2B5EF4-FFF2-40B4-BE49-F238E27FC236}">
                  <a16:creationId xmlns:a16="http://schemas.microsoft.com/office/drawing/2014/main" id="{84ACC1A2-BF95-4DE7-9C87-C94CA52F1744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44224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직선 연결선 3740">
              <a:extLst>
                <a:ext uri="{FF2B5EF4-FFF2-40B4-BE49-F238E27FC236}">
                  <a16:creationId xmlns:a16="http://schemas.microsoft.com/office/drawing/2014/main" id="{C7E81443-46D2-49F7-81A0-C43FF8844B09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5145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직선 연결선 3741">
              <a:extLst>
                <a:ext uri="{FF2B5EF4-FFF2-40B4-BE49-F238E27FC236}">
                  <a16:creationId xmlns:a16="http://schemas.microsoft.com/office/drawing/2014/main" id="{0CE699E5-900E-4F0E-AA28-C37B5166556F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직선 연결선 3742">
              <a:extLst>
                <a:ext uri="{FF2B5EF4-FFF2-40B4-BE49-F238E27FC236}">
                  <a16:creationId xmlns:a16="http://schemas.microsoft.com/office/drawing/2014/main" id="{6DAB87AD-8117-4F45-BBD1-37FDC61EB108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66065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직선 연결선 3743">
              <a:extLst>
                <a:ext uri="{FF2B5EF4-FFF2-40B4-BE49-F238E27FC236}">
                  <a16:creationId xmlns:a16="http://schemas.microsoft.com/office/drawing/2014/main" id="{CA997CD0-9AD5-4B08-A2BF-B9D7221D5295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13647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직선 연결선 3744">
              <a:extLst>
                <a:ext uri="{FF2B5EF4-FFF2-40B4-BE49-F238E27FC236}">
                  <a16:creationId xmlns:a16="http://schemas.microsoft.com/office/drawing/2014/main" id="{98D6819E-B8B3-4EFF-9390-4D13D8546BB9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18015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직선 연결선 3745">
              <a:extLst>
                <a:ext uri="{FF2B5EF4-FFF2-40B4-BE49-F238E27FC236}">
                  <a16:creationId xmlns:a16="http://schemas.microsoft.com/office/drawing/2014/main" id="{28A730BA-8055-491A-8F0D-FFADF86A88EB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22383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직선 연결선 3746">
              <a:extLst>
                <a:ext uri="{FF2B5EF4-FFF2-40B4-BE49-F238E27FC236}">
                  <a16:creationId xmlns:a16="http://schemas.microsoft.com/office/drawing/2014/main" id="{A38D1235-33FF-4223-828E-743371FA4261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26752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직선 연결선 3747">
              <a:extLst>
                <a:ext uri="{FF2B5EF4-FFF2-40B4-BE49-F238E27FC236}">
                  <a16:creationId xmlns:a16="http://schemas.microsoft.com/office/drawing/2014/main" id="{D7EDD790-1B22-4429-B8E2-2CA7280E764E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35488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직선 연결선 3748">
              <a:extLst>
                <a:ext uri="{FF2B5EF4-FFF2-40B4-BE49-F238E27FC236}">
                  <a16:creationId xmlns:a16="http://schemas.microsoft.com/office/drawing/2014/main" id="{19980674-A6DA-4CDC-A511-3C7E40B4BD7D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37672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직선 연결선 3749">
              <a:extLst>
                <a:ext uri="{FF2B5EF4-FFF2-40B4-BE49-F238E27FC236}">
                  <a16:creationId xmlns:a16="http://schemas.microsoft.com/office/drawing/2014/main" id="{13BC8C10-FAE1-4EDB-87FB-79C11BC1AA6A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39856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직선 연결선 3750">
              <a:extLst>
                <a:ext uri="{FF2B5EF4-FFF2-40B4-BE49-F238E27FC236}">
                  <a16:creationId xmlns:a16="http://schemas.microsoft.com/office/drawing/2014/main" id="{94BA9AD3-741C-4B8F-9D12-3EE5F5F19A18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42040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직선 연결선 3751">
              <a:extLst>
                <a:ext uri="{FF2B5EF4-FFF2-40B4-BE49-F238E27FC236}">
                  <a16:creationId xmlns:a16="http://schemas.microsoft.com/office/drawing/2014/main" id="{B3BA974E-46CF-48D0-A4A3-41C88FB56F67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46408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직선 연결선 3752">
              <a:extLst>
                <a:ext uri="{FF2B5EF4-FFF2-40B4-BE49-F238E27FC236}">
                  <a16:creationId xmlns:a16="http://schemas.microsoft.com/office/drawing/2014/main" id="{B6AAA306-BC60-4256-A623-0F2092FE6A37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48593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직선 연결선 3753">
              <a:extLst>
                <a:ext uri="{FF2B5EF4-FFF2-40B4-BE49-F238E27FC236}">
                  <a16:creationId xmlns:a16="http://schemas.microsoft.com/office/drawing/2014/main" id="{D5E8E02A-4F59-49E4-9C4C-5DDE0807E1E7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0777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직선 연결선 3754">
              <a:extLst>
                <a:ext uri="{FF2B5EF4-FFF2-40B4-BE49-F238E27FC236}">
                  <a16:creationId xmlns:a16="http://schemas.microsoft.com/office/drawing/2014/main" id="{AF306039-E99C-40CB-A41B-0CC8F3D2A6FB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2961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직선 연결선 3755">
              <a:extLst>
                <a:ext uri="{FF2B5EF4-FFF2-40B4-BE49-F238E27FC236}">
                  <a16:creationId xmlns:a16="http://schemas.microsoft.com/office/drawing/2014/main" id="{AA5360C3-26EC-4F2C-ADAD-669DE34E5C44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7329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직선 연결선 3756">
              <a:extLst>
                <a:ext uri="{FF2B5EF4-FFF2-40B4-BE49-F238E27FC236}">
                  <a16:creationId xmlns:a16="http://schemas.microsoft.com/office/drawing/2014/main" id="{0F4CA1CB-3B59-44C1-97F6-10D161D05471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59513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직선 연결선 3757">
              <a:extLst>
                <a:ext uri="{FF2B5EF4-FFF2-40B4-BE49-F238E27FC236}">
                  <a16:creationId xmlns:a16="http://schemas.microsoft.com/office/drawing/2014/main" id="{6C07ED52-7BC7-4C7A-98CA-1AEE202613E7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61697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직선 연결선 3758">
              <a:extLst>
                <a:ext uri="{FF2B5EF4-FFF2-40B4-BE49-F238E27FC236}">
                  <a16:creationId xmlns:a16="http://schemas.microsoft.com/office/drawing/2014/main" id="{07FD70C2-9E47-403F-A8A2-125AB83C9CA9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70434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직선 연결선 3759">
              <a:extLst>
                <a:ext uri="{FF2B5EF4-FFF2-40B4-BE49-F238E27FC236}">
                  <a16:creationId xmlns:a16="http://schemas.microsoft.com/office/drawing/2014/main" id="{6B5D6169-FFF3-49D6-AD81-F4EF8424A0B4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63881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직선 연결선 3760">
              <a:extLst>
                <a:ext uri="{FF2B5EF4-FFF2-40B4-BE49-F238E27FC236}">
                  <a16:creationId xmlns:a16="http://schemas.microsoft.com/office/drawing/2014/main" id="{1B8CE6ED-D0C5-4A8C-ACD3-52181E332F11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68249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직선 연결선 3761">
              <a:extLst>
                <a:ext uri="{FF2B5EF4-FFF2-40B4-BE49-F238E27FC236}">
                  <a16:creationId xmlns:a16="http://schemas.microsoft.com/office/drawing/2014/main" id="{B219639F-44AB-4096-B903-A90BFC296953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7261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직선 연결선 3762">
              <a:extLst>
                <a:ext uri="{FF2B5EF4-FFF2-40B4-BE49-F238E27FC236}">
                  <a16:creationId xmlns:a16="http://schemas.microsoft.com/office/drawing/2014/main" id="{7419C263-FCE1-4583-B20B-66B0623040F3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직선 연결선 3763">
              <a:extLst>
                <a:ext uri="{FF2B5EF4-FFF2-40B4-BE49-F238E27FC236}">
                  <a16:creationId xmlns:a16="http://schemas.microsoft.com/office/drawing/2014/main" id="{440014B9-A2F2-4B80-A871-E97B16AE12F1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11463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직선 연결선 3764">
              <a:extLst>
                <a:ext uri="{FF2B5EF4-FFF2-40B4-BE49-F238E27FC236}">
                  <a16:creationId xmlns:a16="http://schemas.microsoft.com/office/drawing/2014/main" id="{40E66283-A93A-49E8-8B5B-A54B02449E3B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33304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직선 연결선 3765">
              <a:extLst>
                <a:ext uri="{FF2B5EF4-FFF2-40B4-BE49-F238E27FC236}">
                  <a16:creationId xmlns:a16="http://schemas.microsoft.com/office/drawing/2014/main" id="{3A3C3C9A-4591-47D6-AC2D-83CAB7C3634D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15831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직선 연결선 3766">
              <a:extLst>
                <a:ext uri="{FF2B5EF4-FFF2-40B4-BE49-F238E27FC236}">
                  <a16:creationId xmlns:a16="http://schemas.microsoft.com/office/drawing/2014/main" id="{01F77E0C-A9A5-4E7D-A5E1-7462FFC82CDD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20199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직선 연결선 3767">
              <a:extLst>
                <a:ext uri="{FF2B5EF4-FFF2-40B4-BE49-F238E27FC236}">
                  <a16:creationId xmlns:a16="http://schemas.microsoft.com/office/drawing/2014/main" id="{41120C98-A605-4428-B2FC-D5ACFFEE0DB0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24567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직선 연결선 3768">
              <a:extLst>
                <a:ext uri="{FF2B5EF4-FFF2-40B4-BE49-F238E27FC236}">
                  <a16:creationId xmlns:a16="http://schemas.microsoft.com/office/drawing/2014/main" id="{86465D97-B5C8-42F3-A8D7-54BF30049BE5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8" y="28936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0" name="TextBox 3769">
              <a:extLst>
                <a:ext uri="{FF2B5EF4-FFF2-40B4-BE49-F238E27FC236}">
                  <a16:creationId xmlns:a16="http://schemas.microsoft.com/office/drawing/2014/main" id="{553C3FF5-7149-47FC-A26F-61CA32B1432A}"/>
                </a:ext>
              </a:extLst>
            </p:cNvPr>
            <p:cNvSpPr txBox="1"/>
            <p:nvPr/>
          </p:nvSpPr>
          <p:spPr>
            <a:xfrm>
              <a:off x="4578489" y="556416"/>
              <a:ext cx="58151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Dec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71" name="TextBox 3770">
              <a:extLst>
                <a:ext uri="{FF2B5EF4-FFF2-40B4-BE49-F238E27FC236}">
                  <a16:creationId xmlns:a16="http://schemas.microsoft.com/office/drawing/2014/main" id="{12DF723E-DF24-435D-B041-9660C6B52A8C}"/>
                </a:ext>
              </a:extLst>
            </p:cNvPr>
            <p:cNvSpPr txBox="1"/>
            <p:nvPr/>
          </p:nvSpPr>
          <p:spPr>
            <a:xfrm>
              <a:off x="235493" y="109602"/>
              <a:ext cx="1603003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(4/4)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70" name="TextBox 185">
            <a:hlinkClick r:id="rId2"/>
            <a:extLst>
              <a:ext uri="{FF2B5EF4-FFF2-40B4-BE49-F238E27FC236}">
                <a16:creationId xmlns:a16="http://schemas.microsoft.com/office/drawing/2014/main" id="{1C0F0D18-EDC0-4ACE-9A58-2FCF0F7D1D4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86">
            <a:hlinkClick r:id="rId3"/>
            <a:extLst>
              <a:ext uri="{FF2B5EF4-FFF2-40B4-BE49-F238E27FC236}">
                <a16:creationId xmlns:a16="http://schemas.microsoft.com/office/drawing/2014/main" id="{261C4AA4-A916-47AD-8802-FB0CC77EC7DA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84">
            <a:hlinkClick r:id="rId4"/>
            <a:extLst>
              <a:ext uri="{FF2B5EF4-FFF2-40B4-BE49-F238E27FC236}">
                <a16:creationId xmlns:a16="http://schemas.microsoft.com/office/drawing/2014/main" id="{E4D83FFA-8120-4575-BE7A-9C4FF70ECF2A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47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78</cp:revision>
  <dcterms:created xsi:type="dcterms:W3CDTF">2021-10-29T04:43:38Z</dcterms:created>
  <dcterms:modified xsi:type="dcterms:W3CDTF">2021-12-19T08:49:47Z</dcterms:modified>
</cp:coreProperties>
</file>
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076950" cy="77644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6" userDrawn="1">
          <p15:clr>
            <a:srgbClr val="A4A3A4"/>
          </p15:clr>
        </p15:guide>
        <p15:guide id="2" pos="19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EA531"/>
    <a:srgbClr val="FF5050"/>
    <a:srgbClr val="597422"/>
    <a:srgbClr val="B8D779"/>
    <a:srgbClr val="EBF6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9" autoAdjust="0"/>
    <p:restoredTop sz="94660"/>
  </p:normalViewPr>
  <p:slideViewPr>
    <p:cSldViewPr snapToGrid="0" showGuides="1">
      <p:cViewPr varScale="1">
        <p:scale>
          <a:sx n="39" d="100"/>
          <a:sy n="39" d="100"/>
        </p:scale>
        <p:origin x="1674" y="30"/>
      </p:cViewPr>
      <p:guideLst>
        <p:guide orient="horz" pos="2446"/>
        <p:guide pos="191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5771" y="1270713"/>
            <a:ext cx="5165408" cy="2703183"/>
          </a:xfrm>
        </p:spPr>
        <p:txBody>
          <a:bodyPr anchor="b"/>
          <a:lstStyle>
            <a:lvl1pPr algn="ctr"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9619" y="4078141"/>
            <a:ext cx="4557713" cy="1874614"/>
          </a:xfrm>
        </p:spPr>
        <p:txBody>
          <a:bodyPr/>
          <a:lstStyle>
            <a:lvl1pPr marL="0" indent="0" algn="ctr">
              <a:buNone/>
              <a:defRPr sz="1595"/>
            </a:lvl1pPr>
            <a:lvl2pPr marL="303855" indent="0" algn="ctr">
              <a:buNone/>
              <a:defRPr sz="1329"/>
            </a:lvl2pPr>
            <a:lvl3pPr marL="607710" indent="0" algn="ctr">
              <a:buNone/>
              <a:defRPr sz="1196"/>
            </a:lvl3pPr>
            <a:lvl4pPr marL="911565" indent="0" algn="ctr">
              <a:buNone/>
              <a:defRPr sz="1063"/>
            </a:lvl4pPr>
            <a:lvl5pPr marL="1215420" indent="0" algn="ctr">
              <a:buNone/>
              <a:defRPr sz="1063"/>
            </a:lvl5pPr>
            <a:lvl6pPr marL="1519276" indent="0" algn="ctr">
              <a:buNone/>
              <a:defRPr sz="1063"/>
            </a:lvl6pPr>
            <a:lvl7pPr marL="1823131" indent="0" algn="ctr">
              <a:buNone/>
              <a:defRPr sz="1063"/>
            </a:lvl7pPr>
            <a:lvl8pPr marL="2126986" indent="0" algn="ctr">
              <a:buNone/>
              <a:defRPr sz="1063"/>
            </a:lvl8pPr>
            <a:lvl9pPr marL="2430841" indent="0" algn="ctr">
              <a:buNone/>
              <a:defRPr sz="1063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7252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2697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626" y="1935726"/>
            <a:ext cx="5241369" cy="3229800"/>
          </a:xfrm>
        </p:spPr>
        <p:txBody>
          <a:bodyPr anchor="b"/>
          <a:lstStyle>
            <a:lvl1pPr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4626" y="5196081"/>
            <a:ext cx="5241369" cy="1698476"/>
          </a:xfrm>
        </p:spPr>
        <p:txBody>
          <a:bodyPr/>
          <a:lstStyle>
            <a:lvl1pPr marL="0" indent="0">
              <a:buNone/>
              <a:defRPr sz="1595">
                <a:solidFill>
                  <a:schemeClr val="tx1"/>
                </a:solidFill>
              </a:defRPr>
            </a:lvl1pPr>
            <a:lvl2pPr marL="303855" indent="0">
              <a:buNone/>
              <a:defRPr sz="1329">
                <a:solidFill>
                  <a:schemeClr val="tx1">
                    <a:tint val="75000"/>
                  </a:schemeClr>
                </a:solidFill>
              </a:defRPr>
            </a:lvl2pPr>
            <a:lvl3pPr marL="607710" indent="0">
              <a:buNone/>
              <a:defRPr sz="1196">
                <a:solidFill>
                  <a:schemeClr val="tx1">
                    <a:tint val="75000"/>
                  </a:schemeClr>
                </a:solidFill>
              </a:defRPr>
            </a:lvl3pPr>
            <a:lvl4pPr marL="911565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4pPr>
            <a:lvl5pPr marL="1215420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5pPr>
            <a:lvl6pPr marL="151927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6pPr>
            <a:lvl7pPr marL="182313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7pPr>
            <a:lvl8pPr marL="212698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8pPr>
            <a:lvl9pPr marL="243084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6462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7790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76456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7604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413387"/>
            <a:ext cx="5241369" cy="1500771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8583" y="1903373"/>
            <a:ext cx="2570834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8583" y="2836186"/>
            <a:ext cx="2570834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76456" y="1903373"/>
            <a:ext cx="2583495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76456" y="2836186"/>
            <a:ext cx="2583495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7282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9011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7384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3495" y="1117941"/>
            <a:ext cx="3076456" cy="5517801"/>
          </a:xfrm>
        </p:spPr>
        <p:txBody>
          <a:bodyPr/>
          <a:lstStyle>
            <a:lvl1pPr>
              <a:defRPr sz="2127"/>
            </a:lvl1pPr>
            <a:lvl2pPr>
              <a:defRPr sz="1861"/>
            </a:lvl2pPr>
            <a:lvl3pPr>
              <a:defRPr sz="1595"/>
            </a:lvl3pPr>
            <a:lvl4pPr>
              <a:defRPr sz="1329"/>
            </a:lvl4pPr>
            <a:lvl5pPr>
              <a:defRPr sz="1329"/>
            </a:lvl5pPr>
            <a:lvl6pPr>
              <a:defRPr sz="1329"/>
            </a:lvl6pPr>
            <a:lvl7pPr>
              <a:defRPr sz="1329"/>
            </a:lvl7pPr>
            <a:lvl8pPr>
              <a:defRPr sz="1329"/>
            </a:lvl8pPr>
            <a:lvl9pPr>
              <a:defRPr sz="132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5214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3495" y="1117941"/>
            <a:ext cx="3076456" cy="5517801"/>
          </a:xfrm>
        </p:spPr>
        <p:txBody>
          <a:bodyPr anchor="t"/>
          <a:lstStyle>
            <a:lvl1pPr marL="0" indent="0">
              <a:buNone/>
              <a:defRPr sz="2127"/>
            </a:lvl1pPr>
            <a:lvl2pPr marL="303855" indent="0">
              <a:buNone/>
              <a:defRPr sz="1861"/>
            </a:lvl2pPr>
            <a:lvl3pPr marL="607710" indent="0">
              <a:buNone/>
              <a:defRPr sz="1595"/>
            </a:lvl3pPr>
            <a:lvl4pPr marL="911565" indent="0">
              <a:buNone/>
              <a:defRPr sz="1329"/>
            </a:lvl4pPr>
            <a:lvl5pPr marL="1215420" indent="0">
              <a:buNone/>
              <a:defRPr sz="1329"/>
            </a:lvl5pPr>
            <a:lvl6pPr marL="1519276" indent="0">
              <a:buNone/>
              <a:defRPr sz="1329"/>
            </a:lvl6pPr>
            <a:lvl7pPr marL="1823131" indent="0">
              <a:buNone/>
              <a:defRPr sz="1329"/>
            </a:lvl7pPr>
            <a:lvl8pPr marL="2126986" indent="0">
              <a:buNone/>
              <a:defRPr sz="1329"/>
            </a:lvl8pPr>
            <a:lvl9pPr marL="2430841" indent="0">
              <a:buNone/>
              <a:defRPr sz="1329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826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323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348818" y="413386"/>
            <a:ext cx="1310342" cy="658002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17791" y="413386"/>
            <a:ext cx="3855065" cy="658002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3793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7791" y="413387"/>
            <a:ext cx="5241369" cy="15007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7791" y="2066929"/>
            <a:ext cx="5241369" cy="4926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17790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12990" y="7196508"/>
            <a:ext cx="2050971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91846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5350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07710" rtl="0" eaLnBrk="1" latinLnBrk="1" hangingPunct="1">
        <a:lnSpc>
          <a:spcPct val="90000"/>
        </a:lnSpc>
        <a:spcBef>
          <a:spcPct val="0"/>
        </a:spcBef>
        <a:buNone/>
        <a:defRPr sz="292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1928" indent="-151928" algn="l" defTabSz="607710" rtl="0" eaLnBrk="1" latinLnBrk="1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1861" kern="1200">
          <a:solidFill>
            <a:schemeClr val="tx1"/>
          </a:solidFill>
          <a:latin typeface="+mn-lt"/>
          <a:ea typeface="+mn-ea"/>
          <a:cs typeface="+mn-cs"/>
        </a:defRPr>
      </a:lvl1pPr>
      <a:lvl2pPr marL="45578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595" kern="1200">
          <a:solidFill>
            <a:schemeClr val="tx1"/>
          </a:solidFill>
          <a:latin typeface="+mn-lt"/>
          <a:ea typeface="+mn-ea"/>
          <a:cs typeface="+mn-cs"/>
        </a:defRPr>
      </a:lvl2pPr>
      <a:lvl3pPr marL="75963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3pPr>
      <a:lvl4pPr marL="106349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36734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67120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97505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27891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582769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1pPr>
      <a:lvl2pPr marL="30385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2pPr>
      <a:lvl3pPr marL="60771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3pPr>
      <a:lvl4pPr marL="91156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21542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51927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82313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12698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43084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planners.tenone.biz/" TargetMode="External"/><Relationship Id="rId2" Type="http://schemas.openxmlformats.org/officeDocument/2006/relationships/hyperlink" Target="https://badak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tenone.biz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98" name="그룹 1797">
            <a:extLst>
              <a:ext uri="{FF2B5EF4-FFF2-40B4-BE49-F238E27FC236}">
                <a16:creationId xmlns:a16="http://schemas.microsoft.com/office/drawing/2014/main" id="{7D4C93F8-C293-49DA-AB08-83F3675E3BCA}"/>
              </a:ext>
            </a:extLst>
          </p:cNvPr>
          <p:cNvGrpSpPr/>
          <p:nvPr/>
        </p:nvGrpSpPr>
        <p:grpSpPr>
          <a:xfrm>
            <a:off x="302419" y="406241"/>
            <a:ext cx="5472112" cy="7075647"/>
            <a:chOff x="230188" y="406241"/>
            <a:chExt cx="5472112" cy="7075647"/>
          </a:xfrm>
        </p:grpSpPr>
        <p:cxnSp>
          <p:nvCxnSpPr>
            <p:cNvPr id="1799" name="직선 연결선 1798">
              <a:extLst>
                <a:ext uri="{FF2B5EF4-FFF2-40B4-BE49-F238E27FC236}">
                  <a16:creationId xmlns:a16="http://schemas.microsoft.com/office/drawing/2014/main" id="{A8912D90-03BE-4D19-BCAB-9C7C2A137A19}"/>
                </a:ext>
              </a:extLst>
            </p:cNvPr>
            <p:cNvCxnSpPr>
              <a:cxnSpLocks/>
            </p:cNvCxnSpPr>
            <p:nvPr/>
          </p:nvCxnSpPr>
          <p:spPr>
            <a:xfrm>
              <a:off x="230188" y="539498"/>
              <a:ext cx="5472112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0" name="직선 연결선 1799">
              <a:extLst>
                <a:ext uri="{FF2B5EF4-FFF2-40B4-BE49-F238E27FC236}">
                  <a16:creationId xmlns:a16="http://schemas.microsoft.com/office/drawing/2014/main" id="{A5729DBA-2AE4-4864-84A4-3CD5AE9D574F}"/>
                </a:ext>
              </a:extLst>
            </p:cNvPr>
            <p:cNvCxnSpPr>
              <a:cxnSpLocks/>
            </p:cNvCxnSpPr>
            <p:nvPr/>
          </p:nvCxnSpPr>
          <p:spPr>
            <a:xfrm>
              <a:off x="230188" y="749637"/>
              <a:ext cx="5472112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01" name="TextBox 1800">
              <a:extLst>
                <a:ext uri="{FF2B5EF4-FFF2-40B4-BE49-F238E27FC236}">
                  <a16:creationId xmlns:a16="http://schemas.microsoft.com/office/drawing/2014/main" id="{10C1E081-CB45-4537-A7A7-0727A2F491EF}"/>
                </a:ext>
              </a:extLst>
            </p:cNvPr>
            <p:cNvSpPr txBox="1"/>
            <p:nvPr/>
          </p:nvSpPr>
          <p:spPr>
            <a:xfrm>
              <a:off x="4217636" y="2216062"/>
              <a:ext cx="768453" cy="1306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84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Result</a:t>
              </a:r>
              <a:endParaRPr lang="ko-KR" altLang="en-US" sz="84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1802" name="TextBox 1801">
              <a:extLst>
                <a:ext uri="{FF2B5EF4-FFF2-40B4-BE49-F238E27FC236}">
                  <a16:creationId xmlns:a16="http://schemas.microsoft.com/office/drawing/2014/main" id="{EC4C0869-9F1E-4501-A4BE-0BB46E2F2A1B}"/>
                </a:ext>
              </a:extLst>
            </p:cNvPr>
            <p:cNvSpPr txBox="1"/>
            <p:nvPr/>
          </p:nvSpPr>
          <p:spPr>
            <a:xfrm>
              <a:off x="4404109" y="2475639"/>
              <a:ext cx="105798" cy="10451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10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1803" name="TextBox 1802">
              <a:extLst>
                <a:ext uri="{FF2B5EF4-FFF2-40B4-BE49-F238E27FC236}">
                  <a16:creationId xmlns:a16="http://schemas.microsoft.com/office/drawing/2014/main" id="{91BBC3EB-CB38-4DDC-8132-BA5D95149643}"/>
                </a:ext>
              </a:extLst>
            </p:cNvPr>
            <p:cNvSpPr txBox="1"/>
            <p:nvPr/>
          </p:nvSpPr>
          <p:spPr>
            <a:xfrm>
              <a:off x="4655734" y="2475639"/>
              <a:ext cx="105798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20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1804" name="TextBox 1803">
              <a:extLst>
                <a:ext uri="{FF2B5EF4-FFF2-40B4-BE49-F238E27FC236}">
                  <a16:creationId xmlns:a16="http://schemas.microsoft.com/office/drawing/2014/main" id="{BC0B93C0-2B1A-4A46-BB24-D98E6691ECAF}"/>
                </a:ext>
              </a:extLst>
            </p:cNvPr>
            <p:cNvSpPr txBox="1"/>
            <p:nvPr/>
          </p:nvSpPr>
          <p:spPr>
            <a:xfrm>
              <a:off x="4903382" y="2475639"/>
              <a:ext cx="105798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30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1805" name="TextBox 1804">
              <a:extLst>
                <a:ext uri="{FF2B5EF4-FFF2-40B4-BE49-F238E27FC236}">
                  <a16:creationId xmlns:a16="http://schemas.microsoft.com/office/drawing/2014/main" id="{F3A90BBF-D3C8-4641-ACDD-4E93545268E2}"/>
                </a:ext>
              </a:extLst>
            </p:cNvPr>
            <p:cNvSpPr txBox="1"/>
            <p:nvPr/>
          </p:nvSpPr>
          <p:spPr>
            <a:xfrm>
              <a:off x="5151824" y="2475639"/>
              <a:ext cx="105798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40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1806" name="TextBox 1805">
              <a:extLst>
                <a:ext uri="{FF2B5EF4-FFF2-40B4-BE49-F238E27FC236}">
                  <a16:creationId xmlns:a16="http://schemas.microsoft.com/office/drawing/2014/main" id="{F2341404-6ACA-4950-BB59-5F1C37BDE0F2}"/>
                </a:ext>
              </a:extLst>
            </p:cNvPr>
            <p:cNvSpPr txBox="1"/>
            <p:nvPr/>
          </p:nvSpPr>
          <p:spPr>
            <a:xfrm>
              <a:off x="5401240" y="2475639"/>
              <a:ext cx="105798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50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1807" name="TextBox 1806">
              <a:extLst>
                <a:ext uri="{FF2B5EF4-FFF2-40B4-BE49-F238E27FC236}">
                  <a16:creationId xmlns:a16="http://schemas.microsoft.com/office/drawing/2014/main" id="{1D5BCE22-F600-4F0D-8E80-864F0D706366}"/>
                </a:ext>
              </a:extLst>
            </p:cNvPr>
            <p:cNvSpPr txBox="1"/>
            <p:nvPr/>
          </p:nvSpPr>
          <p:spPr>
            <a:xfrm>
              <a:off x="4155668" y="2475639"/>
              <a:ext cx="105798" cy="10451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00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1808" name="TextBox 1807">
              <a:extLst>
                <a:ext uri="{FF2B5EF4-FFF2-40B4-BE49-F238E27FC236}">
                  <a16:creationId xmlns:a16="http://schemas.microsoft.com/office/drawing/2014/main" id="{A7E62D26-0DAD-49D3-AAF5-431A2FE205CD}"/>
                </a:ext>
              </a:extLst>
            </p:cNvPr>
            <p:cNvSpPr txBox="1"/>
            <p:nvPr/>
          </p:nvSpPr>
          <p:spPr>
            <a:xfrm>
              <a:off x="238891" y="2216062"/>
              <a:ext cx="651853" cy="1306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84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Task</a:t>
              </a:r>
              <a:endParaRPr lang="ko-KR" altLang="en-US" sz="84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1809" name="직사각형 1808">
              <a:extLst>
                <a:ext uri="{FF2B5EF4-FFF2-40B4-BE49-F238E27FC236}">
                  <a16:creationId xmlns:a16="http://schemas.microsoft.com/office/drawing/2014/main" id="{50BD6E0D-0114-4A06-9CDE-4B29D7A367BF}"/>
                </a:ext>
              </a:extLst>
            </p:cNvPr>
            <p:cNvSpPr/>
            <p:nvPr/>
          </p:nvSpPr>
          <p:spPr>
            <a:xfrm>
              <a:off x="2306638" y="2635353"/>
              <a:ext cx="122275" cy="122275"/>
            </a:xfrm>
            <a:prstGeom prst="rect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528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1810" name="직사각형 1809">
              <a:extLst>
                <a:ext uri="{FF2B5EF4-FFF2-40B4-BE49-F238E27FC236}">
                  <a16:creationId xmlns:a16="http://schemas.microsoft.com/office/drawing/2014/main" id="{0D7F18C5-00D2-4E27-9C7A-404CC2306E85}"/>
                </a:ext>
              </a:extLst>
            </p:cNvPr>
            <p:cNvSpPr/>
            <p:nvPr/>
          </p:nvSpPr>
          <p:spPr>
            <a:xfrm>
              <a:off x="2306638" y="2868783"/>
              <a:ext cx="122275" cy="122275"/>
            </a:xfrm>
            <a:prstGeom prst="rect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528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1811" name="직사각형 1810">
              <a:extLst>
                <a:ext uri="{FF2B5EF4-FFF2-40B4-BE49-F238E27FC236}">
                  <a16:creationId xmlns:a16="http://schemas.microsoft.com/office/drawing/2014/main" id="{6AB0CF84-DE04-4FA6-90D5-A4FCC1687C55}"/>
                </a:ext>
              </a:extLst>
            </p:cNvPr>
            <p:cNvSpPr/>
            <p:nvPr/>
          </p:nvSpPr>
          <p:spPr>
            <a:xfrm>
              <a:off x="2306638" y="3102213"/>
              <a:ext cx="122275" cy="122275"/>
            </a:xfrm>
            <a:prstGeom prst="rect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528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1812" name="직사각형 1811">
              <a:extLst>
                <a:ext uri="{FF2B5EF4-FFF2-40B4-BE49-F238E27FC236}">
                  <a16:creationId xmlns:a16="http://schemas.microsoft.com/office/drawing/2014/main" id="{92CF092E-D01C-47B4-8A3F-A62ACD7468DA}"/>
                </a:ext>
              </a:extLst>
            </p:cNvPr>
            <p:cNvSpPr/>
            <p:nvPr/>
          </p:nvSpPr>
          <p:spPr>
            <a:xfrm>
              <a:off x="2306638" y="3335643"/>
              <a:ext cx="122275" cy="122275"/>
            </a:xfrm>
            <a:prstGeom prst="rect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528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1813" name="직사각형 1812">
              <a:extLst>
                <a:ext uri="{FF2B5EF4-FFF2-40B4-BE49-F238E27FC236}">
                  <a16:creationId xmlns:a16="http://schemas.microsoft.com/office/drawing/2014/main" id="{9D9EAA1E-317D-478F-9C50-8E776D8AC23E}"/>
                </a:ext>
              </a:extLst>
            </p:cNvPr>
            <p:cNvSpPr/>
            <p:nvPr/>
          </p:nvSpPr>
          <p:spPr>
            <a:xfrm>
              <a:off x="2306638" y="3569073"/>
              <a:ext cx="122275" cy="122275"/>
            </a:xfrm>
            <a:prstGeom prst="rect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528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1814" name="직사각형 1813">
              <a:extLst>
                <a:ext uri="{FF2B5EF4-FFF2-40B4-BE49-F238E27FC236}">
                  <a16:creationId xmlns:a16="http://schemas.microsoft.com/office/drawing/2014/main" id="{FAF9B90F-04AA-4920-9074-CE2D4B26C760}"/>
                </a:ext>
              </a:extLst>
            </p:cNvPr>
            <p:cNvSpPr/>
            <p:nvPr/>
          </p:nvSpPr>
          <p:spPr>
            <a:xfrm>
              <a:off x="2306638" y="3802503"/>
              <a:ext cx="122275" cy="122275"/>
            </a:xfrm>
            <a:prstGeom prst="rect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528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1815" name="직사각형 1814">
              <a:extLst>
                <a:ext uri="{FF2B5EF4-FFF2-40B4-BE49-F238E27FC236}">
                  <a16:creationId xmlns:a16="http://schemas.microsoft.com/office/drawing/2014/main" id="{EF181FD1-FF8E-4812-B289-7BD43A05BFC3}"/>
                </a:ext>
              </a:extLst>
            </p:cNvPr>
            <p:cNvSpPr/>
            <p:nvPr/>
          </p:nvSpPr>
          <p:spPr>
            <a:xfrm>
              <a:off x="2306638" y="4035933"/>
              <a:ext cx="122275" cy="122275"/>
            </a:xfrm>
            <a:prstGeom prst="rect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528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1816" name="직사각형 1815">
              <a:extLst>
                <a:ext uri="{FF2B5EF4-FFF2-40B4-BE49-F238E27FC236}">
                  <a16:creationId xmlns:a16="http://schemas.microsoft.com/office/drawing/2014/main" id="{AB1611EE-2BB3-42B9-A0F2-59E5752A1A45}"/>
                </a:ext>
              </a:extLst>
            </p:cNvPr>
            <p:cNvSpPr/>
            <p:nvPr/>
          </p:nvSpPr>
          <p:spPr>
            <a:xfrm>
              <a:off x="2306638" y="4269363"/>
              <a:ext cx="122275" cy="122275"/>
            </a:xfrm>
            <a:prstGeom prst="rect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528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1817" name="직사각형 1816">
              <a:extLst>
                <a:ext uri="{FF2B5EF4-FFF2-40B4-BE49-F238E27FC236}">
                  <a16:creationId xmlns:a16="http://schemas.microsoft.com/office/drawing/2014/main" id="{38D191C1-B32D-43A6-87FB-FE31E0DA6A02}"/>
                </a:ext>
              </a:extLst>
            </p:cNvPr>
            <p:cNvSpPr/>
            <p:nvPr/>
          </p:nvSpPr>
          <p:spPr>
            <a:xfrm>
              <a:off x="2306638" y="4502793"/>
              <a:ext cx="122275" cy="122275"/>
            </a:xfrm>
            <a:prstGeom prst="rect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528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1818" name="직사각형 1817">
              <a:extLst>
                <a:ext uri="{FF2B5EF4-FFF2-40B4-BE49-F238E27FC236}">
                  <a16:creationId xmlns:a16="http://schemas.microsoft.com/office/drawing/2014/main" id="{767D87E9-5E2B-4E43-859E-E158E111A10D}"/>
                </a:ext>
              </a:extLst>
            </p:cNvPr>
            <p:cNvSpPr/>
            <p:nvPr/>
          </p:nvSpPr>
          <p:spPr>
            <a:xfrm>
              <a:off x="2306638" y="4736223"/>
              <a:ext cx="122275" cy="122275"/>
            </a:xfrm>
            <a:prstGeom prst="rect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528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1819" name="직사각형 1818">
              <a:extLst>
                <a:ext uri="{FF2B5EF4-FFF2-40B4-BE49-F238E27FC236}">
                  <a16:creationId xmlns:a16="http://schemas.microsoft.com/office/drawing/2014/main" id="{244B2AC0-11BE-42DB-9B0E-1F9E9A07A109}"/>
                </a:ext>
              </a:extLst>
            </p:cNvPr>
            <p:cNvSpPr/>
            <p:nvPr/>
          </p:nvSpPr>
          <p:spPr>
            <a:xfrm>
              <a:off x="2306638" y="4969653"/>
              <a:ext cx="122275" cy="122275"/>
            </a:xfrm>
            <a:prstGeom prst="rect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528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1820" name="직사각형 1819">
              <a:extLst>
                <a:ext uri="{FF2B5EF4-FFF2-40B4-BE49-F238E27FC236}">
                  <a16:creationId xmlns:a16="http://schemas.microsoft.com/office/drawing/2014/main" id="{1E869CF7-BA31-4A46-9171-52EC65A60C43}"/>
                </a:ext>
              </a:extLst>
            </p:cNvPr>
            <p:cNvSpPr/>
            <p:nvPr/>
          </p:nvSpPr>
          <p:spPr>
            <a:xfrm>
              <a:off x="2306638" y="5436513"/>
              <a:ext cx="122275" cy="122275"/>
            </a:xfrm>
            <a:prstGeom prst="rect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528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1821" name="직사각형 1820">
              <a:extLst>
                <a:ext uri="{FF2B5EF4-FFF2-40B4-BE49-F238E27FC236}">
                  <a16:creationId xmlns:a16="http://schemas.microsoft.com/office/drawing/2014/main" id="{7FBECE78-1E00-42F7-93EF-0A5086A82C42}"/>
                </a:ext>
              </a:extLst>
            </p:cNvPr>
            <p:cNvSpPr/>
            <p:nvPr/>
          </p:nvSpPr>
          <p:spPr>
            <a:xfrm>
              <a:off x="2306638" y="5669943"/>
              <a:ext cx="122275" cy="122275"/>
            </a:xfrm>
            <a:prstGeom prst="rect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528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1822" name="직사각형 1821">
              <a:extLst>
                <a:ext uri="{FF2B5EF4-FFF2-40B4-BE49-F238E27FC236}">
                  <a16:creationId xmlns:a16="http://schemas.microsoft.com/office/drawing/2014/main" id="{A5AA0D1C-B15B-4761-967D-B419380016BE}"/>
                </a:ext>
              </a:extLst>
            </p:cNvPr>
            <p:cNvSpPr/>
            <p:nvPr/>
          </p:nvSpPr>
          <p:spPr>
            <a:xfrm>
              <a:off x="2306638" y="5903373"/>
              <a:ext cx="122275" cy="122275"/>
            </a:xfrm>
            <a:prstGeom prst="rect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528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1823" name="직사각형 1822">
              <a:extLst>
                <a:ext uri="{FF2B5EF4-FFF2-40B4-BE49-F238E27FC236}">
                  <a16:creationId xmlns:a16="http://schemas.microsoft.com/office/drawing/2014/main" id="{69C4012B-5558-43ED-BE0D-F8D3401EEC8A}"/>
                </a:ext>
              </a:extLst>
            </p:cNvPr>
            <p:cNvSpPr/>
            <p:nvPr/>
          </p:nvSpPr>
          <p:spPr>
            <a:xfrm>
              <a:off x="2306638" y="6136803"/>
              <a:ext cx="122275" cy="122275"/>
            </a:xfrm>
            <a:prstGeom prst="rect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528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1824" name="직사각형 1823">
              <a:extLst>
                <a:ext uri="{FF2B5EF4-FFF2-40B4-BE49-F238E27FC236}">
                  <a16:creationId xmlns:a16="http://schemas.microsoft.com/office/drawing/2014/main" id="{0E95F0FD-8A68-4962-B398-42B73B37685B}"/>
                </a:ext>
              </a:extLst>
            </p:cNvPr>
            <p:cNvSpPr/>
            <p:nvPr/>
          </p:nvSpPr>
          <p:spPr>
            <a:xfrm>
              <a:off x="2306638" y="6370233"/>
              <a:ext cx="122275" cy="122275"/>
            </a:xfrm>
            <a:prstGeom prst="rect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528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1825" name="직사각형 1824">
              <a:extLst>
                <a:ext uri="{FF2B5EF4-FFF2-40B4-BE49-F238E27FC236}">
                  <a16:creationId xmlns:a16="http://schemas.microsoft.com/office/drawing/2014/main" id="{49216B6E-0AF8-459C-BA6A-93100C953ECB}"/>
                </a:ext>
              </a:extLst>
            </p:cNvPr>
            <p:cNvSpPr/>
            <p:nvPr/>
          </p:nvSpPr>
          <p:spPr>
            <a:xfrm>
              <a:off x="2306638" y="6603663"/>
              <a:ext cx="122275" cy="122275"/>
            </a:xfrm>
            <a:prstGeom prst="rect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528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1826" name="직사각형 1825">
              <a:extLst>
                <a:ext uri="{FF2B5EF4-FFF2-40B4-BE49-F238E27FC236}">
                  <a16:creationId xmlns:a16="http://schemas.microsoft.com/office/drawing/2014/main" id="{0431F325-2247-4D41-9795-C14DC231DBB6}"/>
                </a:ext>
              </a:extLst>
            </p:cNvPr>
            <p:cNvSpPr/>
            <p:nvPr/>
          </p:nvSpPr>
          <p:spPr>
            <a:xfrm>
              <a:off x="2306638" y="6837093"/>
              <a:ext cx="122275" cy="122275"/>
            </a:xfrm>
            <a:prstGeom prst="rect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528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1827" name="직사각형 1826">
              <a:extLst>
                <a:ext uri="{FF2B5EF4-FFF2-40B4-BE49-F238E27FC236}">
                  <a16:creationId xmlns:a16="http://schemas.microsoft.com/office/drawing/2014/main" id="{223FE746-94C5-4824-A59F-30DF0AB1BBCC}"/>
                </a:ext>
              </a:extLst>
            </p:cNvPr>
            <p:cNvSpPr/>
            <p:nvPr/>
          </p:nvSpPr>
          <p:spPr>
            <a:xfrm>
              <a:off x="2306638" y="7070523"/>
              <a:ext cx="122275" cy="122275"/>
            </a:xfrm>
            <a:prstGeom prst="rect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528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1828" name="직사각형 1827">
              <a:extLst>
                <a:ext uri="{FF2B5EF4-FFF2-40B4-BE49-F238E27FC236}">
                  <a16:creationId xmlns:a16="http://schemas.microsoft.com/office/drawing/2014/main" id="{E7C737F3-B356-4FFB-8755-348C2444B7E9}"/>
                </a:ext>
              </a:extLst>
            </p:cNvPr>
            <p:cNvSpPr/>
            <p:nvPr/>
          </p:nvSpPr>
          <p:spPr>
            <a:xfrm>
              <a:off x="2306638" y="7303959"/>
              <a:ext cx="122275" cy="122275"/>
            </a:xfrm>
            <a:prstGeom prst="rect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528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1829" name="TextBox 1828">
              <a:extLst>
                <a:ext uri="{FF2B5EF4-FFF2-40B4-BE49-F238E27FC236}">
                  <a16:creationId xmlns:a16="http://schemas.microsoft.com/office/drawing/2014/main" id="{3EC78E55-3DB0-4E77-90C6-C614C661E820}"/>
                </a:ext>
              </a:extLst>
            </p:cNvPr>
            <p:cNvSpPr txBox="1"/>
            <p:nvPr/>
          </p:nvSpPr>
          <p:spPr>
            <a:xfrm>
              <a:off x="2654248" y="2216062"/>
              <a:ext cx="768453" cy="1306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84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Plan</a:t>
              </a:r>
              <a:endParaRPr lang="ko-KR" altLang="en-US" sz="84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1830" name="TextBox 1829">
              <a:extLst>
                <a:ext uri="{FF2B5EF4-FFF2-40B4-BE49-F238E27FC236}">
                  <a16:creationId xmlns:a16="http://schemas.microsoft.com/office/drawing/2014/main" id="{98B0100B-C53D-42C2-8663-B3F8005BFF94}"/>
                </a:ext>
              </a:extLst>
            </p:cNvPr>
            <p:cNvSpPr txBox="1"/>
            <p:nvPr/>
          </p:nvSpPr>
          <p:spPr>
            <a:xfrm>
              <a:off x="2529275" y="3344853"/>
              <a:ext cx="105798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07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1831" name="TextBox 1830">
              <a:extLst>
                <a:ext uri="{FF2B5EF4-FFF2-40B4-BE49-F238E27FC236}">
                  <a16:creationId xmlns:a16="http://schemas.microsoft.com/office/drawing/2014/main" id="{BF83D07A-AF9A-4922-B4C5-0383D776D159}"/>
                </a:ext>
              </a:extLst>
            </p:cNvPr>
            <p:cNvSpPr txBox="1"/>
            <p:nvPr/>
          </p:nvSpPr>
          <p:spPr>
            <a:xfrm>
              <a:off x="2529275" y="3811685"/>
              <a:ext cx="105798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09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1832" name="TextBox 1831">
              <a:extLst>
                <a:ext uri="{FF2B5EF4-FFF2-40B4-BE49-F238E27FC236}">
                  <a16:creationId xmlns:a16="http://schemas.microsoft.com/office/drawing/2014/main" id="{9573A0E9-37C3-466B-9212-326FAEA53AFF}"/>
                </a:ext>
              </a:extLst>
            </p:cNvPr>
            <p:cNvSpPr txBox="1"/>
            <p:nvPr/>
          </p:nvSpPr>
          <p:spPr>
            <a:xfrm>
              <a:off x="2529275" y="4278517"/>
              <a:ext cx="105798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11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1833" name="TextBox 1832">
              <a:extLst>
                <a:ext uri="{FF2B5EF4-FFF2-40B4-BE49-F238E27FC236}">
                  <a16:creationId xmlns:a16="http://schemas.microsoft.com/office/drawing/2014/main" id="{683161B9-7295-4ABD-BC8A-FBF7FD730194}"/>
                </a:ext>
              </a:extLst>
            </p:cNvPr>
            <p:cNvSpPr txBox="1"/>
            <p:nvPr/>
          </p:nvSpPr>
          <p:spPr>
            <a:xfrm>
              <a:off x="2529275" y="4745349"/>
              <a:ext cx="105798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13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1834" name="TextBox 1833">
              <a:extLst>
                <a:ext uri="{FF2B5EF4-FFF2-40B4-BE49-F238E27FC236}">
                  <a16:creationId xmlns:a16="http://schemas.microsoft.com/office/drawing/2014/main" id="{4C333CB3-47C6-4BEA-8B8E-97BBC59F0D25}"/>
                </a:ext>
              </a:extLst>
            </p:cNvPr>
            <p:cNvSpPr txBox="1"/>
            <p:nvPr/>
          </p:nvSpPr>
          <p:spPr>
            <a:xfrm>
              <a:off x="2529275" y="5212181"/>
              <a:ext cx="105798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15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1835" name="TextBox 1834">
              <a:extLst>
                <a:ext uri="{FF2B5EF4-FFF2-40B4-BE49-F238E27FC236}">
                  <a16:creationId xmlns:a16="http://schemas.microsoft.com/office/drawing/2014/main" id="{4A892B5C-6507-471D-9831-B1D80DEB27B9}"/>
                </a:ext>
              </a:extLst>
            </p:cNvPr>
            <p:cNvSpPr txBox="1"/>
            <p:nvPr/>
          </p:nvSpPr>
          <p:spPr>
            <a:xfrm>
              <a:off x="2529275" y="5679013"/>
              <a:ext cx="105798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17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1836" name="TextBox 1835">
              <a:extLst>
                <a:ext uri="{FF2B5EF4-FFF2-40B4-BE49-F238E27FC236}">
                  <a16:creationId xmlns:a16="http://schemas.microsoft.com/office/drawing/2014/main" id="{6D2EDCB4-7293-4CED-A67D-E14799BF3293}"/>
                </a:ext>
              </a:extLst>
            </p:cNvPr>
            <p:cNvSpPr txBox="1"/>
            <p:nvPr/>
          </p:nvSpPr>
          <p:spPr>
            <a:xfrm>
              <a:off x="2529275" y="6145845"/>
              <a:ext cx="105798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19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1837" name="TextBox 1836">
              <a:extLst>
                <a:ext uri="{FF2B5EF4-FFF2-40B4-BE49-F238E27FC236}">
                  <a16:creationId xmlns:a16="http://schemas.microsoft.com/office/drawing/2014/main" id="{E9351996-14DA-4783-BD8B-4A9C9DB6DBB2}"/>
                </a:ext>
              </a:extLst>
            </p:cNvPr>
            <p:cNvSpPr txBox="1"/>
            <p:nvPr/>
          </p:nvSpPr>
          <p:spPr>
            <a:xfrm>
              <a:off x="2529275" y="6612677"/>
              <a:ext cx="105798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21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1838" name="TextBox 1837">
              <a:extLst>
                <a:ext uri="{FF2B5EF4-FFF2-40B4-BE49-F238E27FC236}">
                  <a16:creationId xmlns:a16="http://schemas.microsoft.com/office/drawing/2014/main" id="{2F3B84EF-1338-40E7-ABEA-D5AEAC6FF3F6}"/>
                </a:ext>
              </a:extLst>
            </p:cNvPr>
            <p:cNvSpPr txBox="1"/>
            <p:nvPr/>
          </p:nvSpPr>
          <p:spPr>
            <a:xfrm>
              <a:off x="2529275" y="3111437"/>
              <a:ext cx="105798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06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1839" name="TextBox 1838">
              <a:extLst>
                <a:ext uri="{FF2B5EF4-FFF2-40B4-BE49-F238E27FC236}">
                  <a16:creationId xmlns:a16="http://schemas.microsoft.com/office/drawing/2014/main" id="{8BB4CC66-FFF5-4C34-B072-7FB5CA94F6D6}"/>
                </a:ext>
              </a:extLst>
            </p:cNvPr>
            <p:cNvSpPr txBox="1"/>
            <p:nvPr/>
          </p:nvSpPr>
          <p:spPr>
            <a:xfrm>
              <a:off x="2529275" y="3578269"/>
              <a:ext cx="105798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08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1840" name="TextBox 1839">
              <a:extLst>
                <a:ext uri="{FF2B5EF4-FFF2-40B4-BE49-F238E27FC236}">
                  <a16:creationId xmlns:a16="http://schemas.microsoft.com/office/drawing/2014/main" id="{5E86F995-ADA1-499F-BD02-C5C8497CAD19}"/>
                </a:ext>
              </a:extLst>
            </p:cNvPr>
            <p:cNvSpPr txBox="1"/>
            <p:nvPr/>
          </p:nvSpPr>
          <p:spPr>
            <a:xfrm>
              <a:off x="2529275" y="4045101"/>
              <a:ext cx="105798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10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1841" name="TextBox 1840">
              <a:extLst>
                <a:ext uri="{FF2B5EF4-FFF2-40B4-BE49-F238E27FC236}">
                  <a16:creationId xmlns:a16="http://schemas.microsoft.com/office/drawing/2014/main" id="{1C7C3445-FE2D-4E6B-B3CB-A2A2B8DF34BD}"/>
                </a:ext>
              </a:extLst>
            </p:cNvPr>
            <p:cNvSpPr txBox="1"/>
            <p:nvPr/>
          </p:nvSpPr>
          <p:spPr>
            <a:xfrm>
              <a:off x="2529275" y="4511933"/>
              <a:ext cx="105798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12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1842" name="TextBox 1841">
              <a:extLst>
                <a:ext uri="{FF2B5EF4-FFF2-40B4-BE49-F238E27FC236}">
                  <a16:creationId xmlns:a16="http://schemas.microsoft.com/office/drawing/2014/main" id="{00A65C1A-1C40-4B44-8C0E-C570F865F674}"/>
                </a:ext>
              </a:extLst>
            </p:cNvPr>
            <p:cNvSpPr txBox="1"/>
            <p:nvPr/>
          </p:nvSpPr>
          <p:spPr>
            <a:xfrm>
              <a:off x="2529275" y="4978765"/>
              <a:ext cx="105798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14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1843" name="TextBox 1842">
              <a:extLst>
                <a:ext uri="{FF2B5EF4-FFF2-40B4-BE49-F238E27FC236}">
                  <a16:creationId xmlns:a16="http://schemas.microsoft.com/office/drawing/2014/main" id="{32DD0AF7-EB88-4726-BF24-A85BCBE8FA37}"/>
                </a:ext>
              </a:extLst>
            </p:cNvPr>
            <p:cNvSpPr txBox="1"/>
            <p:nvPr/>
          </p:nvSpPr>
          <p:spPr>
            <a:xfrm>
              <a:off x="2529275" y="5445597"/>
              <a:ext cx="105798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16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1844" name="TextBox 1843">
              <a:extLst>
                <a:ext uri="{FF2B5EF4-FFF2-40B4-BE49-F238E27FC236}">
                  <a16:creationId xmlns:a16="http://schemas.microsoft.com/office/drawing/2014/main" id="{DBC4027E-7D31-48CD-8EF3-CE097241199E}"/>
                </a:ext>
              </a:extLst>
            </p:cNvPr>
            <p:cNvSpPr txBox="1"/>
            <p:nvPr/>
          </p:nvSpPr>
          <p:spPr>
            <a:xfrm>
              <a:off x="2529275" y="5912429"/>
              <a:ext cx="105798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18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1845" name="TextBox 1844">
              <a:extLst>
                <a:ext uri="{FF2B5EF4-FFF2-40B4-BE49-F238E27FC236}">
                  <a16:creationId xmlns:a16="http://schemas.microsoft.com/office/drawing/2014/main" id="{442D7EBF-2084-43F7-9DC6-A0843F510139}"/>
                </a:ext>
              </a:extLst>
            </p:cNvPr>
            <p:cNvSpPr txBox="1"/>
            <p:nvPr/>
          </p:nvSpPr>
          <p:spPr>
            <a:xfrm>
              <a:off x="2529275" y="6379261"/>
              <a:ext cx="105798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20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1846" name="TextBox 1845">
              <a:extLst>
                <a:ext uri="{FF2B5EF4-FFF2-40B4-BE49-F238E27FC236}">
                  <a16:creationId xmlns:a16="http://schemas.microsoft.com/office/drawing/2014/main" id="{118D760C-6732-4487-8E95-8D245C202B06}"/>
                </a:ext>
              </a:extLst>
            </p:cNvPr>
            <p:cNvSpPr txBox="1"/>
            <p:nvPr/>
          </p:nvSpPr>
          <p:spPr>
            <a:xfrm>
              <a:off x="2529275" y="6846093"/>
              <a:ext cx="105798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22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1847" name="TextBox 1846">
              <a:extLst>
                <a:ext uri="{FF2B5EF4-FFF2-40B4-BE49-F238E27FC236}">
                  <a16:creationId xmlns:a16="http://schemas.microsoft.com/office/drawing/2014/main" id="{B810709F-75B8-4CC3-A9E5-C6AD404CF7C4}"/>
                </a:ext>
              </a:extLst>
            </p:cNvPr>
            <p:cNvSpPr txBox="1"/>
            <p:nvPr/>
          </p:nvSpPr>
          <p:spPr>
            <a:xfrm>
              <a:off x="2842009" y="2475639"/>
              <a:ext cx="105798" cy="10451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10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1848" name="TextBox 1847">
              <a:extLst>
                <a:ext uri="{FF2B5EF4-FFF2-40B4-BE49-F238E27FC236}">
                  <a16:creationId xmlns:a16="http://schemas.microsoft.com/office/drawing/2014/main" id="{AE7F41D5-EDA4-477D-9721-81E911702DA2}"/>
                </a:ext>
              </a:extLst>
            </p:cNvPr>
            <p:cNvSpPr txBox="1"/>
            <p:nvPr/>
          </p:nvSpPr>
          <p:spPr>
            <a:xfrm>
              <a:off x="3093634" y="2475639"/>
              <a:ext cx="105798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20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1849" name="TextBox 1848">
              <a:extLst>
                <a:ext uri="{FF2B5EF4-FFF2-40B4-BE49-F238E27FC236}">
                  <a16:creationId xmlns:a16="http://schemas.microsoft.com/office/drawing/2014/main" id="{839A43BF-2921-4CED-9483-E83FBFC8AEBC}"/>
                </a:ext>
              </a:extLst>
            </p:cNvPr>
            <p:cNvSpPr txBox="1"/>
            <p:nvPr/>
          </p:nvSpPr>
          <p:spPr>
            <a:xfrm>
              <a:off x="3341282" y="2475639"/>
              <a:ext cx="105798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30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1850" name="TextBox 1849">
              <a:extLst>
                <a:ext uri="{FF2B5EF4-FFF2-40B4-BE49-F238E27FC236}">
                  <a16:creationId xmlns:a16="http://schemas.microsoft.com/office/drawing/2014/main" id="{DC64CECA-9486-42FB-99D1-735C12CB7917}"/>
                </a:ext>
              </a:extLst>
            </p:cNvPr>
            <p:cNvSpPr txBox="1"/>
            <p:nvPr/>
          </p:nvSpPr>
          <p:spPr>
            <a:xfrm>
              <a:off x="3589724" y="2475639"/>
              <a:ext cx="105798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40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1851" name="TextBox 1850">
              <a:extLst>
                <a:ext uri="{FF2B5EF4-FFF2-40B4-BE49-F238E27FC236}">
                  <a16:creationId xmlns:a16="http://schemas.microsoft.com/office/drawing/2014/main" id="{ECDB389C-1663-4961-9156-F00F463DD764}"/>
                </a:ext>
              </a:extLst>
            </p:cNvPr>
            <p:cNvSpPr txBox="1"/>
            <p:nvPr/>
          </p:nvSpPr>
          <p:spPr>
            <a:xfrm>
              <a:off x="3839140" y="2475639"/>
              <a:ext cx="105798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50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1852" name="TextBox 1851">
              <a:extLst>
                <a:ext uri="{FF2B5EF4-FFF2-40B4-BE49-F238E27FC236}">
                  <a16:creationId xmlns:a16="http://schemas.microsoft.com/office/drawing/2014/main" id="{CDE4A667-3CF3-43F2-AC2D-2CBB8D93DD9F}"/>
                </a:ext>
              </a:extLst>
            </p:cNvPr>
            <p:cNvSpPr txBox="1"/>
            <p:nvPr/>
          </p:nvSpPr>
          <p:spPr>
            <a:xfrm>
              <a:off x="2593568" y="2475639"/>
              <a:ext cx="105798" cy="10451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00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1853" name="TextBox 1852">
              <a:extLst>
                <a:ext uri="{FF2B5EF4-FFF2-40B4-BE49-F238E27FC236}">
                  <a16:creationId xmlns:a16="http://schemas.microsoft.com/office/drawing/2014/main" id="{1ABE9791-60A0-4EE6-8015-E69AADAD6DEF}"/>
                </a:ext>
              </a:extLst>
            </p:cNvPr>
            <p:cNvSpPr txBox="1"/>
            <p:nvPr/>
          </p:nvSpPr>
          <p:spPr>
            <a:xfrm>
              <a:off x="2529275" y="2644605"/>
              <a:ext cx="105798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04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1854" name="TextBox 1853">
              <a:extLst>
                <a:ext uri="{FF2B5EF4-FFF2-40B4-BE49-F238E27FC236}">
                  <a16:creationId xmlns:a16="http://schemas.microsoft.com/office/drawing/2014/main" id="{32866857-EF19-4D6D-8B69-02C001C58852}"/>
                </a:ext>
              </a:extLst>
            </p:cNvPr>
            <p:cNvSpPr txBox="1"/>
            <p:nvPr/>
          </p:nvSpPr>
          <p:spPr>
            <a:xfrm>
              <a:off x="2529274" y="2878021"/>
              <a:ext cx="112325" cy="10451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05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1855" name="직사각형 1854">
              <a:extLst>
                <a:ext uri="{FF2B5EF4-FFF2-40B4-BE49-F238E27FC236}">
                  <a16:creationId xmlns:a16="http://schemas.microsoft.com/office/drawing/2014/main" id="{8F51B756-B3F3-4E07-9141-C398C01FB4F0}"/>
                </a:ext>
              </a:extLst>
            </p:cNvPr>
            <p:cNvSpPr/>
            <p:nvPr/>
          </p:nvSpPr>
          <p:spPr>
            <a:xfrm>
              <a:off x="2306638" y="5203083"/>
              <a:ext cx="122275" cy="122275"/>
            </a:xfrm>
            <a:prstGeom prst="rect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528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1856" name="TextBox 1855">
              <a:extLst>
                <a:ext uri="{FF2B5EF4-FFF2-40B4-BE49-F238E27FC236}">
                  <a16:creationId xmlns:a16="http://schemas.microsoft.com/office/drawing/2014/main" id="{8C3C17F1-A6B5-4D16-AE5A-ECC9CBC38E62}"/>
                </a:ext>
              </a:extLst>
            </p:cNvPr>
            <p:cNvSpPr txBox="1"/>
            <p:nvPr/>
          </p:nvSpPr>
          <p:spPr>
            <a:xfrm>
              <a:off x="2529275" y="7079509"/>
              <a:ext cx="105798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23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1857" name="TextBox 1856">
              <a:extLst>
                <a:ext uri="{FF2B5EF4-FFF2-40B4-BE49-F238E27FC236}">
                  <a16:creationId xmlns:a16="http://schemas.microsoft.com/office/drawing/2014/main" id="{A372742E-6078-4B23-B7BD-AE0EC11C441A}"/>
                </a:ext>
              </a:extLst>
            </p:cNvPr>
            <p:cNvSpPr txBox="1"/>
            <p:nvPr/>
          </p:nvSpPr>
          <p:spPr>
            <a:xfrm>
              <a:off x="2529275" y="7312922"/>
              <a:ext cx="105798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24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1858" name="TextBox 1857">
              <a:extLst>
                <a:ext uri="{FF2B5EF4-FFF2-40B4-BE49-F238E27FC236}">
                  <a16:creationId xmlns:a16="http://schemas.microsoft.com/office/drawing/2014/main" id="{E45444C0-1D7C-46AE-BC28-D8C5648C0144}"/>
                </a:ext>
              </a:extLst>
            </p:cNvPr>
            <p:cNvSpPr txBox="1"/>
            <p:nvPr/>
          </p:nvSpPr>
          <p:spPr>
            <a:xfrm>
              <a:off x="238891" y="406241"/>
              <a:ext cx="651853" cy="1306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84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Focus</a:t>
              </a:r>
              <a:endParaRPr lang="ko-KR" altLang="en-US" sz="84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cxnSp>
          <p:nvCxnSpPr>
            <p:cNvPr id="1859" name="직선 연결선 1858">
              <a:extLst>
                <a:ext uri="{FF2B5EF4-FFF2-40B4-BE49-F238E27FC236}">
                  <a16:creationId xmlns:a16="http://schemas.microsoft.com/office/drawing/2014/main" id="{C19631CC-043A-4CE0-BEA4-F62E80ADB79D}"/>
                </a:ext>
              </a:extLst>
            </p:cNvPr>
            <p:cNvCxnSpPr>
              <a:cxnSpLocks/>
            </p:cNvCxnSpPr>
            <p:nvPr/>
          </p:nvCxnSpPr>
          <p:spPr>
            <a:xfrm>
              <a:off x="230188" y="1169915"/>
              <a:ext cx="5472112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0" name="직선 연결선 1859">
              <a:extLst>
                <a:ext uri="{FF2B5EF4-FFF2-40B4-BE49-F238E27FC236}">
                  <a16:creationId xmlns:a16="http://schemas.microsoft.com/office/drawing/2014/main" id="{1079A6B0-688C-45B5-9FA6-EFC8F4EE2142}"/>
                </a:ext>
              </a:extLst>
            </p:cNvPr>
            <p:cNvCxnSpPr>
              <a:cxnSpLocks/>
            </p:cNvCxnSpPr>
            <p:nvPr/>
          </p:nvCxnSpPr>
          <p:spPr>
            <a:xfrm>
              <a:off x="230188" y="1380054"/>
              <a:ext cx="5472112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1" name="직선 연결선 1860">
              <a:extLst>
                <a:ext uri="{FF2B5EF4-FFF2-40B4-BE49-F238E27FC236}">
                  <a16:creationId xmlns:a16="http://schemas.microsoft.com/office/drawing/2014/main" id="{927E1658-AC6E-4372-8BDC-F6C54EDDA205}"/>
                </a:ext>
              </a:extLst>
            </p:cNvPr>
            <p:cNvCxnSpPr>
              <a:cxnSpLocks/>
            </p:cNvCxnSpPr>
            <p:nvPr/>
          </p:nvCxnSpPr>
          <p:spPr>
            <a:xfrm>
              <a:off x="230188" y="2579776"/>
              <a:ext cx="2208212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2" name="직선 연결선 1861">
              <a:extLst>
                <a:ext uri="{FF2B5EF4-FFF2-40B4-BE49-F238E27FC236}">
                  <a16:creationId xmlns:a16="http://schemas.microsoft.com/office/drawing/2014/main" id="{23F953E9-5220-468F-9182-26032698F081}"/>
                </a:ext>
              </a:extLst>
            </p:cNvPr>
            <p:cNvCxnSpPr>
              <a:cxnSpLocks/>
            </p:cNvCxnSpPr>
            <p:nvPr/>
          </p:nvCxnSpPr>
          <p:spPr>
            <a:xfrm>
              <a:off x="230188" y="2346739"/>
              <a:ext cx="2208212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3" name="직선 연결선 1862">
              <a:extLst>
                <a:ext uri="{FF2B5EF4-FFF2-40B4-BE49-F238E27FC236}">
                  <a16:creationId xmlns:a16="http://schemas.microsoft.com/office/drawing/2014/main" id="{BD77A751-8644-4E85-98FE-69B5A3977E3C}"/>
                </a:ext>
              </a:extLst>
            </p:cNvPr>
            <p:cNvCxnSpPr>
              <a:cxnSpLocks/>
            </p:cNvCxnSpPr>
            <p:nvPr/>
          </p:nvCxnSpPr>
          <p:spPr>
            <a:xfrm>
              <a:off x="230188" y="2813206"/>
              <a:ext cx="2208212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4" name="직선 연결선 1863">
              <a:extLst>
                <a:ext uri="{FF2B5EF4-FFF2-40B4-BE49-F238E27FC236}">
                  <a16:creationId xmlns:a16="http://schemas.microsoft.com/office/drawing/2014/main" id="{BBF71997-B71F-4D01-8D2F-37AC5A89D622}"/>
                </a:ext>
              </a:extLst>
            </p:cNvPr>
            <p:cNvCxnSpPr>
              <a:cxnSpLocks/>
            </p:cNvCxnSpPr>
            <p:nvPr/>
          </p:nvCxnSpPr>
          <p:spPr>
            <a:xfrm>
              <a:off x="230188" y="3046636"/>
              <a:ext cx="2208212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5" name="직선 연결선 1864">
              <a:extLst>
                <a:ext uri="{FF2B5EF4-FFF2-40B4-BE49-F238E27FC236}">
                  <a16:creationId xmlns:a16="http://schemas.microsoft.com/office/drawing/2014/main" id="{47F0CC2C-FF60-4158-9AB4-77C285CE6A56}"/>
                </a:ext>
              </a:extLst>
            </p:cNvPr>
            <p:cNvCxnSpPr>
              <a:cxnSpLocks/>
            </p:cNvCxnSpPr>
            <p:nvPr/>
          </p:nvCxnSpPr>
          <p:spPr>
            <a:xfrm>
              <a:off x="230188" y="3280067"/>
              <a:ext cx="2208212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6" name="직선 연결선 1865">
              <a:extLst>
                <a:ext uri="{FF2B5EF4-FFF2-40B4-BE49-F238E27FC236}">
                  <a16:creationId xmlns:a16="http://schemas.microsoft.com/office/drawing/2014/main" id="{A65AB3D5-E4B6-4064-92C7-05B971A668D0}"/>
                </a:ext>
              </a:extLst>
            </p:cNvPr>
            <p:cNvCxnSpPr>
              <a:cxnSpLocks/>
            </p:cNvCxnSpPr>
            <p:nvPr/>
          </p:nvCxnSpPr>
          <p:spPr>
            <a:xfrm>
              <a:off x="230188" y="3513497"/>
              <a:ext cx="2208212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7" name="직선 연결선 1866">
              <a:extLst>
                <a:ext uri="{FF2B5EF4-FFF2-40B4-BE49-F238E27FC236}">
                  <a16:creationId xmlns:a16="http://schemas.microsoft.com/office/drawing/2014/main" id="{EF821C61-5BBE-4ED1-BAD4-0A8C3FE8E78E}"/>
                </a:ext>
              </a:extLst>
            </p:cNvPr>
            <p:cNvCxnSpPr>
              <a:cxnSpLocks/>
            </p:cNvCxnSpPr>
            <p:nvPr/>
          </p:nvCxnSpPr>
          <p:spPr>
            <a:xfrm>
              <a:off x="230188" y="3746927"/>
              <a:ext cx="2208212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8" name="직선 연결선 1867">
              <a:extLst>
                <a:ext uri="{FF2B5EF4-FFF2-40B4-BE49-F238E27FC236}">
                  <a16:creationId xmlns:a16="http://schemas.microsoft.com/office/drawing/2014/main" id="{33DE7441-967B-4FAA-8820-78CEE2ED7750}"/>
                </a:ext>
              </a:extLst>
            </p:cNvPr>
            <p:cNvCxnSpPr>
              <a:cxnSpLocks/>
            </p:cNvCxnSpPr>
            <p:nvPr/>
          </p:nvCxnSpPr>
          <p:spPr>
            <a:xfrm>
              <a:off x="230188" y="3980357"/>
              <a:ext cx="2208212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9" name="직선 연결선 1868">
              <a:extLst>
                <a:ext uri="{FF2B5EF4-FFF2-40B4-BE49-F238E27FC236}">
                  <a16:creationId xmlns:a16="http://schemas.microsoft.com/office/drawing/2014/main" id="{CEBD1D87-53B9-4D57-B946-5ED5FB33D66D}"/>
                </a:ext>
              </a:extLst>
            </p:cNvPr>
            <p:cNvCxnSpPr>
              <a:cxnSpLocks/>
            </p:cNvCxnSpPr>
            <p:nvPr/>
          </p:nvCxnSpPr>
          <p:spPr>
            <a:xfrm>
              <a:off x="230188" y="4213788"/>
              <a:ext cx="2208212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0" name="직선 연결선 1869">
              <a:extLst>
                <a:ext uri="{FF2B5EF4-FFF2-40B4-BE49-F238E27FC236}">
                  <a16:creationId xmlns:a16="http://schemas.microsoft.com/office/drawing/2014/main" id="{AE0BCB27-41B4-44AC-8A6E-0DDFD4FAE4FB}"/>
                </a:ext>
              </a:extLst>
            </p:cNvPr>
            <p:cNvCxnSpPr>
              <a:cxnSpLocks/>
            </p:cNvCxnSpPr>
            <p:nvPr/>
          </p:nvCxnSpPr>
          <p:spPr>
            <a:xfrm>
              <a:off x="230188" y="4447218"/>
              <a:ext cx="2208212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1" name="직선 연결선 1870">
              <a:extLst>
                <a:ext uri="{FF2B5EF4-FFF2-40B4-BE49-F238E27FC236}">
                  <a16:creationId xmlns:a16="http://schemas.microsoft.com/office/drawing/2014/main" id="{E059BE27-1B3C-49D7-A8D0-3D3FD1D856D1}"/>
                </a:ext>
              </a:extLst>
            </p:cNvPr>
            <p:cNvCxnSpPr>
              <a:cxnSpLocks/>
            </p:cNvCxnSpPr>
            <p:nvPr/>
          </p:nvCxnSpPr>
          <p:spPr>
            <a:xfrm>
              <a:off x="230188" y="4680648"/>
              <a:ext cx="2208212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2" name="직선 연결선 1871">
              <a:extLst>
                <a:ext uri="{FF2B5EF4-FFF2-40B4-BE49-F238E27FC236}">
                  <a16:creationId xmlns:a16="http://schemas.microsoft.com/office/drawing/2014/main" id="{0BB8FBBE-1C13-4D1B-BFB9-F8C398A3876C}"/>
                </a:ext>
              </a:extLst>
            </p:cNvPr>
            <p:cNvCxnSpPr>
              <a:cxnSpLocks/>
            </p:cNvCxnSpPr>
            <p:nvPr/>
          </p:nvCxnSpPr>
          <p:spPr>
            <a:xfrm>
              <a:off x="230188" y="4914079"/>
              <a:ext cx="2208212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3" name="직선 연결선 1872">
              <a:extLst>
                <a:ext uri="{FF2B5EF4-FFF2-40B4-BE49-F238E27FC236}">
                  <a16:creationId xmlns:a16="http://schemas.microsoft.com/office/drawing/2014/main" id="{168C4EA0-972D-4643-B4CC-260C0278840C}"/>
                </a:ext>
              </a:extLst>
            </p:cNvPr>
            <p:cNvCxnSpPr>
              <a:cxnSpLocks/>
            </p:cNvCxnSpPr>
            <p:nvPr/>
          </p:nvCxnSpPr>
          <p:spPr>
            <a:xfrm>
              <a:off x="230188" y="5147509"/>
              <a:ext cx="2208212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4" name="직선 연결선 1873">
              <a:extLst>
                <a:ext uri="{FF2B5EF4-FFF2-40B4-BE49-F238E27FC236}">
                  <a16:creationId xmlns:a16="http://schemas.microsoft.com/office/drawing/2014/main" id="{D2C6A57E-6CA0-44B4-9199-849A870799A4}"/>
                </a:ext>
              </a:extLst>
            </p:cNvPr>
            <p:cNvCxnSpPr>
              <a:cxnSpLocks/>
            </p:cNvCxnSpPr>
            <p:nvPr/>
          </p:nvCxnSpPr>
          <p:spPr>
            <a:xfrm>
              <a:off x="230188" y="5380939"/>
              <a:ext cx="2208212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5" name="직선 연결선 1874">
              <a:extLst>
                <a:ext uri="{FF2B5EF4-FFF2-40B4-BE49-F238E27FC236}">
                  <a16:creationId xmlns:a16="http://schemas.microsoft.com/office/drawing/2014/main" id="{F263B88F-2BFB-4D6B-999A-C668E6D1F0AF}"/>
                </a:ext>
              </a:extLst>
            </p:cNvPr>
            <p:cNvCxnSpPr>
              <a:cxnSpLocks/>
            </p:cNvCxnSpPr>
            <p:nvPr/>
          </p:nvCxnSpPr>
          <p:spPr>
            <a:xfrm>
              <a:off x="230188" y="5614369"/>
              <a:ext cx="2208212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6" name="직선 연결선 1875">
              <a:extLst>
                <a:ext uri="{FF2B5EF4-FFF2-40B4-BE49-F238E27FC236}">
                  <a16:creationId xmlns:a16="http://schemas.microsoft.com/office/drawing/2014/main" id="{1EABB7E8-93F9-41C3-895E-668DD7ECC85C}"/>
                </a:ext>
              </a:extLst>
            </p:cNvPr>
            <p:cNvCxnSpPr>
              <a:cxnSpLocks/>
            </p:cNvCxnSpPr>
            <p:nvPr/>
          </p:nvCxnSpPr>
          <p:spPr>
            <a:xfrm>
              <a:off x="230188" y="5847800"/>
              <a:ext cx="2208212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7" name="직선 연결선 1876">
              <a:extLst>
                <a:ext uri="{FF2B5EF4-FFF2-40B4-BE49-F238E27FC236}">
                  <a16:creationId xmlns:a16="http://schemas.microsoft.com/office/drawing/2014/main" id="{3F2A35AF-1CF5-4053-B857-279C597586D2}"/>
                </a:ext>
              </a:extLst>
            </p:cNvPr>
            <p:cNvCxnSpPr>
              <a:cxnSpLocks/>
            </p:cNvCxnSpPr>
            <p:nvPr/>
          </p:nvCxnSpPr>
          <p:spPr>
            <a:xfrm>
              <a:off x="230188" y="6081230"/>
              <a:ext cx="2208212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8" name="직선 연결선 1877">
              <a:extLst>
                <a:ext uri="{FF2B5EF4-FFF2-40B4-BE49-F238E27FC236}">
                  <a16:creationId xmlns:a16="http://schemas.microsoft.com/office/drawing/2014/main" id="{841F8F9D-BB89-403E-B66E-25D08A75B25A}"/>
                </a:ext>
              </a:extLst>
            </p:cNvPr>
            <p:cNvCxnSpPr>
              <a:cxnSpLocks/>
            </p:cNvCxnSpPr>
            <p:nvPr/>
          </p:nvCxnSpPr>
          <p:spPr>
            <a:xfrm>
              <a:off x="230188" y="6314660"/>
              <a:ext cx="2208212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9" name="직선 연결선 1878">
              <a:extLst>
                <a:ext uri="{FF2B5EF4-FFF2-40B4-BE49-F238E27FC236}">
                  <a16:creationId xmlns:a16="http://schemas.microsoft.com/office/drawing/2014/main" id="{EF3266BF-0BE0-4F1A-A90F-2A7C52C33A7E}"/>
                </a:ext>
              </a:extLst>
            </p:cNvPr>
            <p:cNvCxnSpPr>
              <a:cxnSpLocks/>
            </p:cNvCxnSpPr>
            <p:nvPr/>
          </p:nvCxnSpPr>
          <p:spPr>
            <a:xfrm>
              <a:off x="230188" y="6548090"/>
              <a:ext cx="2208212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0" name="직선 연결선 1879">
              <a:extLst>
                <a:ext uri="{FF2B5EF4-FFF2-40B4-BE49-F238E27FC236}">
                  <a16:creationId xmlns:a16="http://schemas.microsoft.com/office/drawing/2014/main" id="{90BA6D4C-5CA8-4A0B-89A1-E18DABA0F38F}"/>
                </a:ext>
              </a:extLst>
            </p:cNvPr>
            <p:cNvCxnSpPr>
              <a:cxnSpLocks/>
            </p:cNvCxnSpPr>
            <p:nvPr/>
          </p:nvCxnSpPr>
          <p:spPr>
            <a:xfrm>
              <a:off x="230188" y="6781521"/>
              <a:ext cx="2208212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1" name="직선 연결선 1880">
              <a:extLst>
                <a:ext uri="{FF2B5EF4-FFF2-40B4-BE49-F238E27FC236}">
                  <a16:creationId xmlns:a16="http://schemas.microsoft.com/office/drawing/2014/main" id="{EF47D6D5-E555-4A18-8BF9-07EF4170CA92}"/>
                </a:ext>
              </a:extLst>
            </p:cNvPr>
            <p:cNvCxnSpPr>
              <a:cxnSpLocks/>
            </p:cNvCxnSpPr>
            <p:nvPr/>
          </p:nvCxnSpPr>
          <p:spPr>
            <a:xfrm>
              <a:off x="230188" y="7014951"/>
              <a:ext cx="2208212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2" name="직선 연결선 1881">
              <a:extLst>
                <a:ext uri="{FF2B5EF4-FFF2-40B4-BE49-F238E27FC236}">
                  <a16:creationId xmlns:a16="http://schemas.microsoft.com/office/drawing/2014/main" id="{A8B9EE07-9EA6-46D7-8D3E-72666A304084}"/>
                </a:ext>
              </a:extLst>
            </p:cNvPr>
            <p:cNvCxnSpPr>
              <a:cxnSpLocks/>
            </p:cNvCxnSpPr>
            <p:nvPr/>
          </p:nvCxnSpPr>
          <p:spPr>
            <a:xfrm>
              <a:off x="230188" y="7248381"/>
              <a:ext cx="2208212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3" name="직선 연결선 1882">
              <a:extLst>
                <a:ext uri="{FF2B5EF4-FFF2-40B4-BE49-F238E27FC236}">
                  <a16:creationId xmlns:a16="http://schemas.microsoft.com/office/drawing/2014/main" id="{0ACBEC82-B10B-4174-BC78-1AF12D23A847}"/>
                </a:ext>
              </a:extLst>
            </p:cNvPr>
            <p:cNvCxnSpPr>
              <a:cxnSpLocks/>
            </p:cNvCxnSpPr>
            <p:nvPr/>
          </p:nvCxnSpPr>
          <p:spPr>
            <a:xfrm>
              <a:off x="230188" y="7481812"/>
              <a:ext cx="2208212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4" name="직선 연결선 1883">
              <a:extLst>
                <a:ext uri="{FF2B5EF4-FFF2-40B4-BE49-F238E27FC236}">
                  <a16:creationId xmlns:a16="http://schemas.microsoft.com/office/drawing/2014/main" id="{5B5E0954-E2F2-4F31-A3A9-2ED408D7A429}"/>
                </a:ext>
              </a:extLst>
            </p:cNvPr>
            <p:cNvCxnSpPr>
              <a:cxnSpLocks/>
            </p:cNvCxnSpPr>
            <p:nvPr/>
          </p:nvCxnSpPr>
          <p:spPr>
            <a:xfrm>
              <a:off x="4209793" y="2579679"/>
              <a:ext cx="0" cy="4901015"/>
            </a:xfrm>
            <a:prstGeom prst="line">
              <a:avLst/>
            </a:prstGeom>
            <a:ln w="31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5" name="직선 연결선 1884">
              <a:extLst>
                <a:ext uri="{FF2B5EF4-FFF2-40B4-BE49-F238E27FC236}">
                  <a16:creationId xmlns:a16="http://schemas.microsoft.com/office/drawing/2014/main" id="{CD38AC60-0087-4DFD-A3E6-D394B7B7F300}"/>
                </a:ext>
              </a:extLst>
            </p:cNvPr>
            <p:cNvCxnSpPr>
              <a:cxnSpLocks/>
            </p:cNvCxnSpPr>
            <p:nvPr/>
          </p:nvCxnSpPr>
          <p:spPr>
            <a:xfrm>
              <a:off x="4458544" y="2579679"/>
              <a:ext cx="0" cy="4901015"/>
            </a:xfrm>
            <a:prstGeom prst="line">
              <a:avLst/>
            </a:prstGeom>
            <a:ln w="31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6" name="직선 연결선 1885">
              <a:extLst>
                <a:ext uri="{FF2B5EF4-FFF2-40B4-BE49-F238E27FC236}">
                  <a16:creationId xmlns:a16="http://schemas.microsoft.com/office/drawing/2014/main" id="{15F872F5-24BD-4939-84B6-426249BC3B59}"/>
                </a:ext>
              </a:extLst>
            </p:cNvPr>
            <p:cNvCxnSpPr>
              <a:cxnSpLocks/>
            </p:cNvCxnSpPr>
            <p:nvPr/>
          </p:nvCxnSpPr>
          <p:spPr>
            <a:xfrm>
              <a:off x="4707296" y="2579679"/>
              <a:ext cx="0" cy="4901015"/>
            </a:xfrm>
            <a:prstGeom prst="line">
              <a:avLst/>
            </a:prstGeom>
            <a:ln w="31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7" name="직선 연결선 1886">
              <a:extLst>
                <a:ext uri="{FF2B5EF4-FFF2-40B4-BE49-F238E27FC236}">
                  <a16:creationId xmlns:a16="http://schemas.microsoft.com/office/drawing/2014/main" id="{C50320F7-253E-4A4F-BA22-3F69855D853C}"/>
                </a:ext>
              </a:extLst>
            </p:cNvPr>
            <p:cNvCxnSpPr>
              <a:cxnSpLocks/>
            </p:cNvCxnSpPr>
            <p:nvPr/>
          </p:nvCxnSpPr>
          <p:spPr>
            <a:xfrm>
              <a:off x="4956047" y="2579679"/>
              <a:ext cx="0" cy="4901015"/>
            </a:xfrm>
            <a:prstGeom prst="line">
              <a:avLst/>
            </a:prstGeom>
            <a:ln w="31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8" name="직선 연결선 1887">
              <a:extLst>
                <a:ext uri="{FF2B5EF4-FFF2-40B4-BE49-F238E27FC236}">
                  <a16:creationId xmlns:a16="http://schemas.microsoft.com/office/drawing/2014/main" id="{1ECDE29F-AEB2-4410-964E-67495D623BB7}"/>
                </a:ext>
              </a:extLst>
            </p:cNvPr>
            <p:cNvCxnSpPr>
              <a:cxnSpLocks/>
            </p:cNvCxnSpPr>
            <p:nvPr/>
          </p:nvCxnSpPr>
          <p:spPr>
            <a:xfrm>
              <a:off x="5204799" y="2579679"/>
              <a:ext cx="0" cy="4901015"/>
            </a:xfrm>
            <a:prstGeom prst="line">
              <a:avLst/>
            </a:prstGeom>
            <a:ln w="31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9" name="직선 연결선 1888">
              <a:extLst>
                <a:ext uri="{FF2B5EF4-FFF2-40B4-BE49-F238E27FC236}">
                  <a16:creationId xmlns:a16="http://schemas.microsoft.com/office/drawing/2014/main" id="{259BBDE0-EEE0-4F43-8FEC-C1451C10A85E}"/>
                </a:ext>
              </a:extLst>
            </p:cNvPr>
            <p:cNvCxnSpPr>
              <a:cxnSpLocks/>
            </p:cNvCxnSpPr>
            <p:nvPr/>
          </p:nvCxnSpPr>
          <p:spPr>
            <a:xfrm>
              <a:off x="4203700" y="2346739"/>
              <a:ext cx="1498600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0" name="직선 연결선 1889">
              <a:extLst>
                <a:ext uri="{FF2B5EF4-FFF2-40B4-BE49-F238E27FC236}">
                  <a16:creationId xmlns:a16="http://schemas.microsoft.com/office/drawing/2014/main" id="{01135FC3-391A-4DB0-8696-8C1641E510D9}"/>
                </a:ext>
              </a:extLst>
            </p:cNvPr>
            <p:cNvCxnSpPr>
              <a:cxnSpLocks/>
            </p:cNvCxnSpPr>
            <p:nvPr/>
          </p:nvCxnSpPr>
          <p:spPr>
            <a:xfrm>
              <a:off x="4203700" y="2580155"/>
              <a:ext cx="14986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1" name="직선 연결선 1890">
              <a:extLst>
                <a:ext uri="{FF2B5EF4-FFF2-40B4-BE49-F238E27FC236}">
                  <a16:creationId xmlns:a16="http://schemas.microsoft.com/office/drawing/2014/main" id="{ED7EDC0C-FD94-450B-90EA-F36DD50537E4}"/>
                </a:ext>
              </a:extLst>
            </p:cNvPr>
            <p:cNvCxnSpPr>
              <a:cxnSpLocks/>
            </p:cNvCxnSpPr>
            <p:nvPr/>
          </p:nvCxnSpPr>
          <p:spPr>
            <a:xfrm>
              <a:off x="4203700" y="2813571"/>
              <a:ext cx="14986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2" name="직선 연결선 1891">
              <a:extLst>
                <a:ext uri="{FF2B5EF4-FFF2-40B4-BE49-F238E27FC236}">
                  <a16:creationId xmlns:a16="http://schemas.microsoft.com/office/drawing/2014/main" id="{84E95A43-89C7-46D7-A26D-3CDC6509FB01}"/>
                </a:ext>
              </a:extLst>
            </p:cNvPr>
            <p:cNvCxnSpPr>
              <a:cxnSpLocks/>
            </p:cNvCxnSpPr>
            <p:nvPr/>
          </p:nvCxnSpPr>
          <p:spPr>
            <a:xfrm>
              <a:off x="4203700" y="3046987"/>
              <a:ext cx="14986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3" name="직선 연결선 1892">
              <a:extLst>
                <a:ext uri="{FF2B5EF4-FFF2-40B4-BE49-F238E27FC236}">
                  <a16:creationId xmlns:a16="http://schemas.microsoft.com/office/drawing/2014/main" id="{908D8C8B-550A-49BD-B317-E9E2ABD6EC58}"/>
                </a:ext>
              </a:extLst>
            </p:cNvPr>
            <p:cNvCxnSpPr>
              <a:cxnSpLocks/>
            </p:cNvCxnSpPr>
            <p:nvPr/>
          </p:nvCxnSpPr>
          <p:spPr>
            <a:xfrm>
              <a:off x="4203700" y="3280402"/>
              <a:ext cx="14986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4" name="직선 연결선 1893">
              <a:extLst>
                <a:ext uri="{FF2B5EF4-FFF2-40B4-BE49-F238E27FC236}">
                  <a16:creationId xmlns:a16="http://schemas.microsoft.com/office/drawing/2014/main" id="{4B81DF0E-F2F5-45DC-9920-64B56E17E331}"/>
                </a:ext>
              </a:extLst>
            </p:cNvPr>
            <p:cNvCxnSpPr>
              <a:cxnSpLocks/>
            </p:cNvCxnSpPr>
            <p:nvPr/>
          </p:nvCxnSpPr>
          <p:spPr>
            <a:xfrm>
              <a:off x="4203700" y="3513818"/>
              <a:ext cx="14986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5" name="직선 연결선 1894">
              <a:extLst>
                <a:ext uri="{FF2B5EF4-FFF2-40B4-BE49-F238E27FC236}">
                  <a16:creationId xmlns:a16="http://schemas.microsoft.com/office/drawing/2014/main" id="{EED00007-8E96-4285-95ED-23684619069A}"/>
                </a:ext>
              </a:extLst>
            </p:cNvPr>
            <p:cNvCxnSpPr>
              <a:cxnSpLocks/>
            </p:cNvCxnSpPr>
            <p:nvPr/>
          </p:nvCxnSpPr>
          <p:spPr>
            <a:xfrm>
              <a:off x="4203700" y="3747234"/>
              <a:ext cx="14986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6" name="직선 연결선 1895">
              <a:extLst>
                <a:ext uri="{FF2B5EF4-FFF2-40B4-BE49-F238E27FC236}">
                  <a16:creationId xmlns:a16="http://schemas.microsoft.com/office/drawing/2014/main" id="{8F39315D-6FA3-4756-99AE-A45E6BA82131}"/>
                </a:ext>
              </a:extLst>
            </p:cNvPr>
            <p:cNvCxnSpPr>
              <a:cxnSpLocks/>
            </p:cNvCxnSpPr>
            <p:nvPr/>
          </p:nvCxnSpPr>
          <p:spPr>
            <a:xfrm>
              <a:off x="4203700" y="3980650"/>
              <a:ext cx="14986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7" name="직선 연결선 1896">
              <a:extLst>
                <a:ext uri="{FF2B5EF4-FFF2-40B4-BE49-F238E27FC236}">
                  <a16:creationId xmlns:a16="http://schemas.microsoft.com/office/drawing/2014/main" id="{16E95249-021A-469A-BF0C-2537B569609A}"/>
                </a:ext>
              </a:extLst>
            </p:cNvPr>
            <p:cNvCxnSpPr>
              <a:cxnSpLocks/>
            </p:cNvCxnSpPr>
            <p:nvPr/>
          </p:nvCxnSpPr>
          <p:spPr>
            <a:xfrm>
              <a:off x="4203700" y="4214066"/>
              <a:ext cx="14986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8" name="직선 연결선 1897">
              <a:extLst>
                <a:ext uri="{FF2B5EF4-FFF2-40B4-BE49-F238E27FC236}">
                  <a16:creationId xmlns:a16="http://schemas.microsoft.com/office/drawing/2014/main" id="{1425AFD6-4CA8-471D-958F-4CC57B37687A}"/>
                </a:ext>
              </a:extLst>
            </p:cNvPr>
            <p:cNvCxnSpPr>
              <a:cxnSpLocks/>
            </p:cNvCxnSpPr>
            <p:nvPr/>
          </p:nvCxnSpPr>
          <p:spPr>
            <a:xfrm>
              <a:off x="4203700" y="4447482"/>
              <a:ext cx="14986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9" name="직선 연결선 1898">
              <a:extLst>
                <a:ext uri="{FF2B5EF4-FFF2-40B4-BE49-F238E27FC236}">
                  <a16:creationId xmlns:a16="http://schemas.microsoft.com/office/drawing/2014/main" id="{F5A0B130-7893-4480-A2F9-41BA32C3D8F1}"/>
                </a:ext>
              </a:extLst>
            </p:cNvPr>
            <p:cNvCxnSpPr>
              <a:cxnSpLocks/>
            </p:cNvCxnSpPr>
            <p:nvPr/>
          </p:nvCxnSpPr>
          <p:spPr>
            <a:xfrm>
              <a:off x="4203700" y="4680898"/>
              <a:ext cx="14986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0" name="직선 연결선 1899">
              <a:extLst>
                <a:ext uri="{FF2B5EF4-FFF2-40B4-BE49-F238E27FC236}">
                  <a16:creationId xmlns:a16="http://schemas.microsoft.com/office/drawing/2014/main" id="{0D25D35A-A998-4670-A25F-882545A82D33}"/>
                </a:ext>
              </a:extLst>
            </p:cNvPr>
            <p:cNvCxnSpPr>
              <a:cxnSpLocks/>
            </p:cNvCxnSpPr>
            <p:nvPr/>
          </p:nvCxnSpPr>
          <p:spPr>
            <a:xfrm>
              <a:off x="4203700" y="4914314"/>
              <a:ext cx="14986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1" name="직선 연결선 1900">
              <a:extLst>
                <a:ext uri="{FF2B5EF4-FFF2-40B4-BE49-F238E27FC236}">
                  <a16:creationId xmlns:a16="http://schemas.microsoft.com/office/drawing/2014/main" id="{618DDAFC-03EA-4BBD-804C-9F9C50A3A710}"/>
                </a:ext>
              </a:extLst>
            </p:cNvPr>
            <p:cNvCxnSpPr>
              <a:cxnSpLocks/>
            </p:cNvCxnSpPr>
            <p:nvPr/>
          </p:nvCxnSpPr>
          <p:spPr>
            <a:xfrm>
              <a:off x="4203700" y="5147729"/>
              <a:ext cx="14986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2" name="직선 연결선 1901">
              <a:extLst>
                <a:ext uri="{FF2B5EF4-FFF2-40B4-BE49-F238E27FC236}">
                  <a16:creationId xmlns:a16="http://schemas.microsoft.com/office/drawing/2014/main" id="{DEB8D900-CF38-4B3F-AF91-FA7C91D1C027}"/>
                </a:ext>
              </a:extLst>
            </p:cNvPr>
            <p:cNvCxnSpPr>
              <a:cxnSpLocks/>
            </p:cNvCxnSpPr>
            <p:nvPr/>
          </p:nvCxnSpPr>
          <p:spPr>
            <a:xfrm>
              <a:off x="4203700" y="5381145"/>
              <a:ext cx="14986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3" name="직선 연결선 1902">
              <a:extLst>
                <a:ext uri="{FF2B5EF4-FFF2-40B4-BE49-F238E27FC236}">
                  <a16:creationId xmlns:a16="http://schemas.microsoft.com/office/drawing/2014/main" id="{63C92560-CC14-4833-94E5-0A628DD3F07E}"/>
                </a:ext>
              </a:extLst>
            </p:cNvPr>
            <p:cNvCxnSpPr>
              <a:cxnSpLocks/>
            </p:cNvCxnSpPr>
            <p:nvPr/>
          </p:nvCxnSpPr>
          <p:spPr>
            <a:xfrm>
              <a:off x="4203700" y="5614561"/>
              <a:ext cx="14986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4" name="직선 연결선 1903">
              <a:extLst>
                <a:ext uri="{FF2B5EF4-FFF2-40B4-BE49-F238E27FC236}">
                  <a16:creationId xmlns:a16="http://schemas.microsoft.com/office/drawing/2014/main" id="{E7F41E7F-13D3-43C1-B059-1F8B434E47A6}"/>
                </a:ext>
              </a:extLst>
            </p:cNvPr>
            <p:cNvCxnSpPr>
              <a:cxnSpLocks/>
            </p:cNvCxnSpPr>
            <p:nvPr/>
          </p:nvCxnSpPr>
          <p:spPr>
            <a:xfrm>
              <a:off x="4203700" y="5847977"/>
              <a:ext cx="14986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5" name="직선 연결선 1904">
              <a:extLst>
                <a:ext uri="{FF2B5EF4-FFF2-40B4-BE49-F238E27FC236}">
                  <a16:creationId xmlns:a16="http://schemas.microsoft.com/office/drawing/2014/main" id="{D2202919-F18B-49BB-BE9D-63ACB34AD19B}"/>
                </a:ext>
              </a:extLst>
            </p:cNvPr>
            <p:cNvCxnSpPr>
              <a:cxnSpLocks/>
            </p:cNvCxnSpPr>
            <p:nvPr/>
          </p:nvCxnSpPr>
          <p:spPr>
            <a:xfrm>
              <a:off x="4203700" y="6081393"/>
              <a:ext cx="14986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6" name="직선 연결선 1905">
              <a:extLst>
                <a:ext uri="{FF2B5EF4-FFF2-40B4-BE49-F238E27FC236}">
                  <a16:creationId xmlns:a16="http://schemas.microsoft.com/office/drawing/2014/main" id="{19901146-E898-4994-A504-20A658DDF45E}"/>
                </a:ext>
              </a:extLst>
            </p:cNvPr>
            <p:cNvCxnSpPr>
              <a:cxnSpLocks/>
            </p:cNvCxnSpPr>
            <p:nvPr/>
          </p:nvCxnSpPr>
          <p:spPr>
            <a:xfrm>
              <a:off x="4203700" y="6314809"/>
              <a:ext cx="14986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7" name="직선 연결선 1906">
              <a:extLst>
                <a:ext uri="{FF2B5EF4-FFF2-40B4-BE49-F238E27FC236}">
                  <a16:creationId xmlns:a16="http://schemas.microsoft.com/office/drawing/2014/main" id="{7CC59F7D-4C81-42D3-9EFD-222EBBDA066F}"/>
                </a:ext>
              </a:extLst>
            </p:cNvPr>
            <p:cNvCxnSpPr>
              <a:cxnSpLocks/>
            </p:cNvCxnSpPr>
            <p:nvPr/>
          </p:nvCxnSpPr>
          <p:spPr>
            <a:xfrm>
              <a:off x="4203700" y="6548225"/>
              <a:ext cx="14986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8" name="직선 연결선 1907">
              <a:extLst>
                <a:ext uri="{FF2B5EF4-FFF2-40B4-BE49-F238E27FC236}">
                  <a16:creationId xmlns:a16="http://schemas.microsoft.com/office/drawing/2014/main" id="{6CE8B48F-06FB-4701-9023-AD3FD046D4D7}"/>
                </a:ext>
              </a:extLst>
            </p:cNvPr>
            <p:cNvCxnSpPr>
              <a:cxnSpLocks/>
            </p:cNvCxnSpPr>
            <p:nvPr/>
          </p:nvCxnSpPr>
          <p:spPr>
            <a:xfrm>
              <a:off x="4203700" y="6781640"/>
              <a:ext cx="14986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9" name="직선 연결선 1908">
              <a:extLst>
                <a:ext uri="{FF2B5EF4-FFF2-40B4-BE49-F238E27FC236}">
                  <a16:creationId xmlns:a16="http://schemas.microsoft.com/office/drawing/2014/main" id="{0BAE388B-5865-43B8-907C-6D4D05CFD61E}"/>
                </a:ext>
              </a:extLst>
            </p:cNvPr>
            <p:cNvCxnSpPr>
              <a:cxnSpLocks/>
            </p:cNvCxnSpPr>
            <p:nvPr/>
          </p:nvCxnSpPr>
          <p:spPr>
            <a:xfrm>
              <a:off x="4203700" y="7015056"/>
              <a:ext cx="14986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0" name="직선 연결선 1909">
              <a:extLst>
                <a:ext uri="{FF2B5EF4-FFF2-40B4-BE49-F238E27FC236}">
                  <a16:creationId xmlns:a16="http://schemas.microsoft.com/office/drawing/2014/main" id="{8A138D09-66F3-4569-BF53-7786A86A9C06}"/>
                </a:ext>
              </a:extLst>
            </p:cNvPr>
            <p:cNvCxnSpPr>
              <a:cxnSpLocks/>
            </p:cNvCxnSpPr>
            <p:nvPr/>
          </p:nvCxnSpPr>
          <p:spPr>
            <a:xfrm>
              <a:off x="4203700" y="7248472"/>
              <a:ext cx="14986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1" name="직선 연결선 1910">
              <a:extLst>
                <a:ext uri="{FF2B5EF4-FFF2-40B4-BE49-F238E27FC236}">
                  <a16:creationId xmlns:a16="http://schemas.microsoft.com/office/drawing/2014/main" id="{26ADCB08-1C31-41F7-9724-D5A435CEA833}"/>
                </a:ext>
              </a:extLst>
            </p:cNvPr>
            <p:cNvCxnSpPr>
              <a:cxnSpLocks/>
            </p:cNvCxnSpPr>
            <p:nvPr/>
          </p:nvCxnSpPr>
          <p:spPr>
            <a:xfrm>
              <a:off x="4203700" y="7481888"/>
              <a:ext cx="1498600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2" name="직선 연결선 1911">
              <a:extLst>
                <a:ext uri="{FF2B5EF4-FFF2-40B4-BE49-F238E27FC236}">
                  <a16:creationId xmlns:a16="http://schemas.microsoft.com/office/drawing/2014/main" id="{5F34A97D-FDBF-4D56-8233-615133765B83}"/>
                </a:ext>
              </a:extLst>
            </p:cNvPr>
            <p:cNvCxnSpPr>
              <a:cxnSpLocks/>
            </p:cNvCxnSpPr>
            <p:nvPr/>
          </p:nvCxnSpPr>
          <p:spPr>
            <a:xfrm>
              <a:off x="5702300" y="2579679"/>
              <a:ext cx="0" cy="4901015"/>
            </a:xfrm>
            <a:prstGeom prst="line">
              <a:avLst/>
            </a:prstGeom>
            <a:ln w="31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3" name="직선 연결선 1912">
              <a:extLst>
                <a:ext uri="{FF2B5EF4-FFF2-40B4-BE49-F238E27FC236}">
                  <a16:creationId xmlns:a16="http://schemas.microsoft.com/office/drawing/2014/main" id="{D732266D-43D8-49B0-BD2A-6F3F2858C3DF}"/>
                </a:ext>
              </a:extLst>
            </p:cNvPr>
            <p:cNvCxnSpPr>
              <a:cxnSpLocks/>
            </p:cNvCxnSpPr>
            <p:nvPr/>
          </p:nvCxnSpPr>
          <p:spPr>
            <a:xfrm>
              <a:off x="5453550" y="2579679"/>
              <a:ext cx="0" cy="4901015"/>
            </a:xfrm>
            <a:prstGeom prst="line">
              <a:avLst/>
            </a:prstGeom>
            <a:ln w="31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4" name="직선 연결선 1913">
              <a:extLst>
                <a:ext uri="{FF2B5EF4-FFF2-40B4-BE49-F238E27FC236}">
                  <a16:creationId xmlns:a16="http://schemas.microsoft.com/office/drawing/2014/main" id="{211D4BBB-25AA-4B5B-9B56-80CC18FC185E}"/>
                </a:ext>
              </a:extLst>
            </p:cNvPr>
            <p:cNvCxnSpPr>
              <a:cxnSpLocks/>
            </p:cNvCxnSpPr>
            <p:nvPr/>
          </p:nvCxnSpPr>
          <p:spPr>
            <a:xfrm>
              <a:off x="2647693" y="2579679"/>
              <a:ext cx="0" cy="4901015"/>
            </a:xfrm>
            <a:prstGeom prst="line">
              <a:avLst/>
            </a:prstGeom>
            <a:ln w="31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5" name="직선 연결선 1914">
              <a:extLst>
                <a:ext uri="{FF2B5EF4-FFF2-40B4-BE49-F238E27FC236}">
                  <a16:creationId xmlns:a16="http://schemas.microsoft.com/office/drawing/2014/main" id="{A6F04AE9-842C-4043-89DB-9BB0788CB6A2}"/>
                </a:ext>
              </a:extLst>
            </p:cNvPr>
            <p:cNvCxnSpPr>
              <a:cxnSpLocks/>
            </p:cNvCxnSpPr>
            <p:nvPr/>
          </p:nvCxnSpPr>
          <p:spPr>
            <a:xfrm>
              <a:off x="2896444" y="2579679"/>
              <a:ext cx="0" cy="4901015"/>
            </a:xfrm>
            <a:prstGeom prst="line">
              <a:avLst/>
            </a:prstGeom>
            <a:ln w="31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6" name="직선 연결선 1915">
              <a:extLst>
                <a:ext uri="{FF2B5EF4-FFF2-40B4-BE49-F238E27FC236}">
                  <a16:creationId xmlns:a16="http://schemas.microsoft.com/office/drawing/2014/main" id="{8BBDF975-ED5F-4405-9D55-CE9F6C56B3B8}"/>
                </a:ext>
              </a:extLst>
            </p:cNvPr>
            <p:cNvCxnSpPr>
              <a:cxnSpLocks/>
            </p:cNvCxnSpPr>
            <p:nvPr/>
          </p:nvCxnSpPr>
          <p:spPr>
            <a:xfrm>
              <a:off x="3145196" y="2579679"/>
              <a:ext cx="0" cy="4901015"/>
            </a:xfrm>
            <a:prstGeom prst="line">
              <a:avLst/>
            </a:prstGeom>
            <a:ln w="31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7" name="직선 연결선 1916">
              <a:extLst>
                <a:ext uri="{FF2B5EF4-FFF2-40B4-BE49-F238E27FC236}">
                  <a16:creationId xmlns:a16="http://schemas.microsoft.com/office/drawing/2014/main" id="{C9D89C88-DE12-4D7C-BC46-E04E6D77F0B2}"/>
                </a:ext>
              </a:extLst>
            </p:cNvPr>
            <p:cNvCxnSpPr>
              <a:cxnSpLocks/>
            </p:cNvCxnSpPr>
            <p:nvPr/>
          </p:nvCxnSpPr>
          <p:spPr>
            <a:xfrm>
              <a:off x="3393947" y="2579679"/>
              <a:ext cx="0" cy="4901015"/>
            </a:xfrm>
            <a:prstGeom prst="line">
              <a:avLst/>
            </a:prstGeom>
            <a:ln w="31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8" name="직선 연결선 1917">
              <a:extLst>
                <a:ext uri="{FF2B5EF4-FFF2-40B4-BE49-F238E27FC236}">
                  <a16:creationId xmlns:a16="http://schemas.microsoft.com/office/drawing/2014/main" id="{2C9A5F80-7B4A-4F4C-8688-EEC127D146CD}"/>
                </a:ext>
              </a:extLst>
            </p:cNvPr>
            <p:cNvCxnSpPr>
              <a:cxnSpLocks/>
            </p:cNvCxnSpPr>
            <p:nvPr/>
          </p:nvCxnSpPr>
          <p:spPr>
            <a:xfrm>
              <a:off x="3642699" y="2579679"/>
              <a:ext cx="0" cy="4901015"/>
            </a:xfrm>
            <a:prstGeom prst="line">
              <a:avLst/>
            </a:prstGeom>
            <a:ln w="31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9" name="직선 연결선 1918">
              <a:extLst>
                <a:ext uri="{FF2B5EF4-FFF2-40B4-BE49-F238E27FC236}">
                  <a16:creationId xmlns:a16="http://schemas.microsoft.com/office/drawing/2014/main" id="{830DB592-E66C-49D1-BC18-E3329B6828DF}"/>
                </a:ext>
              </a:extLst>
            </p:cNvPr>
            <p:cNvCxnSpPr>
              <a:cxnSpLocks/>
            </p:cNvCxnSpPr>
            <p:nvPr/>
          </p:nvCxnSpPr>
          <p:spPr>
            <a:xfrm>
              <a:off x="2641600" y="2346739"/>
              <a:ext cx="1498600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0" name="직선 연결선 1919">
              <a:extLst>
                <a:ext uri="{FF2B5EF4-FFF2-40B4-BE49-F238E27FC236}">
                  <a16:creationId xmlns:a16="http://schemas.microsoft.com/office/drawing/2014/main" id="{850349CD-2932-476E-BA17-7B710B067DE6}"/>
                </a:ext>
              </a:extLst>
            </p:cNvPr>
            <p:cNvCxnSpPr>
              <a:cxnSpLocks/>
            </p:cNvCxnSpPr>
            <p:nvPr/>
          </p:nvCxnSpPr>
          <p:spPr>
            <a:xfrm>
              <a:off x="2641600" y="2580155"/>
              <a:ext cx="14986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1" name="직선 연결선 1920">
              <a:extLst>
                <a:ext uri="{FF2B5EF4-FFF2-40B4-BE49-F238E27FC236}">
                  <a16:creationId xmlns:a16="http://schemas.microsoft.com/office/drawing/2014/main" id="{4A83DB53-0A9D-4523-8EC5-BD555BEA3324}"/>
                </a:ext>
              </a:extLst>
            </p:cNvPr>
            <p:cNvCxnSpPr>
              <a:cxnSpLocks/>
            </p:cNvCxnSpPr>
            <p:nvPr/>
          </p:nvCxnSpPr>
          <p:spPr>
            <a:xfrm>
              <a:off x="2641600" y="2813571"/>
              <a:ext cx="14986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2" name="직선 연결선 1921">
              <a:extLst>
                <a:ext uri="{FF2B5EF4-FFF2-40B4-BE49-F238E27FC236}">
                  <a16:creationId xmlns:a16="http://schemas.microsoft.com/office/drawing/2014/main" id="{F08C23D6-AA20-46B4-AB5E-DEBE907345D8}"/>
                </a:ext>
              </a:extLst>
            </p:cNvPr>
            <p:cNvCxnSpPr>
              <a:cxnSpLocks/>
            </p:cNvCxnSpPr>
            <p:nvPr/>
          </p:nvCxnSpPr>
          <p:spPr>
            <a:xfrm>
              <a:off x="2641600" y="3046986"/>
              <a:ext cx="14986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3" name="직선 연결선 1922">
              <a:extLst>
                <a:ext uri="{FF2B5EF4-FFF2-40B4-BE49-F238E27FC236}">
                  <a16:creationId xmlns:a16="http://schemas.microsoft.com/office/drawing/2014/main" id="{2F671B44-162C-463B-91BB-4EE1F89ECA38}"/>
                </a:ext>
              </a:extLst>
            </p:cNvPr>
            <p:cNvCxnSpPr>
              <a:cxnSpLocks/>
            </p:cNvCxnSpPr>
            <p:nvPr/>
          </p:nvCxnSpPr>
          <p:spPr>
            <a:xfrm>
              <a:off x="2641600" y="3280402"/>
              <a:ext cx="14986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4" name="직선 연결선 1923">
              <a:extLst>
                <a:ext uri="{FF2B5EF4-FFF2-40B4-BE49-F238E27FC236}">
                  <a16:creationId xmlns:a16="http://schemas.microsoft.com/office/drawing/2014/main" id="{4D66C930-37C4-4F72-B299-95E9928E032E}"/>
                </a:ext>
              </a:extLst>
            </p:cNvPr>
            <p:cNvCxnSpPr>
              <a:cxnSpLocks/>
            </p:cNvCxnSpPr>
            <p:nvPr/>
          </p:nvCxnSpPr>
          <p:spPr>
            <a:xfrm>
              <a:off x="2641600" y="3513818"/>
              <a:ext cx="14986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5" name="직선 연결선 1924">
              <a:extLst>
                <a:ext uri="{FF2B5EF4-FFF2-40B4-BE49-F238E27FC236}">
                  <a16:creationId xmlns:a16="http://schemas.microsoft.com/office/drawing/2014/main" id="{EB7EA72A-60CA-4474-93FF-E24EC8C209BF}"/>
                </a:ext>
              </a:extLst>
            </p:cNvPr>
            <p:cNvCxnSpPr>
              <a:cxnSpLocks/>
            </p:cNvCxnSpPr>
            <p:nvPr/>
          </p:nvCxnSpPr>
          <p:spPr>
            <a:xfrm>
              <a:off x="2641600" y="3747234"/>
              <a:ext cx="14986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6" name="직선 연결선 1925">
              <a:extLst>
                <a:ext uri="{FF2B5EF4-FFF2-40B4-BE49-F238E27FC236}">
                  <a16:creationId xmlns:a16="http://schemas.microsoft.com/office/drawing/2014/main" id="{C9B9EB39-EF71-4F07-8B87-4C69A5614209}"/>
                </a:ext>
              </a:extLst>
            </p:cNvPr>
            <p:cNvCxnSpPr>
              <a:cxnSpLocks/>
            </p:cNvCxnSpPr>
            <p:nvPr/>
          </p:nvCxnSpPr>
          <p:spPr>
            <a:xfrm>
              <a:off x="2641600" y="3980650"/>
              <a:ext cx="14986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7" name="직선 연결선 1926">
              <a:extLst>
                <a:ext uri="{FF2B5EF4-FFF2-40B4-BE49-F238E27FC236}">
                  <a16:creationId xmlns:a16="http://schemas.microsoft.com/office/drawing/2014/main" id="{439A1C41-49B6-447E-B53E-4C62119B6E75}"/>
                </a:ext>
              </a:extLst>
            </p:cNvPr>
            <p:cNvCxnSpPr>
              <a:cxnSpLocks/>
            </p:cNvCxnSpPr>
            <p:nvPr/>
          </p:nvCxnSpPr>
          <p:spPr>
            <a:xfrm>
              <a:off x="2641600" y="4214066"/>
              <a:ext cx="14986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8" name="직선 연결선 1927">
              <a:extLst>
                <a:ext uri="{FF2B5EF4-FFF2-40B4-BE49-F238E27FC236}">
                  <a16:creationId xmlns:a16="http://schemas.microsoft.com/office/drawing/2014/main" id="{ECC316FF-655C-42DE-B3B7-96CD0B3C9F50}"/>
                </a:ext>
              </a:extLst>
            </p:cNvPr>
            <p:cNvCxnSpPr>
              <a:cxnSpLocks/>
            </p:cNvCxnSpPr>
            <p:nvPr/>
          </p:nvCxnSpPr>
          <p:spPr>
            <a:xfrm>
              <a:off x="2641600" y="4447482"/>
              <a:ext cx="14986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9" name="직선 연결선 1928">
              <a:extLst>
                <a:ext uri="{FF2B5EF4-FFF2-40B4-BE49-F238E27FC236}">
                  <a16:creationId xmlns:a16="http://schemas.microsoft.com/office/drawing/2014/main" id="{288E1D3D-32C3-462C-B145-9E8053B8CCB6}"/>
                </a:ext>
              </a:extLst>
            </p:cNvPr>
            <p:cNvCxnSpPr>
              <a:cxnSpLocks/>
            </p:cNvCxnSpPr>
            <p:nvPr/>
          </p:nvCxnSpPr>
          <p:spPr>
            <a:xfrm>
              <a:off x="2641600" y="4680898"/>
              <a:ext cx="14986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0" name="직선 연결선 1929">
              <a:extLst>
                <a:ext uri="{FF2B5EF4-FFF2-40B4-BE49-F238E27FC236}">
                  <a16:creationId xmlns:a16="http://schemas.microsoft.com/office/drawing/2014/main" id="{29DBB30B-B267-4757-967B-76021C162267}"/>
                </a:ext>
              </a:extLst>
            </p:cNvPr>
            <p:cNvCxnSpPr>
              <a:cxnSpLocks/>
            </p:cNvCxnSpPr>
            <p:nvPr/>
          </p:nvCxnSpPr>
          <p:spPr>
            <a:xfrm>
              <a:off x="2641600" y="4914313"/>
              <a:ext cx="14986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1" name="직선 연결선 1930">
              <a:extLst>
                <a:ext uri="{FF2B5EF4-FFF2-40B4-BE49-F238E27FC236}">
                  <a16:creationId xmlns:a16="http://schemas.microsoft.com/office/drawing/2014/main" id="{F8176023-7D40-409C-9EF5-A4024C554D8F}"/>
                </a:ext>
              </a:extLst>
            </p:cNvPr>
            <p:cNvCxnSpPr>
              <a:cxnSpLocks/>
            </p:cNvCxnSpPr>
            <p:nvPr/>
          </p:nvCxnSpPr>
          <p:spPr>
            <a:xfrm>
              <a:off x="2641600" y="5147729"/>
              <a:ext cx="14986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2" name="직선 연결선 1931">
              <a:extLst>
                <a:ext uri="{FF2B5EF4-FFF2-40B4-BE49-F238E27FC236}">
                  <a16:creationId xmlns:a16="http://schemas.microsoft.com/office/drawing/2014/main" id="{0CF27A9B-5098-4915-B7CE-1B4961D96C4F}"/>
                </a:ext>
              </a:extLst>
            </p:cNvPr>
            <p:cNvCxnSpPr>
              <a:cxnSpLocks/>
            </p:cNvCxnSpPr>
            <p:nvPr/>
          </p:nvCxnSpPr>
          <p:spPr>
            <a:xfrm>
              <a:off x="2641600" y="5381145"/>
              <a:ext cx="14986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3" name="직선 연결선 1932">
              <a:extLst>
                <a:ext uri="{FF2B5EF4-FFF2-40B4-BE49-F238E27FC236}">
                  <a16:creationId xmlns:a16="http://schemas.microsoft.com/office/drawing/2014/main" id="{04A2FDE2-573A-4A16-A7C3-84762155CB33}"/>
                </a:ext>
              </a:extLst>
            </p:cNvPr>
            <p:cNvCxnSpPr>
              <a:cxnSpLocks/>
            </p:cNvCxnSpPr>
            <p:nvPr/>
          </p:nvCxnSpPr>
          <p:spPr>
            <a:xfrm>
              <a:off x="2641600" y="5614561"/>
              <a:ext cx="14986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4" name="직선 연결선 1933">
              <a:extLst>
                <a:ext uri="{FF2B5EF4-FFF2-40B4-BE49-F238E27FC236}">
                  <a16:creationId xmlns:a16="http://schemas.microsoft.com/office/drawing/2014/main" id="{77F1FACA-382E-4DEC-BB93-D22370ACDD96}"/>
                </a:ext>
              </a:extLst>
            </p:cNvPr>
            <p:cNvCxnSpPr>
              <a:cxnSpLocks/>
            </p:cNvCxnSpPr>
            <p:nvPr/>
          </p:nvCxnSpPr>
          <p:spPr>
            <a:xfrm>
              <a:off x="2641600" y="5847977"/>
              <a:ext cx="14986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5" name="직선 연결선 1934">
              <a:extLst>
                <a:ext uri="{FF2B5EF4-FFF2-40B4-BE49-F238E27FC236}">
                  <a16:creationId xmlns:a16="http://schemas.microsoft.com/office/drawing/2014/main" id="{8653CD05-1266-419F-AD51-C028B6A014FF}"/>
                </a:ext>
              </a:extLst>
            </p:cNvPr>
            <p:cNvCxnSpPr>
              <a:cxnSpLocks/>
            </p:cNvCxnSpPr>
            <p:nvPr/>
          </p:nvCxnSpPr>
          <p:spPr>
            <a:xfrm>
              <a:off x="2641600" y="6081393"/>
              <a:ext cx="14986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6" name="직선 연결선 1935">
              <a:extLst>
                <a:ext uri="{FF2B5EF4-FFF2-40B4-BE49-F238E27FC236}">
                  <a16:creationId xmlns:a16="http://schemas.microsoft.com/office/drawing/2014/main" id="{3B9B4B05-85B9-41EA-A9C1-E6175A94CEFE}"/>
                </a:ext>
              </a:extLst>
            </p:cNvPr>
            <p:cNvCxnSpPr>
              <a:cxnSpLocks/>
            </p:cNvCxnSpPr>
            <p:nvPr/>
          </p:nvCxnSpPr>
          <p:spPr>
            <a:xfrm>
              <a:off x="2641600" y="6314809"/>
              <a:ext cx="14986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7" name="직선 연결선 1936">
              <a:extLst>
                <a:ext uri="{FF2B5EF4-FFF2-40B4-BE49-F238E27FC236}">
                  <a16:creationId xmlns:a16="http://schemas.microsoft.com/office/drawing/2014/main" id="{A991661C-CCBC-4B56-BA31-79B198EA1349}"/>
                </a:ext>
              </a:extLst>
            </p:cNvPr>
            <p:cNvCxnSpPr>
              <a:cxnSpLocks/>
            </p:cNvCxnSpPr>
            <p:nvPr/>
          </p:nvCxnSpPr>
          <p:spPr>
            <a:xfrm>
              <a:off x="2641600" y="6548225"/>
              <a:ext cx="14986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8" name="직선 연결선 1937">
              <a:extLst>
                <a:ext uri="{FF2B5EF4-FFF2-40B4-BE49-F238E27FC236}">
                  <a16:creationId xmlns:a16="http://schemas.microsoft.com/office/drawing/2014/main" id="{9D18B45A-CDCA-4B32-A5A4-E352C2A70C9E}"/>
                </a:ext>
              </a:extLst>
            </p:cNvPr>
            <p:cNvCxnSpPr>
              <a:cxnSpLocks/>
            </p:cNvCxnSpPr>
            <p:nvPr/>
          </p:nvCxnSpPr>
          <p:spPr>
            <a:xfrm>
              <a:off x="2641600" y="6781640"/>
              <a:ext cx="14986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9" name="직선 연결선 1938">
              <a:extLst>
                <a:ext uri="{FF2B5EF4-FFF2-40B4-BE49-F238E27FC236}">
                  <a16:creationId xmlns:a16="http://schemas.microsoft.com/office/drawing/2014/main" id="{369AC7B7-0376-43A2-BCE7-9AC5B0DBF1DC}"/>
                </a:ext>
              </a:extLst>
            </p:cNvPr>
            <p:cNvCxnSpPr>
              <a:cxnSpLocks/>
            </p:cNvCxnSpPr>
            <p:nvPr/>
          </p:nvCxnSpPr>
          <p:spPr>
            <a:xfrm>
              <a:off x="2641600" y="7015056"/>
              <a:ext cx="14986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0" name="직선 연결선 1939">
              <a:extLst>
                <a:ext uri="{FF2B5EF4-FFF2-40B4-BE49-F238E27FC236}">
                  <a16:creationId xmlns:a16="http://schemas.microsoft.com/office/drawing/2014/main" id="{1A642FD9-6200-4BB0-91DA-4999FD790600}"/>
                </a:ext>
              </a:extLst>
            </p:cNvPr>
            <p:cNvCxnSpPr>
              <a:cxnSpLocks/>
            </p:cNvCxnSpPr>
            <p:nvPr/>
          </p:nvCxnSpPr>
          <p:spPr>
            <a:xfrm>
              <a:off x="2641600" y="7248472"/>
              <a:ext cx="14986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1" name="직선 연결선 1940">
              <a:extLst>
                <a:ext uri="{FF2B5EF4-FFF2-40B4-BE49-F238E27FC236}">
                  <a16:creationId xmlns:a16="http://schemas.microsoft.com/office/drawing/2014/main" id="{455A1E2D-308B-48CF-9E28-CCA0981E7B4E}"/>
                </a:ext>
              </a:extLst>
            </p:cNvPr>
            <p:cNvCxnSpPr>
              <a:cxnSpLocks/>
            </p:cNvCxnSpPr>
            <p:nvPr/>
          </p:nvCxnSpPr>
          <p:spPr>
            <a:xfrm>
              <a:off x="2641600" y="7481888"/>
              <a:ext cx="1498600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2" name="직선 연결선 1941">
              <a:extLst>
                <a:ext uri="{FF2B5EF4-FFF2-40B4-BE49-F238E27FC236}">
                  <a16:creationId xmlns:a16="http://schemas.microsoft.com/office/drawing/2014/main" id="{C27416F8-4F24-4F69-AC81-A2B24835A2C6}"/>
                </a:ext>
              </a:extLst>
            </p:cNvPr>
            <p:cNvCxnSpPr>
              <a:cxnSpLocks/>
            </p:cNvCxnSpPr>
            <p:nvPr/>
          </p:nvCxnSpPr>
          <p:spPr>
            <a:xfrm>
              <a:off x="4140200" y="2427279"/>
              <a:ext cx="0" cy="4901015"/>
            </a:xfrm>
            <a:prstGeom prst="line">
              <a:avLst/>
            </a:prstGeom>
            <a:ln w="31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3" name="직선 연결선 1942">
              <a:extLst>
                <a:ext uri="{FF2B5EF4-FFF2-40B4-BE49-F238E27FC236}">
                  <a16:creationId xmlns:a16="http://schemas.microsoft.com/office/drawing/2014/main" id="{B8792445-5340-4703-8B42-0F5EE4F8EFE7}"/>
                </a:ext>
              </a:extLst>
            </p:cNvPr>
            <p:cNvCxnSpPr>
              <a:cxnSpLocks/>
            </p:cNvCxnSpPr>
            <p:nvPr/>
          </p:nvCxnSpPr>
          <p:spPr>
            <a:xfrm>
              <a:off x="3891450" y="2579679"/>
              <a:ext cx="0" cy="4901015"/>
            </a:xfrm>
            <a:prstGeom prst="line">
              <a:avLst/>
            </a:prstGeom>
            <a:ln w="31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4" name="직선 연결선 1943">
              <a:extLst>
                <a:ext uri="{FF2B5EF4-FFF2-40B4-BE49-F238E27FC236}">
                  <a16:creationId xmlns:a16="http://schemas.microsoft.com/office/drawing/2014/main" id="{A12DC109-2A64-4234-9460-8C7B2F5D5459}"/>
                </a:ext>
              </a:extLst>
            </p:cNvPr>
            <p:cNvCxnSpPr>
              <a:cxnSpLocks/>
            </p:cNvCxnSpPr>
            <p:nvPr/>
          </p:nvCxnSpPr>
          <p:spPr>
            <a:xfrm>
              <a:off x="781894" y="2576513"/>
              <a:ext cx="0" cy="4904181"/>
            </a:xfrm>
            <a:prstGeom prst="line">
              <a:avLst/>
            </a:prstGeom>
            <a:ln w="31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45" name="TextBox 1944">
              <a:extLst>
                <a:ext uri="{FF2B5EF4-FFF2-40B4-BE49-F238E27FC236}">
                  <a16:creationId xmlns:a16="http://schemas.microsoft.com/office/drawing/2014/main" id="{68DB2034-6382-428E-8B72-004E34D59F40}"/>
                </a:ext>
              </a:extLst>
            </p:cNvPr>
            <p:cNvSpPr txBox="1"/>
            <p:nvPr/>
          </p:nvSpPr>
          <p:spPr>
            <a:xfrm>
              <a:off x="238891" y="1016249"/>
              <a:ext cx="651853" cy="1306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84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Goal</a:t>
              </a:r>
              <a:endParaRPr lang="ko-KR" altLang="en-US" sz="84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cxnSp>
          <p:nvCxnSpPr>
            <p:cNvPr id="1946" name="직선 연결선 1945">
              <a:extLst>
                <a:ext uri="{FF2B5EF4-FFF2-40B4-BE49-F238E27FC236}">
                  <a16:creationId xmlns:a16="http://schemas.microsoft.com/office/drawing/2014/main" id="{58848881-45BC-47BC-8565-90E153ECA4EC}"/>
                </a:ext>
              </a:extLst>
            </p:cNvPr>
            <p:cNvCxnSpPr>
              <a:cxnSpLocks/>
            </p:cNvCxnSpPr>
            <p:nvPr/>
          </p:nvCxnSpPr>
          <p:spPr>
            <a:xfrm>
              <a:off x="230188" y="1590193"/>
              <a:ext cx="5472112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7" name="직선 연결선 1946">
              <a:extLst>
                <a:ext uri="{FF2B5EF4-FFF2-40B4-BE49-F238E27FC236}">
                  <a16:creationId xmlns:a16="http://schemas.microsoft.com/office/drawing/2014/main" id="{191CA131-90AB-407B-9A77-D62B66313D8C}"/>
                </a:ext>
              </a:extLst>
            </p:cNvPr>
            <p:cNvCxnSpPr>
              <a:cxnSpLocks/>
            </p:cNvCxnSpPr>
            <p:nvPr/>
          </p:nvCxnSpPr>
          <p:spPr>
            <a:xfrm>
              <a:off x="230188" y="2010469"/>
              <a:ext cx="5472112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8" name="직선 연결선 1947">
              <a:extLst>
                <a:ext uri="{FF2B5EF4-FFF2-40B4-BE49-F238E27FC236}">
                  <a16:creationId xmlns:a16="http://schemas.microsoft.com/office/drawing/2014/main" id="{3FD22AAC-3A3D-46ED-8083-3D561CDC8586}"/>
                </a:ext>
              </a:extLst>
            </p:cNvPr>
            <p:cNvCxnSpPr>
              <a:cxnSpLocks/>
            </p:cNvCxnSpPr>
            <p:nvPr/>
          </p:nvCxnSpPr>
          <p:spPr>
            <a:xfrm>
              <a:off x="230188" y="959776"/>
              <a:ext cx="5472112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9" name="직선 연결선 1948">
              <a:extLst>
                <a:ext uri="{FF2B5EF4-FFF2-40B4-BE49-F238E27FC236}">
                  <a16:creationId xmlns:a16="http://schemas.microsoft.com/office/drawing/2014/main" id="{7F0384E3-EB7B-40B4-957C-E2CC68AD3FFC}"/>
                </a:ext>
              </a:extLst>
            </p:cNvPr>
            <p:cNvCxnSpPr>
              <a:cxnSpLocks/>
            </p:cNvCxnSpPr>
            <p:nvPr/>
          </p:nvCxnSpPr>
          <p:spPr>
            <a:xfrm>
              <a:off x="230188" y="1800332"/>
              <a:ext cx="5472112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0" name="직선 연결선 1949">
              <a:extLst>
                <a:ext uri="{FF2B5EF4-FFF2-40B4-BE49-F238E27FC236}">
                  <a16:creationId xmlns:a16="http://schemas.microsoft.com/office/drawing/2014/main" id="{EA28CA3F-7434-41E7-A23A-9BB568C52FAF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6" name="TextBox 185">
            <a:hlinkClick r:id="rId2"/>
            <a:extLst>
              <a:ext uri="{FF2B5EF4-FFF2-40B4-BE49-F238E27FC236}">
                <a16:creationId xmlns:a16="http://schemas.microsoft.com/office/drawing/2014/main" id="{138D3CA0-2CF2-4C75-B248-69E8D8063C71}"/>
              </a:ext>
            </a:extLst>
          </p:cNvPr>
          <p:cNvSpPr txBox="1"/>
          <p:nvPr/>
        </p:nvSpPr>
        <p:spPr>
          <a:xfrm>
            <a:off x="5233839" y="7555443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7" name="TextBox 186">
            <a:hlinkClick r:id="rId3"/>
            <a:extLst>
              <a:ext uri="{FF2B5EF4-FFF2-40B4-BE49-F238E27FC236}">
                <a16:creationId xmlns:a16="http://schemas.microsoft.com/office/drawing/2014/main" id="{DD705B0D-EB9E-4AD6-A008-3EE2C74B4964}"/>
              </a:ext>
            </a:extLst>
          </p:cNvPr>
          <p:cNvSpPr txBox="1"/>
          <p:nvPr/>
        </p:nvSpPr>
        <p:spPr>
          <a:xfrm>
            <a:off x="2525732" y="7555443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 Planner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8" name="TextBox 184">
            <a:hlinkClick r:id="rId4"/>
            <a:extLst>
              <a:ext uri="{FF2B5EF4-FFF2-40B4-BE49-F238E27FC236}">
                <a16:creationId xmlns:a16="http://schemas.microsoft.com/office/drawing/2014/main" id="{D0CA1293-8710-4383-A6CA-D9EF53A73172}"/>
              </a:ext>
            </a:extLst>
          </p:cNvPr>
          <p:cNvSpPr txBox="1"/>
          <p:nvPr/>
        </p:nvSpPr>
        <p:spPr>
          <a:xfrm>
            <a:off x="312196" y="7553348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</p:spTree>
    <p:extLst>
      <p:ext uri="{BB962C8B-B14F-4D97-AF65-F5344CB8AC3E}">
        <p14:creationId xmlns:p14="http://schemas.microsoft.com/office/powerpoint/2010/main" val="2859270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175</TotalTime>
  <Words>46</Words>
  <Application>Microsoft Office PowerPoint</Application>
  <PresentationFormat>사용자 지정</PresentationFormat>
  <Paragraphs>41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NanumGothic</vt:lpstr>
      <vt:lpstr>Arial</vt:lpstr>
      <vt:lpstr>Calibri</vt:lpstr>
      <vt:lpstr>Calibri Light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JeonCheonil</dc:creator>
  <cp:lastModifiedBy>JeonCheonil</cp:lastModifiedBy>
  <cp:revision>65</cp:revision>
  <dcterms:created xsi:type="dcterms:W3CDTF">2021-10-29T04:43:38Z</dcterms:created>
  <dcterms:modified xsi:type="dcterms:W3CDTF">2021-12-19T08:47:57Z</dcterms:modified>
</cp:coreProperties>
</file>
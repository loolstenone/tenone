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508AAE-6201-4F99-AD97-9D5B3C1B039D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sp>
          <p:nvSpPr>
            <p:cNvPr id="2167" name="TextBox 2166">
              <a:extLst>
                <a:ext uri="{FF2B5EF4-FFF2-40B4-BE49-F238E27FC236}">
                  <a16:creationId xmlns:a16="http://schemas.microsoft.com/office/drawing/2014/main" id="{9EFEEA36-8ECB-434A-9F3B-B3FA07512AF0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168" name="직선 연결선 2167">
              <a:extLst>
                <a:ext uri="{FF2B5EF4-FFF2-40B4-BE49-F238E27FC236}">
                  <a16:creationId xmlns:a16="http://schemas.microsoft.com/office/drawing/2014/main" id="{6AA22497-68DB-4B5E-B2C8-9733CB1DF34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직선 연결선 2168">
              <a:extLst>
                <a:ext uri="{FF2B5EF4-FFF2-40B4-BE49-F238E27FC236}">
                  <a16:creationId xmlns:a16="http://schemas.microsoft.com/office/drawing/2014/main" id="{0D08B13B-402E-4EB6-B18C-C3420D5885A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직선 연결선 2169">
              <a:extLst>
                <a:ext uri="{FF2B5EF4-FFF2-40B4-BE49-F238E27FC236}">
                  <a16:creationId xmlns:a16="http://schemas.microsoft.com/office/drawing/2014/main" id="{B9D3C31F-3187-4241-8AFC-E6D8113EBC3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직선 연결선 2170">
              <a:extLst>
                <a:ext uri="{FF2B5EF4-FFF2-40B4-BE49-F238E27FC236}">
                  <a16:creationId xmlns:a16="http://schemas.microsoft.com/office/drawing/2014/main" id="{0FF555C3-742A-4A1C-8C2B-64F4672E67C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2" name="TextBox 2171">
              <a:extLst>
                <a:ext uri="{FF2B5EF4-FFF2-40B4-BE49-F238E27FC236}">
                  <a16:creationId xmlns:a16="http://schemas.microsoft.com/office/drawing/2014/main" id="{1EDBE8E7-B630-4033-907E-2F664AC95FCF}"/>
                </a:ext>
              </a:extLst>
            </p:cNvPr>
            <p:cNvSpPr txBox="1"/>
            <p:nvPr/>
          </p:nvSpPr>
          <p:spPr>
            <a:xfrm>
              <a:off x="581458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Mon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173" name="그룹 2172">
              <a:extLst>
                <a:ext uri="{FF2B5EF4-FFF2-40B4-BE49-F238E27FC236}">
                  <a16:creationId xmlns:a16="http://schemas.microsoft.com/office/drawing/2014/main" id="{B08677CA-39A9-4028-91E5-81455D489F9B}"/>
                </a:ext>
              </a:extLst>
            </p:cNvPr>
            <p:cNvGrpSpPr/>
            <p:nvPr/>
          </p:nvGrpSpPr>
          <p:grpSpPr>
            <a:xfrm>
              <a:off x="351216" y="1926846"/>
              <a:ext cx="5351084" cy="5555042"/>
              <a:chOff x="351216" y="1926846"/>
              <a:chExt cx="5351084" cy="5175260"/>
            </a:xfrm>
          </p:grpSpPr>
          <p:cxnSp>
            <p:nvCxnSpPr>
              <p:cNvPr id="2174" name="직선 연결선 2173">
                <a:extLst>
                  <a:ext uri="{FF2B5EF4-FFF2-40B4-BE49-F238E27FC236}">
                    <a16:creationId xmlns:a16="http://schemas.microsoft.com/office/drawing/2014/main" id="{3FEEE783-B662-4CD9-A95F-E163007A7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216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5" name="직선 연결선 2174">
                <a:extLst>
                  <a:ext uri="{FF2B5EF4-FFF2-40B4-BE49-F238E27FC236}">
                    <a16:creationId xmlns:a16="http://schemas.microsoft.com/office/drawing/2014/main" id="{AB7638D9-AC54-45D1-B42B-DC7AAF74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6121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6" name="직선 연결선 2175">
                <a:extLst>
                  <a:ext uri="{FF2B5EF4-FFF2-40B4-BE49-F238E27FC236}">
                    <a16:creationId xmlns:a16="http://schemas.microsoft.com/office/drawing/2014/main" id="{128A7B42-F111-4EE8-A375-91C2E9390A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4932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7" name="직선 연결선 2176">
                <a:extLst>
                  <a:ext uri="{FF2B5EF4-FFF2-40B4-BE49-F238E27FC236}">
                    <a16:creationId xmlns:a16="http://schemas.microsoft.com/office/drawing/2014/main" id="{D2D6E4D3-9209-43DF-93DE-DF48119A8D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3743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8" name="직선 연결선 2177">
                <a:extLst>
                  <a:ext uri="{FF2B5EF4-FFF2-40B4-BE49-F238E27FC236}">
                    <a16:creationId xmlns:a16="http://schemas.microsoft.com/office/drawing/2014/main" id="{90FD1AC6-BAB2-411C-A04E-DDB00C2A0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2554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9" name="직선 연결선 2178">
                <a:extLst>
                  <a:ext uri="{FF2B5EF4-FFF2-40B4-BE49-F238E27FC236}">
                    <a16:creationId xmlns:a16="http://schemas.microsoft.com/office/drawing/2014/main" id="{9278D33F-66CF-4303-B102-94FB2EAF31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1363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0" name="직선 연결선 2179">
                <a:extLst>
                  <a:ext uri="{FF2B5EF4-FFF2-40B4-BE49-F238E27FC236}">
                    <a16:creationId xmlns:a16="http://schemas.microsoft.com/office/drawing/2014/main" id="{6A8BCAD1-EBDF-4772-9603-7AEAF83304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6832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1" name="직선 연결선 2180">
                <a:extLst>
                  <a:ext uri="{FF2B5EF4-FFF2-40B4-BE49-F238E27FC236}">
                    <a16:creationId xmlns:a16="http://schemas.microsoft.com/office/drawing/2014/main" id="{0BC4BCC0-F6EA-4ED4-A2B1-A6C123F5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2" name="TextBox 2181">
              <a:extLst>
                <a:ext uri="{FF2B5EF4-FFF2-40B4-BE49-F238E27FC236}">
                  <a16:creationId xmlns:a16="http://schemas.microsoft.com/office/drawing/2014/main" id="{A7C7B1A7-55DF-4C80-BC61-00252C80CC3A}"/>
                </a:ext>
              </a:extLst>
            </p:cNvPr>
            <p:cNvSpPr txBox="1"/>
            <p:nvPr/>
          </p:nvSpPr>
          <p:spPr>
            <a:xfrm>
              <a:off x="1420269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Tue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3" name="TextBox 2182">
              <a:extLst>
                <a:ext uri="{FF2B5EF4-FFF2-40B4-BE49-F238E27FC236}">
                  <a16:creationId xmlns:a16="http://schemas.microsoft.com/office/drawing/2014/main" id="{AC22E72B-37C3-43A6-B827-4E66F5F2C03E}"/>
                </a:ext>
              </a:extLst>
            </p:cNvPr>
            <p:cNvSpPr txBox="1"/>
            <p:nvPr/>
          </p:nvSpPr>
          <p:spPr>
            <a:xfrm>
              <a:off x="2259080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Wed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4" name="TextBox 2183">
              <a:extLst>
                <a:ext uri="{FF2B5EF4-FFF2-40B4-BE49-F238E27FC236}">
                  <a16:creationId xmlns:a16="http://schemas.microsoft.com/office/drawing/2014/main" id="{3FF9821A-AE2D-4DD6-8AEE-8C09418632EC}"/>
                </a:ext>
              </a:extLst>
            </p:cNvPr>
            <p:cNvSpPr txBox="1"/>
            <p:nvPr/>
          </p:nvSpPr>
          <p:spPr>
            <a:xfrm>
              <a:off x="309789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Thu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5" name="TextBox 2184">
              <a:extLst>
                <a:ext uri="{FF2B5EF4-FFF2-40B4-BE49-F238E27FC236}">
                  <a16:creationId xmlns:a16="http://schemas.microsoft.com/office/drawing/2014/main" id="{E6EFAEBA-58F3-4123-B432-9DA6F7C5CAE2}"/>
                </a:ext>
              </a:extLst>
            </p:cNvPr>
            <p:cNvSpPr txBox="1"/>
            <p:nvPr/>
          </p:nvSpPr>
          <p:spPr>
            <a:xfrm>
              <a:off x="393670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Fri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6" name="TextBox 2185">
              <a:extLst>
                <a:ext uri="{FF2B5EF4-FFF2-40B4-BE49-F238E27FC236}">
                  <a16:creationId xmlns:a16="http://schemas.microsoft.com/office/drawing/2014/main" id="{1017F2A0-0B50-4BF9-AFFB-A0B00BBA4F2F}"/>
                </a:ext>
              </a:extLst>
            </p:cNvPr>
            <p:cNvSpPr txBox="1"/>
            <p:nvPr/>
          </p:nvSpPr>
          <p:spPr>
            <a:xfrm>
              <a:off x="464384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Sat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7" name="TextBox 2186">
              <a:extLst>
                <a:ext uri="{FF2B5EF4-FFF2-40B4-BE49-F238E27FC236}">
                  <a16:creationId xmlns:a16="http://schemas.microsoft.com/office/drawing/2014/main" id="{40419A7A-C7A8-453F-B2A2-5AE9382CD88C}"/>
                </a:ext>
              </a:extLst>
            </p:cNvPr>
            <p:cNvSpPr txBox="1"/>
            <p:nvPr/>
          </p:nvSpPr>
          <p:spPr>
            <a:xfrm>
              <a:off x="5219309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Sun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8" name="TextBox 2187">
              <a:extLst>
                <a:ext uri="{FF2B5EF4-FFF2-40B4-BE49-F238E27FC236}">
                  <a16:creationId xmlns:a16="http://schemas.microsoft.com/office/drawing/2014/main" id="{1DC8C1ED-D6BE-46A2-8825-A449842547E8}"/>
                </a:ext>
              </a:extLst>
            </p:cNvPr>
            <p:cNvSpPr txBox="1"/>
            <p:nvPr/>
          </p:nvSpPr>
          <p:spPr>
            <a:xfrm>
              <a:off x="238892" y="2809737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89" name="TextBox 2188">
              <a:extLst>
                <a:ext uri="{FF2B5EF4-FFF2-40B4-BE49-F238E27FC236}">
                  <a16:creationId xmlns:a16="http://schemas.microsoft.com/office/drawing/2014/main" id="{A949BD3D-B1D5-4C16-B2AD-3BD69E40CB0B}"/>
                </a:ext>
              </a:extLst>
            </p:cNvPr>
            <p:cNvSpPr txBox="1"/>
            <p:nvPr/>
          </p:nvSpPr>
          <p:spPr>
            <a:xfrm>
              <a:off x="238892" y="322267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0" name="TextBox 2189">
              <a:extLst>
                <a:ext uri="{FF2B5EF4-FFF2-40B4-BE49-F238E27FC236}">
                  <a16:creationId xmlns:a16="http://schemas.microsoft.com/office/drawing/2014/main" id="{C2EC460D-BFF8-4A6F-9A36-1E80863278F0}"/>
                </a:ext>
              </a:extLst>
            </p:cNvPr>
            <p:cNvSpPr txBox="1"/>
            <p:nvPr/>
          </p:nvSpPr>
          <p:spPr>
            <a:xfrm>
              <a:off x="238892" y="363561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1" name="TextBox 2190">
              <a:extLst>
                <a:ext uri="{FF2B5EF4-FFF2-40B4-BE49-F238E27FC236}">
                  <a16:creationId xmlns:a16="http://schemas.microsoft.com/office/drawing/2014/main" id="{FC369E6E-6E4E-4A48-B8FF-1528BF4A8705}"/>
                </a:ext>
              </a:extLst>
            </p:cNvPr>
            <p:cNvSpPr txBox="1"/>
            <p:nvPr/>
          </p:nvSpPr>
          <p:spPr>
            <a:xfrm>
              <a:off x="238892" y="404855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2" name="TextBox 2191">
              <a:extLst>
                <a:ext uri="{FF2B5EF4-FFF2-40B4-BE49-F238E27FC236}">
                  <a16:creationId xmlns:a16="http://schemas.microsoft.com/office/drawing/2014/main" id="{C717243B-3DF6-4840-9B43-3CD680595639}"/>
                </a:ext>
              </a:extLst>
            </p:cNvPr>
            <p:cNvSpPr txBox="1"/>
            <p:nvPr/>
          </p:nvSpPr>
          <p:spPr>
            <a:xfrm>
              <a:off x="238892" y="446150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3" name="TextBox 2192">
              <a:extLst>
                <a:ext uri="{FF2B5EF4-FFF2-40B4-BE49-F238E27FC236}">
                  <a16:creationId xmlns:a16="http://schemas.microsoft.com/office/drawing/2014/main" id="{F86CC431-1276-4F85-8143-7A3627D463FC}"/>
                </a:ext>
              </a:extLst>
            </p:cNvPr>
            <p:cNvSpPr txBox="1"/>
            <p:nvPr/>
          </p:nvSpPr>
          <p:spPr>
            <a:xfrm>
              <a:off x="238892" y="487444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4" name="TextBox 2193">
              <a:extLst>
                <a:ext uri="{FF2B5EF4-FFF2-40B4-BE49-F238E27FC236}">
                  <a16:creationId xmlns:a16="http://schemas.microsoft.com/office/drawing/2014/main" id="{84FC920E-4A05-4F84-910A-1F883FC6CD72}"/>
                </a:ext>
              </a:extLst>
            </p:cNvPr>
            <p:cNvSpPr txBox="1"/>
            <p:nvPr/>
          </p:nvSpPr>
          <p:spPr>
            <a:xfrm>
              <a:off x="238892" y="528738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5" name="TextBox 2194">
              <a:extLst>
                <a:ext uri="{FF2B5EF4-FFF2-40B4-BE49-F238E27FC236}">
                  <a16:creationId xmlns:a16="http://schemas.microsoft.com/office/drawing/2014/main" id="{7D400D25-DC84-41B3-934E-E3A7EECE037E}"/>
                </a:ext>
              </a:extLst>
            </p:cNvPr>
            <p:cNvSpPr txBox="1"/>
            <p:nvPr/>
          </p:nvSpPr>
          <p:spPr>
            <a:xfrm>
              <a:off x="238892" y="570032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6" name="TextBox 2195">
              <a:extLst>
                <a:ext uri="{FF2B5EF4-FFF2-40B4-BE49-F238E27FC236}">
                  <a16:creationId xmlns:a16="http://schemas.microsoft.com/office/drawing/2014/main" id="{A95B2C5E-DA92-4106-A254-7C19328F5AF7}"/>
                </a:ext>
              </a:extLst>
            </p:cNvPr>
            <p:cNvSpPr txBox="1"/>
            <p:nvPr/>
          </p:nvSpPr>
          <p:spPr>
            <a:xfrm>
              <a:off x="238892" y="2603267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7" name="TextBox 2196">
              <a:extLst>
                <a:ext uri="{FF2B5EF4-FFF2-40B4-BE49-F238E27FC236}">
                  <a16:creationId xmlns:a16="http://schemas.microsoft.com/office/drawing/2014/main" id="{6CED62BE-7062-49BC-8EA1-4A93BCC1091E}"/>
                </a:ext>
              </a:extLst>
            </p:cNvPr>
            <p:cNvSpPr txBox="1"/>
            <p:nvPr/>
          </p:nvSpPr>
          <p:spPr>
            <a:xfrm>
              <a:off x="238892" y="301620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8" name="TextBox 2197">
              <a:extLst>
                <a:ext uri="{FF2B5EF4-FFF2-40B4-BE49-F238E27FC236}">
                  <a16:creationId xmlns:a16="http://schemas.microsoft.com/office/drawing/2014/main" id="{1AADEC08-FCE8-47AF-A10A-634DE19B31CD}"/>
                </a:ext>
              </a:extLst>
            </p:cNvPr>
            <p:cNvSpPr txBox="1"/>
            <p:nvPr/>
          </p:nvSpPr>
          <p:spPr>
            <a:xfrm>
              <a:off x="238892" y="342914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99" name="TextBox 2198">
              <a:extLst>
                <a:ext uri="{FF2B5EF4-FFF2-40B4-BE49-F238E27FC236}">
                  <a16:creationId xmlns:a16="http://schemas.microsoft.com/office/drawing/2014/main" id="{B44843FF-8ACD-433A-83A6-64406138717D}"/>
                </a:ext>
              </a:extLst>
            </p:cNvPr>
            <p:cNvSpPr txBox="1"/>
            <p:nvPr/>
          </p:nvSpPr>
          <p:spPr>
            <a:xfrm>
              <a:off x="238892" y="384208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0" name="TextBox 2199">
              <a:extLst>
                <a:ext uri="{FF2B5EF4-FFF2-40B4-BE49-F238E27FC236}">
                  <a16:creationId xmlns:a16="http://schemas.microsoft.com/office/drawing/2014/main" id="{54E32EDF-BE8A-4E5B-858F-F0966998AE09}"/>
                </a:ext>
              </a:extLst>
            </p:cNvPr>
            <p:cNvSpPr txBox="1"/>
            <p:nvPr/>
          </p:nvSpPr>
          <p:spPr>
            <a:xfrm>
              <a:off x="238892" y="425503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1" name="TextBox 2200">
              <a:extLst>
                <a:ext uri="{FF2B5EF4-FFF2-40B4-BE49-F238E27FC236}">
                  <a16:creationId xmlns:a16="http://schemas.microsoft.com/office/drawing/2014/main" id="{7C7C6B19-B543-41DB-A6F7-FD40A530A210}"/>
                </a:ext>
              </a:extLst>
            </p:cNvPr>
            <p:cNvSpPr txBox="1"/>
            <p:nvPr/>
          </p:nvSpPr>
          <p:spPr>
            <a:xfrm>
              <a:off x="238892" y="466797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2" name="TextBox 2201">
              <a:extLst>
                <a:ext uri="{FF2B5EF4-FFF2-40B4-BE49-F238E27FC236}">
                  <a16:creationId xmlns:a16="http://schemas.microsoft.com/office/drawing/2014/main" id="{B9659E02-0CF5-4494-9E28-A10941AA7E3E}"/>
                </a:ext>
              </a:extLst>
            </p:cNvPr>
            <p:cNvSpPr txBox="1"/>
            <p:nvPr/>
          </p:nvSpPr>
          <p:spPr>
            <a:xfrm>
              <a:off x="238892" y="508091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3" name="TextBox 2202">
              <a:extLst>
                <a:ext uri="{FF2B5EF4-FFF2-40B4-BE49-F238E27FC236}">
                  <a16:creationId xmlns:a16="http://schemas.microsoft.com/office/drawing/2014/main" id="{6A00A243-DEAE-4444-A4F6-4F95AF8E8F9D}"/>
                </a:ext>
              </a:extLst>
            </p:cNvPr>
            <p:cNvSpPr txBox="1"/>
            <p:nvPr/>
          </p:nvSpPr>
          <p:spPr>
            <a:xfrm>
              <a:off x="238892" y="549385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4" name="TextBox 2203">
              <a:extLst>
                <a:ext uri="{FF2B5EF4-FFF2-40B4-BE49-F238E27FC236}">
                  <a16:creationId xmlns:a16="http://schemas.microsoft.com/office/drawing/2014/main" id="{25B8CCD0-04AC-4115-B665-DA1092C04CA8}"/>
                </a:ext>
              </a:extLst>
            </p:cNvPr>
            <p:cNvSpPr txBox="1"/>
            <p:nvPr/>
          </p:nvSpPr>
          <p:spPr>
            <a:xfrm>
              <a:off x="238892" y="590679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5" name="TextBox 2204">
              <a:extLst>
                <a:ext uri="{FF2B5EF4-FFF2-40B4-BE49-F238E27FC236}">
                  <a16:creationId xmlns:a16="http://schemas.microsoft.com/office/drawing/2014/main" id="{89E5172B-1DE5-4C8C-BC2E-0A2368CDF93A}"/>
                </a:ext>
              </a:extLst>
            </p:cNvPr>
            <p:cNvSpPr txBox="1"/>
            <p:nvPr/>
          </p:nvSpPr>
          <p:spPr>
            <a:xfrm>
              <a:off x="238892" y="2190326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6" name="TextBox 2205">
              <a:extLst>
                <a:ext uri="{FF2B5EF4-FFF2-40B4-BE49-F238E27FC236}">
                  <a16:creationId xmlns:a16="http://schemas.microsoft.com/office/drawing/2014/main" id="{572B30C5-169C-429F-8065-5BE94BE5E9DA}"/>
                </a:ext>
              </a:extLst>
            </p:cNvPr>
            <p:cNvSpPr txBox="1"/>
            <p:nvPr/>
          </p:nvSpPr>
          <p:spPr>
            <a:xfrm>
              <a:off x="238891" y="2396797"/>
              <a:ext cx="112325" cy="924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7" name="TextBox 2206">
              <a:extLst>
                <a:ext uri="{FF2B5EF4-FFF2-40B4-BE49-F238E27FC236}">
                  <a16:creationId xmlns:a16="http://schemas.microsoft.com/office/drawing/2014/main" id="{FF85B991-5432-4374-A8C3-A58FCA6B6C72}"/>
                </a:ext>
              </a:extLst>
            </p:cNvPr>
            <p:cNvSpPr txBox="1"/>
            <p:nvPr/>
          </p:nvSpPr>
          <p:spPr>
            <a:xfrm>
              <a:off x="238892" y="6113263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08" name="TextBox 2207">
              <a:extLst>
                <a:ext uri="{FF2B5EF4-FFF2-40B4-BE49-F238E27FC236}">
                  <a16:creationId xmlns:a16="http://schemas.microsoft.com/office/drawing/2014/main" id="{15C695E3-6749-4030-85E0-45F6C6C04EEC}"/>
                </a:ext>
              </a:extLst>
            </p:cNvPr>
            <p:cNvSpPr txBox="1"/>
            <p:nvPr/>
          </p:nvSpPr>
          <p:spPr>
            <a:xfrm>
              <a:off x="238892" y="631973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209" name="직선 연결선 2208">
              <a:extLst>
                <a:ext uri="{FF2B5EF4-FFF2-40B4-BE49-F238E27FC236}">
                  <a16:creationId xmlns:a16="http://schemas.microsoft.com/office/drawing/2014/main" id="{FA2A9F7D-BB66-42F7-8981-FDF5001FDC54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1926846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직선 연결선 2209">
              <a:extLst>
                <a:ext uri="{FF2B5EF4-FFF2-40B4-BE49-F238E27FC236}">
                  <a16:creationId xmlns:a16="http://schemas.microsoft.com/office/drawing/2014/main" id="{1F8DC3AE-6756-4930-9542-44F46FDFA0C1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133316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직선 연결선 2210">
              <a:extLst>
                <a:ext uri="{FF2B5EF4-FFF2-40B4-BE49-F238E27FC236}">
                  <a16:creationId xmlns:a16="http://schemas.microsoft.com/office/drawing/2014/main" id="{95CEFB41-3412-44B6-A53B-A09F59E52AD9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33978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2" name="직선 연결선 2211">
              <a:extLst>
                <a:ext uri="{FF2B5EF4-FFF2-40B4-BE49-F238E27FC236}">
                  <a16:creationId xmlns:a16="http://schemas.microsoft.com/office/drawing/2014/main" id="{162BA818-973B-4C81-8C9E-49CF5488F2A5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546256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직선 연결선 2212">
              <a:extLst>
                <a:ext uri="{FF2B5EF4-FFF2-40B4-BE49-F238E27FC236}">
                  <a16:creationId xmlns:a16="http://schemas.microsoft.com/office/drawing/2014/main" id="{76E73086-1D03-47FF-BCB8-0E73D2FABD13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75272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직선 연결선 2213">
              <a:extLst>
                <a:ext uri="{FF2B5EF4-FFF2-40B4-BE49-F238E27FC236}">
                  <a16:creationId xmlns:a16="http://schemas.microsoft.com/office/drawing/2014/main" id="{E4DADF5C-6770-4D65-8BCF-F259E976B0DE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95919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직선 연결선 2214">
              <a:extLst>
                <a:ext uri="{FF2B5EF4-FFF2-40B4-BE49-F238E27FC236}">
                  <a16:creationId xmlns:a16="http://schemas.microsoft.com/office/drawing/2014/main" id="{97C03069-001E-4778-A587-342489C5ACBD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16566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직선 연결선 2215">
              <a:extLst>
                <a:ext uri="{FF2B5EF4-FFF2-40B4-BE49-F238E27FC236}">
                  <a16:creationId xmlns:a16="http://schemas.microsoft.com/office/drawing/2014/main" id="{E8873879-7516-44CA-B884-B354F98B0BFD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37213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7" name="직선 연결선 2216">
              <a:extLst>
                <a:ext uri="{FF2B5EF4-FFF2-40B4-BE49-F238E27FC236}">
                  <a16:creationId xmlns:a16="http://schemas.microsoft.com/office/drawing/2014/main" id="{FA4084FD-6DAE-4A6B-8030-DDDD8CF5645D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57860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직선 연결선 2217">
              <a:extLst>
                <a:ext uri="{FF2B5EF4-FFF2-40B4-BE49-F238E27FC236}">
                  <a16:creationId xmlns:a16="http://schemas.microsoft.com/office/drawing/2014/main" id="{7787CFF6-7C98-4EB6-9607-468FA39D2185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78507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직선 연결선 2218">
              <a:extLst>
                <a:ext uri="{FF2B5EF4-FFF2-40B4-BE49-F238E27FC236}">
                  <a16:creationId xmlns:a16="http://schemas.microsoft.com/office/drawing/2014/main" id="{489DC932-1DD3-4CF8-B0AA-8BEBE1A4E90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99154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직선 연결선 2219">
              <a:extLst>
                <a:ext uri="{FF2B5EF4-FFF2-40B4-BE49-F238E27FC236}">
                  <a16:creationId xmlns:a16="http://schemas.microsoft.com/office/drawing/2014/main" id="{AEEAB544-8A40-4B70-B77F-5EAC69C72AC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19801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직선 연결선 2220">
              <a:extLst>
                <a:ext uri="{FF2B5EF4-FFF2-40B4-BE49-F238E27FC236}">
                  <a16:creationId xmlns:a16="http://schemas.microsoft.com/office/drawing/2014/main" id="{CF14E51B-AE39-41A7-8CB1-318B171A8153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40448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2" name="직선 연결선 2221">
              <a:extLst>
                <a:ext uri="{FF2B5EF4-FFF2-40B4-BE49-F238E27FC236}">
                  <a16:creationId xmlns:a16="http://schemas.microsoft.com/office/drawing/2014/main" id="{C0B04A60-6CCF-485C-89EC-341AD6468516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61095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직선 연결선 2222">
              <a:extLst>
                <a:ext uri="{FF2B5EF4-FFF2-40B4-BE49-F238E27FC236}">
                  <a16:creationId xmlns:a16="http://schemas.microsoft.com/office/drawing/2014/main" id="{0452D933-BF4C-4B23-BC7F-44C603B0DD69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81742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직선 연결선 2223">
              <a:extLst>
                <a:ext uri="{FF2B5EF4-FFF2-40B4-BE49-F238E27FC236}">
                  <a16:creationId xmlns:a16="http://schemas.microsoft.com/office/drawing/2014/main" id="{A20A1F8F-DDEE-4FA9-B24A-1515946AD35B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02389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직선 연결선 2224">
              <a:extLst>
                <a:ext uri="{FF2B5EF4-FFF2-40B4-BE49-F238E27FC236}">
                  <a16:creationId xmlns:a16="http://schemas.microsoft.com/office/drawing/2014/main" id="{D4A27F79-0AC7-43B0-9224-3ED291C4DC78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23037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직선 연결선 2225">
              <a:extLst>
                <a:ext uri="{FF2B5EF4-FFF2-40B4-BE49-F238E27FC236}">
                  <a16:creationId xmlns:a16="http://schemas.microsoft.com/office/drawing/2014/main" id="{F913089D-4F5E-42DC-AF82-7200EFBAF2EF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43684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직선 연결선 2226">
              <a:extLst>
                <a:ext uri="{FF2B5EF4-FFF2-40B4-BE49-F238E27FC236}">
                  <a16:creationId xmlns:a16="http://schemas.microsoft.com/office/drawing/2014/main" id="{43166D40-260C-4000-97E1-041E41183208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64331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직선 연결선 2227">
              <a:extLst>
                <a:ext uri="{FF2B5EF4-FFF2-40B4-BE49-F238E27FC236}">
                  <a16:creationId xmlns:a16="http://schemas.microsoft.com/office/drawing/2014/main" id="{69E2DA11-3BD2-444C-AC48-214CE32529A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84978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직선 연결선 2228">
              <a:extLst>
                <a:ext uri="{FF2B5EF4-FFF2-40B4-BE49-F238E27FC236}">
                  <a16:creationId xmlns:a16="http://schemas.microsoft.com/office/drawing/2014/main" id="{1FC3AAF7-71A5-4249-A1FC-A7CB410CA1B0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05625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0" name="직선 연결선 2229">
              <a:extLst>
                <a:ext uri="{FF2B5EF4-FFF2-40B4-BE49-F238E27FC236}">
                  <a16:creationId xmlns:a16="http://schemas.microsoft.com/office/drawing/2014/main" id="{A8B277E3-7BB1-486C-A3BA-9027DAD0E5E5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262721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직선 연결선 2230">
              <a:extLst>
                <a:ext uri="{FF2B5EF4-FFF2-40B4-BE49-F238E27FC236}">
                  <a16:creationId xmlns:a16="http://schemas.microsoft.com/office/drawing/2014/main" id="{C5A77D80-BCF5-40E3-B807-C4ECB57908DE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469191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직선 연결선 2231">
              <a:extLst>
                <a:ext uri="{FF2B5EF4-FFF2-40B4-BE49-F238E27FC236}">
                  <a16:creationId xmlns:a16="http://schemas.microsoft.com/office/drawing/2014/main" id="{7EB82348-AEBA-4744-A7B9-2D8439EC4EC0}"/>
                </a:ext>
              </a:extLst>
            </p:cNvPr>
            <p:cNvCxnSpPr>
              <a:cxnSpLocks/>
            </p:cNvCxnSpPr>
            <p:nvPr/>
          </p:nvCxnSpPr>
          <p:spPr>
            <a:xfrm>
              <a:off x="791650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직선 연결선 2232">
              <a:extLst>
                <a:ext uri="{FF2B5EF4-FFF2-40B4-BE49-F238E27FC236}">
                  <a16:creationId xmlns:a16="http://schemas.microsoft.com/office/drawing/2014/main" id="{212FE2F2-4542-4AB1-BF8F-50D59BB94E83}"/>
                </a:ext>
              </a:extLst>
            </p:cNvPr>
            <p:cNvCxnSpPr>
              <a:cxnSpLocks/>
            </p:cNvCxnSpPr>
            <p:nvPr/>
          </p:nvCxnSpPr>
          <p:spPr>
            <a:xfrm>
              <a:off x="1630461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직선 연결선 2233">
              <a:extLst>
                <a:ext uri="{FF2B5EF4-FFF2-40B4-BE49-F238E27FC236}">
                  <a16:creationId xmlns:a16="http://schemas.microsoft.com/office/drawing/2014/main" id="{01405B73-2B8C-40BB-858B-C41D4D2BF74B}"/>
                </a:ext>
              </a:extLst>
            </p:cNvPr>
            <p:cNvCxnSpPr>
              <a:cxnSpLocks/>
            </p:cNvCxnSpPr>
            <p:nvPr/>
          </p:nvCxnSpPr>
          <p:spPr>
            <a:xfrm>
              <a:off x="2469272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직선 연결선 2234">
              <a:extLst>
                <a:ext uri="{FF2B5EF4-FFF2-40B4-BE49-F238E27FC236}">
                  <a16:creationId xmlns:a16="http://schemas.microsoft.com/office/drawing/2014/main" id="{5F9C0371-494B-411E-BB60-8A4F63FA2F2A}"/>
                </a:ext>
              </a:extLst>
            </p:cNvPr>
            <p:cNvCxnSpPr>
              <a:cxnSpLocks/>
            </p:cNvCxnSpPr>
            <p:nvPr/>
          </p:nvCxnSpPr>
          <p:spPr>
            <a:xfrm>
              <a:off x="3308083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직선 연결선 2235">
              <a:extLst>
                <a:ext uri="{FF2B5EF4-FFF2-40B4-BE49-F238E27FC236}">
                  <a16:creationId xmlns:a16="http://schemas.microsoft.com/office/drawing/2014/main" id="{AEE4A35F-BC8D-4F80-8FE8-C9E4FA65F2AC}"/>
                </a:ext>
              </a:extLst>
            </p:cNvPr>
            <p:cNvCxnSpPr>
              <a:cxnSpLocks/>
            </p:cNvCxnSpPr>
            <p:nvPr/>
          </p:nvCxnSpPr>
          <p:spPr>
            <a:xfrm>
              <a:off x="4146894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직선 연결선 2236">
              <a:extLst>
                <a:ext uri="{FF2B5EF4-FFF2-40B4-BE49-F238E27FC236}">
                  <a16:creationId xmlns:a16="http://schemas.microsoft.com/office/drawing/2014/main" id="{464487B6-5B8D-435B-B839-D3D94B861500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7481888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8" name="TextBox 2237">
              <a:extLst>
                <a:ext uri="{FF2B5EF4-FFF2-40B4-BE49-F238E27FC236}">
                  <a16:creationId xmlns:a16="http://schemas.microsoft.com/office/drawing/2014/main" id="{1C55C480-F251-453C-8585-E75B2977CA5E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Habit Tracker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239" name="직선 연결선 2238">
              <a:extLst>
                <a:ext uri="{FF2B5EF4-FFF2-40B4-BE49-F238E27FC236}">
                  <a16:creationId xmlns:a16="http://schemas.microsoft.com/office/drawing/2014/main" id="{FBDB7329-7663-4A3A-9DA4-A5EADC82FCCF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직선 연결선 2239">
              <a:extLst>
                <a:ext uri="{FF2B5EF4-FFF2-40B4-BE49-F238E27FC236}">
                  <a16:creationId xmlns:a16="http://schemas.microsoft.com/office/drawing/2014/main" id="{8371C08B-D8EE-47BC-B0CF-E8605E972D8C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직선 연결선 2240">
              <a:extLst>
                <a:ext uri="{FF2B5EF4-FFF2-40B4-BE49-F238E27FC236}">
                  <a16:creationId xmlns:a16="http://schemas.microsoft.com/office/drawing/2014/main" id="{672A64DE-87E6-4CAF-AED0-E73AB284586F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2" name="직선 연결선 2241">
              <a:extLst>
                <a:ext uri="{FF2B5EF4-FFF2-40B4-BE49-F238E27FC236}">
                  <a16:creationId xmlns:a16="http://schemas.microsoft.com/office/drawing/2014/main" id="{67F8B7CD-3B4B-47E2-85AD-33010F49D0C2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3" name="TextBox 2242">
              <a:extLst>
                <a:ext uri="{FF2B5EF4-FFF2-40B4-BE49-F238E27FC236}">
                  <a16:creationId xmlns:a16="http://schemas.microsoft.com/office/drawing/2014/main" id="{8997FC06-A250-47FE-8A8A-4E2E9C0805FE}"/>
                </a:ext>
              </a:extLst>
            </p:cNvPr>
            <p:cNvSpPr txBox="1"/>
            <p:nvPr/>
          </p:nvSpPr>
          <p:spPr>
            <a:xfrm>
              <a:off x="473162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4" name="TextBox 2243">
              <a:extLst>
                <a:ext uri="{FF2B5EF4-FFF2-40B4-BE49-F238E27FC236}">
                  <a16:creationId xmlns:a16="http://schemas.microsoft.com/office/drawing/2014/main" id="{FE349FB0-D97D-4385-9D01-313896BB6DC3}"/>
                </a:ext>
              </a:extLst>
            </p:cNvPr>
            <p:cNvSpPr txBox="1"/>
            <p:nvPr/>
          </p:nvSpPr>
          <p:spPr>
            <a:xfrm>
              <a:off x="487151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5" name="TextBox 2244">
              <a:extLst>
                <a:ext uri="{FF2B5EF4-FFF2-40B4-BE49-F238E27FC236}">
                  <a16:creationId xmlns:a16="http://schemas.microsoft.com/office/drawing/2014/main" id="{0DB3D6F4-2EB3-4541-991C-7F5E702F4A45}"/>
                </a:ext>
              </a:extLst>
            </p:cNvPr>
            <p:cNvSpPr txBox="1"/>
            <p:nvPr/>
          </p:nvSpPr>
          <p:spPr>
            <a:xfrm>
              <a:off x="501139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6" name="TextBox 2245">
              <a:extLst>
                <a:ext uri="{FF2B5EF4-FFF2-40B4-BE49-F238E27FC236}">
                  <a16:creationId xmlns:a16="http://schemas.microsoft.com/office/drawing/2014/main" id="{F4245945-D9F3-4F10-849B-5C90D94424FC}"/>
                </a:ext>
              </a:extLst>
            </p:cNvPr>
            <p:cNvSpPr txBox="1"/>
            <p:nvPr/>
          </p:nvSpPr>
          <p:spPr>
            <a:xfrm>
              <a:off x="515128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7" name="TextBox 2246">
              <a:extLst>
                <a:ext uri="{FF2B5EF4-FFF2-40B4-BE49-F238E27FC236}">
                  <a16:creationId xmlns:a16="http://schemas.microsoft.com/office/drawing/2014/main" id="{0D5FE955-B883-459F-BE0B-A18E75F807B1}"/>
                </a:ext>
              </a:extLst>
            </p:cNvPr>
            <p:cNvSpPr txBox="1"/>
            <p:nvPr/>
          </p:nvSpPr>
          <p:spPr>
            <a:xfrm>
              <a:off x="529116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8" name="TextBox 2247">
              <a:extLst>
                <a:ext uri="{FF2B5EF4-FFF2-40B4-BE49-F238E27FC236}">
                  <a16:creationId xmlns:a16="http://schemas.microsoft.com/office/drawing/2014/main" id="{805E3FAF-2886-466A-840D-9FC0BFA3E1BD}"/>
                </a:ext>
              </a:extLst>
            </p:cNvPr>
            <p:cNvSpPr txBox="1"/>
            <p:nvPr/>
          </p:nvSpPr>
          <p:spPr>
            <a:xfrm>
              <a:off x="543105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49" name="TextBox 2248">
              <a:extLst>
                <a:ext uri="{FF2B5EF4-FFF2-40B4-BE49-F238E27FC236}">
                  <a16:creationId xmlns:a16="http://schemas.microsoft.com/office/drawing/2014/main" id="{4FA6D83C-17E3-426B-90CC-15D957037B59}"/>
                </a:ext>
              </a:extLst>
            </p:cNvPr>
            <p:cNvSpPr txBox="1"/>
            <p:nvPr/>
          </p:nvSpPr>
          <p:spPr>
            <a:xfrm>
              <a:off x="557093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250" name="그룹 2249">
              <a:extLst>
                <a:ext uri="{FF2B5EF4-FFF2-40B4-BE49-F238E27FC236}">
                  <a16:creationId xmlns:a16="http://schemas.microsoft.com/office/drawing/2014/main" id="{D18737C1-EDD3-4D95-8A70-F6A2C5B58751}"/>
                </a:ext>
              </a:extLst>
            </p:cNvPr>
            <p:cNvGrpSpPr/>
            <p:nvPr/>
          </p:nvGrpSpPr>
          <p:grpSpPr>
            <a:xfrm>
              <a:off x="4731627" y="807313"/>
              <a:ext cx="968980" cy="103559"/>
              <a:chOff x="4731627" y="1030298"/>
              <a:chExt cx="968980" cy="103559"/>
            </a:xfrm>
          </p:grpSpPr>
          <p:sp>
            <p:nvSpPr>
              <p:cNvPr id="2251" name="타원 2250">
                <a:extLst>
                  <a:ext uri="{FF2B5EF4-FFF2-40B4-BE49-F238E27FC236}">
                    <a16:creationId xmlns:a16="http://schemas.microsoft.com/office/drawing/2014/main" id="{6F9D2A37-5F9E-415A-896C-893EEAA24617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" name="타원 2251">
                <a:extLst>
                  <a:ext uri="{FF2B5EF4-FFF2-40B4-BE49-F238E27FC236}">
                    <a16:creationId xmlns:a16="http://schemas.microsoft.com/office/drawing/2014/main" id="{F3EB713F-5C8E-4A83-B8BC-80225349871B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" name="타원 2252">
                <a:extLst>
                  <a:ext uri="{FF2B5EF4-FFF2-40B4-BE49-F238E27FC236}">
                    <a16:creationId xmlns:a16="http://schemas.microsoft.com/office/drawing/2014/main" id="{8E8B8CEB-26D1-4E0A-B41C-297E771172E6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" name="타원 2253">
                <a:extLst>
                  <a:ext uri="{FF2B5EF4-FFF2-40B4-BE49-F238E27FC236}">
                    <a16:creationId xmlns:a16="http://schemas.microsoft.com/office/drawing/2014/main" id="{64327B12-0B1F-48B5-B287-99CEF32AEDA8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" name="타원 2254">
                <a:extLst>
                  <a:ext uri="{FF2B5EF4-FFF2-40B4-BE49-F238E27FC236}">
                    <a16:creationId xmlns:a16="http://schemas.microsoft.com/office/drawing/2014/main" id="{77060B20-9C62-4193-A850-BF9540AB0198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" name="타원 2255">
                <a:extLst>
                  <a:ext uri="{FF2B5EF4-FFF2-40B4-BE49-F238E27FC236}">
                    <a16:creationId xmlns:a16="http://schemas.microsoft.com/office/drawing/2014/main" id="{29C80B99-D05C-42BC-8E61-484FC7E3E5FE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" name="타원 2256">
                <a:extLst>
                  <a:ext uri="{FF2B5EF4-FFF2-40B4-BE49-F238E27FC236}">
                    <a16:creationId xmlns:a16="http://schemas.microsoft.com/office/drawing/2014/main" id="{6991304C-9436-425F-B463-9C37D195443A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58" name="그룹 2257">
              <a:extLst>
                <a:ext uri="{FF2B5EF4-FFF2-40B4-BE49-F238E27FC236}">
                  <a16:creationId xmlns:a16="http://schemas.microsoft.com/office/drawing/2014/main" id="{ECD54E52-E896-4632-87B0-5B92BE489098}"/>
                </a:ext>
              </a:extLst>
            </p:cNvPr>
            <p:cNvGrpSpPr/>
            <p:nvPr/>
          </p:nvGrpSpPr>
          <p:grpSpPr>
            <a:xfrm>
              <a:off x="4731627" y="1020692"/>
              <a:ext cx="968980" cy="103559"/>
              <a:chOff x="4731627" y="1030298"/>
              <a:chExt cx="968980" cy="103559"/>
            </a:xfrm>
          </p:grpSpPr>
          <p:sp>
            <p:nvSpPr>
              <p:cNvPr id="2259" name="타원 2258">
                <a:extLst>
                  <a:ext uri="{FF2B5EF4-FFF2-40B4-BE49-F238E27FC236}">
                    <a16:creationId xmlns:a16="http://schemas.microsoft.com/office/drawing/2014/main" id="{4DF42034-F135-453D-960C-E7D98064D038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" name="타원 2259">
                <a:extLst>
                  <a:ext uri="{FF2B5EF4-FFF2-40B4-BE49-F238E27FC236}">
                    <a16:creationId xmlns:a16="http://schemas.microsoft.com/office/drawing/2014/main" id="{D0BF5EF9-9C3D-4DA1-B6D8-810914C53466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" name="타원 2260">
                <a:extLst>
                  <a:ext uri="{FF2B5EF4-FFF2-40B4-BE49-F238E27FC236}">
                    <a16:creationId xmlns:a16="http://schemas.microsoft.com/office/drawing/2014/main" id="{43EA4097-464F-45C5-A5F0-6746AD1D69D4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" name="타원 2261">
                <a:extLst>
                  <a:ext uri="{FF2B5EF4-FFF2-40B4-BE49-F238E27FC236}">
                    <a16:creationId xmlns:a16="http://schemas.microsoft.com/office/drawing/2014/main" id="{D0A9BBA4-AD75-4E67-B3A7-FF1D5AAC7FEB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" name="타원 2262">
                <a:extLst>
                  <a:ext uri="{FF2B5EF4-FFF2-40B4-BE49-F238E27FC236}">
                    <a16:creationId xmlns:a16="http://schemas.microsoft.com/office/drawing/2014/main" id="{2FF6730F-4820-4AC4-B967-B787C18ACC0C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" name="타원 2263">
                <a:extLst>
                  <a:ext uri="{FF2B5EF4-FFF2-40B4-BE49-F238E27FC236}">
                    <a16:creationId xmlns:a16="http://schemas.microsoft.com/office/drawing/2014/main" id="{EF6F5C69-5542-4A7C-9C3C-23854FAB17C1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" name="타원 2264">
                <a:extLst>
                  <a:ext uri="{FF2B5EF4-FFF2-40B4-BE49-F238E27FC236}">
                    <a16:creationId xmlns:a16="http://schemas.microsoft.com/office/drawing/2014/main" id="{0CB431BC-616B-4DB1-A811-F6EC3112FCB7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266" name="직선 연결선 2265">
              <a:extLst>
                <a:ext uri="{FF2B5EF4-FFF2-40B4-BE49-F238E27FC236}">
                  <a16:creationId xmlns:a16="http://schemas.microsoft.com/office/drawing/2014/main" id="{9A5D2929-734C-4187-81D1-581C1637A4E6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7" name="직선 연결선 2266">
              <a:extLst>
                <a:ext uri="{FF2B5EF4-FFF2-40B4-BE49-F238E27FC236}">
                  <a16:creationId xmlns:a16="http://schemas.microsoft.com/office/drawing/2014/main" id="{A4B3DA55-5BC6-49CD-BE46-5CA9E0294F7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직선 연결선 2267">
              <a:extLst>
                <a:ext uri="{FF2B5EF4-FFF2-40B4-BE49-F238E27FC236}">
                  <a16:creationId xmlns:a16="http://schemas.microsoft.com/office/drawing/2014/main" id="{872E304D-9652-46B5-99B9-A93C1179BFB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9" name="직선 연결선 2268">
              <a:extLst>
                <a:ext uri="{FF2B5EF4-FFF2-40B4-BE49-F238E27FC236}">
                  <a16:creationId xmlns:a16="http://schemas.microsoft.com/office/drawing/2014/main" id="{F23BDFA0-0226-4FB2-B774-D822A0305E84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0" name="그룹 2269">
              <a:extLst>
                <a:ext uri="{FF2B5EF4-FFF2-40B4-BE49-F238E27FC236}">
                  <a16:creationId xmlns:a16="http://schemas.microsoft.com/office/drawing/2014/main" id="{27AE4FD1-3231-4B85-886E-BA005C5EAEBD}"/>
                </a:ext>
              </a:extLst>
            </p:cNvPr>
            <p:cNvGrpSpPr/>
            <p:nvPr/>
          </p:nvGrpSpPr>
          <p:grpSpPr>
            <a:xfrm>
              <a:off x="4731627" y="1234071"/>
              <a:ext cx="968980" cy="103559"/>
              <a:chOff x="4731627" y="1030298"/>
              <a:chExt cx="968980" cy="103559"/>
            </a:xfrm>
          </p:grpSpPr>
          <p:sp>
            <p:nvSpPr>
              <p:cNvPr id="2271" name="타원 2270">
                <a:extLst>
                  <a:ext uri="{FF2B5EF4-FFF2-40B4-BE49-F238E27FC236}">
                    <a16:creationId xmlns:a16="http://schemas.microsoft.com/office/drawing/2014/main" id="{97E667DE-12C6-4551-9187-05566934554C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" name="타원 2271">
                <a:extLst>
                  <a:ext uri="{FF2B5EF4-FFF2-40B4-BE49-F238E27FC236}">
                    <a16:creationId xmlns:a16="http://schemas.microsoft.com/office/drawing/2014/main" id="{22CB7230-DC69-4A2C-B5C9-62689B283793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" name="타원 2272">
                <a:extLst>
                  <a:ext uri="{FF2B5EF4-FFF2-40B4-BE49-F238E27FC236}">
                    <a16:creationId xmlns:a16="http://schemas.microsoft.com/office/drawing/2014/main" id="{7D21A033-1B06-4F95-9CB3-A004D9B92508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" name="타원 2273">
                <a:extLst>
                  <a:ext uri="{FF2B5EF4-FFF2-40B4-BE49-F238E27FC236}">
                    <a16:creationId xmlns:a16="http://schemas.microsoft.com/office/drawing/2014/main" id="{133346D9-C213-4268-B7AC-1C45F6DC8347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" name="타원 2274">
                <a:extLst>
                  <a:ext uri="{FF2B5EF4-FFF2-40B4-BE49-F238E27FC236}">
                    <a16:creationId xmlns:a16="http://schemas.microsoft.com/office/drawing/2014/main" id="{0C73515B-8722-4822-A0EA-BBDB8C7FAF77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" name="타원 2275">
                <a:extLst>
                  <a:ext uri="{FF2B5EF4-FFF2-40B4-BE49-F238E27FC236}">
                    <a16:creationId xmlns:a16="http://schemas.microsoft.com/office/drawing/2014/main" id="{5EE186F5-FE1C-49B9-8B5E-ED52107B230F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" name="타원 2276">
                <a:extLst>
                  <a:ext uri="{FF2B5EF4-FFF2-40B4-BE49-F238E27FC236}">
                    <a16:creationId xmlns:a16="http://schemas.microsoft.com/office/drawing/2014/main" id="{3B599DFD-2E41-4480-8D09-E96CEE65F0E4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78" name="그룹 2277">
              <a:extLst>
                <a:ext uri="{FF2B5EF4-FFF2-40B4-BE49-F238E27FC236}">
                  <a16:creationId xmlns:a16="http://schemas.microsoft.com/office/drawing/2014/main" id="{3658DDFD-7557-4969-9E35-AD73B606F926}"/>
                </a:ext>
              </a:extLst>
            </p:cNvPr>
            <p:cNvGrpSpPr/>
            <p:nvPr/>
          </p:nvGrpSpPr>
          <p:grpSpPr>
            <a:xfrm>
              <a:off x="4731627" y="1447450"/>
              <a:ext cx="968980" cy="103559"/>
              <a:chOff x="4731627" y="1030298"/>
              <a:chExt cx="968980" cy="103559"/>
            </a:xfrm>
          </p:grpSpPr>
          <p:sp>
            <p:nvSpPr>
              <p:cNvPr id="2279" name="타원 2278">
                <a:extLst>
                  <a:ext uri="{FF2B5EF4-FFF2-40B4-BE49-F238E27FC236}">
                    <a16:creationId xmlns:a16="http://schemas.microsoft.com/office/drawing/2014/main" id="{C1A30A5B-0FDB-4DA5-88BB-DECE67B1DB30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" name="타원 2279">
                <a:extLst>
                  <a:ext uri="{FF2B5EF4-FFF2-40B4-BE49-F238E27FC236}">
                    <a16:creationId xmlns:a16="http://schemas.microsoft.com/office/drawing/2014/main" id="{D62EF2E4-0D60-49FD-87E2-234A6DAF5297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" name="타원 2280">
                <a:extLst>
                  <a:ext uri="{FF2B5EF4-FFF2-40B4-BE49-F238E27FC236}">
                    <a16:creationId xmlns:a16="http://schemas.microsoft.com/office/drawing/2014/main" id="{26414C03-F57C-4CCD-AEF1-081BFD681B81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" name="타원 2281">
                <a:extLst>
                  <a:ext uri="{FF2B5EF4-FFF2-40B4-BE49-F238E27FC236}">
                    <a16:creationId xmlns:a16="http://schemas.microsoft.com/office/drawing/2014/main" id="{47711D67-991E-4DDD-8DA4-E2F6DC7EF144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" name="타원 2282">
                <a:extLst>
                  <a:ext uri="{FF2B5EF4-FFF2-40B4-BE49-F238E27FC236}">
                    <a16:creationId xmlns:a16="http://schemas.microsoft.com/office/drawing/2014/main" id="{E3DEBB09-BF43-46E8-9E17-F61C8C8913C7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" name="타원 2283">
                <a:extLst>
                  <a:ext uri="{FF2B5EF4-FFF2-40B4-BE49-F238E27FC236}">
                    <a16:creationId xmlns:a16="http://schemas.microsoft.com/office/drawing/2014/main" id="{53840B3C-ED5C-4E3C-8818-C3967EC247E5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" name="타원 2284">
                <a:extLst>
                  <a:ext uri="{FF2B5EF4-FFF2-40B4-BE49-F238E27FC236}">
                    <a16:creationId xmlns:a16="http://schemas.microsoft.com/office/drawing/2014/main" id="{44A43177-9A7F-4BA3-A206-43618A7CEE90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3" name="TextBox 185">
            <a:hlinkClick r:id="rId2"/>
            <a:extLst>
              <a:ext uri="{FF2B5EF4-FFF2-40B4-BE49-F238E27FC236}">
                <a16:creationId xmlns:a16="http://schemas.microsoft.com/office/drawing/2014/main" id="{03459B03-6F48-492C-B83E-A6065FE9F66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86">
            <a:hlinkClick r:id="rId3"/>
            <a:extLst>
              <a:ext uri="{FF2B5EF4-FFF2-40B4-BE49-F238E27FC236}">
                <a16:creationId xmlns:a16="http://schemas.microsoft.com/office/drawing/2014/main" id="{3ECFA56B-24D3-4712-B487-A846FEC01BC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84">
            <a:hlinkClick r:id="rId4"/>
            <a:extLst>
              <a:ext uri="{FF2B5EF4-FFF2-40B4-BE49-F238E27FC236}">
                <a16:creationId xmlns:a16="http://schemas.microsoft.com/office/drawing/2014/main" id="{CA915CB7-D490-42D6-A523-C650FDC3399F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46</Words>
  <Application>Microsoft Office PowerPoint</Application>
  <PresentationFormat>사용자 지정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69</cp:revision>
  <dcterms:created xsi:type="dcterms:W3CDTF">2021-10-29T04:43:38Z</dcterms:created>
  <dcterms:modified xsi:type="dcterms:W3CDTF">2021-12-19T08:46:11Z</dcterms:modified>
</cp:coreProperties>
</file>
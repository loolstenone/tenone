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74" name="그룹 23873">
            <a:extLst>
              <a:ext uri="{FF2B5EF4-FFF2-40B4-BE49-F238E27FC236}">
                <a16:creationId xmlns:a16="http://schemas.microsoft.com/office/drawing/2014/main" id="{27AEAE85-F62A-42FA-A0A3-A8CF5B5CF82D}"/>
              </a:ext>
            </a:extLst>
          </p:cNvPr>
          <p:cNvGrpSpPr/>
          <p:nvPr/>
        </p:nvGrpSpPr>
        <p:grpSpPr>
          <a:xfrm>
            <a:off x="306101" y="109602"/>
            <a:ext cx="5464749" cy="7370656"/>
            <a:chOff x="230019" y="109602"/>
            <a:chExt cx="5464749" cy="7370656"/>
          </a:xfrm>
        </p:grpSpPr>
        <p:cxnSp>
          <p:nvCxnSpPr>
            <p:cNvPr id="2836" name="직선 연결선 2835">
              <a:extLst>
                <a:ext uri="{FF2B5EF4-FFF2-40B4-BE49-F238E27FC236}">
                  <a16:creationId xmlns:a16="http://schemas.microsoft.com/office/drawing/2014/main" id="{70BFBC25-6731-4902-A7F8-CD0DD80BB4D4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92792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7" name="직선 연결선 2836">
              <a:extLst>
                <a:ext uri="{FF2B5EF4-FFF2-40B4-BE49-F238E27FC236}">
                  <a16:creationId xmlns:a16="http://schemas.microsoft.com/office/drawing/2014/main" id="{159FEDB6-3DA8-4298-A639-1837437940B4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311202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8" name="직선 연결선 2837">
              <a:extLst>
                <a:ext uri="{FF2B5EF4-FFF2-40B4-BE49-F238E27FC236}">
                  <a16:creationId xmlns:a16="http://schemas.microsoft.com/office/drawing/2014/main" id="{BF943C6F-7410-49F1-B441-469974662DF6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442248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9" name="직선 연결선 2838">
              <a:extLst>
                <a:ext uri="{FF2B5EF4-FFF2-40B4-BE49-F238E27FC236}">
                  <a16:creationId xmlns:a16="http://schemas.microsoft.com/office/drawing/2014/main" id="{7A6DBCAE-72B9-450B-8E70-EA1B0CF003C9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551453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0" name="직선 연결선 2839">
              <a:extLst>
                <a:ext uri="{FF2B5EF4-FFF2-40B4-BE49-F238E27FC236}">
                  <a16:creationId xmlns:a16="http://schemas.microsoft.com/office/drawing/2014/main" id="{D8F792EF-B754-42EC-8856-C76345CB6F4D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7480258"/>
              <a:ext cx="16997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1" name="직선 연결선 2840">
              <a:extLst>
                <a:ext uri="{FF2B5EF4-FFF2-40B4-BE49-F238E27FC236}">
                  <a16:creationId xmlns:a16="http://schemas.microsoft.com/office/drawing/2014/main" id="{5274E137-E74E-4EE7-B3C3-E172E7CCB00F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660658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2" name="직선 연결선 2841">
              <a:extLst>
                <a:ext uri="{FF2B5EF4-FFF2-40B4-BE49-F238E27FC236}">
                  <a16:creationId xmlns:a16="http://schemas.microsoft.com/office/drawing/2014/main" id="{3A700F87-1A36-49F0-BC24-3CD5379E758F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136474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3" name="직선 연결선 2842">
              <a:extLst>
                <a:ext uri="{FF2B5EF4-FFF2-40B4-BE49-F238E27FC236}">
                  <a16:creationId xmlns:a16="http://schemas.microsoft.com/office/drawing/2014/main" id="{603734DD-618A-4EDF-872A-631CC8C5ACC2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180156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4" name="직선 연결선 2843">
              <a:extLst>
                <a:ext uri="{FF2B5EF4-FFF2-40B4-BE49-F238E27FC236}">
                  <a16:creationId xmlns:a16="http://schemas.microsoft.com/office/drawing/2014/main" id="{55CF7FCA-3399-4F2A-B6D5-6F18AE5DB53D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223838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5" name="직선 연결선 2844">
              <a:extLst>
                <a:ext uri="{FF2B5EF4-FFF2-40B4-BE49-F238E27FC236}">
                  <a16:creationId xmlns:a16="http://schemas.microsoft.com/office/drawing/2014/main" id="{ADB9C285-8FCF-4850-9014-8EAB9982FEB1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267520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6" name="직선 연결선 2845">
              <a:extLst>
                <a:ext uri="{FF2B5EF4-FFF2-40B4-BE49-F238E27FC236}">
                  <a16:creationId xmlns:a16="http://schemas.microsoft.com/office/drawing/2014/main" id="{DCFFB9F7-4444-418E-A221-21A3515D6437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354884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7" name="직선 연결선 2846">
              <a:extLst>
                <a:ext uri="{FF2B5EF4-FFF2-40B4-BE49-F238E27FC236}">
                  <a16:creationId xmlns:a16="http://schemas.microsoft.com/office/drawing/2014/main" id="{D0164330-776D-456A-9BEB-C25320890F46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376725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8" name="직선 연결선 2847">
              <a:extLst>
                <a:ext uri="{FF2B5EF4-FFF2-40B4-BE49-F238E27FC236}">
                  <a16:creationId xmlns:a16="http://schemas.microsoft.com/office/drawing/2014/main" id="{C1FDACB5-ACF1-4FF8-A7AA-EFB4742E6E72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398566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9" name="직선 연결선 2848">
              <a:extLst>
                <a:ext uri="{FF2B5EF4-FFF2-40B4-BE49-F238E27FC236}">
                  <a16:creationId xmlns:a16="http://schemas.microsoft.com/office/drawing/2014/main" id="{C214D8AD-B112-41AB-9848-B3408D1F3112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420407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0" name="직선 연결선 2849">
              <a:extLst>
                <a:ext uri="{FF2B5EF4-FFF2-40B4-BE49-F238E27FC236}">
                  <a16:creationId xmlns:a16="http://schemas.microsoft.com/office/drawing/2014/main" id="{E57AE460-9DDB-4DD3-B2F0-AA14C855CC95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464089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1" name="직선 연결선 2850">
              <a:extLst>
                <a:ext uri="{FF2B5EF4-FFF2-40B4-BE49-F238E27FC236}">
                  <a16:creationId xmlns:a16="http://schemas.microsoft.com/office/drawing/2014/main" id="{C719D0C6-852B-45E9-8858-C4D1AD33621E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485930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2" name="직선 연결선 2851">
              <a:extLst>
                <a:ext uri="{FF2B5EF4-FFF2-40B4-BE49-F238E27FC236}">
                  <a16:creationId xmlns:a16="http://schemas.microsoft.com/office/drawing/2014/main" id="{FD0C0DF8-680D-4C27-BD2A-F87292C11CA9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507771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3" name="직선 연결선 2852">
              <a:extLst>
                <a:ext uri="{FF2B5EF4-FFF2-40B4-BE49-F238E27FC236}">
                  <a16:creationId xmlns:a16="http://schemas.microsoft.com/office/drawing/2014/main" id="{AD3F33A5-9DED-4159-AC23-710279D1477D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529612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4" name="직선 연결선 2853">
              <a:extLst>
                <a:ext uri="{FF2B5EF4-FFF2-40B4-BE49-F238E27FC236}">
                  <a16:creationId xmlns:a16="http://schemas.microsoft.com/office/drawing/2014/main" id="{B62D33A2-28E9-4A47-8DFD-8450632C68E8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573294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5" name="직선 연결선 2854">
              <a:extLst>
                <a:ext uri="{FF2B5EF4-FFF2-40B4-BE49-F238E27FC236}">
                  <a16:creationId xmlns:a16="http://schemas.microsoft.com/office/drawing/2014/main" id="{E4BEAA5A-5C34-46D8-AE5D-33A9E7D05192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595135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6" name="직선 연결선 2855">
              <a:extLst>
                <a:ext uri="{FF2B5EF4-FFF2-40B4-BE49-F238E27FC236}">
                  <a16:creationId xmlns:a16="http://schemas.microsoft.com/office/drawing/2014/main" id="{6A9F1D74-FD26-422D-AA59-AF0563C1DD82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616976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7" name="직선 연결선 2856">
              <a:extLst>
                <a:ext uri="{FF2B5EF4-FFF2-40B4-BE49-F238E27FC236}">
                  <a16:creationId xmlns:a16="http://schemas.microsoft.com/office/drawing/2014/main" id="{88452CF5-6CDD-4E26-9789-87110939AD73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704340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8" name="직선 연결선 2857">
              <a:extLst>
                <a:ext uri="{FF2B5EF4-FFF2-40B4-BE49-F238E27FC236}">
                  <a16:creationId xmlns:a16="http://schemas.microsoft.com/office/drawing/2014/main" id="{3FA5C83A-A29A-470A-9A13-9C6CC7DB31B5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638817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9" name="직선 연결선 2858">
              <a:extLst>
                <a:ext uri="{FF2B5EF4-FFF2-40B4-BE49-F238E27FC236}">
                  <a16:creationId xmlns:a16="http://schemas.microsoft.com/office/drawing/2014/main" id="{C818B711-F4E5-45B2-9BA8-2D0A30F92B7C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682499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0" name="직선 연결선 2859">
              <a:extLst>
                <a:ext uri="{FF2B5EF4-FFF2-40B4-BE49-F238E27FC236}">
                  <a16:creationId xmlns:a16="http://schemas.microsoft.com/office/drawing/2014/main" id="{B948EEF2-D01F-4E3A-962F-359D6E896027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726181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1" name="직선 연결선 2860">
              <a:extLst>
                <a:ext uri="{FF2B5EF4-FFF2-40B4-BE49-F238E27FC236}">
                  <a16:creationId xmlns:a16="http://schemas.microsoft.com/office/drawing/2014/main" id="{E85DAFDC-C832-46A5-88DF-FD773AF4D176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709518"/>
              <a:ext cx="16997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2" name="직선 연결선 2861">
              <a:extLst>
                <a:ext uri="{FF2B5EF4-FFF2-40B4-BE49-F238E27FC236}">
                  <a16:creationId xmlns:a16="http://schemas.microsoft.com/office/drawing/2014/main" id="{332E0378-359A-4659-9791-C47C5FA1DB66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114633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3" name="직선 연결선 2862">
              <a:extLst>
                <a:ext uri="{FF2B5EF4-FFF2-40B4-BE49-F238E27FC236}">
                  <a16:creationId xmlns:a16="http://schemas.microsoft.com/office/drawing/2014/main" id="{EA045A57-67A4-4EA0-B23E-0F89856591EF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333043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4" name="직선 연결선 2863">
              <a:extLst>
                <a:ext uri="{FF2B5EF4-FFF2-40B4-BE49-F238E27FC236}">
                  <a16:creationId xmlns:a16="http://schemas.microsoft.com/office/drawing/2014/main" id="{7099339D-D3B7-4013-BF3D-83C08F53452D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158315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5" name="직선 연결선 2864">
              <a:extLst>
                <a:ext uri="{FF2B5EF4-FFF2-40B4-BE49-F238E27FC236}">
                  <a16:creationId xmlns:a16="http://schemas.microsoft.com/office/drawing/2014/main" id="{A52B4374-247B-46EE-BEB1-C33DD40A96FD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201997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6" name="직선 연결선 2865">
              <a:extLst>
                <a:ext uri="{FF2B5EF4-FFF2-40B4-BE49-F238E27FC236}">
                  <a16:creationId xmlns:a16="http://schemas.microsoft.com/office/drawing/2014/main" id="{2B410873-78FE-40BE-9A71-7A76B362A4B7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245679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7" name="직선 연결선 2866">
              <a:extLst>
                <a:ext uri="{FF2B5EF4-FFF2-40B4-BE49-F238E27FC236}">
                  <a16:creationId xmlns:a16="http://schemas.microsoft.com/office/drawing/2014/main" id="{C368940D-91C9-48DC-ABE0-FFF36ADA0F62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289361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8" name="직선 연결선 2867">
              <a:extLst>
                <a:ext uri="{FF2B5EF4-FFF2-40B4-BE49-F238E27FC236}">
                  <a16:creationId xmlns:a16="http://schemas.microsoft.com/office/drawing/2014/main" id="{A5EF7019-9A96-4E20-B9AB-61EA01D705BA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533992"/>
              <a:ext cx="8142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9" name="직선 연결선 2868">
              <a:extLst>
                <a:ext uri="{FF2B5EF4-FFF2-40B4-BE49-F238E27FC236}">
                  <a16:creationId xmlns:a16="http://schemas.microsoft.com/office/drawing/2014/main" id="{65EA5613-5BFA-4910-9987-4E34A7D8C3A7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92792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0" name="직선 연결선 2869">
              <a:extLst>
                <a:ext uri="{FF2B5EF4-FFF2-40B4-BE49-F238E27FC236}">
                  <a16:creationId xmlns:a16="http://schemas.microsoft.com/office/drawing/2014/main" id="{7EE2871E-3DE6-40CF-923A-1EB08F8BA8AE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311202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1" name="직선 연결선 2870">
              <a:extLst>
                <a:ext uri="{FF2B5EF4-FFF2-40B4-BE49-F238E27FC236}">
                  <a16:creationId xmlns:a16="http://schemas.microsoft.com/office/drawing/2014/main" id="{3ED6C689-02BC-460F-AF1B-0FA048C826FD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442248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2" name="직선 연결선 2871">
              <a:extLst>
                <a:ext uri="{FF2B5EF4-FFF2-40B4-BE49-F238E27FC236}">
                  <a16:creationId xmlns:a16="http://schemas.microsoft.com/office/drawing/2014/main" id="{E3C4F52B-8533-437F-8730-F558E9B6DBC9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551453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3" name="직선 연결선 2872">
              <a:extLst>
                <a:ext uri="{FF2B5EF4-FFF2-40B4-BE49-F238E27FC236}">
                  <a16:creationId xmlns:a16="http://schemas.microsoft.com/office/drawing/2014/main" id="{DBC8CBB2-5678-486F-A4D0-52A6463AAC1F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7480258"/>
              <a:ext cx="8142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4" name="직선 연결선 2873">
              <a:extLst>
                <a:ext uri="{FF2B5EF4-FFF2-40B4-BE49-F238E27FC236}">
                  <a16:creationId xmlns:a16="http://schemas.microsoft.com/office/drawing/2014/main" id="{58A56E83-EB1B-4CAA-A6DA-34AEF631F512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660658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5" name="직선 연결선 2874">
              <a:extLst>
                <a:ext uri="{FF2B5EF4-FFF2-40B4-BE49-F238E27FC236}">
                  <a16:creationId xmlns:a16="http://schemas.microsoft.com/office/drawing/2014/main" id="{4744F83C-D561-4588-8507-0D81A300B9E2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136474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6" name="직선 연결선 2875">
              <a:extLst>
                <a:ext uri="{FF2B5EF4-FFF2-40B4-BE49-F238E27FC236}">
                  <a16:creationId xmlns:a16="http://schemas.microsoft.com/office/drawing/2014/main" id="{B20C4ED2-C834-42A7-A486-B26C4463FD7B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180156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7" name="직선 연결선 2876">
              <a:extLst>
                <a:ext uri="{FF2B5EF4-FFF2-40B4-BE49-F238E27FC236}">
                  <a16:creationId xmlns:a16="http://schemas.microsoft.com/office/drawing/2014/main" id="{DE1645B3-A557-437C-A845-25F8731D9B58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223838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8" name="직선 연결선 2877">
              <a:extLst>
                <a:ext uri="{FF2B5EF4-FFF2-40B4-BE49-F238E27FC236}">
                  <a16:creationId xmlns:a16="http://schemas.microsoft.com/office/drawing/2014/main" id="{2986D2F1-3995-419B-9F3C-16F0378358CB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267520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9" name="직선 연결선 2878">
              <a:extLst>
                <a:ext uri="{FF2B5EF4-FFF2-40B4-BE49-F238E27FC236}">
                  <a16:creationId xmlns:a16="http://schemas.microsoft.com/office/drawing/2014/main" id="{CCB86A7D-0425-4DA5-B95A-331A86B12404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354884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0" name="직선 연결선 2879">
              <a:extLst>
                <a:ext uri="{FF2B5EF4-FFF2-40B4-BE49-F238E27FC236}">
                  <a16:creationId xmlns:a16="http://schemas.microsoft.com/office/drawing/2014/main" id="{05BD03FD-EA92-434B-B978-1DD69FC92BAF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376725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1" name="직선 연결선 2880">
              <a:extLst>
                <a:ext uri="{FF2B5EF4-FFF2-40B4-BE49-F238E27FC236}">
                  <a16:creationId xmlns:a16="http://schemas.microsoft.com/office/drawing/2014/main" id="{5F70CA2E-C90E-4C08-AF27-4D98CF8E0543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398566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2" name="직선 연결선 2881">
              <a:extLst>
                <a:ext uri="{FF2B5EF4-FFF2-40B4-BE49-F238E27FC236}">
                  <a16:creationId xmlns:a16="http://schemas.microsoft.com/office/drawing/2014/main" id="{5086C3B2-E7F1-4A8E-A45E-8763636EA36F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420407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3" name="직선 연결선 2882">
              <a:extLst>
                <a:ext uri="{FF2B5EF4-FFF2-40B4-BE49-F238E27FC236}">
                  <a16:creationId xmlns:a16="http://schemas.microsoft.com/office/drawing/2014/main" id="{A63C7601-C9CE-406D-9DE4-E910E47B9DB6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464089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4" name="직선 연결선 2883">
              <a:extLst>
                <a:ext uri="{FF2B5EF4-FFF2-40B4-BE49-F238E27FC236}">
                  <a16:creationId xmlns:a16="http://schemas.microsoft.com/office/drawing/2014/main" id="{49F56C89-CCFA-49BB-880E-3D076A583D6B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485930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5" name="직선 연결선 2884">
              <a:extLst>
                <a:ext uri="{FF2B5EF4-FFF2-40B4-BE49-F238E27FC236}">
                  <a16:creationId xmlns:a16="http://schemas.microsoft.com/office/drawing/2014/main" id="{FFE9CC62-B045-4FFD-A615-39E553E5D875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507771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6" name="직선 연결선 2885">
              <a:extLst>
                <a:ext uri="{FF2B5EF4-FFF2-40B4-BE49-F238E27FC236}">
                  <a16:creationId xmlns:a16="http://schemas.microsoft.com/office/drawing/2014/main" id="{737DE4C9-753C-42B7-8039-6D44AAE5487B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529612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7" name="직선 연결선 2886">
              <a:extLst>
                <a:ext uri="{FF2B5EF4-FFF2-40B4-BE49-F238E27FC236}">
                  <a16:creationId xmlns:a16="http://schemas.microsoft.com/office/drawing/2014/main" id="{B5A3D248-0273-4B8F-8400-415EF00E1246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573294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8" name="직선 연결선 2887">
              <a:extLst>
                <a:ext uri="{FF2B5EF4-FFF2-40B4-BE49-F238E27FC236}">
                  <a16:creationId xmlns:a16="http://schemas.microsoft.com/office/drawing/2014/main" id="{D3B47A46-7EBD-4C98-B156-A85625EF61D5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595135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9" name="직선 연결선 2888">
              <a:extLst>
                <a:ext uri="{FF2B5EF4-FFF2-40B4-BE49-F238E27FC236}">
                  <a16:creationId xmlns:a16="http://schemas.microsoft.com/office/drawing/2014/main" id="{5B2A6A7F-E1B9-4F6A-9565-5E501185FEB2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616976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0" name="직선 연결선 2889">
              <a:extLst>
                <a:ext uri="{FF2B5EF4-FFF2-40B4-BE49-F238E27FC236}">
                  <a16:creationId xmlns:a16="http://schemas.microsoft.com/office/drawing/2014/main" id="{7B46DB69-27DB-4DFC-AE2E-3DEDBCCAE81C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704340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1" name="직선 연결선 2890">
              <a:extLst>
                <a:ext uri="{FF2B5EF4-FFF2-40B4-BE49-F238E27FC236}">
                  <a16:creationId xmlns:a16="http://schemas.microsoft.com/office/drawing/2014/main" id="{24B1E667-9BAE-43D5-B62D-57D90A853C4E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638817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2" name="직선 연결선 2891">
              <a:extLst>
                <a:ext uri="{FF2B5EF4-FFF2-40B4-BE49-F238E27FC236}">
                  <a16:creationId xmlns:a16="http://schemas.microsoft.com/office/drawing/2014/main" id="{E891E93C-1339-497B-B9F0-F34EF660178E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682499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3" name="직선 연결선 2892">
              <a:extLst>
                <a:ext uri="{FF2B5EF4-FFF2-40B4-BE49-F238E27FC236}">
                  <a16:creationId xmlns:a16="http://schemas.microsoft.com/office/drawing/2014/main" id="{31889D81-C41F-429D-B810-92AD2577C97C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726181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4" name="직선 연결선 2893">
              <a:extLst>
                <a:ext uri="{FF2B5EF4-FFF2-40B4-BE49-F238E27FC236}">
                  <a16:creationId xmlns:a16="http://schemas.microsoft.com/office/drawing/2014/main" id="{2294D207-0E00-4A7D-ADCC-29877387146C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709518"/>
              <a:ext cx="8142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5" name="직선 연결선 2894">
              <a:extLst>
                <a:ext uri="{FF2B5EF4-FFF2-40B4-BE49-F238E27FC236}">
                  <a16:creationId xmlns:a16="http://schemas.microsoft.com/office/drawing/2014/main" id="{B8633602-53A3-4ABC-99CC-A8E56332533E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114633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6" name="직선 연결선 2895">
              <a:extLst>
                <a:ext uri="{FF2B5EF4-FFF2-40B4-BE49-F238E27FC236}">
                  <a16:creationId xmlns:a16="http://schemas.microsoft.com/office/drawing/2014/main" id="{E38C6F40-4D6C-48A2-852D-7EE1C63815E3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333043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7" name="직선 연결선 2896">
              <a:extLst>
                <a:ext uri="{FF2B5EF4-FFF2-40B4-BE49-F238E27FC236}">
                  <a16:creationId xmlns:a16="http://schemas.microsoft.com/office/drawing/2014/main" id="{5F204340-08D4-48F1-931C-C2650CC836D8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158315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8" name="직선 연결선 2897">
              <a:extLst>
                <a:ext uri="{FF2B5EF4-FFF2-40B4-BE49-F238E27FC236}">
                  <a16:creationId xmlns:a16="http://schemas.microsoft.com/office/drawing/2014/main" id="{3A751BBF-789D-41BA-85CC-298B269E247C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201997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9" name="직선 연결선 2898">
              <a:extLst>
                <a:ext uri="{FF2B5EF4-FFF2-40B4-BE49-F238E27FC236}">
                  <a16:creationId xmlns:a16="http://schemas.microsoft.com/office/drawing/2014/main" id="{6779D3B2-870D-4F35-BEFB-3BEC93349B9C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245679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0" name="직선 연결선 2899">
              <a:extLst>
                <a:ext uri="{FF2B5EF4-FFF2-40B4-BE49-F238E27FC236}">
                  <a16:creationId xmlns:a16="http://schemas.microsoft.com/office/drawing/2014/main" id="{F634EA50-6A33-4E12-A243-945A911446EE}"/>
                </a:ext>
              </a:extLst>
            </p:cNvPr>
            <p:cNvCxnSpPr>
              <a:cxnSpLocks/>
            </p:cNvCxnSpPr>
            <p:nvPr/>
          </p:nvCxnSpPr>
          <p:spPr>
            <a:xfrm>
              <a:off x="463897" y="289361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1" name="직선 연결선 2900">
              <a:extLst>
                <a:ext uri="{FF2B5EF4-FFF2-40B4-BE49-F238E27FC236}">
                  <a16:creationId xmlns:a16="http://schemas.microsoft.com/office/drawing/2014/main" id="{8FAF64F1-8177-47F5-917D-CBB3FF53C062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533992"/>
              <a:ext cx="8142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2" name="직선 연결선 2901">
              <a:extLst>
                <a:ext uri="{FF2B5EF4-FFF2-40B4-BE49-F238E27FC236}">
                  <a16:creationId xmlns:a16="http://schemas.microsoft.com/office/drawing/2014/main" id="{18A055B6-A08A-46C2-BCB5-CEFE5F04B733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92792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3" name="직선 연결선 2902">
              <a:extLst>
                <a:ext uri="{FF2B5EF4-FFF2-40B4-BE49-F238E27FC236}">
                  <a16:creationId xmlns:a16="http://schemas.microsoft.com/office/drawing/2014/main" id="{BFAF0DC2-91C9-41CD-A222-A8B4F8BC7089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311202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4" name="직선 연결선 2903">
              <a:extLst>
                <a:ext uri="{FF2B5EF4-FFF2-40B4-BE49-F238E27FC236}">
                  <a16:creationId xmlns:a16="http://schemas.microsoft.com/office/drawing/2014/main" id="{E9C3D914-CE14-46CF-8B4D-A47517ACBE20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442248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5" name="직선 연결선 2904">
              <a:extLst>
                <a:ext uri="{FF2B5EF4-FFF2-40B4-BE49-F238E27FC236}">
                  <a16:creationId xmlns:a16="http://schemas.microsoft.com/office/drawing/2014/main" id="{C6CACEF8-F85E-4B7D-9EAF-905209021826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551453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6" name="직선 연결선 2905">
              <a:extLst>
                <a:ext uri="{FF2B5EF4-FFF2-40B4-BE49-F238E27FC236}">
                  <a16:creationId xmlns:a16="http://schemas.microsoft.com/office/drawing/2014/main" id="{16D62EDD-7611-4E0F-9BFD-65043E7BADC3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7480258"/>
              <a:ext cx="8142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7" name="직선 연결선 2906">
              <a:extLst>
                <a:ext uri="{FF2B5EF4-FFF2-40B4-BE49-F238E27FC236}">
                  <a16:creationId xmlns:a16="http://schemas.microsoft.com/office/drawing/2014/main" id="{894003CE-F9E6-4A7C-BF55-5CEEF7C3BCEA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660658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8" name="직선 연결선 2907">
              <a:extLst>
                <a:ext uri="{FF2B5EF4-FFF2-40B4-BE49-F238E27FC236}">
                  <a16:creationId xmlns:a16="http://schemas.microsoft.com/office/drawing/2014/main" id="{A2BE41A1-B4D1-409A-A69B-C1AA2D483760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136474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9" name="직선 연결선 2908">
              <a:extLst>
                <a:ext uri="{FF2B5EF4-FFF2-40B4-BE49-F238E27FC236}">
                  <a16:creationId xmlns:a16="http://schemas.microsoft.com/office/drawing/2014/main" id="{8D6D5ABA-AF8D-4251-BFE2-E7D22C7B9A56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180156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0" name="직선 연결선 2909">
              <a:extLst>
                <a:ext uri="{FF2B5EF4-FFF2-40B4-BE49-F238E27FC236}">
                  <a16:creationId xmlns:a16="http://schemas.microsoft.com/office/drawing/2014/main" id="{4066C751-1AE1-4BD8-88BD-298DA42E477F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223838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1" name="직선 연결선 2910">
              <a:extLst>
                <a:ext uri="{FF2B5EF4-FFF2-40B4-BE49-F238E27FC236}">
                  <a16:creationId xmlns:a16="http://schemas.microsoft.com/office/drawing/2014/main" id="{AB518035-F068-4E63-9B57-46CAD8419A23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267520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2" name="직선 연결선 2911">
              <a:extLst>
                <a:ext uri="{FF2B5EF4-FFF2-40B4-BE49-F238E27FC236}">
                  <a16:creationId xmlns:a16="http://schemas.microsoft.com/office/drawing/2014/main" id="{99ABCC6F-AE11-430C-8BEA-3C9046B8A91A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354884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3" name="직선 연결선 2912">
              <a:extLst>
                <a:ext uri="{FF2B5EF4-FFF2-40B4-BE49-F238E27FC236}">
                  <a16:creationId xmlns:a16="http://schemas.microsoft.com/office/drawing/2014/main" id="{7FAB8225-B1A0-446A-8E6F-49E2600594C8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376725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4" name="직선 연결선 2913">
              <a:extLst>
                <a:ext uri="{FF2B5EF4-FFF2-40B4-BE49-F238E27FC236}">
                  <a16:creationId xmlns:a16="http://schemas.microsoft.com/office/drawing/2014/main" id="{1ED3D10F-28C5-4ECB-AD6B-EF6DDCE6BF53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398566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5" name="직선 연결선 2914">
              <a:extLst>
                <a:ext uri="{FF2B5EF4-FFF2-40B4-BE49-F238E27FC236}">
                  <a16:creationId xmlns:a16="http://schemas.microsoft.com/office/drawing/2014/main" id="{E704C207-4BFC-497F-BAC0-097EFE15AAC3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420407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6" name="직선 연결선 2915">
              <a:extLst>
                <a:ext uri="{FF2B5EF4-FFF2-40B4-BE49-F238E27FC236}">
                  <a16:creationId xmlns:a16="http://schemas.microsoft.com/office/drawing/2014/main" id="{AE34646A-B865-48A2-9E0D-6D41167CD203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464089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7" name="직선 연결선 2916">
              <a:extLst>
                <a:ext uri="{FF2B5EF4-FFF2-40B4-BE49-F238E27FC236}">
                  <a16:creationId xmlns:a16="http://schemas.microsoft.com/office/drawing/2014/main" id="{D9ECD85D-7987-4FDE-8B98-396FD9C334E3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485930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8" name="직선 연결선 2917">
              <a:extLst>
                <a:ext uri="{FF2B5EF4-FFF2-40B4-BE49-F238E27FC236}">
                  <a16:creationId xmlns:a16="http://schemas.microsoft.com/office/drawing/2014/main" id="{36F50474-2DA4-471D-A340-999D89548F5C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507771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9" name="직선 연결선 2918">
              <a:extLst>
                <a:ext uri="{FF2B5EF4-FFF2-40B4-BE49-F238E27FC236}">
                  <a16:creationId xmlns:a16="http://schemas.microsoft.com/office/drawing/2014/main" id="{76977E80-1E44-4684-A093-AB2C20C48ED5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529612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0" name="직선 연결선 2919">
              <a:extLst>
                <a:ext uri="{FF2B5EF4-FFF2-40B4-BE49-F238E27FC236}">
                  <a16:creationId xmlns:a16="http://schemas.microsoft.com/office/drawing/2014/main" id="{487264FB-E03B-4EC4-B7C8-DC00DA9BE4B4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573294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1" name="직선 연결선 2920">
              <a:extLst>
                <a:ext uri="{FF2B5EF4-FFF2-40B4-BE49-F238E27FC236}">
                  <a16:creationId xmlns:a16="http://schemas.microsoft.com/office/drawing/2014/main" id="{4792372F-85A7-41FD-A6D7-25FF8E5E529F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595135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2" name="직선 연결선 2921">
              <a:extLst>
                <a:ext uri="{FF2B5EF4-FFF2-40B4-BE49-F238E27FC236}">
                  <a16:creationId xmlns:a16="http://schemas.microsoft.com/office/drawing/2014/main" id="{09F80978-A7D4-4AD3-9EF6-EE780F67FBDF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616976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3" name="직선 연결선 2922">
              <a:extLst>
                <a:ext uri="{FF2B5EF4-FFF2-40B4-BE49-F238E27FC236}">
                  <a16:creationId xmlns:a16="http://schemas.microsoft.com/office/drawing/2014/main" id="{D93D96E1-CFD3-46DC-A4F1-AB9E3AF54F51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704340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4" name="직선 연결선 2923">
              <a:extLst>
                <a:ext uri="{FF2B5EF4-FFF2-40B4-BE49-F238E27FC236}">
                  <a16:creationId xmlns:a16="http://schemas.microsoft.com/office/drawing/2014/main" id="{533A8EF9-D42D-4FF2-BB84-B031259473F5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638817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5" name="직선 연결선 2924">
              <a:extLst>
                <a:ext uri="{FF2B5EF4-FFF2-40B4-BE49-F238E27FC236}">
                  <a16:creationId xmlns:a16="http://schemas.microsoft.com/office/drawing/2014/main" id="{79C525AE-5D3B-457A-9521-759EE1FBB966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682499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6" name="직선 연결선 2925">
              <a:extLst>
                <a:ext uri="{FF2B5EF4-FFF2-40B4-BE49-F238E27FC236}">
                  <a16:creationId xmlns:a16="http://schemas.microsoft.com/office/drawing/2014/main" id="{8003DC43-530F-4B57-A74D-35AE8EBE2FA0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726181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7" name="직선 연결선 2926">
              <a:extLst>
                <a:ext uri="{FF2B5EF4-FFF2-40B4-BE49-F238E27FC236}">
                  <a16:creationId xmlns:a16="http://schemas.microsoft.com/office/drawing/2014/main" id="{71322130-C56C-4724-8F95-E0D048357F0D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709518"/>
              <a:ext cx="8142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8" name="직선 연결선 2927">
              <a:extLst>
                <a:ext uri="{FF2B5EF4-FFF2-40B4-BE49-F238E27FC236}">
                  <a16:creationId xmlns:a16="http://schemas.microsoft.com/office/drawing/2014/main" id="{74F6FC91-068D-4DAA-8F95-559C219EEFA8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114633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9" name="직선 연결선 2928">
              <a:extLst>
                <a:ext uri="{FF2B5EF4-FFF2-40B4-BE49-F238E27FC236}">
                  <a16:creationId xmlns:a16="http://schemas.microsoft.com/office/drawing/2014/main" id="{12BF1379-AF41-48E0-8158-DC99112B39CC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333043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0" name="직선 연결선 2929">
              <a:extLst>
                <a:ext uri="{FF2B5EF4-FFF2-40B4-BE49-F238E27FC236}">
                  <a16:creationId xmlns:a16="http://schemas.microsoft.com/office/drawing/2014/main" id="{C53EF5BA-D30F-4599-B15E-BBC18ECDD008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158315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1" name="직선 연결선 2930">
              <a:extLst>
                <a:ext uri="{FF2B5EF4-FFF2-40B4-BE49-F238E27FC236}">
                  <a16:creationId xmlns:a16="http://schemas.microsoft.com/office/drawing/2014/main" id="{2B599328-5EB0-45BC-B2F1-1FC89FBCA6AB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201997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2" name="직선 연결선 2931">
              <a:extLst>
                <a:ext uri="{FF2B5EF4-FFF2-40B4-BE49-F238E27FC236}">
                  <a16:creationId xmlns:a16="http://schemas.microsoft.com/office/drawing/2014/main" id="{6D23980D-5639-4785-B71F-66FD3E47FF23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245679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3" name="직선 연결선 2932">
              <a:extLst>
                <a:ext uri="{FF2B5EF4-FFF2-40B4-BE49-F238E27FC236}">
                  <a16:creationId xmlns:a16="http://schemas.microsoft.com/office/drawing/2014/main" id="{0532BBD6-20AA-4E63-93B1-633330048B2B}"/>
                </a:ext>
              </a:extLst>
            </p:cNvPr>
            <p:cNvCxnSpPr>
              <a:cxnSpLocks/>
            </p:cNvCxnSpPr>
            <p:nvPr/>
          </p:nvCxnSpPr>
          <p:spPr>
            <a:xfrm>
              <a:off x="1351063" y="289361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4" name="직선 연결선 2933">
              <a:extLst>
                <a:ext uri="{FF2B5EF4-FFF2-40B4-BE49-F238E27FC236}">
                  <a16:creationId xmlns:a16="http://schemas.microsoft.com/office/drawing/2014/main" id="{3B05316A-A231-4B50-8BD9-35BC8AD888D5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533992"/>
              <a:ext cx="8142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5" name="직선 연결선 2934">
              <a:extLst>
                <a:ext uri="{FF2B5EF4-FFF2-40B4-BE49-F238E27FC236}">
                  <a16:creationId xmlns:a16="http://schemas.microsoft.com/office/drawing/2014/main" id="{E28CE558-7B5F-4AAF-A567-6E97708E9384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927930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6" name="직선 연결선 2935">
              <a:extLst>
                <a:ext uri="{FF2B5EF4-FFF2-40B4-BE49-F238E27FC236}">
                  <a16:creationId xmlns:a16="http://schemas.microsoft.com/office/drawing/2014/main" id="{D84F87CF-3697-45BF-B46A-59833D0298C2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3112050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7" name="직선 연결선 2936">
              <a:extLst>
                <a:ext uri="{FF2B5EF4-FFF2-40B4-BE49-F238E27FC236}">
                  <a16:creationId xmlns:a16="http://schemas.microsoft.com/office/drawing/2014/main" id="{DE803CC3-DA38-4AFE-A358-B2877D7B1444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4422522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8" name="직선 연결선 2937">
              <a:extLst>
                <a:ext uri="{FF2B5EF4-FFF2-40B4-BE49-F238E27FC236}">
                  <a16:creationId xmlns:a16="http://schemas.microsoft.com/office/drawing/2014/main" id="{75FD2E39-D931-4514-B26B-96DE69457442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5514582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9" name="직선 연결선 2938">
              <a:extLst>
                <a:ext uri="{FF2B5EF4-FFF2-40B4-BE49-F238E27FC236}">
                  <a16:creationId xmlns:a16="http://schemas.microsoft.com/office/drawing/2014/main" id="{3A40BBEB-C21F-4AB1-9783-3F80FC5D3F74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7480258"/>
              <a:ext cx="8142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0" name="직선 연결선 2939">
              <a:extLst>
                <a:ext uri="{FF2B5EF4-FFF2-40B4-BE49-F238E27FC236}">
                  <a16:creationId xmlns:a16="http://schemas.microsoft.com/office/drawing/2014/main" id="{4EE092D4-FE3D-4F78-916B-7FC7E4AA02E4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6606642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1" name="직선 연결선 2940">
              <a:extLst>
                <a:ext uri="{FF2B5EF4-FFF2-40B4-BE49-F238E27FC236}">
                  <a16:creationId xmlns:a16="http://schemas.microsoft.com/office/drawing/2014/main" id="{57717CFD-D741-449D-A1AD-2589D13F1868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1364754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2" name="직선 연결선 2941">
              <a:extLst>
                <a:ext uri="{FF2B5EF4-FFF2-40B4-BE49-F238E27FC236}">
                  <a16:creationId xmlns:a16="http://schemas.microsoft.com/office/drawing/2014/main" id="{E7CF93E6-56D9-4D28-BAE7-DDC42304FFEA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180157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3" name="직선 연결선 2942">
              <a:extLst>
                <a:ext uri="{FF2B5EF4-FFF2-40B4-BE49-F238E27FC236}">
                  <a16:creationId xmlns:a16="http://schemas.microsoft.com/office/drawing/2014/main" id="{FE35D73E-244A-4196-BF16-F3ED33EDE308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2238402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4" name="직선 연결선 2943">
              <a:extLst>
                <a:ext uri="{FF2B5EF4-FFF2-40B4-BE49-F238E27FC236}">
                  <a16:creationId xmlns:a16="http://schemas.microsoft.com/office/drawing/2014/main" id="{7934423E-7CFF-456A-A091-CF08B6991FF4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2675226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5" name="직선 연결선 2944">
              <a:extLst>
                <a:ext uri="{FF2B5EF4-FFF2-40B4-BE49-F238E27FC236}">
                  <a16:creationId xmlns:a16="http://schemas.microsoft.com/office/drawing/2014/main" id="{ECAC427E-27C3-4350-8292-55CB831A6606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3548874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6" name="직선 연결선 2945">
              <a:extLst>
                <a:ext uri="{FF2B5EF4-FFF2-40B4-BE49-F238E27FC236}">
                  <a16:creationId xmlns:a16="http://schemas.microsoft.com/office/drawing/2014/main" id="{E6BEF239-619F-4DB6-9142-5DA72534D525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3767286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7" name="직선 연결선 2946">
              <a:extLst>
                <a:ext uri="{FF2B5EF4-FFF2-40B4-BE49-F238E27FC236}">
                  <a16:creationId xmlns:a16="http://schemas.microsoft.com/office/drawing/2014/main" id="{0A91AE84-435F-42EE-A848-0ACD7A309AB0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398569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8" name="직선 연결선 2947">
              <a:extLst>
                <a:ext uri="{FF2B5EF4-FFF2-40B4-BE49-F238E27FC236}">
                  <a16:creationId xmlns:a16="http://schemas.microsoft.com/office/drawing/2014/main" id="{B9335B30-FF97-4D11-BC01-882773926877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4204110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9" name="직선 연결선 2948">
              <a:extLst>
                <a:ext uri="{FF2B5EF4-FFF2-40B4-BE49-F238E27FC236}">
                  <a16:creationId xmlns:a16="http://schemas.microsoft.com/office/drawing/2014/main" id="{6583426D-511C-4202-935A-538291BFE326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4640934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0" name="직선 연결선 2949">
              <a:extLst>
                <a:ext uri="{FF2B5EF4-FFF2-40B4-BE49-F238E27FC236}">
                  <a16:creationId xmlns:a16="http://schemas.microsoft.com/office/drawing/2014/main" id="{0552FE5A-B70C-48F6-B4FD-6D2A3816FAE2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4859346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1" name="직선 연결선 2950">
              <a:extLst>
                <a:ext uri="{FF2B5EF4-FFF2-40B4-BE49-F238E27FC236}">
                  <a16:creationId xmlns:a16="http://schemas.microsoft.com/office/drawing/2014/main" id="{FDEE0C8F-ED60-46DB-A081-560B01EAA832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507775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2" name="직선 연결선 2951">
              <a:extLst>
                <a:ext uri="{FF2B5EF4-FFF2-40B4-BE49-F238E27FC236}">
                  <a16:creationId xmlns:a16="http://schemas.microsoft.com/office/drawing/2014/main" id="{074D4038-3699-4199-B233-C1A1F2A78CC4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5296170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3" name="직선 연결선 2952">
              <a:extLst>
                <a:ext uri="{FF2B5EF4-FFF2-40B4-BE49-F238E27FC236}">
                  <a16:creationId xmlns:a16="http://schemas.microsoft.com/office/drawing/2014/main" id="{915C7D5B-0371-47C2-8F03-74CF8BF9667F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5732994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4" name="직선 연결선 2953">
              <a:extLst>
                <a:ext uri="{FF2B5EF4-FFF2-40B4-BE49-F238E27FC236}">
                  <a16:creationId xmlns:a16="http://schemas.microsoft.com/office/drawing/2014/main" id="{97DA2BE0-863A-4DC2-89DE-6A2FA88991B0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5951406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5" name="직선 연결선 2954">
              <a:extLst>
                <a:ext uri="{FF2B5EF4-FFF2-40B4-BE49-F238E27FC236}">
                  <a16:creationId xmlns:a16="http://schemas.microsoft.com/office/drawing/2014/main" id="{4FA25E91-80FE-42D9-B8DE-68D8696DFD9D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616981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6" name="직선 연결선 2955">
              <a:extLst>
                <a:ext uri="{FF2B5EF4-FFF2-40B4-BE49-F238E27FC236}">
                  <a16:creationId xmlns:a16="http://schemas.microsoft.com/office/drawing/2014/main" id="{C06AFBAB-7039-468E-B6F8-5E6560BC3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7043466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7" name="직선 연결선 2956">
              <a:extLst>
                <a:ext uri="{FF2B5EF4-FFF2-40B4-BE49-F238E27FC236}">
                  <a16:creationId xmlns:a16="http://schemas.microsoft.com/office/drawing/2014/main" id="{138413A5-0D68-4A44-97DF-D572665AEBF6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6388230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8" name="직선 연결선 2957">
              <a:extLst>
                <a:ext uri="{FF2B5EF4-FFF2-40B4-BE49-F238E27FC236}">
                  <a16:creationId xmlns:a16="http://schemas.microsoft.com/office/drawing/2014/main" id="{8E4B4E76-6B25-4E6F-9B1C-22D3600191AD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6825054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9" name="직선 연결선 2958">
              <a:extLst>
                <a:ext uri="{FF2B5EF4-FFF2-40B4-BE49-F238E27FC236}">
                  <a16:creationId xmlns:a16="http://schemas.microsoft.com/office/drawing/2014/main" id="{A1066C1A-709D-40E4-A64D-2279468348BB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7261853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0" name="직선 연결선 2959">
              <a:extLst>
                <a:ext uri="{FF2B5EF4-FFF2-40B4-BE49-F238E27FC236}">
                  <a16:creationId xmlns:a16="http://schemas.microsoft.com/office/drawing/2014/main" id="{8513CAF8-C871-4B01-B234-8B38D0F72F30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709518"/>
              <a:ext cx="8142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1" name="직선 연결선 2960">
              <a:extLst>
                <a:ext uri="{FF2B5EF4-FFF2-40B4-BE49-F238E27FC236}">
                  <a16:creationId xmlns:a16="http://schemas.microsoft.com/office/drawing/2014/main" id="{9902ADA8-007A-4626-BD4B-FB610A66E306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1146342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2" name="직선 연결선 2961">
              <a:extLst>
                <a:ext uri="{FF2B5EF4-FFF2-40B4-BE49-F238E27FC236}">
                  <a16:creationId xmlns:a16="http://schemas.microsoft.com/office/drawing/2014/main" id="{ACF06774-18B2-42A2-B749-491D99304702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3330462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3" name="직선 연결선 2962">
              <a:extLst>
                <a:ext uri="{FF2B5EF4-FFF2-40B4-BE49-F238E27FC236}">
                  <a16:creationId xmlns:a16="http://schemas.microsoft.com/office/drawing/2014/main" id="{01652F4D-672C-486B-B3FE-B8197D6CAAD1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1583166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4" name="직선 연결선 2963">
              <a:extLst>
                <a:ext uri="{FF2B5EF4-FFF2-40B4-BE49-F238E27FC236}">
                  <a16:creationId xmlns:a16="http://schemas.microsoft.com/office/drawing/2014/main" id="{A5B0CFEC-FDFE-46B8-BA25-68970AE8418A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2019990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5" name="직선 연결선 2964">
              <a:extLst>
                <a:ext uri="{FF2B5EF4-FFF2-40B4-BE49-F238E27FC236}">
                  <a16:creationId xmlns:a16="http://schemas.microsoft.com/office/drawing/2014/main" id="{F8B045EE-1212-4306-A4A2-8F9138180DB6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2456814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6" name="직선 연결선 2965">
              <a:extLst>
                <a:ext uri="{FF2B5EF4-FFF2-40B4-BE49-F238E27FC236}">
                  <a16:creationId xmlns:a16="http://schemas.microsoft.com/office/drawing/2014/main" id="{D7A41ADE-C1B6-4106-BE11-912FC13486D0}"/>
                </a:ext>
              </a:extLst>
            </p:cNvPr>
            <p:cNvCxnSpPr>
              <a:cxnSpLocks/>
            </p:cNvCxnSpPr>
            <p:nvPr/>
          </p:nvCxnSpPr>
          <p:spPr>
            <a:xfrm>
              <a:off x="2228605" y="289363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7" name="직선 연결선 2966">
              <a:extLst>
                <a:ext uri="{FF2B5EF4-FFF2-40B4-BE49-F238E27FC236}">
                  <a16:creationId xmlns:a16="http://schemas.microsoft.com/office/drawing/2014/main" id="{A84CE116-853E-4F10-B558-A844BA844846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533992"/>
              <a:ext cx="8142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8" name="직선 연결선 2967">
              <a:extLst>
                <a:ext uri="{FF2B5EF4-FFF2-40B4-BE49-F238E27FC236}">
                  <a16:creationId xmlns:a16="http://schemas.microsoft.com/office/drawing/2014/main" id="{6C3BE417-0491-41B9-A291-550D5AA759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92792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9" name="직선 연결선 2968">
              <a:extLst>
                <a:ext uri="{FF2B5EF4-FFF2-40B4-BE49-F238E27FC236}">
                  <a16:creationId xmlns:a16="http://schemas.microsoft.com/office/drawing/2014/main" id="{A0861530-55E0-4B5A-B0E1-BF9F01376781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311202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0" name="직선 연결선 2969">
              <a:extLst>
                <a:ext uri="{FF2B5EF4-FFF2-40B4-BE49-F238E27FC236}">
                  <a16:creationId xmlns:a16="http://schemas.microsoft.com/office/drawing/2014/main" id="{A9ECB5F7-C8C4-4E61-86EF-EC549617C7B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442248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1" name="직선 연결선 2970">
              <a:extLst>
                <a:ext uri="{FF2B5EF4-FFF2-40B4-BE49-F238E27FC236}">
                  <a16:creationId xmlns:a16="http://schemas.microsoft.com/office/drawing/2014/main" id="{D58E93E6-3723-402D-A60F-AE6B16B56D8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551453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2" name="직선 연결선 2971">
              <a:extLst>
                <a:ext uri="{FF2B5EF4-FFF2-40B4-BE49-F238E27FC236}">
                  <a16:creationId xmlns:a16="http://schemas.microsoft.com/office/drawing/2014/main" id="{A30D84F5-88DE-41A8-B774-3EF05BB5550C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7480258"/>
              <a:ext cx="8142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3" name="직선 연결선 2972">
              <a:extLst>
                <a:ext uri="{FF2B5EF4-FFF2-40B4-BE49-F238E27FC236}">
                  <a16:creationId xmlns:a16="http://schemas.microsoft.com/office/drawing/2014/main" id="{201E924B-118D-45CE-A8E7-9528B777AC9F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660658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4" name="직선 연결선 2973">
              <a:extLst>
                <a:ext uri="{FF2B5EF4-FFF2-40B4-BE49-F238E27FC236}">
                  <a16:creationId xmlns:a16="http://schemas.microsoft.com/office/drawing/2014/main" id="{9BD9E38D-C89F-4DCC-8AFB-BD3B71B80AA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136474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5" name="직선 연결선 2974">
              <a:extLst>
                <a:ext uri="{FF2B5EF4-FFF2-40B4-BE49-F238E27FC236}">
                  <a16:creationId xmlns:a16="http://schemas.microsoft.com/office/drawing/2014/main" id="{92D25A33-41DF-4CB1-B425-281EEA851F95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180156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6" name="직선 연결선 2975">
              <a:extLst>
                <a:ext uri="{FF2B5EF4-FFF2-40B4-BE49-F238E27FC236}">
                  <a16:creationId xmlns:a16="http://schemas.microsoft.com/office/drawing/2014/main" id="{80C719C5-B343-45E7-A939-2EC193138CDB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223838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7" name="직선 연결선 2976">
              <a:extLst>
                <a:ext uri="{FF2B5EF4-FFF2-40B4-BE49-F238E27FC236}">
                  <a16:creationId xmlns:a16="http://schemas.microsoft.com/office/drawing/2014/main" id="{F27104DC-5C82-4DE0-BE78-B0AE64266AA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267520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8" name="직선 연결선 2977">
              <a:extLst>
                <a:ext uri="{FF2B5EF4-FFF2-40B4-BE49-F238E27FC236}">
                  <a16:creationId xmlns:a16="http://schemas.microsoft.com/office/drawing/2014/main" id="{4DC319A8-30B5-42BE-90DE-99F14A506CC6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354884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9" name="직선 연결선 2978">
              <a:extLst>
                <a:ext uri="{FF2B5EF4-FFF2-40B4-BE49-F238E27FC236}">
                  <a16:creationId xmlns:a16="http://schemas.microsoft.com/office/drawing/2014/main" id="{EFEC6EB0-BCBA-47AD-AB41-D5525EA38FBC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376725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0" name="직선 연결선 2979">
              <a:extLst>
                <a:ext uri="{FF2B5EF4-FFF2-40B4-BE49-F238E27FC236}">
                  <a16:creationId xmlns:a16="http://schemas.microsoft.com/office/drawing/2014/main" id="{2D243109-2B39-4A8D-B9AF-B20DEC43A020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398566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1" name="직선 연결선 2980">
              <a:extLst>
                <a:ext uri="{FF2B5EF4-FFF2-40B4-BE49-F238E27FC236}">
                  <a16:creationId xmlns:a16="http://schemas.microsoft.com/office/drawing/2014/main" id="{9FE63E1F-E349-40F2-B6E7-6A6195BECB46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420407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2" name="직선 연결선 2981">
              <a:extLst>
                <a:ext uri="{FF2B5EF4-FFF2-40B4-BE49-F238E27FC236}">
                  <a16:creationId xmlns:a16="http://schemas.microsoft.com/office/drawing/2014/main" id="{E820EC6C-32F0-4490-A8D1-A9970E5D197F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464089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3" name="직선 연결선 2982">
              <a:extLst>
                <a:ext uri="{FF2B5EF4-FFF2-40B4-BE49-F238E27FC236}">
                  <a16:creationId xmlns:a16="http://schemas.microsoft.com/office/drawing/2014/main" id="{760AAD64-AFB6-4BBF-AD55-F7DBCEE58C9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485930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4" name="직선 연결선 2983">
              <a:extLst>
                <a:ext uri="{FF2B5EF4-FFF2-40B4-BE49-F238E27FC236}">
                  <a16:creationId xmlns:a16="http://schemas.microsoft.com/office/drawing/2014/main" id="{2F2870F0-25B7-4AE6-8AF2-D352BE9CF7CC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507771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5" name="직선 연결선 2984">
              <a:extLst>
                <a:ext uri="{FF2B5EF4-FFF2-40B4-BE49-F238E27FC236}">
                  <a16:creationId xmlns:a16="http://schemas.microsoft.com/office/drawing/2014/main" id="{66F1FE42-D6BB-474F-8C22-923C0635B856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529612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6" name="직선 연결선 2985">
              <a:extLst>
                <a:ext uri="{FF2B5EF4-FFF2-40B4-BE49-F238E27FC236}">
                  <a16:creationId xmlns:a16="http://schemas.microsoft.com/office/drawing/2014/main" id="{AD1A5C55-6B9D-468C-A0BB-38E621D9BFDF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573294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7" name="직선 연결선 2986">
              <a:extLst>
                <a:ext uri="{FF2B5EF4-FFF2-40B4-BE49-F238E27FC236}">
                  <a16:creationId xmlns:a16="http://schemas.microsoft.com/office/drawing/2014/main" id="{9A8407F2-000B-44D7-903F-47C8A5B66F35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595135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8" name="직선 연결선 2987">
              <a:extLst>
                <a:ext uri="{FF2B5EF4-FFF2-40B4-BE49-F238E27FC236}">
                  <a16:creationId xmlns:a16="http://schemas.microsoft.com/office/drawing/2014/main" id="{6F13BAED-E621-4DAC-B3ED-0926E1310AED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616976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9" name="직선 연결선 2988">
              <a:extLst>
                <a:ext uri="{FF2B5EF4-FFF2-40B4-BE49-F238E27FC236}">
                  <a16:creationId xmlns:a16="http://schemas.microsoft.com/office/drawing/2014/main" id="{38A71B84-D133-447E-84D0-9F5241B7EB8D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704340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0" name="직선 연결선 2989">
              <a:extLst>
                <a:ext uri="{FF2B5EF4-FFF2-40B4-BE49-F238E27FC236}">
                  <a16:creationId xmlns:a16="http://schemas.microsoft.com/office/drawing/2014/main" id="{16891394-49AB-4016-AA61-E1B495A76ED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638817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1" name="직선 연결선 2990">
              <a:extLst>
                <a:ext uri="{FF2B5EF4-FFF2-40B4-BE49-F238E27FC236}">
                  <a16:creationId xmlns:a16="http://schemas.microsoft.com/office/drawing/2014/main" id="{6542CAD8-2A05-43D4-A9E8-F88D87907775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682499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2" name="직선 연결선 2991">
              <a:extLst>
                <a:ext uri="{FF2B5EF4-FFF2-40B4-BE49-F238E27FC236}">
                  <a16:creationId xmlns:a16="http://schemas.microsoft.com/office/drawing/2014/main" id="{7CAF5C84-5219-4D32-868E-EBAE7ED4FBBB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726181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3" name="직선 연결선 2992">
              <a:extLst>
                <a:ext uri="{FF2B5EF4-FFF2-40B4-BE49-F238E27FC236}">
                  <a16:creationId xmlns:a16="http://schemas.microsoft.com/office/drawing/2014/main" id="{66EF8830-A89F-4A01-B4AC-8C6C30AF5F1A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709518"/>
              <a:ext cx="8142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4" name="직선 연결선 2993">
              <a:extLst>
                <a:ext uri="{FF2B5EF4-FFF2-40B4-BE49-F238E27FC236}">
                  <a16:creationId xmlns:a16="http://schemas.microsoft.com/office/drawing/2014/main" id="{99825B04-BED2-4686-BED2-470B0B0621C3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114633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5" name="직선 연결선 2994">
              <a:extLst>
                <a:ext uri="{FF2B5EF4-FFF2-40B4-BE49-F238E27FC236}">
                  <a16:creationId xmlns:a16="http://schemas.microsoft.com/office/drawing/2014/main" id="{F55DD772-46CC-4798-A700-EFC85CD78AC3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333043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6" name="직선 연결선 2995">
              <a:extLst>
                <a:ext uri="{FF2B5EF4-FFF2-40B4-BE49-F238E27FC236}">
                  <a16:creationId xmlns:a16="http://schemas.microsoft.com/office/drawing/2014/main" id="{A4591997-8495-4B74-A50D-625C32C553A4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158315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7" name="직선 연결선 2996">
              <a:extLst>
                <a:ext uri="{FF2B5EF4-FFF2-40B4-BE49-F238E27FC236}">
                  <a16:creationId xmlns:a16="http://schemas.microsoft.com/office/drawing/2014/main" id="{AEC1A42B-89B0-400B-853D-2B59BBFF41E4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201997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8" name="직선 연결선 2997">
              <a:extLst>
                <a:ext uri="{FF2B5EF4-FFF2-40B4-BE49-F238E27FC236}">
                  <a16:creationId xmlns:a16="http://schemas.microsoft.com/office/drawing/2014/main" id="{E8A74A66-4035-43E2-AB1E-82D5BD9C4543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245679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9" name="직선 연결선 2998">
              <a:extLst>
                <a:ext uri="{FF2B5EF4-FFF2-40B4-BE49-F238E27FC236}">
                  <a16:creationId xmlns:a16="http://schemas.microsoft.com/office/drawing/2014/main" id="{2DDCFF68-ABF1-4FEF-8572-29C938A6D1E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146" y="289361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0" name="직선 연결선 2999">
              <a:extLst>
                <a:ext uri="{FF2B5EF4-FFF2-40B4-BE49-F238E27FC236}">
                  <a16:creationId xmlns:a16="http://schemas.microsoft.com/office/drawing/2014/main" id="{BFCD3495-3A10-41F1-9F2C-60E1C575C308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533992"/>
              <a:ext cx="8142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1" name="직선 연결선 3000">
              <a:extLst>
                <a:ext uri="{FF2B5EF4-FFF2-40B4-BE49-F238E27FC236}">
                  <a16:creationId xmlns:a16="http://schemas.microsoft.com/office/drawing/2014/main" id="{E425B3BB-7961-4D0C-BD34-26F8DCBE7BC6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927930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2" name="직선 연결선 3001">
              <a:extLst>
                <a:ext uri="{FF2B5EF4-FFF2-40B4-BE49-F238E27FC236}">
                  <a16:creationId xmlns:a16="http://schemas.microsoft.com/office/drawing/2014/main" id="{98494008-8507-4542-80CE-17855D683AE2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3112050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3" name="직선 연결선 3002">
              <a:extLst>
                <a:ext uri="{FF2B5EF4-FFF2-40B4-BE49-F238E27FC236}">
                  <a16:creationId xmlns:a16="http://schemas.microsoft.com/office/drawing/2014/main" id="{08F486BA-FB7C-4401-BF1C-2038FB7DA4B4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4422522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4" name="직선 연결선 3003">
              <a:extLst>
                <a:ext uri="{FF2B5EF4-FFF2-40B4-BE49-F238E27FC236}">
                  <a16:creationId xmlns:a16="http://schemas.microsoft.com/office/drawing/2014/main" id="{8E5CD13C-D2ED-4DA6-A8B2-5BD8DAEF3C8C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5514582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5" name="직선 연결선 3004">
              <a:extLst>
                <a:ext uri="{FF2B5EF4-FFF2-40B4-BE49-F238E27FC236}">
                  <a16:creationId xmlns:a16="http://schemas.microsoft.com/office/drawing/2014/main" id="{EBD8385E-7C6A-456E-AA39-205483B32829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7480258"/>
              <a:ext cx="8142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6" name="직선 연결선 3005">
              <a:extLst>
                <a:ext uri="{FF2B5EF4-FFF2-40B4-BE49-F238E27FC236}">
                  <a16:creationId xmlns:a16="http://schemas.microsoft.com/office/drawing/2014/main" id="{98C81F2B-CDD0-46FF-B0B8-A68AD0FE2DF3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6606642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7" name="직선 연결선 3006">
              <a:extLst>
                <a:ext uri="{FF2B5EF4-FFF2-40B4-BE49-F238E27FC236}">
                  <a16:creationId xmlns:a16="http://schemas.microsoft.com/office/drawing/2014/main" id="{EC992CA6-059A-4DE8-98F1-6EC85A701F35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1364754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8" name="직선 연결선 3007">
              <a:extLst>
                <a:ext uri="{FF2B5EF4-FFF2-40B4-BE49-F238E27FC236}">
                  <a16:creationId xmlns:a16="http://schemas.microsoft.com/office/drawing/2014/main" id="{ACCD6AD3-390B-43C3-9476-1018C8860ABE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180157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9" name="직선 연결선 3008">
              <a:extLst>
                <a:ext uri="{FF2B5EF4-FFF2-40B4-BE49-F238E27FC236}">
                  <a16:creationId xmlns:a16="http://schemas.microsoft.com/office/drawing/2014/main" id="{BF51DCBF-A1E2-46F1-952A-A282F608634F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2238402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0" name="직선 연결선 3009">
              <a:extLst>
                <a:ext uri="{FF2B5EF4-FFF2-40B4-BE49-F238E27FC236}">
                  <a16:creationId xmlns:a16="http://schemas.microsoft.com/office/drawing/2014/main" id="{A2D3A10B-1017-4587-8D88-619539D69401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2675226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1" name="직선 연결선 3010">
              <a:extLst>
                <a:ext uri="{FF2B5EF4-FFF2-40B4-BE49-F238E27FC236}">
                  <a16:creationId xmlns:a16="http://schemas.microsoft.com/office/drawing/2014/main" id="{23EC40AF-9C18-40FF-981A-5011819E95D9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3548874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2" name="직선 연결선 3011">
              <a:extLst>
                <a:ext uri="{FF2B5EF4-FFF2-40B4-BE49-F238E27FC236}">
                  <a16:creationId xmlns:a16="http://schemas.microsoft.com/office/drawing/2014/main" id="{2814542E-6378-4914-8FFC-13A6FECC0815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3767286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3" name="직선 연결선 3012">
              <a:extLst>
                <a:ext uri="{FF2B5EF4-FFF2-40B4-BE49-F238E27FC236}">
                  <a16:creationId xmlns:a16="http://schemas.microsoft.com/office/drawing/2014/main" id="{3E2AAFDD-6815-4BE2-BA3B-042FB1EA06BE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398569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4" name="직선 연결선 3013">
              <a:extLst>
                <a:ext uri="{FF2B5EF4-FFF2-40B4-BE49-F238E27FC236}">
                  <a16:creationId xmlns:a16="http://schemas.microsoft.com/office/drawing/2014/main" id="{07E44BF4-DE21-4559-A375-89BAA80D0009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4204110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5" name="직선 연결선 3014">
              <a:extLst>
                <a:ext uri="{FF2B5EF4-FFF2-40B4-BE49-F238E27FC236}">
                  <a16:creationId xmlns:a16="http://schemas.microsoft.com/office/drawing/2014/main" id="{D128198D-2899-4190-B38C-AEBD568E59A9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4640934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6" name="직선 연결선 3015">
              <a:extLst>
                <a:ext uri="{FF2B5EF4-FFF2-40B4-BE49-F238E27FC236}">
                  <a16:creationId xmlns:a16="http://schemas.microsoft.com/office/drawing/2014/main" id="{11143F3A-8FC8-4856-B3B0-ECBEFC45AB09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4859346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7" name="직선 연결선 3016">
              <a:extLst>
                <a:ext uri="{FF2B5EF4-FFF2-40B4-BE49-F238E27FC236}">
                  <a16:creationId xmlns:a16="http://schemas.microsoft.com/office/drawing/2014/main" id="{72E0A315-280D-4D7E-A44E-8A7F592C60ED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507775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8" name="직선 연결선 3017">
              <a:extLst>
                <a:ext uri="{FF2B5EF4-FFF2-40B4-BE49-F238E27FC236}">
                  <a16:creationId xmlns:a16="http://schemas.microsoft.com/office/drawing/2014/main" id="{2563AD88-6F61-41F9-84E6-4083F4611D3D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5296170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9" name="직선 연결선 3018">
              <a:extLst>
                <a:ext uri="{FF2B5EF4-FFF2-40B4-BE49-F238E27FC236}">
                  <a16:creationId xmlns:a16="http://schemas.microsoft.com/office/drawing/2014/main" id="{78E1708A-3453-4635-AC7F-EC8CE440AE9D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5732994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0" name="직선 연결선 3019">
              <a:extLst>
                <a:ext uri="{FF2B5EF4-FFF2-40B4-BE49-F238E27FC236}">
                  <a16:creationId xmlns:a16="http://schemas.microsoft.com/office/drawing/2014/main" id="{F7053EB4-FA41-43FA-989E-E56E9F0F31DC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5951406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1" name="직선 연결선 3020">
              <a:extLst>
                <a:ext uri="{FF2B5EF4-FFF2-40B4-BE49-F238E27FC236}">
                  <a16:creationId xmlns:a16="http://schemas.microsoft.com/office/drawing/2014/main" id="{8DCF480D-EED8-402F-A233-DFFC9FEEDB52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616981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2" name="직선 연결선 3021">
              <a:extLst>
                <a:ext uri="{FF2B5EF4-FFF2-40B4-BE49-F238E27FC236}">
                  <a16:creationId xmlns:a16="http://schemas.microsoft.com/office/drawing/2014/main" id="{DC061019-8095-43BB-BB34-C7B5E485C0B0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7043466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3" name="직선 연결선 3022">
              <a:extLst>
                <a:ext uri="{FF2B5EF4-FFF2-40B4-BE49-F238E27FC236}">
                  <a16:creationId xmlns:a16="http://schemas.microsoft.com/office/drawing/2014/main" id="{8D057856-8AA6-4413-8109-28D1BEFF20F7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6388230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4" name="직선 연결선 3023">
              <a:extLst>
                <a:ext uri="{FF2B5EF4-FFF2-40B4-BE49-F238E27FC236}">
                  <a16:creationId xmlns:a16="http://schemas.microsoft.com/office/drawing/2014/main" id="{099B629C-F7A5-4D0F-8810-AA0A0527FE94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6825054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5" name="직선 연결선 3024">
              <a:extLst>
                <a:ext uri="{FF2B5EF4-FFF2-40B4-BE49-F238E27FC236}">
                  <a16:creationId xmlns:a16="http://schemas.microsoft.com/office/drawing/2014/main" id="{EEEC3863-24BF-424C-9E7B-3DE86490B18B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7261853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6" name="직선 연결선 3025">
              <a:extLst>
                <a:ext uri="{FF2B5EF4-FFF2-40B4-BE49-F238E27FC236}">
                  <a16:creationId xmlns:a16="http://schemas.microsoft.com/office/drawing/2014/main" id="{0AF21E3F-86FB-4FFB-8AEA-91070A4056D1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709518"/>
              <a:ext cx="8142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7" name="직선 연결선 3026">
              <a:extLst>
                <a:ext uri="{FF2B5EF4-FFF2-40B4-BE49-F238E27FC236}">
                  <a16:creationId xmlns:a16="http://schemas.microsoft.com/office/drawing/2014/main" id="{CC8AADC4-C5AD-490F-988C-E1B24772AD64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1146342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8" name="직선 연결선 3027">
              <a:extLst>
                <a:ext uri="{FF2B5EF4-FFF2-40B4-BE49-F238E27FC236}">
                  <a16:creationId xmlns:a16="http://schemas.microsoft.com/office/drawing/2014/main" id="{7E0B8DE4-1A14-4458-8742-EA6A872375EE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3330462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9" name="직선 연결선 3028">
              <a:extLst>
                <a:ext uri="{FF2B5EF4-FFF2-40B4-BE49-F238E27FC236}">
                  <a16:creationId xmlns:a16="http://schemas.microsoft.com/office/drawing/2014/main" id="{D3C21A85-523F-4A09-BA8D-3DD5F86EF6CF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1583166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0" name="직선 연결선 3029">
              <a:extLst>
                <a:ext uri="{FF2B5EF4-FFF2-40B4-BE49-F238E27FC236}">
                  <a16:creationId xmlns:a16="http://schemas.microsoft.com/office/drawing/2014/main" id="{EE40F1E3-23EC-424D-812A-7396D42F7465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2019990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1" name="직선 연결선 3030">
              <a:extLst>
                <a:ext uri="{FF2B5EF4-FFF2-40B4-BE49-F238E27FC236}">
                  <a16:creationId xmlns:a16="http://schemas.microsoft.com/office/drawing/2014/main" id="{63509F78-78E4-4AF6-A48A-D1F3AD79F251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2456814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2" name="직선 연결선 3031">
              <a:extLst>
                <a:ext uri="{FF2B5EF4-FFF2-40B4-BE49-F238E27FC236}">
                  <a16:creationId xmlns:a16="http://schemas.microsoft.com/office/drawing/2014/main" id="{EEEB75DA-FB3E-4709-BF05-652219D7CA81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13" y="289363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3" name="직선 연결선 3032">
              <a:extLst>
                <a:ext uri="{FF2B5EF4-FFF2-40B4-BE49-F238E27FC236}">
                  <a16:creationId xmlns:a16="http://schemas.microsoft.com/office/drawing/2014/main" id="{D1682116-7685-426C-ADCE-809FF145D4A8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533992"/>
              <a:ext cx="8142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4" name="직선 연결선 3033">
              <a:extLst>
                <a:ext uri="{FF2B5EF4-FFF2-40B4-BE49-F238E27FC236}">
                  <a16:creationId xmlns:a16="http://schemas.microsoft.com/office/drawing/2014/main" id="{4EF5A553-82E0-465A-8CAE-53CA9F67584F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92792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5" name="직선 연결선 3034">
              <a:extLst>
                <a:ext uri="{FF2B5EF4-FFF2-40B4-BE49-F238E27FC236}">
                  <a16:creationId xmlns:a16="http://schemas.microsoft.com/office/drawing/2014/main" id="{3B2B0BCB-689C-4673-9C37-74B1C6BCD8DE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311202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6" name="직선 연결선 3035">
              <a:extLst>
                <a:ext uri="{FF2B5EF4-FFF2-40B4-BE49-F238E27FC236}">
                  <a16:creationId xmlns:a16="http://schemas.microsoft.com/office/drawing/2014/main" id="{7D03C5CB-19D2-40DA-958C-505F767E7A9D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442248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7" name="직선 연결선 3036">
              <a:extLst>
                <a:ext uri="{FF2B5EF4-FFF2-40B4-BE49-F238E27FC236}">
                  <a16:creationId xmlns:a16="http://schemas.microsoft.com/office/drawing/2014/main" id="{E706A840-34C6-4B69-95A0-07B435F73365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551453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8" name="직선 연결선 3037">
              <a:extLst>
                <a:ext uri="{FF2B5EF4-FFF2-40B4-BE49-F238E27FC236}">
                  <a16:creationId xmlns:a16="http://schemas.microsoft.com/office/drawing/2014/main" id="{4ADA87A3-D6FA-46D2-9EF3-6E192B0F7C22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7480258"/>
              <a:ext cx="8142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9" name="직선 연결선 3038">
              <a:extLst>
                <a:ext uri="{FF2B5EF4-FFF2-40B4-BE49-F238E27FC236}">
                  <a16:creationId xmlns:a16="http://schemas.microsoft.com/office/drawing/2014/main" id="{1E07A281-4A81-4BEC-AD50-C79834D212C8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660658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0" name="직선 연결선 3039">
              <a:extLst>
                <a:ext uri="{FF2B5EF4-FFF2-40B4-BE49-F238E27FC236}">
                  <a16:creationId xmlns:a16="http://schemas.microsoft.com/office/drawing/2014/main" id="{09C2A2EF-1CE0-4BCB-AB0B-5B4EE01A9F5E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136474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1" name="직선 연결선 3040">
              <a:extLst>
                <a:ext uri="{FF2B5EF4-FFF2-40B4-BE49-F238E27FC236}">
                  <a16:creationId xmlns:a16="http://schemas.microsoft.com/office/drawing/2014/main" id="{EE5FB6C3-3858-4939-8986-2B35C10FFD4C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180156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2" name="직선 연결선 3041">
              <a:extLst>
                <a:ext uri="{FF2B5EF4-FFF2-40B4-BE49-F238E27FC236}">
                  <a16:creationId xmlns:a16="http://schemas.microsoft.com/office/drawing/2014/main" id="{7D300FFA-1576-49F4-BBE7-4E378042AB04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223838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3" name="직선 연결선 3042">
              <a:extLst>
                <a:ext uri="{FF2B5EF4-FFF2-40B4-BE49-F238E27FC236}">
                  <a16:creationId xmlns:a16="http://schemas.microsoft.com/office/drawing/2014/main" id="{69E2E98A-03D5-416F-AFEA-0152D8C057AB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267520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4" name="직선 연결선 3043">
              <a:extLst>
                <a:ext uri="{FF2B5EF4-FFF2-40B4-BE49-F238E27FC236}">
                  <a16:creationId xmlns:a16="http://schemas.microsoft.com/office/drawing/2014/main" id="{BD8740B7-CD2E-43B9-AFBA-AF737280E5C5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354884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5" name="직선 연결선 3044">
              <a:extLst>
                <a:ext uri="{FF2B5EF4-FFF2-40B4-BE49-F238E27FC236}">
                  <a16:creationId xmlns:a16="http://schemas.microsoft.com/office/drawing/2014/main" id="{1325D44F-7B8C-4500-8773-F05AAB1976BF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376725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6" name="직선 연결선 3045">
              <a:extLst>
                <a:ext uri="{FF2B5EF4-FFF2-40B4-BE49-F238E27FC236}">
                  <a16:creationId xmlns:a16="http://schemas.microsoft.com/office/drawing/2014/main" id="{84244724-7843-4377-865B-44503E4771DA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398566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7" name="직선 연결선 3046">
              <a:extLst>
                <a:ext uri="{FF2B5EF4-FFF2-40B4-BE49-F238E27FC236}">
                  <a16:creationId xmlns:a16="http://schemas.microsoft.com/office/drawing/2014/main" id="{477A7E55-FE3D-4432-9BB6-B5953BC07C42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420407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8" name="직선 연결선 3047">
              <a:extLst>
                <a:ext uri="{FF2B5EF4-FFF2-40B4-BE49-F238E27FC236}">
                  <a16:creationId xmlns:a16="http://schemas.microsoft.com/office/drawing/2014/main" id="{FB7B1880-CFEB-475C-BBDF-0CC8CDCB5668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464089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9" name="직선 연결선 3048">
              <a:extLst>
                <a:ext uri="{FF2B5EF4-FFF2-40B4-BE49-F238E27FC236}">
                  <a16:creationId xmlns:a16="http://schemas.microsoft.com/office/drawing/2014/main" id="{BA004E24-DD5E-4D96-B56C-B8D835228DB3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485930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0" name="직선 연결선 3049">
              <a:extLst>
                <a:ext uri="{FF2B5EF4-FFF2-40B4-BE49-F238E27FC236}">
                  <a16:creationId xmlns:a16="http://schemas.microsoft.com/office/drawing/2014/main" id="{ED8578BE-D474-4D08-9E5A-CBABF950CAC8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507771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1" name="직선 연결선 3050">
              <a:extLst>
                <a:ext uri="{FF2B5EF4-FFF2-40B4-BE49-F238E27FC236}">
                  <a16:creationId xmlns:a16="http://schemas.microsoft.com/office/drawing/2014/main" id="{88C059B8-9FFE-42FF-AEB8-D2A17E46A9A0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529612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2" name="직선 연결선 3051">
              <a:extLst>
                <a:ext uri="{FF2B5EF4-FFF2-40B4-BE49-F238E27FC236}">
                  <a16:creationId xmlns:a16="http://schemas.microsoft.com/office/drawing/2014/main" id="{3E4F1CD8-26B0-4F01-A726-730FE158E9F8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573294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3" name="직선 연결선 3052">
              <a:extLst>
                <a:ext uri="{FF2B5EF4-FFF2-40B4-BE49-F238E27FC236}">
                  <a16:creationId xmlns:a16="http://schemas.microsoft.com/office/drawing/2014/main" id="{44D6AE9C-D5D7-4227-B09A-1D5710D20F78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595135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4" name="직선 연결선 3053">
              <a:extLst>
                <a:ext uri="{FF2B5EF4-FFF2-40B4-BE49-F238E27FC236}">
                  <a16:creationId xmlns:a16="http://schemas.microsoft.com/office/drawing/2014/main" id="{464FAF8A-254E-45AE-9D9B-C7EA97239075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616976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5" name="직선 연결선 3054">
              <a:extLst>
                <a:ext uri="{FF2B5EF4-FFF2-40B4-BE49-F238E27FC236}">
                  <a16:creationId xmlns:a16="http://schemas.microsoft.com/office/drawing/2014/main" id="{C14217F7-65AC-466C-A3E3-922877D0C55E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704340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6" name="직선 연결선 3055">
              <a:extLst>
                <a:ext uri="{FF2B5EF4-FFF2-40B4-BE49-F238E27FC236}">
                  <a16:creationId xmlns:a16="http://schemas.microsoft.com/office/drawing/2014/main" id="{ADF521BA-E292-4109-B44B-C2CE908A1C38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638817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7" name="직선 연결선 3056">
              <a:extLst>
                <a:ext uri="{FF2B5EF4-FFF2-40B4-BE49-F238E27FC236}">
                  <a16:creationId xmlns:a16="http://schemas.microsoft.com/office/drawing/2014/main" id="{0DCD8C0F-7315-490A-9CD4-3C40092E402A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682499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8" name="직선 연결선 3057">
              <a:extLst>
                <a:ext uri="{FF2B5EF4-FFF2-40B4-BE49-F238E27FC236}">
                  <a16:creationId xmlns:a16="http://schemas.microsoft.com/office/drawing/2014/main" id="{11011776-456F-4193-A46E-8D881C0F12A0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726181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9" name="직선 연결선 3058">
              <a:extLst>
                <a:ext uri="{FF2B5EF4-FFF2-40B4-BE49-F238E27FC236}">
                  <a16:creationId xmlns:a16="http://schemas.microsoft.com/office/drawing/2014/main" id="{6781A9C8-05F5-4C36-B9EA-775D9A382BAD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709518"/>
              <a:ext cx="8142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0" name="직선 연결선 3059">
              <a:extLst>
                <a:ext uri="{FF2B5EF4-FFF2-40B4-BE49-F238E27FC236}">
                  <a16:creationId xmlns:a16="http://schemas.microsoft.com/office/drawing/2014/main" id="{C561E5EA-743A-4A55-BA67-73D173E3ADAA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114633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1" name="직선 연결선 3060">
              <a:extLst>
                <a:ext uri="{FF2B5EF4-FFF2-40B4-BE49-F238E27FC236}">
                  <a16:creationId xmlns:a16="http://schemas.microsoft.com/office/drawing/2014/main" id="{8FD472EA-4E33-4737-B412-99F5A22F9034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333043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2" name="직선 연결선 3061">
              <a:extLst>
                <a:ext uri="{FF2B5EF4-FFF2-40B4-BE49-F238E27FC236}">
                  <a16:creationId xmlns:a16="http://schemas.microsoft.com/office/drawing/2014/main" id="{B6BBEB84-DB36-41F6-A3C1-2CEB4410265A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158315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3" name="직선 연결선 3062">
              <a:extLst>
                <a:ext uri="{FF2B5EF4-FFF2-40B4-BE49-F238E27FC236}">
                  <a16:creationId xmlns:a16="http://schemas.microsoft.com/office/drawing/2014/main" id="{B8FED791-76EC-4DBE-9E2E-DA7189B19761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201997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4" name="직선 연결선 3063">
              <a:extLst>
                <a:ext uri="{FF2B5EF4-FFF2-40B4-BE49-F238E27FC236}">
                  <a16:creationId xmlns:a16="http://schemas.microsoft.com/office/drawing/2014/main" id="{3E6A46F5-85A2-4CB5-B737-CFCE00503EBC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245679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5" name="직선 연결선 3064">
              <a:extLst>
                <a:ext uri="{FF2B5EF4-FFF2-40B4-BE49-F238E27FC236}">
                  <a16:creationId xmlns:a16="http://schemas.microsoft.com/office/drawing/2014/main" id="{07730364-A28D-4480-9703-9F1284CC6482}"/>
                </a:ext>
              </a:extLst>
            </p:cNvPr>
            <p:cNvCxnSpPr>
              <a:cxnSpLocks/>
            </p:cNvCxnSpPr>
            <p:nvPr/>
          </p:nvCxnSpPr>
          <p:spPr>
            <a:xfrm>
              <a:off x="4880479" y="2893618"/>
              <a:ext cx="8142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66" name="TextBox 3065">
              <a:extLst>
                <a:ext uri="{FF2B5EF4-FFF2-40B4-BE49-F238E27FC236}">
                  <a16:creationId xmlns:a16="http://schemas.microsoft.com/office/drawing/2014/main" id="{C91FF8EA-350E-4A40-B474-4EEFAA37B133}"/>
                </a:ext>
              </a:extLst>
            </p:cNvPr>
            <p:cNvSpPr txBox="1"/>
            <p:nvPr/>
          </p:nvSpPr>
          <p:spPr>
            <a:xfrm>
              <a:off x="805319" y="556416"/>
              <a:ext cx="131446" cy="1306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849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Jul</a:t>
              </a:r>
              <a:endParaRPr lang="ko-KR" altLang="en-US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067" name="TextBox 3066">
              <a:extLst>
                <a:ext uri="{FF2B5EF4-FFF2-40B4-BE49-F238E27FC236}">
                  <a16:creationId xmlns:a16="http://schemas.microsoft.com/office/drawing/2014/main" id="{AA76590D-BFB6-4075-BAE9-D2C90CAC2A5E}"/>
                </a:ext>
              </a:extLst>
            </p:cNvPr>
            <p:cNvSpPr txBox="1"/>
            <p:nvPr/>
          </p:nvSpPr>
          <p:spPr>
            <a:xfrm>
              <a:off x="1653213" y="556416"/>
              <a:ext cx="209994" cy="1306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849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Aug</a:t>
              </a:r>
              <a:endParaRPr lang="ko-KR" altLang="en-US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068" name="TextBox 3067">
              <a:extLst>
                <a:ext uri="{FF2B5EF4-FFF2-40B4-BE49-F238E27FC236}">
                  <a16:creationId xmlns:a16="http://schemas.microsoft.com/office/drawing/2014/main" id="{915DD6C7-5C58-4421-9D36-F5B619204C98}"/>
                </a:ext>
              </a:extLst>
            </p:cNvPr>
            <p:cNvSpPr txBox="1"/>
            <p:nvPr/>
          </p:nvSpPr>
          <p:spPr>
            <a:xfrm>
              <a:off x="2543577" y="556416"/>
              <a:ext cx="184346" cy="1306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849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Sep</a:t>
              </a:r>
              <a:endParaRPr lang="ko-KR" altLang="en-US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069" name="TextBox 3068">
              <a:extLst>
                <a:ext uri="{FF2B5EF4-FFF2-40B4-BE49-F238E27FC236}">
                  <a16:creationId xmlns:a16="http://schemas.microsoft.com/office/drawing/2014/main" id="{B13534A5-9D3F-4616-8F5B-87AA3BE7480A}"/>
                </a:ext>
              </a:extLst>
            </p:cNvPr>
            <p:cNvSpPr txBox="1"/>
            <p:nvPr/>
          </p:nvSpPr>
          <p:spPr>
            <a:xfrm>
              <a:off x="3412291" y="556416"/>
              <a:ext cx="202000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Oct</a:t>
              </a:r>
              <a:endParaRPr lang="ko-KR" altLang="en-US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070" name="TextBox 3069">
              <a:extLst>
                <a:ext uri="{FF2B5EF4-FFF2-40B4-BE49-F238E27FC236}">
                  <a16:creationId xmlns:a16="http://schemas.microsoft.com/office/drawing/2014/main" id="{FE80C3F7-315D-47D3-9D6A-DBE9A1BECC35}"/>
                </a:ext>
              </a:extLst>
            </p:cNvPr>
            <p:cNvSpPr txBox="1"/>
            <p:nvPr/>
          </p:nvSpPr>
          <p:spPr>
            <a:xfrm>
              <a:off x="4249878" y="556416"/>
              <a:ext cx="301158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Nov</a:t>
              </a:r>
              <a:endParaRPr lang="ko-KR" altLang="en-US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071" name="TextBox 3070">
              <a:extLst>
                <a:ext uri="{FF2B5EF4-FFF2-40B4-BE49-F238E27FC236}">
                  <a16:creationId xmlns:a16="http://schemas.microsoft.com/office/drawing/2014/main" id="{3FAC0A18-AA67-4EE2-8809-A42D9AF0859B}"/>
                </a:ext>
              </a:extLst>
            </p:cNvPr>
            <p:cNvSpPr txBox="1"/>
            <p:nvPr/>
          </p:nvSpPr>
          <p:spPr>
            <a:xfrm>
              <a:off x="5144225" y="556416"/>
              <a:ext cx="286799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Dec</a:t>
              </a:r>
              <a:endParaRPr lang="ko-KR" altLang="en-US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072" name="TextBox 3071">
              <a:extLst>
                <a:ext uri="{FF2B5EF4-FFF2-40B4-BE49-F238E27FC236}">
                  <a16:creationId xmlns:a16="http://schemas.microsoft.com/office/drawing/2014/main" id="{A722ED15-830C-4758-B743-D654451FE19E}"/>
                </a:ext>
              </a:extLst>
            </p:cNvPr>
            <p:cNvSpPr txBox="1"/>
            <p:nvPr/>
          </p:nvSpPr>
          <p:spPr>
            <a:xfrm>
              <a:off x="313525" y="76646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073" name="TextBox 3072">
              <a:extLst>
                <a:ext uri="{FF2B5EF4-FFF2-40B4-BE49-F238E27FC236}">
                  <a16:creationId xmlns:a16="http://schemas.microsoft.com/office/drawing/2014/main" id="{95D80C87-70AE-4B45-A16A-6D7B24E8BD4A}"/>
                </a:ext>
              </a:extLst>
            </p:cNvPr>
            <p:cNvSpPr txBox="1"/>
            <p:nvPr/>
          </p:nvSpPr>
          <p:spPr>
            <a:xfrm>
              <a:off x="313525" y="98487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074" name="TextBox 3073">
              <a:extLst>
                <a:ext uri="{FF2B5EF4-FFF2-40B4-BE49-F238E27FC236}">
                  <a16:creationId xmlns:a16="http://schemas.microsoft.com/office/drawing/2014/main" id="{166B94AE-FCDD-45FF-ADF2-8190C0125E6F}"/>
                </a:ext>
              </a:extLst>
            </p:cNvPr>
            <p:cNvSpPr txBox="1"/>
            <p:nvPr/>
          </p:nvSpPr>
          <p:spPr>
            <a:xfrm>
              <a:off x="313525" y="120328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3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075" name="TextBox 3074">
              <a:extLst>
                <a:ext uri="{FF2B5EF4-FFF2-40B4-BE49-F238E27FC236}">
                  <a16:creationId xmlns:a16="http://schemas.microsoft.com/office/drawing/2014/main" id="{BE7AD412-B6F1-44E3-A506-853B2A9A0AF8}"/>
                </a:ext>
              </a:extLst>
            </p:cNvPr>
            <p:cNvSpPr txBox="1"/>
            <p:nvPr/>
          </p:nvSpPr>
          <p:spPr>
            <a:xfrm>
              <a:off x="313525" y="142169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4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076" name="TextBox 3075">
              <a:extLst>
                <a:ext uri="{FF2B5EF4-FFF2-40B4-BE49-F238E27FC236}">
                  <a16:creationId xmlns:a16="http://schemas.microsoft.com/office/drawing/2014/main" id="{5A67E852-7090-443F-A360-4889BEC6D529}"/>
                </a:ext>
              </a:extLst>
            </p:cNvPr>
            <p:cNvSpPr txBox="1"/>
            <p:nvPr/>
          </p:nvSpPr>
          <p:spPr>
            <a:xfrm>
              <a:off x="313525" y="164010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5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077" name="TextBox 3076">
              <a:extLst>
                <a:ext uri="{FF2B5EF4-FFF2-40B4-BE49-F238E27FC236}">
                  <a16:creationId xmlns:a16="http://schemas.microsoft.com/office/drawing/2014/main" id="{CBACFA20-D90D-4093-9FC9-6D718C607913}"/>
                </a:ext>
              </a:extLst>
            </p:cNvPr>
            <p:cNvSpPr txBox="1"/>
            <p:nvPr/>
          </p:nvSpPr>
          <p:spPr>
            <a:xfrm>
              <a:off x="313525" y="185851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6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078" name="TextBox 3077">
              <a:extLst>
                <a:ext uri="{FF2B5EF4-FFF2-40B4-BE49-F238E27FC236}">
                  <a16:creationId xmlns:a16="http://schemas.microsoft.com/office/drawing/2014/main" id="{E6212D0E-D1CF-42D3-898F-6B43E62BD0D3}"/>
                </a:ext>
              </a:extLst>
            </p:cNvPr>
            <p:cNvSpPr txBox="1"/>
            <p:nvPr/>
          </p:nvSpPr>
          <p:spPr>
            <a:xfrm>
              <a:off x="313525" y="207692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7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079" name="TextBox 3078">
              <a:extLst>
                <a:ext uri="{FF2B5EF4-FFF2-40B4-BE49-F238E27FC236}">
                  <a16:creationId xmlns:a16="http://schemas.microsoft.com/office/drawing/2014/main" id="{ADE29910-394E-4D4A-96FB-35503FC8F9DD}"/>
                </a:ext>
              </a:extLst>
            </p:cNvPr>
            <p:cNvSpPr txBox="1"/>
            <p:nvPr/>
          </p:nvSpPr>
          <p:spPr>
            <a:xfrm>
              <a:off x="313525" y="229533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8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080" name="TextBox 3079">
              <a:extLst>
                <a:ext uri="{FF2B5EF4-FFF2-40B4-BE49-F238E27FC236}">
                  <a16:creationId xmlns:a16="http://schemas.microsoft.com/office/drawing/2014/main" id="{C93CEC9C-ECCC-468F-97EA-3DA6EEE3BC5C}"/>
                </a:ext>
              </a:extLst>
            </p:cNvPr>
            <p:cNvSpPr txBox="1"/>
            <p:nvPr/>
          </p:nvSpPr>
          <p:spPr>
            <a:xfrm>
              <a:off x="313525" y="251374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9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081" name="TextBox 3080">
              <a:extLst>
                <a:ext uri="{FF2B5EF4-FFF2-40B4-BE49-F238E27FC236}">
                  <a16:creationId xmlns:a16="http://schemas.microsoft.com/office/drawing/2014/main" id="{47B38187-86B5-4B6C-99F1-D02C6EEAD411}"/>
                </a:ext>
              </a:extLst>
            </p:cNvPr>
            <p:cNvSpPr txBox="1"/>
            <p:nvPr/>
          </p:nvSpPr>
          <p:spPr>
            <a:xfrm>
              <a:off x="260532" y="273215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082" name="TextBox 3081">
              <a:extLst>
                <a:ext uri="{FF2B5EF4-FFF2-40B4-BE49-F238E27FC236}">
                  <a16:creationId xmlns:a16="http://schemas.microsoft.com/office/drawing/2014/main" id="{838E4500-8109-4FE9-B8D1-0B80E2949760}"/>
                </a:ext>
              </a:extLst>
            </p:cNvPr>
            <p:cNvSpPr txBox="1"/>
            <p:nvPr/>
          </p:nvSpPr>
          <p:spPr>
            <a:xfrm>
              <a:off x="260532" y="295056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11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083" name="TextBox 3082">
              <a:extLst>
                <a:ext uri="{FF2B5EF4-FFF2-40B4-BE49-F238E27FC236}">
                  <a16:creationId xmlns:a16="http://schemas.microsoft.com/office/drawing/2014/main" id="{6790A015-56CA-4C52-B4B8-32E71728338B}"/>
                </a:ext>
              </a:extLst>
            </p:cNvPr>
            <p:cNvSpPr txBox="1"/>
            <p:nvPr/>
          </p:nvSpPr>
          <p:spPr>
            <a:xfrm>
              <a:off x="260532" y="316897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12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084" name="TextBox 3083">
              <a:extLst>
                <a:ext uri="{FF2B5EF4-FFF2-40B4-BE49-F238E27FC236}">
                  <a16:creationId xmlns:a16="http://schemas.microsoft.com/office/drawing/2014/main" id="{7E1A3A31-4D03-44F8-A2EE-303CE9712C43}"/>
                </a:ext>
              </a:extLst>
            </p:cNvPr>
            <p:cNvSpPr txBox="1"/>
            <p:nvPr/>
          </p:nvSpPr>
          <p:spPr>
            <a:xfrm>
              <a:off x="260532" y="338738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13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085" name="TextBox 3084">
              <a:extLst>
                <a:ext uri="{FF2B5EF4-FFF2-40B4-BE49-F238E27FC236}">
                  <a16:creationId xmlns:a16="http://schemas.microsoft.com/office/drawing/2014/main" id="{0BD49EF4-04B6-469A-ADBA-8784DF119308}"/>
                </a:ext>
              </a:extLst>
            </p:cNvPr>
            <p:cNvSpPr txBox="1"/>
            <p:nvPr/>
          </p:nvSpPr>
          <p:spPr>
            <a:xfrm>
              <a:off x="260532" y="360579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14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086" name="TextBox 3085">
              <a:extLst>
                <a:ext uri="{FF2B5EF4-FFF2-40B4-BE49-F238E27FC236}">
                  <a16:creationId xmlns:a16="http://schemas.microsoft.com/office/drawing/2014/main" id="{7B720B74-7DB4-4CC1-8189-8242C3A47519}"/>
                </a:ext>
              </a:extLst>
            </p:cNvPr>
            <p:cNvSpPr txBox="1"/>
            <p:nvPr/>
          </p:nvSpPr>
          <p:spPr>
            <a:xfrm>
              <a:off x="260532" y="382420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15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087" name="TextBox 3086">
              <a:extLst>
                <a:ext uri="{FF2B5EF4-FFF2-40B4-BE49-F238E27FC236}">
                  <a16:creationId xmlns:a16="http://schemas.microsoft.com/office/drawing/2014/main" id="{2283E72B-9076-4C32-B679-7E32344C0BD6}"/>
                </a:ext>
              </a:extLst>
            </p:cNvPr>
            <p:cNvSpPr txBox="1"/>
            <p:nvPr/>
          </p:nvSpPr>
          <p:spPr>
            <a:xfrm>
              <a:off x="260532" y="404261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16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088" name="TextBox 3087">
              <a:extLst>
                <a:ext uri="{FF2B5EF4-FFF2-40B4-BE49-F238E27FC236}">
                  <a16:creationId xmlns:a16="http://schemas.microsoft.com/office/drawing/2014/main" id="{EC8A47DE-CCA7-4AFB-A795-B51DED70438E}"/>
                </a:ext>
              </a:extLst>
            </p:cNvPr>
            <p:cNvSpPr txBox="1"/>
            <p:nvPr/>
          </p:nvSpPr>
          <p:spPr>
            <a:xfrm>
              <a:off x="260532" y="426102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17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089" name="TextBox 3088">
              <a:extLst>
                <a:ext uri="{FF2B5EF4-FFF2-40B4-BE49-F238E27FC236}">
                  <a16:creationId xmlns:a16="http://schemas.microsoft.com/office/drawing/2014/main" id="{E4613A49-C913-4432-BD36-91C226B25F2F}"/>
                </a:ext>
              </a:extLst>
            </p:cNvPr>
            <p:cNvSpPr txBox="1"/>
            <p:nvPr/>
          </p:nvSpPr>
          <p:spPr>
            <a:xfrm>
              <a:off x="260532" y="447943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18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090" name="TextBox 3089">
              <a:extLst>
                <a:ext uri="{FF2B5EF4-FFF2-40B4-BE49-F238E27FC236}">
                  <a16:creationId xmlns:a16="http://schemas.microsoft.com/office/drawing/2014/main" id="{312E9C52-C320-4884-92EE-0D475BEF72F1}"/>
                </a:ext>
              </a:extLst>
            </p:cNvPr>
            <p:cNvSpPr txBox="1"/>
            <p:nvPr/>
          </p:nvSpPr>
          <p:spPr>
            <a:xfrm>
              <a:off x="260532" y="469784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19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091" name="TextBox 3090">
              <a:extLst>
                <a:ext uri="{FF2B5EF4-FFF2-40B4-BE49-F238E27FC236}">
                  <a16:creationId xmlns:a16="http://schemas.microsoft.com/office/drawing/2014/main" id="{E1030005-D517-4A19-B468-F0CE8BBB5F4F}"/>
                </a:ext>
              </a:extLst>
            </p:cNvPr>
            <p:cNvSpPr txBox="1"/>
            <p:nvPr/>
          </p:nvSpPr>
          <p:spPr>
            <a:xfrm>
              <a:off x="260532" y="491625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092" name="TextBox 3091">
              <a:extLst>
                <a:ext uri="{FF2B5EF4-FFF2-40B4-BE49-F238E27FC236}">
                  <a16:creationId xmlns:a16="http://schemas.microsoft.com/office/drawing/2014/main" id="{31AB17C6-1A7A-4C37-A919-78058A81D658}"/>
                </a:ext>
              </a:extLst>
            </p:cNvPr>
            <p:cNvSpPr txBox="1"/>
            <p:nvPr/>
          </p:nvSpPr>
          <p:spPr>
            <a:xfrm>
              <a:off x="260532" y="513466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21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093" name="TextBox 3092">
              <a:extLst>
                <a:ext uri="{FF2B5EF4-FFF2-40B4-BE49-F238E27FC236}">
                  <a16:creationId xmlns:a16="http://schemas.microsoft.com/office/drawing/2014/main" id="{A9D639B4-6471-4471-82EF-12E45EEDFDB3}"/>
                </a:ext>
              </a:extLst>
            </p:cNvPr>
            <p:cNvSpPr txBox="1"/>
            <p:nvPr/>
          </p:nvSpPr>
          <p:spPr>
            <a:xfrm>
              <a:off x="260532" y="535307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22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094" name="TextBox 3093">
              <a:extLst>
                <a:ext uri="{FF2B5EF4-FFF2-40B4-BE49-F238E27FC236}">
                  <a16:creationId xmlns:a16="http://schemas.microsoft.com/office/drawing/2014/main" id="{9A66CA9A-0AE3-467D-8833-A4B63F8390BF}"/>
                </a:ext>
              </a:extLst>
            </p:cNvPr>
            <p:cNvSpPr txBox="1"/>
            <p:nvPr/>
          </p:nvSpPr>
          <p:spPr>
            <a:xfrm>
              <a:off x="260532" y="557148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23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095" name="TextBox 3094">
              <a:extLst>
                <a:ext uri="{FF2B5EF4-FFF2-40B4-BE49-F238E27FC236}">
                  <a16:creationId xmlns:a16="http://schemas.microsoft.com/office/drawing/2014/main" id="{4C901FAD-341B-4BE7-A46A-B0A050DEFA16}"/>
                </a:ext>
              </a:extLst>
            </p:cNvPr>
            <p:cNvSpPr txBox="1"/>
            <p:nvPr/>
          </p:nvSpPr>
          <p:spPr>
            <a:xfrm>
              <a:off x="260532" y="578989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24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096" name="TextBox 3095">
              <a:extLst>
                <a:ext uri="{FF2B5EF4-FFF2-40B4-BE49-F238E27FC236}">
                  <a16:creationId xmlns:a16="http://schemas.microsoft.com/office/drawing/2014/main" id="{DE4EA50D-98D5-4CFE-B4EC-26472D0388FA}"/>
                </a:ext>
              </a:extLst>
            </p:cNvPr>
            <p:cNvSpPr txBox="1"/>
            <p:nvPr/>
          </p:nvSpPr>
          <p:spPr>
            <a:xfrm>
              <a:off x="260532" y="600830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25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097" name="TextBox 3096">
              <a:extLst>
                <a:ext uri="{FF2B5EF4-FFF2-40B4-BE49-F238E27FC236}">
                  <a16:creationId xmlns:a16="http://schemas.microsoft.com/office/drawing/2014/main" id="{FFA35E11-C30E-44B6-86AD-EAB6588C6F5C}"/>
                </a:ext>
              </a:extLst>
            </p:cNvPr>
            <p:cNvSpPr txBox="1"/>
            <p:nvPr/>
          </p:nvSpPr>
          <p:spPr>
            <a:xfrm>
              <a:off x="260532" y="622671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26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098" name="TextBox 3097">
              <a:extLst>
                <a:ext uri="{FF2B5EF4-FFF2-40B4-BE49-F238E27FC236}">
                  <a16:creationId xmlns:a16="http://schemas.microsoft.com/office/drawing/2014/main" id="{18C1AE46-D565-40EB-9729-6DB04BF4584D}"/>
                </a:ext>
              </a:extLst>
            </p:cNvPr>
            <p:cNvSpPr txBox="1"/>
            <p:nvPr/>
          </p:nvSpPr>
          <p:spPr>
            <a:xfrm>
              <a:off x="260532" y="644512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27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099" name="TextBox 3098">
              <a:extLst>
                <a:ext uri="{FF2B5EF4-FFF2-40B4-BE49-F238E27FC236}">
                  <a16:creationId xmlns:a16="http://schemas.microsoft.com/office/drawing/2014/main" id="{08FD934F-C977-430F-9228-890BBF1B3E24}"/>
                </a:ext>
              </a:extLst>
            </p:cNvPr>
            <p:cNvSpPr txBox="1"/>
            <p:nvPr/>
          </p:nvSpPr>
          <p:spPr>
            <a:xfrm>
              <a:off x="260532" y="666353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28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100" name="TextBox 3099">
              <a:extLst>
                <a:ext uri="{FF2B5EF4-FFF2-40B4-BE49-F238E27FC236}">
                  <a16:creationId xmlns:a16="http://schemas.microsoft.com/office/drawing/2014/main" id="{518CBD0D-6101-45FB-B607-639F9016296B}"/>
                </a:ext>
              </a:extLst>
            </p:cNvPr>
            <p:cNvSpPr txBox="1"/>
            <p:nvPr/>
          </p:nvSpPr>
          <p:spPr>
            <a:xfrm>
              <a:off x="260532" y="688194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29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101" name="TextBox 3100">
              <a:extLst>
                <a:ext uri="{FF2B5EF4-FFF2-40B4-BE49-F238E27FC236}">
                  <a16:creationId xmlns:a16="http://schemas.microsoft.com/office/drawing/2014/main" id="{2309CA3C-7D14-4ABF-9E92-2A79CCCBA59B}"/>
                </a:ext>
              </a:extLst>
            </p:cNvPr>
            <p:cNvSpPr txBox="1"/>
            <p:nvPr/>
          </p:nvSpPr>
          <p:spPr>
            <a:xfrm>
              <a:off x="260532" y="710035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30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102" name="TextBox 3101">
              <a:extLst>
                <a:ext uri="{FF2B5EF4-FFF2-40B4-BE49-F238E27FC236}">
                  <a16:creationId xmlns:a16="http://schemas.microsoft.com/office/drawing/2014/main" id="{44E0E83F-8EC4-4A5C-88EC-6EF2EE4E55F4}"/>
                </a:ext>
              </a:extLst>
            </p:cNvPr>
            <p:cNvSpPr txBox="1"/>
            <p:nvPr/>
          </p:nvSpPr>
          <p:spPr>
            <a:xfrm>
              <a:off x="260532" y="731876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31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103" name="TextBox 3102">
              <a:extLst>
                <a:ext uri="{FF2B5EF4-FFF2-40B4-BE49-F238E27FC236}">
                  <a16:creationId xmlns:a16="http://schemas.microsoft.com/office/drawing/2014/main" id="{69894D66-83BA-4BC1-AA54-D88593DE1842}"/>
                </a:ext>
              </a:extLst>
            </p:cNvPr>
            <p:cNvSpPr txBox="1"/>
            <p:nvPr/>
          </p:nvSpPr>
          <p:spPr>
            <a:xfrm>
              <a:off x="235493" y="109602"/>
              <a:ext cx="2380460" cy="2351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1528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Annual Plan (Second Half)</a:t>
              </a:r>
              <a:endParaRPr lang="ko-KR" altLang="en-US" sz="1528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272" name="TextBox 185">
            <a:hlinkClick r:id="rId2"/>
            <a:extLst>
              <a:ext uri="{FF2B5EF4-FFF2-40B4-BE49-F238E27FC236}">
                <a16:creationId xmlns:a16="http://schemas.microsoft.com/office/drawing/2014/main" id="{79A86CD2-7349-4AA7-847F-67C0BFAE54B6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3" name="TextBox 186">
            <a:hlinkClick r:id="rId3"/>
            <a:extLst>
              <a:ext uri="{FF2B5EF4-FFF2-40B4-BE49-F238E27FC236}">
                <a16:creationId xmlns:a16="http://schemas.microsoft.com/office/drawing/2014/main" id="{261B40BA-B598-4A61-A11B-863D48B61FF2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4" name="TextBox 184">
            <a:hlinkClick r:id="rId4"/>
            <a:extLst>
              <a:ext uri="{FF2B5EF4-FFF2-40B4-BE49-F238E27FC236}">
                <a16:creationId xmlns:a16="http://schemas.microsoft.com/office/drawing/2014/main" id="{E654531C-8D08-4D6E-A3E1-AD4A776033F7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185</TotalTime>
  <Words>51</Words>
  <Application>Microsoft Office PowerPoint</Application>
  <PresentationFormat>사용자 지정</PresentationFormat>
  <Paragraphs>41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74</cp:revision>
  <dcterms:created xsi:type="dcterms:W3CDTF">2021-10-29T04:43:38Z</dcterms:created>
  <dcterms:modified xsi:type="dcterms:W3CDTF">2021-12-19T08:49:03Z</dcterms:modified>
</cp:coreProperties>
</file>
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5AFF95AA-01F9-4458-A636-65C627B7B037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cxnSp>
          <p:nvCxnSpPr>
            <p:cNvPr id="2287" name="직선 연결선 2286">
              <a:extLst>
                <a:ext uri="{FF2B5EF4-FFF2-40B4-BE49-F238E27FC236}">
                  <a16:creationId xmlns:a16="http://schemas.microsoft.com/office/drawing/2014/main" id="{63D17D6E-8D00-4265-B5DE-3E9C892237B0}"/>
                </a:ext>
              </a:extLst>
            </p:cNvPr>
            <p:cNvCxnSpPr>
              <a:cxnSpLocks/>
            </p:cNvCxnSpPr>
            <p:nvPr/>
          </p:nvCxnSpPr>
          <p:spPr>
            <a:xfrm>
              <a:off x="230953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8" name="직선 연결선 2287">
              <a:extLst>
                <a:ext uri="{FF2B5EF4-FFF2-40B4-BE49-F238E27FC236}">
                  <a16:creationId xmlns:a16="http://schemas.microsoft.com/office/drawing/2014/main" id="{9CC1CE60-51CB-48E0-AA96-28FFFFF3D0D1}"/>
                </a:ext>
              </a:extLst>
            </p:cNvPr>
            <p:cNvCxnSpPr>
              <a:cxnSpLocks/>
            </p:cNvCxnSpPr>
            <p:nvPr/>
          </p:nvCxnSpPr>
          <p:spPr>
            <a:xfrm>
              <a:off x="2054735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9" name="직선 연결선 2288">
              <a:extLst>
                <a:ext uri="{FF2B5EF4-FFF2-40B4-BE49-F238E27FC236}">
                  <a16:creationId xmlns:a16="http://schemas.microsoft.com/office/drawing/2014/main" id="{18A345C6-6C1A-4EA0-9F21-5BCA9A620660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직선 연결선 2289">
              <a:extLst>
                <a:ext uri="{FF2B5EF4-FFF2-40B4-BE49-F238E27FC236}">
                  <a16:creationId xmlns:a16="http://schemas.microsoft.com/office/drawing/2014/main" id="{C2AAE187-6DA1-4A6F-A387-C68839BBCDCB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직선 연결선 2290">
              <a:extLst>
                <a:ext uri="{FF2B5EF4-FFF2-40B4-BE49-F238E27FC236}">
                  <a16:creationId xmlns:a16="http://schemas.microsoft.com/office/drawing/2014/main" id="{01C9AD65-D626-47BC-976C-0A1FDB75D33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758986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2" name="직선 연결선 2291">
              <a:extLst>
                <a:ext uri="{FF2B5EF4-FFF2-40B4-BE49-F238E27FC236}">
                  <a16:creationId xmlns:a16="http://schemas.microsoft.com/office/drawing/2014/main" id="{A69EC87F-8A8C-4AB5-81F1-9E0C693CE15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1888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직선 연결선 2292">
              <a:extLst>
                <a:ext uri="{FF2B5EF4-FFF2-40B4-BE49-F238E27FC236}">
                  <a16:creationId xmlns:a16="http://schemas.microsoft.com/office/drawing/2014/main" id="{43A6EC29-8099-4874-A5F9-8B84BEA4108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20437"/>
              <a:ext cx="54704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4" name="직선 연결선 2293">
              <a:extLst>
                <a:ext uri="{FF2B5EF4-FFF2-40B4-BE49-F238E27FC236}">
                  <a16:creationId xmlns:a16="http://schemas.microsoft.com/office/drawing/2014/main" id="{038C90FC-423E-4D13-9FCB-611054712845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6051163"/>
              <a:ext cx="182209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5" name="직사각형 2294">
              <a:extLst>
                <a:ext uri="{FF2B5EF4-FFF2-40B4-BE49-F238E27FC236}">
                  <a16:creationId xmlns:a16="http://schemas.microsoft.com/office/drawing/2014/main" id="{8B2C6D48-1D19-4A99-B6B2-0D7EC6F79559}"/>
                </a:ext>
              </a:extLst>
            </p:cNvPr>
            <p:cNvSpPr/>
            <p:nvPr/>
          </p:nvSpPr>
          <p:spPr>
            <a:xfrm>
              <a:off x="269705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96" name="직사각형 2295">
              <a:extLst>
                <a:ext uri="{FF2B5EF4-FFF2-40B4-BE49-F238E27FC236}">
                  <a16:creationId xmlns:a16="http://schemas.microsoft.com/office/drawing/2014/main" id="{6FAD98BA-4DD9-41F5-A905-7D341D2B403D}"/>
                </a:ext>
              </a:extLst>
            </p:cNvPr>
            <p:cNvSpPr/>
            <p:nvPr/>
          </p:nvSpPr>
          <p:spPr>
            <a:xfrm>
              <a:off x="2093814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97" name="직사각형 2296">
              <a:extLst>
                <a:ext uri="{FF2B5EF4-FFF2-40B4-BE49-F238E27FC236}">
                  <a16:creationId xmlns:a16="http://schemas.microsoft.com/office/drawing/2014/main" id="{70474690-F162-4A0E-94F1-F57188A06830}"/>
                </a:ext>
              </a:extLst>
            </p:cNvPr>
            <p:cNvSpPr/>
            <p:nvPr/>
          </p:nvSpPr>
          <p:spPr>
            <a:xfrm>
              <a:off x="3917922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98" name="직사각형 2297">
              <a:extLst>
                <a:ext uri="{FF2B5EF4-FFF2-40B4-BE49-F238E27FC236}">
                  <a16:creationId xmlns:a16="http://schemas.microsoft.com/office/drawing/2014/main" id="{CE85F3C1-9A3C-4D06-B295-6AA0B60E2C4E}"/>
                </a:ext>
              </a:extLst>
            </p:cNvPr>
            <p:cNvSpPr/>
            <p:nvPr/>
          </p:nvSpPr>
          <p:spPr>
            <a:xfrm>
              <a:off x="269705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99" name="직사각형 2298">
              <a:extLst>
                <a:ext uri="{FF2B5EF4-FFF2-40B4-BE49-F238E27FC236}">
                  <a16:creationId xmlns:a16="http://schemas.microsoft.com/office/drawing/2014/main" id="{BF2E246A-3DA7-4E97-9849-F91454F93082}"/>
                </a:ext>
              </a:extLst>
            </p:cNvPr>
            <p:cNvSpPr/>
            <p:nvPr/>
          </p:nvSpPr>
          <p:spPr>
            <a:xfrm>
              <a:off x="2093814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00" name="직사각형 2299">
              <a:extLst>
                <a:ext uri="{FF2B5EF4-FFF2-40B4-BE49-F238E27FC236}">
                  <a16:creationId xmlns:a16="http://schemas.microsoft.com/office/drawing/2014/main" id="{E7FA3DA4-757C-4D82-8C45-88879C7EFAEA}"/>
                </a:ext>
              </a:extLst>
            </p:cNvPr>
            <p:cNvSpPr/>
            <p:nvPr/>
          </p:nvSpPr>
          <p:spPr>
            <a:xfrm>
              <a:off x="3917922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01" name="직사각형 2300">
              <a:extLst>
                <a:ext uri="{FF2B5EF4-FFF2-40B4-BE49-F238E27FC236}">
                  <a16:creationId xmlns:a16="http://schemas.microsoft.com/office/drawing/2014/main" id="{F8757623-D89E-4C7D-BAE6-CCE3CD4A6260}"/>
                </a:ext>
              </a:extLst>
            </p:cNvPr>
            <p:cNvSpPr/>
            <p:nvPr/>
          </p:nvSpPr>
          <p:spPr>
            <a:xfrm>
              <a:off x="3917922" y="609740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02" name="TextBox 2301">
              <a:extLst>
                <a:ext uri="{FF2B5EF4-FFF2-40B4-BE49-F238E27FC236}">
                  <a16:creationId xmlns:a16="http://schemas.microsoft.com/office/drawing/2014/main" id="{C531A624-EB09-49E7-8E29-A1F68213C468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303" name="직선 연결선 2302">
              <a:extLst>
                <a:ext uri="{FF2B5EF4-FFF2-40B4-BE49-F238E27FC236}">
                  <a16:creationId xmlns:a16="http://schemas.microsoft.com/office/drawing/2014/main" id="{359C0102-4550-4846-BD3B-747D0C13859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4" name="직선 연결선 2303">
              <a:extLst>
                <a:ext uri="{FF2B5EF4-FFF2-40B4-BE49-F238E27FC236}">
                  <a16:creationId xmlns:a16="http://schemas.microsoft.com/office/drawing/2014/main" id="{84129110-EDB5-415A-9BC8-0844B13D54F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직선 연결선 2304">
              <a:extLst>
                <a:ext uri="{FF2B5EF4-FFF2-40B4-BE49-F238E27FC236}">
                  <a16:creationId xmlns:a16="http://schemas.microsoft.com/office/drawing/2014/main" id="{5317F908-EF0D-4FC3-9352-5BC6803CC63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직선 연결선 2305">
              <a:extLst>
                <a:ext uri="{FF2B5EF4-FFF2-40B4-BE49-F238E27FC236}">
                  <a16:creationId xmlns:a16="http://schemas.microsoft.com/office/drawing/2014/main" id="{E552578E-DF36-4616-B0C5-044D4009870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7" name="TextBox 2306">
              <a:extLst>
                <a:ext uri="{FF2B5EF4-FFF2-40B4-BE49-F238E27FC236}">
                  <a16:creationId xmlns:a16="http://schemas.microsoft.com/office/drawing/2014/main" id="{10FBE365-0259-4A26-9DE0-CBC399CEDEB7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Habit Tracker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308" name="직선 연결선 2307">
              <a:extLst>
                <a:ext uri="{FF2B5EF4-FFF2-40B4-BE49-F238E27FC236}">
                  <a16:creationId xmlns:a16="http://schemas.microsoft.com/office/drawing/2014/main" id="{61C54CDF-D3A8-4729-A700-985BCDEFDE47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직선 연결선 2308">
              <a:extLst>
                <a:ext uri="{FF2B5EF4-FFF2-40B4-BE49-F238E27FC236}">
                  <a16:creationId xmlns:a16="http://schemas.microsoft.com/office/drawing/2014/main" id="{42E2F52D-7321-4BE9-ADC7-BA54F2309F38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직선 연결선 2309">
              <a:extLst>
                <a:ext uri="{FF2B5EF4-FFF2-40B4-BE49-F238E27FC236}">
                  <a16:creationId xmlns:a16="http://schemas.microsoft.com/office/drawing/2014/main" id="{C84A25F6-0440-4E4D-8833-5DC8CD603FDD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직선 연결선 2310">
              <a:extLst>
                <a:ext uri="{FF2B5EF4-FFF2-40B4-BE49-F238E27FC236}">
                  <a16:creationId xmlns:a16="http://schemas.microsoft.com/office/drawing/2014/main" id="{891E0CDB-4B70-4FE8-B024-A898C11E0345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2" name="TextBox 2311">
              <a:extLst>
                <a:ext uri="{FF2B5EF4-FFF2-40B4-BE49-F238E27FC236}">
                  <a16:creationId xmlns:a16="http://schemas.microsoft.com/office/drawing/2014/main" id="{339C044F-B7BF-4536-A732-D03210D72EF2}"/>
                </a:ext>
              </a:extLst>
            </p:cNvPr>
            <p:cNvSpPr txBox="1"/>
            <p:nvPr/>
          </p:nvSpPr>
          <p:spPr>
            <a:xfrm>
              <a:off x="473162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3" name="TextBox 2312">
              <a:extLst>
                <a:ext uri="{FF2B5EF4-FFF2-40B4-BE49-F238E27FC236}">
                  <a16:creationId xmlns:a16="http://schemas.microsoft.com/office/drawing/2014/main" id="{43BB74C9-7B14-44F4-A066-9DAB7FB245CD}"/>
                </a:ext>
              </a:extLst>
            </p:cNvPr>
            <p:cNvSpPr txBox="1"/>
            <p:nvPr/>
          </p:nvSpPr>
          <p:spPr>
            <a:xfrm>
              <a:off x="487151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4" name="TextBox 2313">
              <a:extLst>
                <a:ext uri="{FF2B5EF4-FFF2-40B4-BE49-F238E27FC236}">
                  <a16:creationId xmlns:a16="http://schemas.microsoft.com/office/drawing/2014/main" id="{D9C7C2D3-DA5E-439B-92CE-36FA8816B006}"/>
                </a:ext>
              </a:extLst>
            </p:cNvPr>
            <p:cNvSpPr txBox="1"/>
            <p:nvPr/>
          </p:nvSpPr>
          <p:spPr>
            <a:xfrm>
              <a:off x="501139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5" name="TextBox 2314">
              <a:extLst>
                <a:ext uri="{FF2B5EF4-FFF2-40B4-BE49-F238E27FC236}">
                  <a16:creationId xmlns:a16="http://schemas.microsoft.com/office/drawing/2014/main" id="{EAE5156D-614C-4B4B-8505-E8C985AE39E6}"/>
                </a:ext>
              </a:extLst>
            </p:cNvPr>
            <p:cNvSpPr txBox="1"/>
            <p:nvPr/>
          </p:nvSpPr>
          <p:spPr>
            <a:xfrm>
              <a:off x="515128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6" name="TextBox 2315">
              <a:extLst>
                <a:ext uri="{FF2B5EF4-FFF2-40B4-BE49-F238E27FC236}">
                  <a16:creationId xmlns:a16="http://schemas.microsoft.com/office/drawing/2014/main" id="{D667AD05-5763-4DDE-899D-74C8FB62AF19}"/>
                </a:ext>
              </a:extLst>
            </p:cNvPr>
            <p:cNvSpPr txBox="1"/>
            <p:nvPr/>
          </p:nvSpPr>
          <p:spPr>
            <a:xfrm>
              <a:off x="529116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7" name="TextBox 2316">
              <a:extLst>
                <a:ext uri="{FF2B5EF4-FFF2-40B4-BE49-F238E27FC236}">
                  <a16:creationId xmlns:a16="http://schemas.microsoft.com/office/drawing/2014/main" id="{577D66D3-57A8-4C1E-9185-11534422E79E}"/>
                </a:ext>
              </a:extLst>
            </p:cNvPr>
            <p:cNvSpPr txBox="1"/>
            <p:nvPr/>
          </p:nvSpPr>
          <p:spPr>
            <a:xfrm>
              <a:off x="5431052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18" name="TextBox 2317">
              <a:extLst>
                <a:ext uri="{FF2B5EF4-FFF2-40B4-BE49-F238E27FC236}">
                  <a16:creationId xmlns:a16="http://schemas.microsoft.com/office/drawing/2014/main" id="{C8F26657-EA4C-402B-82A8-7E8154AFDDBF}"/>
                </a:ext>
              </a:extLst>
            </p:cNvPr>
            <p:cNvSpPr txBox="1"/>
            <p:nvPr/>
          </p:nvSpPr>
          <p:spPr>
            <a:xfrm>
              <a:off x="5570937" y="565276"/>
              <a:ext cx="12967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2319" name="그룹 2318">
              <a:extLst>
                <a:ext uri="{FF2B5EF4-FFF2-40B4-BE49-F238E27FC236}">
                  <a16:creationId xmlns:a16="http://schemas.microsoft.com/office/drawing/2014/main" id="{84E27CC3-9E1B-4421-B9BD-0DEBB8C598B3}"/>
                </a:ext>
              </a:extLst>
            </p:cNvPr>
            <p:cNvGrpSpPr/>
            <p:nvPr/>
          </p:nvGrpSpPr>
          <p:grpSpPr>
            <a:xfrm>
              <a:off x="4731627" y="807313"/>
              <a:ext cx="968980" cy="103559"/>
              <a:chOff x="4731627" y="1030298"/>
              <a:chExt cx="968980" cy="103559"/>
            </a:xfrm>
          </p:grpSpPr>
          <p:sp>
            <p:nvSpPr>
              <p:cNvPr id="2320" name="타원 2319">
                <a:extLst>
                  <a:ext uri="{FF2B5EF4-FFF2-40B4-BE49-F238E27FC236}">
                    <a16:creationId xmlns:a16="http://schemas.microsoft.com/office/drawing/2014/main" id="{01055D41-5AEF-48C0-8D92-8CA5B478418F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" name="타원 2320">
                <a:extLst>
                  <a:ext uri="{FF2B5EF4-FFF2-40B4-BE49-F238E27FC236}">
                    <a16:creationId xmlns:a16="http://schemas.microsoft.com/office/drawing/2014/main" id="{7D73B6C8-6B08-4035-9348-0147F67FA47E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" name="타원 2321">
                <a:extLst>
                  <a:ext uri="{FF2B5EF4-FFF2-40B4-BE49-F238E27FC236}">
                    <a16:creationId xmlns:a16="http://schemas.microsoft.com/office/drawing/2014/main" id="{D65E2ADA-C654-4BF2-BDB0-99DFCB83499B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" name="타원 2322">
                <a:extLst>
                  <a:ext uri="{FF2B5EF4-FFF2-40B4-BE49-F238E27FC236}">
                    <a16:creationId xmlns:a16="http://schemas.microsoft.com/office/drawing/2014/main" id="{B2F285ED-5DC7-4798-B628-D0A04977F9E3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" name="타원 2323">
                <a:extLst>
                  <a:ext uri="{FF2B5EF4-FFF2-40B4-BE49-F238E27FC236}">
                    <a16:creationId xmlns:a16="http://schemas.microsoft.com/office/drawing/2014/main" id="{5F328D1F-6576-4BEB-A39A-F207730BEB4A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" name="타원 2324">
                <a:extLst>
                  <a:ext uri="{FF2B5EF4-FFF2-40B4-BE49-F238E27FC236}">
                    <a16:creationId xmlns:a16="http://schemas.microsoft.com/office/drawing/2014/main" id="{F203ADC7-5C5F-4202-B762-A683355B2808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" name="타원 2325">
                <a:extLst>
                  <a:ext uri="{FF2B5EF4-FFF2-40B4-BE49-F238E27FC236}">
                    <a16:creationId xmlns:a16="http://schemas.microsoft.com/office/drawing/2014/main" id="{3D3FE03C-64A6-4EB6-A0F5-4B6996EA759B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27" name="그룹 2326">
              <a:extLst>
                <a:ext uri="{FF2B5EF4-FFF2-40B4-BE49-F238E27FC236}">
                  <a16:creationId xmlns:a16="http://schemas.microsoft.com/office/drawing/2014/main" id="{EC61867F-FB4C-40BD-80DE-8725817A28DD}"/>
                </a:ext>
              </a:extLst>
            </p:cNvPr>
            <p:cNvGrpSpPr/>
            <p:nvPr/>
          </p:nvGrpSpPr>
          <p:grpSpPr>
            <a:xfrm>
              <a:off x="4731627" y="1020692"/>
              <a:ext cx="968980" cy="103559"/>
              <a:chOff x="4731627" y="1030298"/>
              <a:chExt cx="968980" cy="103559"/>
            </a:xfrm>
          </p:grpSpPr>
          <p:sp>
            <p:nvSpPr>
              <p:cNvPr id="2328" name="타원 2327">
                <a:extLst>
                  <a:ext uri="{FF2B5EF4-FFF2-40B4-BE49-F238E27FC236}">
                    <a16:creationId xmlns:a16="http://schemas.microsoft.com/office/drawing/2014/main" id="{C18D2E55-CBFA-4E44-905F-960AE6868EC1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" name="타원 2328">
                <a:extLst>
                  <a:ext uri="{FF2B5EF4-FFF2-40B4-BE49-F238E27FC236}">
                    <a16:creationId xmlns:a16="http://schemas.microsoft.com/office/drawing/2014/main" id="{48D8AD27-AEBA-499E-A144-B191D8DCBB8D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" name="타원 2329">
                <a:extLst>
                  <a:ext uri="{FF2B5EF4-FFF2-40B4-BE49-F238E27FC236}">
                    <a16:creationId xmlns:a16="http://schemas.microsoft.com/office/drawing/2014/main" id="{514C6EC7-83FE-4855-9082-26D6A2608649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" name="타원 2330">
                <a:extLst>
                  <a:ext uri="{FF2B5EF4-FFF2-40B4-BE49-F238E27FC236}">
                    <a16:creationId xmlns:a16="http://schemas.microsoft.com/office/drawing/2014/main" id="{D983BC3A-A045-4D23-AD7D-8B610679776E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" name="타원 2331">
                <a:extLst>
                  <a:ext uri="{FF2B5EF4-FFF2-40B4-BE49-F238E27FC236}">
                    <a16:creationId xmlns:a16="http://schemas.microsoft.com/office/drawing/2014/main" id="{715BA32D-9E64-401D-8C35-633AC1A4F3CD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" name="타원 2332">
                <a:extLst>
                  <a:ext uri="{FF2B5EF4-FFF2-40B4-BE49-F238E27FC236}">
                    <a16:creationId xmlns:a16="http://schemas.microsoft.com/office/drawing/2014/main" id="{E44A097A-9A37-4431-9474-71BF14AC2AE9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" name="타원 2333">
                <a:extLst>
                  <a:ext uri="{FF2B5EF4-FFF2-40B4-BE49-F238E27FC236}">
                    <a16:creationId xmlns:a16="http://schemas.microsoft.com/office/drawing/2014/main" id="{48541796-4BC2-4778-8AA6-66548D3BF97A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335" name="직선 연결선 2334">
              <a:extLst>
                <a:ext uri="{FF2B5EF4-FFF2-40B4-BE49-F238E27FC236}">
                  <a16:creationId xmlns:a16="http://schemas.microsoft.com/office/drawing/2014/main" id="{A6EDDA1D-9102-4252-9C22-0D0856FBF152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6" name="직선 연결선 2335">
              <a:extLst>
                <a:ext uri="{FF2B5EF4-FFF2-40B4-BE49-F238E27FC236}">
                  <a16:creationId xmlns:a16="http://schemas.microsoft.com/office/drawing/2014/main" id="{B9BEF935-B05C-4AD7-837A-7F8232FF940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7" name="직선 연결선 2336">
              <a:extLst>
                <a:ext uri="{FF2B5EF4-FFF2-40B4-BE49-F238E27FC236}">
                  <a16:creationId xmlns:a16="http://schemas.microsoft.com/office/drawing/2014/main" id="{076F3947-EF7A-4467-A3F7-303CF000213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8" name="직선 연결선 2337">
              <a:extLst>
                <a:ext uri="{FF2B5EF4-FFF2-40B4-BE49-F238E27FC236}">
                  <a16:creationId xmlns:a16="http://schemas.microsoft.com/office/drawing/2014/main" id="{7BE692DC-FEFF-41F2-8ED0-E31998CA249D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9" name="그룹 2338">
              <a:extLst>
                <a:ext uri="{FF2B5EF4-FFF2-40B4-BE49-F238E27FC236}">
                  <a16:creationId xmlns:a16="http://schemas.microsoft.com/office/drawing/2014/main" id="{38000CD3-02F9-4DB1-A605-53789568FB99}"/>
                </a:ext>
              </a:extLst>
            </p:cNvPr>
            <p:cNvGrpSpPr/>
            <p:nvPr/>
          </p:nvGrpSpPr>
          <p:grpSpPr>
            <a:xfrm>
              <a:off x="4731627" y="1234071"/>
              <a:ext cx="968980" cy="103559"/>
              <a:chOff x="4731627" y="1030298"/>
              <a:chExt cx="968980" cy="103559"/>
            </a:xfrm>
          </p:grpSpPr>
          <p:sp>
            <p:nvSpPr>
              <p:cNvPr id="2340" name="타원 2339">
                <a:extLst>
                  <a:ext uri="{FF2B5EF4-FFF2-40B4-BE49-F238E27FC236}">
                    <a16:creationId xmlns:a16="http://schemas.microsoft.com/office/drawing/2014/main" id="{8B346549-482D-4E03-B466-2246C24C41A8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" name="타원 2340">
                <a:extLst>
                  <a:ext uri="{FF2B5EF4-FFF2-40B4-BE49-F238E27FC236}">
                    <a16:creationId xmlns:a16="http://schemas.microsoft.com/office/drawing/2014/main" id="{BAECB480-752F-4608-8127-27BC82E7DD6E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" name="타원 2341">
                <a:extLst>
                  <a:ext uri="{FF2B5EF4-FFF2-40B4-BE49-F238E27FC236}">
                    <a16:creationId xmlns:a16="http://schemas.microsoft.com/office/drawing/2014/main" id="{16D0DEE6-2BFE-42A8-BDFA-E148C2B3797B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" name="타원 2342">
                <a:extLst>
                  <a:ext uri="{FF2B5EF4-FFF2-40B4-BE49-F238E27FC236}">
                    <a16:creationId xmlns:a16="http://schemas.microsoft.com/office/drawing/2014/main" id="{A198C772-189C-49EA-90DA-6724C13D5DEF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" name="타원 2343">
                <a:extLst>
                  <a:ext uri="{FF2B5EF4-FFF2-40B4-BE49-F238E27FC236}">
                    <a16:creationId xmlns:a16="http://schemas.microsoft.com/office/drawing/2014/main" id="{959D081D-58AA-4A25-862B-77C37CAF441B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" name="타원 2344">
                <a:extLst>
                  <a:ext uri="{FF2B5EF4-FFF2-40B4-BE49-F238E27FC236}">
                    <a16:creationId xmlns:a16="http://schemas.microsoft.com/office/drawing/2014/main" id="{1A5CBDA0-4F32-40E5-AEA5-F35F9C4BBA0B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" name="타원 2345">
                <a:extLst>
                  <a:ext uri="{FF2B5EF4-FFF2-40B4-BE49-F238E27FC236}">
                    <a16:creationId xmlns:a16="http://schemas.microsoft.com/office/drawing/2014/main" id="{0B3F3F83-EC49-4873-9464-3EA4FA6F6B3D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47" name="그룹 2346">
              <a:extLst>
                <a:ext uri="{FF2B5EF4-FFF2-40B4-BE49-F238E27FC236}">
                  <a16:creationId xmlns:a16="http://schemas.microsoft.com/office/drawing/2014/main" id="{17494A15-A480-4F57-BE13-FF54047EE0A3}"/>
                </a:ext>
              </a:extLst>
            </p:cNvPr>
            <p:cNvGrpSpPr/>
            <p:nvPr/>
          </p:nvGrpSpPr>
          <p:grpSpPr>
            <a:xfrm>
              <a:off x="4731627" y="1447450"/>
              <a:ext cx="968980" cy="103559"/>
              <a:chOff x="4731627" y="1030298"/>
              <a:chExt cx="968980" cy="103559"/>
            </a:xfrm>
          </p:grpSpPr>
          <p:sp>
            <p:nvSpPr>
              <p:cNvPr id="2348" name="타원 2347">
                <a:extLst>
                  <a:ext uri="{FF2B5EF4-FFF2-40B4-BE49-F238E27FC236}">
                    <a16:creationId xmlns:a16="http://schemas.microsoft.com/office/drawing/2014/main" id="{63E5128B-8170-4A9C-B835-B892BF7BD283}"/>
                  </a:ext>
                </a:extLst>
              </p:cNvPr>
              <p:cNvSpPr/>
              <p:nvPr/>
            </p:nvSpPr>
            <p:spPr>
              <a:xfrm>
                <a:off x="4731627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" name="타원 2348">
                <a:extLst>
                  <a:ext uri="{FF2B5EF4-FFF2-40B4-BE49-F238E27FC236}">
                    <a16:creationId xmlns:a16="http://schemas.microsoft.com/office/drawing/2014/main" id="{C7C5F1CB-5E00-4EEB-9858-522D3E28FD62}"/>
                  </a:ext>
                </a:extLst>
              </p:cNvPr>
              <p:cNvSpPr/>
              <p:nvPr/>
            </p:nvSpPr>
            <p:spPr>
              <a:xfrm>
                <a:off x="4875864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" name="타원 2349">
                <a:extLst>
                  <a:ext uri="{FF2B5EF4-FFF2-40B4-BE49-F238E27FC236}">
                    <a16:creationId xmlns:a16="http://schemas.microsoft.com/office/drawing/2014/main" id="{16426B22-466B-4021-87D1-2974C7391643}"/>
                  </a:ext>
                </a:extLst>
              </p:cNvPr>
              <p:cNvSpPr/>
              <p:nvPr/>
            </p:nvSpPr>
            <p:spPr>
              <a:xfrm>
                <a:off x="5020101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" name="타원 2350">
                <a:extLst>
                  <a:ext uri="{FF2B5EF4-FFF2-40B4-BE49-F238E27FC236}">
                    <a16:creationId xmlns:a16="http://schemas.microsoft.com/office/drawing/2014/main" id="{8ABCEA9A-2415-466D-9F1D-629A9BED68FE}"/>
                  </a:ext>
                </a:extLst>
              </p:cNvPr>
              <p:cNvSpPr/>
              <p:nvPr/>
            </p:nvSpPr>
            <p:spPr>
              <a:xfrm>
                <a:off x="516433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" name="타원 2351">
                <a:extLst>
                  <a:ext uri="{FF2B5EF4-FFF2-40B4-BE49-F238E27FC236}">
                    <a16:creationId xmlns:a16="http://schemas.microsoft.com/office/drawing/2014/main" id="{0D8381A4-92F8-410B-97BE-9E51EFE497FC}"/>
                  </a:ext>
                </a:extLst>
              </p:cNvPr>
              <p:cNvSpPr/>
              <p:nvPr/>
            </p:nvSpPr>
            <p:spPr>
              <a:xfrm>
                <a:off x="5308575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" name="타원 2352">
                <a:extLst>
                  <a:ext uri="{FF2B5EF4-FFF2-40B4-BE49-F238E27FC236}">
                    <a16:creationId xmlns:a16="http://schemas.microsoft.com/office/drawing/2014/main" id="{3CA5E661-262D-40BE-9FB9-9001FFBC5791}"/>
                  </a:ext>
                </a:extLst>
              </p:cNvPr>
              <p:cNvSpPr/>
              <p:nvPr/>
            </p:nvSpPr>
            <p:spPr>
              <a:xfrm>
                <a:off x="5452812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" name="타원 2353">
                <a:extLst>
                  <a:ext uri="{FF2B5EF4-FFF2-40B4-BE49-F238E27FC236}">
                    <a16:creationId xmlns:a16="http://schemas.microsoft.com/office/drawing/2014/main" id="{D0ABA70B-FDD9-4B22-AEBB-55F1002EEC12}"/>
                  </a:ext>
                </a:extLst>
              </p:cNvPr>
              <p:cNvSpPr/>
              <p:nvPr/>
            </p:nvSpPr>
            <p:spPr>
              <a:xfrm>
                <a:off x="5597048" y="1030298"/>
                <a:ext cx="103559" cy="103559"/>
              </a:xfrm>
              <a:prstGeom prst="ellips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2" name="TextBox 185">
            <a:hlinkClick r:id="rId2"/>
            <a:extLst>
              <a:ext uri="{FF2B5EF4-FFF2-40B4-BE49-F238E27FC236}">
                <a16:creationId xmlns:a16="http://schemas.microsoft.com/office/drawing/2014/main" id="{9E29BE80-62D6-49A7-B0C9-2A3B755ECED1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" name="TextBox 186">
            <a:hlinkClick r:id="rId3"/>
            <a:extLst>
              <a:ext uri="{FF2B5EF4-FFF2-40B4-BE49-F238E27FC236}">
                <a16:creationId xmlns:a16="http://schemas.microsoft.com/office/drawing/2014/main" id="{3C6927A4-1764-4DC8-9DB0-541A6EB60863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184">
            <a:hlinkClick r:id="rId4"/>
            <a:extLst>
              <a:ext uri="{FF2B5EF4-FFF2-40B4-BE49-F238E27FC236}">
                <a16:creationId xmlns:a16="http://schemas.microsoft.com/office/drawing/2014/main" id="{695E0AAA-1AB9-4E97-91EA-300AFF5C799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18</Words>
  <Application>Microsoft Office PowerPoint</Application>
  <PresentationFormat>사용자 지정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70</cp:revision>
  <dcterms:created xsi:type="dcterms:W3CDTF">2021-10-29T04:43:38Z</dcterms:created>
  <dcterms:modified xsi:type="dcterms:W3CDTF">2021-12-19T08:46:31Z</dcterms:modified>
</cp:coreProperties>
</file>
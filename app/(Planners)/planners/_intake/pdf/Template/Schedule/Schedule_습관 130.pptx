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79" name="그룹 23878">
            <a:extLst>
              <a:ext uri="{FF2B5EF4-FFF2-40B4-BE49-F238E27FC236}">
                <a16:creationId xmlns:a16="http://schemas.microsoft.com/office/drawing/2014/main" id="{56B766FE-B899-4F9A-8400-2F8219353306}"/>
              </a:ext>
            </a:extLst>
          </p:cNvPr>
          <p:cNvGrpSpPr/>
          <p:nvPr/>
        </p:nvGrpSpPr>
        <p:grpSpPr>
          <a:xfrm>
            <a:off x="302419" y="462531"/>
            <a:ext cx="5472112" cy="7026977"/>
            <a:chOff x="230188" y="462531"/>
            <a:chExt cx="5472112" cy="7026977"/>
          </a:xfrm>
        </p:grpSpPr>
        <p:sp>
          <p:nvSpPr>
            <p:cNvPr id="3773" name="타원 3772">
              <a:extLst>
                <a:ext uri="{FF2B5EF4-FFF2-40B4-BE49-F238E27FC236}">
                  <a16:creationId xmlns:a16="http://schemas.microsoft.com/office/drawing/2014/main" id="{508A7563-EE12-499F-9A97-880B2DC06B4D}"/>
                </a:ext>
              </a:extLst>
            </p:cNvPr>
            <p:cNvSpPr/>
            <p:nvPr/>
          </p:nvSpPr>
          <p:spPr>
            <a:xfrm>
              <a:off x="230188" y="168650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74" name="타원 3773">
              <a:extLst>
                <a:ext uri="{FF2B5EF4-FFF2-40B4-BE49-F238E27FC236}">
                  <a16:creationId xmlns:a16="http://schemas.microsoft.com/office/drawing/2014/main" id="{5689B576-5F83-4FC1-9C38-EE64D16C2945}"/>
                </a:ext>
              </a:extLst>
            </p:cNvPr>
            <p:cNvSpPr/>
            <p:nvPr/>
          </p:nvSpPr>
          <p:spPr>
            <a:xfrm>
              <a:off x="798200" y="168650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75" name="타원 3774">
              <a:extLst>
                <a:ext uri="{FF2B5EF4-FFF2-40B4-BE49-F238E27FC236}">
                  <a16:creationId xmlns:a16="http://schemas.microsoft.com/office/drawing/2014/main" id="{9360A003-6B8F-4522-941D-3FDB1865ABA1}"/>
                </a:ext>
              </a:extLst>
            </p:cNvPr>
            <p:cNvSpPr/>
            <p:nvPr/>
          </p:nvSpPr>
          <p:spPr>
            <a:xfrm>
              <a:off x="1366212" y="168650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76" name="타원 3775">
              <a:extLst>
                <a:ext uri="{FF2B5EF4-FFF2-40B4-BE49-F238E27FC236}">
                  <a16:creationId xmlns:a16="http://schemas.microsoft.com/office/drawing/2014/main" id="{F10280F3-6CC1-495F-B423-3896D211E1AE}"/>
                </a:ext>
              </a:extLst>
            </p:cNvPr>
            <p:cNvSpPr/>
            <p:nvPr/>
          </p:nvSpPr>
          <p:spPr>
            <a:xfrm>
              <a:off x="1934224" y="168650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77" name="타원 3776">
              <a:extLst>
                <a:ext uri="{FF2B5EF4-FFF2-40B4-BE49-F238E27FC236}">
                  <a16:creationId xmlns:a16="http://schemas.microsoft.com/office/drawing/2014/main" id="{22EAC4A7-B9C3-4EDD-ACD7-E84D61A8B4C5}"/>
                </a:ext>
              </a:extLst>
            </p:cNvPr>
            <p:cNvSpPr/>
            <p:nvPr/>
          </p:nvSpPr>
          <p:spPr>
            <a:xfrm>
              <a:off x="2502236" y="168650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78" name="타원 3777">
              <a:extLst>
                <a:ext uri="{FF2B5EF4-FFF2-40B4-BE49-F238E27FC236}">
                  <a16:creationId xmlns:a16="http://schemas.microsoft.com/office/drawing/2014/main" id="{28BBD050-8A12-4122-A54F-0B457FAFE467}"/>
                </a:ext>
              </a:extLst>
            </p:cNvPr>
            <p:cNvSpPr/>
            <p:nvPr/>
          </p:nvSpPr>
          <p:spPr>
            <a:xfrm>
              <a:off x="3070248" y="168650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79" name="타원 3778">
              <a:extLst>
                <a:ext uri="{FF2B5EF4-FFF2-40B4-BE49-F238E27FC236}">
                  <a16:creationId xmlns:a16="http://schemas.microsoft.com/office/drawing/2014/main" id="{849269FA-8EA7-4E50-841A-39432A74A388}"/>
                </a:ext>
              </a:extLst>
            </p:cNvPr>
            <p:cNvSpPr/>
            <p:nvPr/>
          </p:nvSpPr>
          <p:spPr>
            <a:xfrm>
              <a:off x="3638260" y="168650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80" name="타원 3779">
              <a:extLst>
                <a:ext uri="{FF2B5EF4-FFF2-40B4-BE49-F238E27FC236}">
                  <a16:creationId xmlns:a16="http://schemas.microsoft.com/office/drawing/2014/main" id="{F62848DB-22B4-4C7D-88C0-9FD13A3BF970}"/>
                </a:ext>
              </a:extLst>
            </p:cNvPr>
            <p:cNvSpPr/>
            <p:nvPr/>
          </p:nvSpPr>
          <p:spPr>
            <a:xfrm>
              <a:off x="4206272" y="168650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81" name="타원 3780">
              <a:extLst>
                <a:ext uri="{FF2B5EF4-FFF2-40B4-BE49-F238E27FC236}">
                  <a16:creationId xmlns:a16="http://schemas.microsoft.com/office/drawing/2014/main" id="{41725BE6-E1C1-41BC-BDED-DC3D202EFBE2}"/>
                </a:ext>
              </a:extLst>
            </p:cNvPr>
            <p:cNvSpPr/>
            <p:nvPr/>
          </p:nvSpPr>
          <p:spPr>
            <a:xfrm>
              <a:off x="4774284" y="168650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82" name="타원 3781">
              <a:extLst>
                <a:ext uri="{FF2B5EF4-FFF2-40B4-BE49-F238E27FC236}">
                  <a16:creationId xmlns:a16="http://schemas.microsoft.com/office/drawing/2014/main" id="{B6277BAB-1C4E-4C69-BF1C-CDB331E00005}"/>
                </a:ext>
              </a:extLst>
            </p:cNvPr>
            <p:cNvSpPr/>
            <p:nvPr/>
          </p:nvSpPr>
          <p:spPr>
            <a:xfrm>
              <a:off x="5342300" y="168650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83" name="타원 3782">
              <a:extLst>
                <a:ext uri="{FF2B5EF4-FFF2-40B4-BE49-F238E27FC236}">
                  <a16:creationId xmlns:a16="http://schemas.microsoft.com/office/drawing/2014/main" id="{08792C0A-B79D-40FF-977E-599833199F92}"/>
                </a:ext>
              </a:extLst>
            </p:cNvPr>
            <p:cNvSpPr/>
            <p:nvPr/>
          </p:nvSpPr>
          <p:spPr>
            <a:xfrm>
              <a:off x="230188" y="213400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84" name="타원 3783">
              <a:extLst>
                <a:ext uri="{FF2B5EF4-FFF2-40B4-BE49-F238E27FC236}">
                  <a16:creationId xmlns:a16="http://schemas.microsoft.com/office/drawing/2014/main" id="{83FB1E90-9556-4008-9A35-35213D53587F}"/>
                </a:ext>
              </a:extLst>
            </p:cNvPr>
            <p:cNvSpPr/>
            <p:nvPr/>
          </p:nvSpPr>
          <p:spPr>
            <a:xfrm>
              <a:off x="798200" y="213400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85" name="타원 3784">
              <a:extLst>
                <a:ext uri="{FF2B5EF4-FFF2-40B4-BE49-F238E27FC236}">
                  <a16:creationId xmlns:a16="http://schemas.microsoft.com/office/drawing/2014/main" id="{9EA42C41-A1B1-464A-B095-EB5B823C35D1}"/>
                </a:ext>
              </a:extLst>
            </p:cNvPr>
            <p:cNvSpPr/>
            <p:nvPr/>
          </p:nvSpPr>
          <p:spPr>
            <a:xfrm>
              <a:off x="1366212" y="213400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13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86" name="타원 3785">
              <a:extLst>
                <a:ext uri="{FF2B5EF4-FFF2-40B4-BE49-F238E27FC236}">
                  <a16:creationId xmlns:a16="http://schemas.microsoft.com/office/drawing/2014/main" id="{DCC8DEA4-FFD5-479F-8F71-8FF92E436218}"/>
                </a:ext>
              </a:extLst>
            </p:cNvPr>
            <p:cNvSpPr/>
            <p:nvPr/>
          </p:nvSpPr>
          <p:spPr>
            <a:xfrm>
              <a:off x="1934224" y="213400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14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87" name="타원 3786">
              <a:extLst>
                <a:ext uri="{FF2B5EF4-FFF2-40B4-BE49-F238E27FC236}">
                  <a16:creationId xmlns:a16="http://schemas.microsoft.com/office/drawing/2014/main" id="{70D45B56-5588-47FF-8B98-8E18F0D34CFD}"/>
                </a:ext>
              </a:extLst>
            </p:cNvPr>
            <p:cNvSpPr/>
            <p:nvPr/>
          </p:nvSpPr>
          <p:spPr>
            <a:xfrm>
              <a:off x="2502236" y="213400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15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88" name="타원 3787">
              <a:extLst>
                <a:ext uri="{FF2B5EF4-FFF2-40B4-BE49-F238E27FC236}">
                  <a16:creationId xmlns:a16="http://schemas.microsoft.com/office/drawing/2014/main" id="{E03A7E97-B3F4-4898-9DA0-5CA0B09EBD57}"/>
                </a:ext>
              </a:extLst>
            </p:cNvPr>
            <p:cNvSpPr/>
            <p:nvPr/>
          </p:nvSpPr>
          <p:spPr>
            <a:xfrm>
              <a:off x="3070248" y="213400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16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89" name="타원 3788">
              <a:extLst>
                <a:ext uri="{FF2B5EF4-FFF2-40B4-BE49-F238E27FC236}">
                  <a16:creationId xmlns:a16="http://schemas.microsoft.com/office/drawing/2014/main" id="{F66A97D1-A384-404C-9FF1-C8AF84FEE494}"/>
                </a:ext>
              </a:extLst>
            </p:cNvPr>
            <p:cNvSpPr/>
            <p:nvPr/>
          </p:nvSpPr>
          <p:spPr>
            <a:xfrm>
              <a:off x="3638260" y="213400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17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90" name="타원 3789">
              <a:extLst>
                <a:ext uri="{FF2B5EF4-FFF2-40B4-BE49-F238E27FC236}">
                  <a16:creationId xmlns:a16="http://schemas.microsoft.com/office/drawing/2014/main" id="{A38C4EB6-4C53-4F5B-98FB-1297CF64AC9A}"/>
                </a:ext>
              </a:extLst>
            </p:cNvPr>
            <p:cNvSpPr/>
            <p:nvPr/>
          </p:nvSpPr>
          <p:spPr>
            <a:xfrm>
              <a:off x="4206272" y="213400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91" name="타원 3790">
              <a:extLst>
                <a:ext uri="{FF2B5EF4-FFF2-40B4-BE49-F238E27FC236}">
                  <a16:creationId xmlns:a16="http://schemas.microsoft.com/office/drawing/2014/main" id="{B627A8F4-174B-4F62-A5A3-FEC6EDD16F93}"/>
                </a:ext>
              </a:extLst>
            </p:cNvPr>
            <p:cNvSpPr/>
            <p:nvPr/>
          </p:nvSpPr>
          <p:spPr>
            <a:xfrm>
              <a:off x="4774284" y="213400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92" name="타원 3791">
              <a:extLst>
                <a:ext uri="{FF2B5EF4-FFF2-40B4-BE49-F238E27FC236}">
                  <a16:creationId xmlns:a16="http://schemas.microsoft.com/office/drawing/2014/main" id="{84430DAB-BCE3-4CFA-8E37-E04F36545F82}"/>
                </a:ext>
              </a:extLst>
            </p:cNvPr>
            <p:cNvSpPr/>
            <p:nvPr/>
          </p:nvSpPr>
          <p:spPr>
            <a:xfrm>
              <a:off x="5342300" y="213400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93" name="타원 3792">
              <a:extLst>
                <a:ext uri="{FF2B5EF4-FFF2-40B4-BE49-F238E27FC236}">
                  <a16:creationId xmlns:a16="http://schemas.microsoft.com/office/drawing/2014/main" id="{AABF1356-95E7-47D5-806E-1A355A91CF03}"/>
                </a:ext>
              </a:extLst>
            </p:cNvPr>
            <p:cNvSpPr/>
            <p:nvPr/>
          </p:nvSpPr>
          <p:spPr>
            <a:xfrm>
              <a:off x="230188" y="258151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21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94" name="타원 3793">
              <a:extLst>
                <a:ext uri="{FF2B5EF4-FFF2-40B4-BE49-F238E27FC236}">
                  <a16:creationId xmlns:a16="http://schemas.microsoft.com/office/drawing/2014/main" id="{6A7C591A-1701-45AE-A4C5-83EBDBC4DADB}"/>
                </a:ext>
              </a:extLst>
            </p:cNvPr>
            <p:cNvSpPr/>
            <p:nvPr/>
          </p:nvSpPr>
          <p:spPr>
            <a:xfrm>
              <a:off x="798200" y="258151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22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95" name="타원 3794">
              <a:extLst>
                <a:ext uri="{FF2B5EF4-FFF2-40B4-BE49-F238E27FC236}">
                  <a16:creationId xmlns:a16="http://schemas.microsoft.com/office/drawing/2014/main" id="{FFD715AD-39BD-4677-952B-1E90CA685FFC}"/>
                </a:ext>
              </a:extLst>
            </p:cNvPr>
            <p:cNvSpPr/>
            <p:nvPr/>
          </p:nvSpPr>
          <p:spPr>
            <a:xfrm>
              <a:off x="1366212" y="258151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23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96" name="타원 3795">
              <a:extLst>
                <a:ext uri="{FF2B5EF4-FFF2-40B4-BE49-F238E27FC236}">
                  <a16:creationId xmlns:a16="http://schemas.microsoft.com/office/drawing/2014/main" id="{7A12525E-7D25-402A-9113-1B8A4E697AD3}"/>
                </a:ext>
              </a:extLst>
            </p:cNvPr>
            <p:cNvSpPr/>
            <p:nvPr/>
          </p:nvSpPr>
          <p:spPr>
            <a:xfrm>
              <a:off x="1934224" y="258151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24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97" name="타원 3796">
              <a:extLst>
                <a:ext uri="{FF2B5EF4-FFF2-40B4-BE49-F238E27FC236}">
                  <a16:creationId xmlns:a16="http://schemas.microsoft.com/office/drawing/2014/main" id="{E0AC901A-8967-4F3B-944A-F0950377D62B}"/>
                </a:ext>
              </a:extLst>
            </p:cNvPr>
            <p:cNvSpPr/>
            <p:nvPr/>
          </p:nvSpPr>
          <p:spPr>
            <a:xfrm>
              <a:off x="2502236" y="258151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25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98" name="타원 3797">
              <a:extLst>
                <a:ext uri="{FF2B5EF4-FFF2-40B4-BE49-F238E27FC236}">
                  <a16:creationId xmlns:a16="http://schemas.microsoft.com/office/drawing/2014/main" id="{8F64EF74-FF72-4CBE-85DC-9FD2C636CDA4}"/>
                </a:ext>
              </a:extLst>
            </p:cNvPr>
            <p:cNvSpPr/>
            <p:nvPr/>
          </p:nvSpPr>
          <p:spPr>
            <a:xfrm>
              <a:off x="3070248" y="258151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26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99" name="타원 3798">
              <a:extLst>
                <a:ext uri="{FF2B5EF4-FFF2-40B4-BE49-F238E27FC236}">
                  <a16:creationId xmlns:a16="http://schemas.microsoft.com/office/drawing/2014/main" id="{2FE55B4D-DFB6-48C8-B30B-5DE21836A257}"/>
                </a:ext>
              </a:extLst>
            </p:cNvPr>
            <p:cNvSpPr/>
            <p:nvPr/>
          </p:nvSpPr>
          <p:spPr>
            <a:xfrm>
              <a:off x="3638260" y="258151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27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00" name="타원 3799">
              <a:extLst>
                <a:ext uri="{FF2B5EF4-FFF2-40B4-BE49-F238E27FC236}">
                  <a16:creationId xmlns:a16="http://schemas.microsoft.com/office/drawing/2014/main" id="{D4C2DB36-C2E5-4ED3-A262-093A8B94A6FB}"/>
                </a:ext>
              </a:extLst>
            </p:cNvPr>
            <p:cNvSpPr/>
            <p:nvPr/>
          </p:nvSpPr>
          <p:spPr>
            <a:xfrm>
              <a:off x="4206272" y="258151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28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01" name="타원 3800">
              <a:extLst>
                <a:ext uri="{FF2B5EF4-FFF2-40B4-BE49-F238E27FC236}">
                  <a16:creationId xmlns:a16="http://schemas.microsoft.com/office/drawing/2014/main" id="{93F8D907-754A-452D-A405-6EE763D9378F}"/>
                </a:ext>
              </a:extLst>
            </p:cNvPr>
            <p:cNvSpPr/>
            <p:nvPr/>
          </p:nvSpPr>
          <p:spPr>
            <a:xfrm>
              <a:off x="4774284" y="258151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29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02" name="타원 3801">
              <a:extLst>
                <a:ext uri="{FF2B5EF4-FFF2-40B4-BE49-F238E27FC236}">
                  <a16:creationId xmlns:a16="http://schemas.microsoft.com/office/drawing/2014/main" id="{FD16936C-7A87-43B7-A6B5-6F894A395B62}"/>
                </a:ext>
              </a:extLst>
            </p:cNvPr>
            <p:cNvSpPr/>
            <p:nvPr/>
          </p:nvSpPr>
          <p:spPr>
            <a:xfrm>
              <a:off x="5342300" y="258151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03" name="타원 3802">
              <a:extLst>
                <a:ext uri="{FF2B5EF4-FFF2-40B4-BE49-F238E27FC236}">
                  <a16:creationId xmlns:a16="http://schemas.microsoft.com/office/drawing/2014/main" id="{042B13B2-75C9-4AF2-8F30-B1CB0B0B078A}"/>
                </a:ext>
              </a:extLst>
            </p:cNvPr>
            <p:cNvSpPr/>
            <p:nvPr/>
          </p:nvSpPr>
          <p:spPr>
            <a:xfrm>
              <a:off x="230188" y="302901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04" name="타원 3803">
              <a:extLst>
                <a:ext uri="{FF2B5EF4-FFF2-40B4-BE49-F238E27FC236}">
                  <a16:creationId xmlns:a16="http://schemas.microsoft.com/office/drawing/2014/main" id="{51CEC6FB-5302-4D80-8C60-71EC0A8E5605}"/>
                </a:ext>
              </a:extLst>
            </p:cNvPr>
            <p:cNvSpPr/>
            <p:nvPr/>
          </p:nvSpPr>
          <p:spPr>
            <a:xfrm>
              <a:off x="798200" y="302901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32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05" name="타원 3804">
              <a:extLst>
                <a:ext uri="{FF2B5EF4-FFF2-40B4-BE49-F238E27FC236}">
                  <a16:creationId xmlns:a16="http://schemas.microsoft.com/office/drawing/2014/main" id="{2C9629EE-CE9F-454F-9270-0F5C9350542C}"/>
                </a:ext>
              </a:extLst>
            </p:cNvPr>
            <p:cNvSpPr/>
            <p:nvPr/>
          </p:nvSpPr>
          <p:spPr>
            <a:xfrm>
              <a:off x="1366212" y="302901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33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06" name="타원 3805">
              <a:extLst>
                <a:ext uri="{FF2B5EF4-FFF2-40B4-BE49-F238E27FC236}">
                  <a16:creationId xmlns:a16="http://schemas.microsoft.com/office/drawing/2014/main" id="{45E5838D-5459-4996-B50B-39C2A0B941BA}"/>
                </a:ext>
              </a:extLst>
            </p:cNvPr>
            <p:cNvSpPr/>
            <p:nvPr/>
          </p:nvSpPr>
          <p:spPr>
            <a:xfrm>
              <a:off x="1934224" y="302901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34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07" name="타원 3806">
              <a:extLst>
                <a:ext uri="{FF2B5EF4-FFF2-40B4-BE49-F238E27FC236}">
                  <a16:creationId xmlns:a16="http://schemas.microsoft.com/office/drawing/2014/main" id="{8744F6D5-70DB-412A-B1EE-67127256C25A}"/>
                </a:ext>
              </a:extLst>
            </p:cNvPr>
            <p:cNvSpPr/>
            <p:nvPr/>
          </p:nvSpPr>
          <p:spPr>
            <a:xfrm>
              <a:off x="2502236" y="302901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35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08" name="타원 3807">
              <a:extLst>
                <a:ext uri="{FF2B5EF4-FFF2-40B4-BE49-F238E27FC236}">
                  <a16:creationId xmlns:a16="http://schemas.microsoft.com/office/drawing/2014/main" id="{73C991DB-BA5C-4FF0-858E-5E6246FD3015}"/>
                </a:ext>
              </a:extLst>
            </p:cNvPr>
            <p:cNvSpPr/>
            <p:nvPr/>
          </p:nvSpPr>
          <p:spPr>
            <a:xfrm>
              <a:off x="3070248" y="302901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36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09" name="타원 3808">
              <a:extLst>
                <a:ext uri="{FF2B5EF4-FFF2-40B4-BE49-F238E27FC236}">
                  <a16:creationId xmlns:a16="http://schemas.microsoft.com/office/drawing/2014/main" id="{5F40291D-AF87-46BF-B2C7-B633E838E6C2}"/>
                </a:ext>
              </a:extLst>
            </p:cNvPr>
            <p:cNvSpPr/>
            <p:nvPr/>
          </p:nvSpPr>
          <p:spPr>
            <a:xfrm>
              <a:off x="3638260" y="302901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37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10" name="타원 3809">
              <a:extLst>
                <a:ext uri="{FF2B5EF4-FFF2-40B4-BE49-F238E27FC236}">
                  <a16:creationId xmlns:a16="http://schemas.microsoft.com/office/drawing/2014/main" id="{C96DAD97-6BC2-4E9C-966B-3B9B3E36FA29}"/>
                </a:ext>
              </a:extLst>
            </p:cNvPr>
            <p:cNvSpPr/>
            <p:nvPr/>
          </p:nvSpPr>
          <p:spPr>
            <a:xfrm>
              <a:off x="4206272" y="302901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38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11" name="타원 3810">
              <a:extLst>
                <a:ext uri="{FF2B5EF4-FFF2-40B4-BE49-F238E27FC236}">
                  <a16:creationId xmlns:a16="http://schemas.microsoft.com/office/drawing/2014/main" id="{9695F0FB-EECB-469B-8C57-3FAD583EF20C}"/>
                </a:ext>
              </a:extLst>
            </p:cNvPr>
            <p:cNvSpPr/>
            <p:nvPr/>
          </p:nvSpPr>
          <p:spPr>
            <a:xfrm>
              <a:off x="4774284" y="302901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39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12" name="타원 3811">
              <a:extLst>
                <a:ext uri="{FF2B5EF4-FFF2-40B4-BE49-F238E27FC236}">
                  <a16:creationId xmlns:a16="http://schemas.microsoft.com/office/drawing/2014/main" id="{ABF05D89-738B-4338-B9B9-F4DE1F840986}"/>
                </a:ext>
              </a:extLst>
            </p:cNvPr>
            <p:cNvSpPr/>
            <p:nvPr/>
          </p:nvSpPr>
          <p:spPr>
            <a:xfrm>
              <a:off x="5342300" y="302901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40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13" name="타원 3812">
              <a:extLst>
                <a:ext uri="{FF2B5EF4-FFF2-40B4-BE49-F238E27FC236}">
                  <a16:creationId xmlns:a16="http://schemas.microsoft.com/office/drawing/2014/main" id="{4868892C-10BA-4A4F-982D-B7BA1D38A8D9}"/>
                </a:ext>
              </a:extLst>
            </p:cNvPr>
            <p:cNvSpPr/>
            <p:nvPr/>
          </p:nvSpPr>
          <p:spPr>
            <a:xfrm>
              <a:off x="230188" y="347651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41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14" name="타원 3813">
              <a:extLst>
                <a:ext uri="{FF2B5EF4-FFF2-40B4-BE49-F238E27FC236}">
                  <a16:creationId xmlns:a16="http://schemas.microsoft.com/office/drawing/2014/main" id="{68337368-944E-48DC-990A-3A475930297E}"/>
                </a:ext>
              </a:extLst>
            </p:cNvPr>
            <p:cNvSpPr/>
            <p:nvPr/>
          </p:nvSpPr>
          <p:spPr>
            <a:xfrm>
              <a:off x="798200" y="347651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42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15" name="타원 3814">
              <a:extLst>
                <a:ext uri="{FF2B5EF4-FFF2-40B4-BE49-F238E27FC236}">
                  <a16:creationId xmlns:a16="http://schemas.microsoft.com/office/drawing/2014/main" id="{10AF15CE-5FD5-4742-81F2-CF24FC574F9B}"/>
                </a:ext>
              </a:extLst>
            </p:cNvPr>
            <p:cNvSpPr/>
            <p:nvPr/>
          </p:nvSpPr>
          <p:spPr>
            <a:xfrm>
              <a:off x="1366212" y="347651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43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16" name="타원 3815">
              <a:extLst>
                <a:ext uri="{FF2B5EF4-FFF2-40B4-BE49-F238E27FC236}">
                  <a16:creationId xmlns:a16="http://schemas.microsoft.com/office/drawing/2014/main" id="{9F9AD573-DAE9-422F-83C2-85DAA1C39E2E}"/>
                </a:ext>
              </a:extLst>
            </p:cNvPr>
            <p:cNvSpPr/>
            <p:nvPr/>
          </p:nvSpPr>
          <p:spPr>
            <a:xfrm>
              <a:off x="1934224" y="347651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44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17" name="타원 3816">
              <a:extLst>
                <a:ext uri="{FF2B5EF4-FFF2-40B4-BE49-F238E27FC236}">
                  <a16:creationId xmlns:a16="http://schemas.microsoft.com/office/drawing/2014/main" id="{3676D7C3-9997-44B8-867B-027127774A57}"/>
                </a:ext>
              </a:extLst>
            </p:cNvPr>
            <p:cNvSpPr/>
            <p:nvPr/>
          </p:nvSpPr>
          <p:spPr>
            <a:xfrm>
              <a:off x="2502236" y="347651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45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18" name="타원 3817">
              <a:extLst>
                <a:ext uri="{FF2B5EF4-FFF2-40B4-BE49-F238E27FC236}">
                  <a16:creationId xmlns:a16="http://schemas.microsoft.com/office/drawing/2014/main" id="{ACA3A6D3-43C5-4070-B552-B65568F8D514}"/>
                </a:ext>
              </a:extLst>
            </p:cNvPr>
            <p:cNvSpPr/>
            <p:nvPr/>
          </p:nvSpPr>
          <p:spPr>
            <a:xfrm>
              <a:off x="3070248" y="347651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46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19" name="타원 3818">
              <a:extLst>
                <a:ext uri="{FF2B5EF4-FFF2-40B4-BE49-F238E27FC236}">
                  <a16:creationId xmlns:a16="http://schemas.microsoft.com/office/drawing/2014/main" id="{EC500A75-9567-4AA3-B560-F56245B65126}"/>
                </a:ext>
              </a:extLst>
            </p:cNvPr>
            <p:cNvSpPr/>
            <p:nvPr/>
          </p:nvSpPr>
          <p:spPr>
            <a:xfrm>
              <a:off x="3638260" y="347651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47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20" name="타원 3819">
              <a:extLst>
                <a:ext uri="{FF2B5EF4-FFF2-40B4-BE49-F238E27FC236}">
                  <a16:creationId xmlns:a16="http://schemas.microsoft.com/office/drawing/2014/main" id="{4D1A388A-0B23-4874-87CB-8473982188D2}"/>
                </a:ext>
              </a:extLst>
            </p:cNvPr>
            <p:cNvSpPr/>
            <p:nvPr/>
          </p:nvSpPr>
          <p:spPr>
            <a:xfrm>
              <a:off x="4206272" y="347651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48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21" name="타원 3820">
              <a:extLst>
                <a:ext uri="{FF2B5EF4-FFF2-40B4-BE49-F238E27FC236}">
                  <a16:creationId xmlns:a16="http://schemas.microsoft.com/office/drawing/2014/main" id="{2937D2AD-8839-48F0-AF65-4B5D527A9CC2}"/>
                </a:ext>
              </a:extLst>
            </p:cNvPr>
            <p:cNvSpPr/>
            <p:nvPr/>
          </p:nvSpPr>
          <p:spPr>
            <a:xfrm>
              <a:off x="4774284" y="347651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49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22" name="타원 3821">
              <a:extLst>
                <a:ext uri="{FF2B5EF4-FFF2-40B4-BE49-F238E27FC236}">
                  <a16:creationId xmlns:a16="http://schemas.microsoft.com/office/drawing/2014/main" id="{344FBC6F-5F47-4F80-93A1-A62B3DDE5758}"/>
                </a:ext>
              </a:extLst>
            </p:cNvPr>
            <p:cNvSpPr/>
            <p:nvPr/>
          </p:nvSpPr>
          <p:spPr>
            <a:xfrm>
              <a:off x="5342300" y="347651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50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23" name="타원 3822">
              <a:extLst>
                <a:ext uri="{FF2B5EF4-FFF2-40B4-BE49-F238E27FC236}">
                  <a16:creationId xmlns:a16="http://schemas.microsoft.com/office/drawing/2014/main" id="{2B305BDF-ABC7-4C09-85AE-30157FC442EF}"/>
                </a:ext>
              </a:extLst>
            </p:cNvPr>
            <p:cNvSpPr/>
            <p:nvPr/>
          </p:nvSpPr>
          <p:spPr>
            <a:xfrm>
              <a:off x="230188" y="392401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51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24" name="타원 3823">
              <a:extLst>
                <a:ext uri="{FF2B5EF4-FFF2-40B4-BE49-F238E27FC236}">
                  <a16:creationId xmlns:a16="http://schemas.microsoft.com/office/drawing/2014/main" id="{59BEFA87-6902-4E07-98C2-B869E311A839}"/>
                </a:ext>
              </a:extLst>
            </p:cNvPr>
            <p:cNvSpPr/>
            <p:nvPr/>
          </p:nvSpPr>
          <p:spPr>
            <a:xfrm>
              <a:off x="798200" y="392401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52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25" name="타원 3824">
              <a:extLst>
                <a:ext uri="{FF2B5EF4-FFF2-40B4-BE49-F238E27FC236}">
                  <a16:creationId xmlns:a16="http://schemas.microsoft.com/office/drawing/2014/main" id="{303F0D9E-065D-47A5-A00B-C51C02145FDB}"/>
                </a:ext>
              </a:extLst>
            </p:cNvPr>
            <p:cNvSpPr/>
            <p:nvPr/>
          </p:nvSpPr>
          <p:spPr>
            <a:xfrm>
              <a:off x="1366212" y="392401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53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26" name="타원 3825">
              <a:extLst>
                <a:ext uri="{FF2B5EF4-FFF2-40B4-BE49-F238E27FC236}">
                  <a16:creationId xmlns:a16="http://schemas.microsoft.com/office/drawing/2014/main" id="{84E66C72-4E55-4509-985E-BC949D9B2DA8}"/>
                </a:ext>
              </a:extLst>
            </p:cNvPr>
            <p:cNvSpPr/>
            <p:nvPr/>
          </p:nvSpPr>
          <p:spPr>
            <a:xfrm>
              <a:off x="1934224" y="392401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54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27" name="타원 3826">
              <a:extLst>
                <a:ext uri="{FF2B5EF4-FFF2-40B4-BE49-F238E27FC236}">
                  <a16:creationId xmlns:a16="http://schemas.microsoft.com/office/drawing/2014/main" id="{1ECBB28C-A762-42F3-9E5A-6EFEA7969DF6}"/>
                </a:ext>
              </a:extLst>
            </p:cNvPr>
            <p:cNvSpPr/>
            <p:nvPr/>
          </p:nvSpPr>
          <p:spPr>
            <a:xfrm>
              <a:off x="2502236" y="392401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55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28" name="타원 3827">
              <a:extLst>
                <a:ext uri="{FF2B5EF4-FFF2-40B4-BE49-F238E27FC236}">
                  <a16:creationId xmlns:a16="http://schemas.microsoft.com/office/drawing/2014/main" id="{4DD7DB45-4719-481A-8759-E2DB63F71020}"/>
                </a:ext>
              </a:extLst>
            </p:cNvPr>
            <p:cNvSpPr/>
            <p:nvPr/>
          </p:nvSpPr>
          <p:spPr>
            <a:xfrm>
              <a:off x="3070248" y="392401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56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29" name="타원 3828">
              <a:extLst>
                <a:ext uri="{FF2B5EF4-FFF2-40B4-BE49-F238E27FC236}">
                  <a16:creationId xmlns:a16="http://schemas.microsoft.com/office/drawing/2014/main" id="{0D421DB2-0B4F-4EBA-8A71-B08C0FA64DC2}"/>
                </a:ext>
              </a:extLst>
            </p:cNvPr>
            <p:cNvSpPr/>
            <p:nvPr/>
          </p:nvSpPr>
          <p:spPr>
            <a:xfrm>
              <a:off x="3638260" y="392401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57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30" name="타원 3829">
              <a:extLst>
                <a:ext uri="{FF2B5EF4-FFF2-40B4-BE49-F238E27FC236}">
                  <a16:creationId xmlns:a16="http://schemas.microsoft.com/office/drawing/2014/main" id="{AD47F7D7-10A0-4B63-ACE8-99DBE279239A}"/>
                </a:ext>
              </a:extLst>
            </p:cNvPr>
            <p:cNvSpPr/>
            <p:nvPr/>
          </p:nvSpPr>
          <p:spPr>
            <a:xfrm>
              <a:off x="4206272" y="392401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58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31" name="타원 3830">
              <a:extLst>
                <a:ext uri="{FF2B5EF4-FFF2-40B4-BE49-F238E27FC236}">
                  <a16:creationId xmlns:a16="http://schemas.microsoft.com/office/drawing/2014/main" id="{6EB33465-BF7C-45C1-948D-59620802C19C}"/>
                </a:ext>
              </a:extLst>
            </p:cNvPr>
            <p:cNvSpPr/>
            <p:nvPr/>
          </p:nvSpPr>
          <p:spPr>
            <a:xfrm>
              <a:off x="4774284" y="392401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59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32" name="타원 3831">
              <a:extLst>
                <a:ext uri="{FF2B5EF4-FFF2-40B4-BE49-F238E27FC236}">
                  <a16:creationId xmlns:a16="http://schemas.microsoft.com/office/drawing/2014/main" id="{1C637782-7D97-4732-A5B6-4332A40A2F7C}"/>
                </a:ext>
              </a:extLst>
            </p:cNvPr>
            <p:cNvSpPr/>
            <p:nvPr/>
          </p:nvSpPr>
          <p:spPr>
            <a:xfrm>
              <a:off x="5342300" y="392401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60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33" name="타원 3832">
              <a:extLst>
                <a:ext uri="{FF2B5EF4-FFF2-40B4-BE49-F238E27FC236}">
                  <a16:creationId xmlns:a16="http://schemas.microsoft.com/office/drawing/2014/main" id="{CDE13696-16BC-4BAC-B382-E94986BC6AAB}"/>
                </a:ext>
              </a:extLst>
            </p:cNvPr>
            <p:cNvSpPr/>
            <p:nvPr/>
          </p:nvSpPr>
          <p:spPr>
            <a:xfrm>
              <a:off x="230188" y="437151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61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34" name="타원 3833">
              <a:extLst>
                <a:ext uri="{FF2B5EF4-FFF2-40B4-BE49-F238E27FC236}">
                  <a16:creationId xmlns:a16="http://schemas.microsoft.com/office/drawing/2014/main" id="{AC41A3F1-96E0-4370-B708-9AE3CE979563}"/>
                </a:ext>
              </a:extLst>
            </p:cNvPr>
            <p:cNvSpPr/>
            <p:nvPr/>
          </p:nvSpPr>
          <p:spPr>
            <a:xfrm>
              <a:off x="798200" y="437151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62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35" name="타원 3834">
              <a:extLst>
                <a:ext uri="{FF2B5EF4-FFF2-40B4-BE49-F238E27FC236}">
                  <a16:creationId xmlns:a16="http://schemas.microsoft.com/office/drawing/2014/main" id="{B7366826-6DEF-4316-BD2E-E5432FE2255E}"/>
                </a:ext>
              </a:extLst>
            </p:cNvPr>
            <p:cNvSpPr/>
            <p:nvPr/>
          </p:nvSpPr>
          <p:spPr>
            <a:xfrm>
              <a:off x="1366212" y="437151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63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36" name="타원 3835">
              <a:extLst>
                <a:ext uri="{FF2B5EF4-FFF2-40B4-BE49-F238E27FC236}">
                  <a16:creationId xmlns:a16="http://schemas.microsoft.com/office/drawing/2014/main" id="{F7DCB49F-92A7-4614-9C28-B0CCB269E126}"/>
                </a:ext>
              </a:extLst>
            </p:cNvPr>
            <p:cNvSpPr/>
            <p:nvPr/>
          </p:nvSpPr>
          <p:spPr>
            <a:xfrm>
              <a:off x="1934224" y="437151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64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37" name="타원 3836">
              <a:extLst>
                <a:ext uri="{FF2B5EF4-FFF2-40B4-BE49-F238E27FC236}">
                  <a16:creationId xmlns:a16="http://schemas.microsoft.com/office/drawing/2014/main" id="{9610768B-9855-4088-A368-B9F7A25D84E9}"/>
                </a:ext>
              </a:extLst>
            </p:cNvPr>
            <p:cNvSpPr/>
            <p:nvPr/>
          </p:nvSpPr>
          <p:spPr>
            <a:xfrm>
              <a:off x="2502236" y="437151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65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38" name="타원 3837">
              <a:extLst>
                <a:ext uri="{FF2B5EF4-FFF2-40B4-BE49-F238E27FC236}">
                  <a16:creationId xmlns:a16="http://schemas.microsoft.com/office/drawing/2014/main" id="{743DB28A-7E50-4CB1-B30F-25E299E29C46}"/>
                </a:ext>
              </a:extLst>
            </p:cNvPr>
            <p:cNvSpPr/>
            <p:nvPr/>
          </p:nvSpPr>
          <p:spPr>
            <a:xfrm>
              <a:off x="3070248" y="437151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66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39" name="타원 3838">
              <a:extLst>
                <a:ext uri="{FF2B5EF4-FFF2-40B4-BE49-F238E27FC236}">
                  <a16:creationId xmlns:a16="http://schemas.microsoft.com/office/drawing/2014/main" id="{ADD87974-64F5-46E2-9075-BF6F2D300B74}"/>
                </a:ext>
              </a:extLst>
            </p:cNvPr>
            <p:cNvSpPr/>
            <p:nvPr/>
          </p:nvSpPr>
          <p:spPr>
            <a:xfrm>
              <a:off x="3638260" y="437151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67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40" name="타원 3839">
              <a:extLst>
                <a:ext uri="{FF2B5EF4-FFF2-40B4-BE49-F238E27FC236}">
                  <a16:creationId xmlns:a16="http://schemas.microsoft.com/office/drawing/2014/main" id="{796B0E53-D14E-4977-9E32-16FD5BF1A7BB}"/>
                </a:ext>
              </a:extLst>
            </p:cNvPr>
            <p:cNvSpPr/>
            <p:nvPr/>
          </p:nvSpPr>
          <p:spPr>
            <a:xfrm>
              <a:off x="4206272" y="437151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68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41" name="타원 3840">
              <a:extLst>
                <a:ext uri="{FF2B5EF4-FFF2-40B4-BE49-F238E27FC236}">
                  <a16:creationId xmlns:a16="http://schemas.microsoft.com/office/drawing/2014/main" id="{D447C6A8-9FD6-4669-A8DF-5674B43633EE}"/>
                </a:ext>
              </a:extLst>
            </p:cNvPr>
            <p:cNvSpPr/>
            <p:nvPr/>
          </p:nvSpPr>
          <p:spPr>
            <a:xfrm>
              <a:off x="4774284" y="437151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69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42" name="타원 3841">
              <a:extLst>
                <a:ext uri="{FF2B5EF4-FFF2-40B4-BE49-F238E27FC236}">
                  <a16:creationId xmlns:a16="http://schemas.microsoft.com/office/drawing/2014/main" id="{B8E21AE3-8757-47F4-A554-2641099D9A26}"/>
                </a:ext>
              </a:extLst>
            </p:cNvPr>
            <p:cNvSpPr/>
            <p:nvPr/>
          </p:nvSpPr>
          <p:spPr>
            <a:xfrm>
              <a:off x="5342300" y="437151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70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43" name="타원 3842">
              <a:extLst>
                <a:ext uri="{FF2B5EF4-FFF2-40B4-BE49-F238E27FC236}">
                  <a16:creationId xmlns:a16="http://schemas.microsoft.com/office/drawing/2014/main" id="{B0FF464F-CDBE-42A2-9126-57C39A6F0C5B}"/>
                </a:ext>
              </a:extLst>
            </p:cNvPr>
            <p:cNvSpPr/>
            <p:nvPr/>
          </p:nvSpPr>
          <p:spPr>
            <a:xfrm>
              <a:off x="230188" y="481902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71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44" name="타원 3843">
              <a:extLst>
                <a:ext uri="{FF2B5EF4-FFF2-40B4-BE49-F238E27FC236}">
                  <a16:creationId xmlns:a16="http://schemas.microsoft.com/office/drawing/2014/main" id="{9BA1EC5A-3E36-47BB-B472-430DA95BC7F9}"/>
                </a:ext>
              </a:extLst>
            </p:cNvPr>
            <p:cNvSpPr/>
            <p:nvPr/>
          </p:nvSpPr>
          <p:spPr>
            <a:xfrm>
              <a:off x="798200" y="481902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72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45" name="타원 3844">
              <a:extLst>
                <a:ext uri="{FF2B5EF4-FFF2-40B4-BE49-F238E27FC236}">
                  <a16:creationId xmlns:a16="http://schemas.microsoft.com/office/drawing/2014/main" id="{F4CE76CC-D1DE-40FE-AC88-6ABA1278DF3C}"/>
                </a:ext>
              </a:extLst>
            </p:cNvPr>
            <p:cNvSpPr/>
            <p:nvPr/>
          </p:nvSpPr>
          <p:spPr>
            <a:xfrm>
              <a:off x="1366212" y="481902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73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46" name="타원 3845">
              <a:extLst>
                <a:ext uri="{FF2B5EF4-FFF2-40B4-BE49-F238E27FC236}">
                  <a16:creationId xmlns:a16="http://schemas.microsoft.com/office/drawing/2014/main" id="{3B6F4B05-0C16-46F0-934F-91A452F44A29}"/>
                </a:ext>
              </a:extLst>
            </p:cNvPr>
            <p:cNvSpPr/>
            <p:nvPr/>
          </p:nvSpPr>
          <p:spPr>
            <a:xfrm>
              <a:off x="1934224" y="481902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74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47" name="타원 3846">
              <a:extLst>
                <a:ext uri="{FF2B5EF4-FFF2-40B4-BE49-F238E27FC236}">
                  <a16:creationId xmlns:a16="http://schemas.microsoft.com/office/drawing/2014/main" id="{21BE01DB-4501-4486-BE90-CAAC766E7275}"/>
                </a:ext>
              </a:extLst>
            </p:cNvPr>
            <p:cNvSpPr/>
            <p:nvPr/>
          </p:nvSpPr>
          <p:spPr>
            <a:xfrm>
              <a:off x="2502236" y="481902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75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48" name="타원 3847">
              <a:extLst>
                <a:ext uri="{FF2B5EF4-FFF2-40B4-BE49-F238E27FC236}">
                  <a16:creationId xmlns:a16="http://schemas.microsoft.com/office/drawing/2014/main" id="{446FE528-98E6-4DBB-AEE0-D37F6935989A}"/>
                </a:ext>
              </a:extLst>
            </p:cNvPr>
            <p:cNvSpPr/>
            <p:nvPr/>
          </p:nvSpPr>
          <p:spPr>
            <a:xfrm>
              <a:off x="3070248" y="481902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76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49" name="타원 3848">
              <a:extLst>
                <a:ext uri="{FF2B5EF4-FFF2-40B4-BE49-F238E27FC236}">
                  <a16:creationId xmlns:a16="http://schemas.microsoft.com/office/drawing/2014/main" id="{FF39DC20-3AC4-47A2-9D45-9CDF693F2DC3}"/>
                </a:ext>
              </a:extLst>
            </p:cNvPr>
            <p:cNvSpPr/>
            <p:nvPr/>
          </p:nvSpPr>
          <p:spPr>
            <a:xfrm>
              <a:off x="3638260" y="481902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77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50" name="타원 3849">
              <a:extLst>
                <a:ext uri="{FF2B5EF4-FFF2-40B4-BE49-F238E27FC236}">
                  <a16:creationId xmlns:a16="http://schemas.microsoft.com/office/drawing/2014/main" id="{12C7951D-356C-4BE5-A072-30FB18BE8699}"/>
                </a:ext>
              </a:extLst>
            </p:cNvPr>
            <p:cNvSpPr/>
            <p:nvPr/>
          </p:nvSpPr>
          <p:spPr>
            <a:xfrm>
              <a:off x="4206272" y="481902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78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51" name="타원 3850">
              <a:extLst>
                <a:ext uri="{FF2B5EF4-FFF2-40B4-BE49-F238E27FC236}">
                  <a16:creationId xmlns:a16="http://schemas.microsoft.com/office/drawing/2014/main" id="{3EAFE24A-439C-442D-98B2-5DE28ECF1BBC}"/>
                </a:ext>
              </a:extLst>
            </p:cNvPr>
            <p:cNvSpPr/>
            <p:nvPr/>
          </p:nvSpPr>
          <p:spPr>
            <a:xfrm>
              <a:off x="4774284" y="481902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79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52" name="타원 3851">
              <a:extLst>
                <a:ext uri="{FF2B5EF4-FFF2-40B4-BE49-F238E27FC236}">
                  <a16:creationId xmlns:a16="http://schemas.microsoft.com/office/drawing/2014/main" id="{095F050D-7CCE-4F42-8D3D-3F0C2D3CA584}"/>
                </a:ext>
              </a:extLst>
            </p:cNvPr>
            <p:cNvSpPr/>
            <p:nvPr/>
          </p:nvSpPr>
          <p:spPr>
            <a:xfrm>
              <a:off x="5342300" y="4819021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80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53" name="타원 3852">
              <a:extLst>
                <a:ext uri="{FF2B5EF4-FFF2-40B4-BE49-F238E27FC236}">
                  <a16:creationId xmlns:a16="http://schemas.microsoft.com/office/drawing/2014/main" id="{AAA5EDC0-2CDF-4E20-ADD4-DA226B9C4828}"/>
                </a:ext>
              </a:extLst>
            </p:cNvPr>
            <p:cNvSpPr/>
            <p:nvPr/>
          </p:nvSpPr>
          <p:spPr>
            <a:xfrm>
              <a:off x="230188" y="526652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81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54" name="타원 3853">
              <a:extLst>
                <a:ext uri="{FF2B5EF4-FFF2-40B4-BE49-F238E27FC236}">
                  <a16:creationId xmlns:a16="http://schemas.microsoft.com/office/drawing/2014/main" id="{7E985F1C-FD2C-4B97-900E-BADEA54E4DCA}"/>
                </a:ext>
              </a:extLst>
            </p:cNvPr>
            <p:cNvSpPr/>
            <p:nvPr/>
          </p:nvSpPr>
          <p:spPr>
            <a:xfrm>
              <a:off x="798200" y="526652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82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55" name="타원 3854">
              <a:extLst>
                <a:ext uri="{FF2B5EF4-FFF2-40B4-BE49-F238E27FC236}">
                  <a16:creationId xmlns:a16="http://schemas.microsoft.com/office/drawing/2014/main" id="{3B235E74-8D82-427C-A603-D5C6CE263DD5}"/>
                </a:ext>
              </a:extLst>
            </p:cNvPr>
            <p:cNvSpPr/>
            <p:nvPr/>
          </p:nvSpPr>
          <p:spPr>
            <a:xfrm>
              <a:off x="1366212" y="526652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83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56" name="타원 3855">
              <a:extLst>
                <a:ext uri="{FF2B5EF4-FFF2-40B4-BE49-F238E27FC236}">
                  <a16:creationId xmlns:a16="http://schemas.microsoft.com/office/drawing/2014/main" id="{68B73F9C-4179-4724-A704-F881103A2539}"/>
                </a:ext>
              </a:extLst>
            </p:cNvPr>
            <p:cNvSpPr/>
            <p:nvPr/>
          </p:nvSpPr>
          <p:spPr>
            <a:xfrm>
              <a:off x="1934224" y="526652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84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57" name="타원 3856">
              <a:extLst>
                <a:ext uri="{FF2B5EF4-FFF2-40B4-BE49-F238E27FC236}">
                  <a16:creationId xmlns:a16="http://schemas.microsoft.com/office/drawing/2014/main" id="{31DD8B14-5EEA-4B71-8D6C-6AC1CA3816B7}"/>
                </a:ext>
              </a:extLst>
            </p:cNvPr>
            <p:cNvSpPr/>
            <p:nvPr/>
          </p:nvSpPr>
          <p:spPr>
            <a:xfrm>
              <a:off x="2502236" y="526652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85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58" name="타원 3857">
              <a:extLst>
                <a:ext uri="{FF2B5EF4-FFF2-40B4-BE49-F238E27FC236}">
                  <a16:creationId xmlns:a16="http://schemas.microsoft.com/office/drawing/2014/main" id="{226E8958-34AF-4662-9931-7C21059A158D}"/>
                </a:ext>
              </a:extLst>
            </p:cNvPr>
            <p:cNvSpPr/>
            <p:nvPr/>
          </p:nvSpPr>
          <p:spPr>
            <a:xfrm>
              <a:off x="3070248" y="526652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86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59" name="타원 3858">
              <a:extLst>
                <a:ext uri="{FF2B5EF4-FFF2-40B4-BE49-F238E27FC236}">
                  <a16:creationId xmlns:a16="http://schemas.microsoft.com/office/drawing/2014/main" id="{25798B52-F999-4E92-BA5C-17D0DF25547F}"/>
                </a:ext>
              </a:extLst>
            </p:cNvPr>
            <p:cNvSpPr/>
            <p:nvPr/>
          </p:nvSpPr>
          <p:spPr>
            <a:xfrm>
              <a:off x="3638260" y="526652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87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60" name="타원 3859">
              <a:extLst>
                <a:ext uri="{FF2B5EF4-FFF2-40B4-BE49-F238E27FC236}">
                  <a16:creationId xmlns:a16="http://schemas.microsoft.com/office/drawing/2014/main" id="{BB84A492-2397-407D-98F3-DC043D4C0E9F}"/>
                </a:ext>
              </a:extLst>
            </p:cNvPr>
            <p:cNvSpPr/>
            <p:nvPr/>
          </p:nvSpPr>
          <p:spPr>
            <a:xfrm>
              <a:off x="4206272" y="526652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88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61" name="타원 3860">
              <a:extLst>
                <a:ext uri="{FF2B5EF4-FFF2-40B4-BE49-F238E27FC236}">
                  <a16:creationId xmlns:a16="http://schemas.microsoft.com/office/drawing/2014/main" id="{DF198E82-E671-4E2C-918F-2BF67B58D2CE}"/>
                </a:ext>
              </a:extLst>
            </p:cNvPr>
            <p:cNvSpPr/>
            <p:nvPr/>
          </p:nvSpPr>
          <p:spPr>
            <a:xfrm>
              <a:off x="4774284" y="526652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89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62" name="타원 3861">
              <a:extLst>
                <a:ext uri="{FF2B5EF4-FFF2-40B4-BE49-F238E27FC236}">
                  <a16:creationId xmlns:a16="http://schemas.microsoft.com/office/drawing/2014/main" id="{EB296DBE-8C4A-4274-A248-D9036FBFBD62}"/>
                </a:ext>
              </a:extLst>
            </p:cNvPr>
            <p:cNvSpPr/>
            <p:nvPr/>
          </p:nvSpPr>
          <p:spPr>
            <a:xfrm>
              <a:off x="5342300" y="5266523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90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63" name="타원 3862">
              <a:extLst>
                <a:ext uri="{FF2B5EF4-FFF2-40B4-BE49-F238E27FC236}">
                  <a16:creationId xmlns:a16="http://schemas.microsoft.com/office/drawing/2014/main" id="{D9A610C4-A818-4ACA-ABD6-D8C09FB29516}"/>
                </a:ext>
              </a:extLst>
            </p:cNvPr>
            <p:cNvSpPr/>
            <p:nvPr/>
          </p:nvSpPr>
          <p:spPr>
            <a:xfrm>
              <a:off x="230188" y="571402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91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64" name="타원 3863">
              <a:extLst>
                <a:ext uri="{FF2B5EF4-FFF2-40B4-BE49-F238E27FC236}">
                  <a16:creationId xmlns:a16="http://schemas.microsoft.com/office/drawing/2014/main" id="{ABD279E1-CBC3-4B88-95C5-8902775EBA48}"/>
                </a:ext>
              </a:extLst>
            </p:cNvPr>
            <p:cNvSpPr/>
            <p:nvPr/>
          </p:nvSpPr>
          <p:spPr>
            <a:xfrm>
              <a:off x="798200" y="571402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92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65" name="타원 3864">
              <a:extLst>
                <a:ext uri="{FF2B5EF4-FFF2-40B4-BE49-F238E27FC236}">
                  <a16:creationId xmlns:a16="http://schemas.microsoft.com/office/drawing/2014/main" id="{ECD5D3A6-5A4B-4D08-9287-8B7CF94ADF1F}"/>
                </a:ext>
              </a:extLst>
            </p:cNvPr>
            <p:cNvSpPr/>
            <p:nvPr/>
          </p:nvSpPr>
          <p:spPr>
            <a:xfrm>
              <a:off x="1366212" y="571402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93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66" name="타원 3865">
              <a:extLst>
                <a:ext uri="{FF2B5EF4-FFF2-40B4-BE49-F238E27FC236}">
                  <a16:creationId xmlns:a16="http://schemas.microsoft.com/office/drawing/2014/main" id="{BBDBC303-FD7F-4793-A7D6-C77C29C3D8BC}"/>
                </a:ext>
              </a:extLst>
            </p:cNvPr>
            <p:cNvSpPr/>
            <p:nvPr/>
          </p:nvSpPr>
          <p:spPr>
            <a:xfrm>
              <a:off x="1934224" y="571402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94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67" name="타원 3866">
              <a:extLst>
                <a:ext uri="{FF2B5EF4-FFF2-40B4-BE49-F238E27FC236}">
                  <a16:creationId xmlns:a16="http://schemas.microsoft.com/office/drawing/2014/main" id="{F3D17FC9-9B3F-473D-A321-EB88A895C2E0}"/>
                </a:ext>
              </a:extLst>
            </p:cNvPr>
            <p:cNvSpPr/>
            <p:nvPr/>
          </p:nvSpPr>
          <p:spPr>
            <a:xfrm>
              <a:off x="2502236" y="571402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95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68" name="타원 3867">
              <a:extLst>
                <a:ext uri="{FF2B5EF4-FFF2-40B4-BE49-F238E27FC236}">
                  <a16:creationId xmlns:a16="http://schemas.microsoft.com/office/drawing/2014/main" id="{DEBBA14F-A84C-4000-95C8-75022B076A02}"/>
                </a:ext>
              </a:extLst>
            </p:cNvPr>
            <p:cNvSpPr/>
            <p:nvPr/>
          </p:nvSpPr>
          <p:spPr>
            <a:xfrm>
              <a:off x="3070248" y="571402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96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69" name="타원 3868">
              <a:extLst>
                <a:ext uri="{FF2B5EF4-FFF2-40B4-BE49-F238E27FC236}">
                  <a16:creationId xmlns:a16="http://schemas.microsoft.com/office/drawing/2014/main" id="{6125713F-7B96-4E7A-B84C-BF4C99705F20}"/>
                </a:ext>
              </a:extLst>
            </p:cNvPr>
            <p:cNvSpPr/>
            <p:nvPr/>
          </p:nvSpPr>
          <p:spPr>
            <a:xfrm>
              <a:off x="3638260" y="571402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97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70" name="타원 3869">
              <a:extLst>
                <a:ext uri="{FF2B5EF4-FFF2-40B4-BE49-F238E27FC236}">
                  <a16:creationId xmlns:a16="http://schemas.microsoft.com/office/drawing/2014/main" id="{F528BCC9-80C1-4873-94AE-1B33F39CF915}"/>
                </a:ext>
              </a:extLst>
            </p:cNvPr>
            <p:cNvSpPr/>
            <p:nvPr/>
          </p:nvSpPr>
          <p:spPr>
            <a:xfrm>
              <a:off x="4206272" y="571402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98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71" name="타원 3870">
              <a:extLst>
                <a:ext uri="{FF2B5EF4-FFF2-40B4-BE49-F238E27FC236}">
                  <a16:creationId xmlns:a16="http://schemas.microsoft.com/office/drawing/2014/main" id="{083F0E52-7C96-4731-ABAF-BB36F7B99444}"/>
                </a:ext>
              </a:extLst>
            </p:cNvPr>
            <p:cNvSpPr/>
            <p:nvPr/>
          </p:nvSpPr>
          <p:spPr>
            <a:xfrm>
              <a:off x="4774284" y="571402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99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72" name="타원 3871">
              <a:extLst>
                <a:ext uri="{FF2B5EF4-FFF2-40B4-BE49-F238E27FC236}">
                  <a16:creationId xmlns:a16="http://schemas.microsoft.com/office/drawing/2014/main" id="{64001DF7-E4A2-45BC-A920-178F465799D0}"/>
                </a:ext>
              </a:extLst>
            </p:cNvPr>
            <p:cNvSpPr/>
            <p:nvPr/>
          </p:nvSpPr>
          <p:spPr>
            <a:xfrm>
              <a:off x="5342300" y="5714025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100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3873" name="직선 연결선 3872">
              <a:extLst>
                <a:ext uri="{FF2B5EF4-FFF2-40B4-BE49-F238E27FC236}">
                  <a16:creationId xmlns:a16="http://schemas.microsoft.com/office/drawing/2014/main" id="{D155465F-003D-4A40-BE3A-DC462C55C2DE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33400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4" name="직선 연결선 3873">
              <a:extLst>
                <a:ext uri="{FF2B5EF4-FFF2-40B4-BE49-F238E27FC236}">
                  <a16:creationId xmlns:a16="http://schemas.microsoft.com/office/drawing/2014/main" id="{CEDD5187-DA1C-4D73-8E1B-8F8F1E684799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5" name="직선 연결선 3874">
              <a:extLst>
                <a:ext uri="{FF2B5EF4-FFF2-40B4-BE49-F238E27FC236}">
                  <a16:creationId xmlns:a16="http://schemas.microsoft.com/office/drawing/2014/main" id="{1BE0C711-A895-4307-B2EC-393D5C673299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76" name="타원 3875">
              <a:extLst>
                <a:ext uri="{FF2B5EF4-FFF2-40B4-BE49-F238E27FC236}">
                  <a16:creationId xmlns:a16="http://schemas.microsoft.com/office/drawing/2014/main" id="{28C7456A-D69D-4BC5-879E-168464C6D4FC}"/>
                </a:ext>
              </a:extLst>
            </p:cNvPr>
            <p:cNvSpPr/>
            <p:nvPr/>
          </p:nvSpPr>
          <p:spPr>
            <a:xfrm>
              <a:off x="230188" y="616152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101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77" name="타원 3876">
              <a:extLst>
                <a:ext uri="{FF2B5EF4-FFF2-40B4-BE49-F238E27FC236}">
                  <a16:creationId xmlns:a16="http://schemas.microsoft.com/office/drawing/2014/main" id="{13C6B64B-E799-4354-A2DB-F891E0487724}"/>
                </a:ext>
              </a:extLst>
            </p:cNvPr>
            <p:cNvSpPr/>
            <p:nvPr/>
          </p:nvSpPr>
          <p:spPr>
            <a:xfrm>
              <a:off x="798200" y="616152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102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78" name="타원 3877">
              <a:extLst>
                <a:ext uri="{FF2B5EF4-FFF2-40B4-BE49-F238E27FC236}">
                  <a16:creationId xmlns:a16="http://schemas.microsoft.com/office/drawing/2014/main" id="{3B1E851A-9DB4-4B39-BD91-6CEE54DD05D0}"/>
                </a:ext>
              </a:extLst>
            </p:cNvPr>
            <p:cNvSpPr/>
            <p:nvPr/>
          </p:nvSpPr>
          <p:spPr>
            <a:xfrm>
              <a:off x="1366212" y="616152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103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79" name="타원 3878">
              <a:extLst>
                <a:ext uri="{FF2B5EF4-FFF2-40B4-BE49-F238E27FC236}">
                  <a16:creationId xmlns:a16="http://schemas.microsoft.com/office/drawing/2014/main" id="{A6615E12-5671-4BAD-9A52-85B59D46F8D6}"/>
                </a:ext>
              </a:extLst>
            </p:cNvPr>
            <p:cNvSpPr/>
            <p:nvPr/>
          </p:nvSpPr>
          <p:spPr>
            <a:xfrm>
              <a:off x="1934224" y="616152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104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80" name="타원 3879">
              <a:extLst>
                <a:ext uri="{FF2B5EF4-FFF2-40B4-BE49-F238E27FC236}">
                  <a16:creationId xmlns:a16="http://schemas.microsoft.com/office/drawing/2014/main" id="{386513F1-4474-4E1B-951F-161FFF860092}"/>
                </a:ext>
              </a:extLst>
            </p:cNvPr>
            <p:cNvSpPr/>
            <p:nvPr/>
          </p:nvSpPr>
          <p:spPr>
            <a:xfrm>
              <a:off x="2502236" y="616152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105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81" name="타원 3880">
              <a:extLst>
                <a:ext uri="{FF2B5EF4-FFF2-40B4-BE49-F238E27FC236}">
                  <a16:creationId xmlns:a16="http://schemas.microsoft.com/office/drawing/2014/main" id="{8741DD2E-34A0-4D3B-B66E-2D3534AE7FDE}"/>
                </a:ext>
              </a:extLst>
            </p:cNvPr>
            <p:cNvSpPr/>
            <p:nvPr/>
          </p:nvSpPr>
          <p:spPr>
            <a:xfrm>
              <a:off x="3070248" y="616152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106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82" name="타원 3881">
              <a:extLst>
                <a:ext uri="{FF2B5EF4-FFF2-40B4-BE49-F238E27FC236}">
                  <a16:creationId xmlns:a16="http://schemas.microsoft.com/office/drawing/2014/main" id="{EA14444D-0809-4BD1-85D7-C4A7E545AF05}"/>
                </a:ext>
              </a:extLst>
            </p:cNvPr>
            <p:cNvSpPr/>
            <p:nvPr/>
          </p:nvSpPr>
          <p:spPr>
            <a:xfrm>
              <a:off x="3638260" y="616152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107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83" name="타원 3882">
              <a:extLst>
                <a:ext uri="{FF2B5EF4-FFF2-40B4-BE49-F238E27FC236}">
                  <a16:creationId xmlns:a16="http://schemas.microsoft.com/office/drawing/2014/main" id="{E83AB23A-C810-4E8A-9621-09A1B66CC06A}"/>
                </a:ext>
              </a:extLst>
            </p:cNvPr>
            <p:cNvSpPr/>
            <p:nvPr/>
          </p:nvSpPr>
          <p:spPr>
            <a:xfrm>
              <a:off x="4206272" y="616152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108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84" name="타원 3883">
              <a:extLst>
                <a:ext uri="{FF2B5EF4-FFF2-40B4-BE49-F238E27FC236}">
                  <a16:creationId xmlns:a16="http://schemas.microsoft.com/office/drawing/2014/main" id="{598B770F-8F45-421C-904E-7855CBC16D33}"/>
                </a:ext>
              </a:extLst>
            </p:cNvPr>
            <p:cNvSpPr/>
            <p:nvPr/>
          </p:nvSpPr>
          <p:spPr>
            <a:xfrm>
              <a:off x="4774284" y="616152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109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85" name="타원 3884">
              <a:extLst>
                <a:ext uri="{FF2B5EF4-FFF2-40B4-BE49-F238E27FC236}">
                  <a16:creationId xmlns:a16="http://schemas.microsoft.com/office/drawing/2014/main" id="{0264F27F-09AE-4C10-B707-8E6A6F41FEF0}"/>
                </a:ext>
              </a:extLst>
            </p:cNvPr>
            <p:cNvSpPr/>
            <p:nvPr/>
          </p:nvSpPr>
          <p:spPr>
            <a:xfrm>
              <a:off x="5342300" y="6161527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110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86" name="타원 3885">
              <a:extLst>
                <a:ext uri="{FF2B5EF4-FFF2-40B4-BE49-F238E27FC236}">
                  <a16:creationId xmlns:a16="http://schemas.microsoft.com/office/drawing/2014/main" id="{CF656C09-A655-43C8-A082-203618DDD729}"/>
                </a:ext>
              </a:extLst>
            </p:cNvPr>
            <p:cNvSpPr/>
            <p:nvPr/>
          </p:nvSpPr>
          <p:spPr>
            <a:xfrm>
              <a:off x="230188" y="660902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111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87" name="타원 3886">
              <a:extLst>
                <a:ext uri="{FF2B5EF4-FFF2-40B4-BE49-F238E27FC236}">
                  <a16:creationId xmlns:a16="http://schemas.microsoft.com/office/drawing/2014/main" id="{EFD53503-D6CF-493C-AC73-A10BF1C954B4}"/>
                </a:ext>
              </a:extLst>
            </p:cNvPr>
            <p:cNvSpPr/>
            <p:nvPr/>
          </p:nvSpPr>
          <p:spPr>
            <a:xfrm>
              <a:off x="798200" y="660902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112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88" name="타원 3887">
              <a:extLst>
                <a:ext uri="{FF2B5EF4-FFF2-40B4-BE49-F238E27FC236}">
                  <a16:creationId xmlns:a16="http://schemas.microsoft.com/office/drawing/2014/main" id="{D0903D3C-E8ED-4E6E-904A-49A5D17E3F48}"/>
                </a:ext>
              </a:extLst>
            </p:cNvPr>
            <p:cNvSpPr/>
            <p:nvPr/>
          </p:nvSpPr>
          <p:spPr>
            <a:xfrm>
              <a:off x="1366212" y="660902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113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89" name="타원 3888">
              <a:extLst>
                <a:ext uri="{FF2B5EF4-FFF2-40B4-BE49-F238E27FC236}">
                  <a16:creationId xmlns:a16="http://schemas.microsoft.com/office/drawing/2014/main" id="{2304AC24-0A23-45AC-8CEC-1B53AEA8A072}"/>
                </a:ext>
              </a:extLst>
            </p:cNvPr>
            <p:cNvSpPr/>
            <p:nvPr/>
          </p:nvSpPr>
          <p:spPr>
            <a:xfrm>
              <a:off x="1934224" y="660902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114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90" name="타원 3889">
              <a:extLst>
                <a:ext uri="{FF2B5EF4-FFF2-40B4-BE49-F238E27FC236}">
                  <a16:creationId xmlns:a16="http://schemas.microsoft.com/office/drawing/2014/main" id="{374508D9-C4C7-4D81-B2E5-DF0641BE57B4}"/>
                </a:ext>
              </a:extLst>
            </p:cNvPr>
            <p:cNvSpPr/>
            <p:nvPr/>
          </p:nvSpPr>
          <p:spPr>
            <a:xfrm>
              <a:off x="2502236" y="660902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115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91" name="타원 3890">
              <a:extLst>
                <a:ext uri="{FF2B5EF4-FFF2-40B4-BE49-F238E27FC236}">
                  <a16:creationId xmlns:a16="http://schemas.microsoft.com/office/drawing/2014/main" id="{C1AE3FBE-A723-4B82-9948-F1A59093611D}"/>
                </a:ext>
              </a:extLst>
            </p:cNvPr>
            <p:cNvSpPr/>
            <p:nvPr/>
          </p:nvSpPr>
          <p:spPr>
            <a:xfrm>
              <a:off x="3070248" y="660902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116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92" name="타원 3891">
              <a:extLst>
                <a:ext uri="{FF2B5EF4-FFF2-40B4-BE49-F238E27FC236}">
                  <a16:creationId xmlns:a16="http://schemas.microsoft.com/office/drawing/2014/main" id="{E72E29B4-BBC1-4577-A7B9-FCBACCED2BC2}"/>
                </a:ext>
              </a:extLst>
            </p:cNvPr>
            <p:cNvSpPr/>
            <p:nvPr/>
          </p:nvSpPr>
          <p:spPr>
            <a:xfrm>
              <a:off x="3638260" y="660902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117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93" name="타원 3892">
              <a:extLst>
                <a:ext uri="{FF2B5EF4-FFF2-40B4-BE49-F238E27FC236}">
                  <a16:creationId xmlns:a16="http://schemas.microsoft.com/office/drawing/2014/main" id="{0F461C62-2DEB-427F-ADE5-6DE2C0328419}"/>
                </a:ext>
              </a:extLst>
            </p:cNvPr>
            <p:cNvSpPr/>
            <p:nvPr/>
          </p:nvSpPr>
          <p:spPr>
            <a:xfrm>
              <a:off x="4206272" y="660902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118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94" name="타원 3893">
              <a:extLst>
                <a:ext uri="{FF2B5EF4-FFF2-40B4-BE49-F238E27FC236}">
                  <a16:creationId xmlns:a16="http://schemas.microsoft.com/office/drawing/2014/main" id="{573D3B16-1FD1-4145-81FF-A2A3FCE1F2B9}"/>
                </a:ext>
              </a:extLst>
            </p:cNvPr>
            <p:cNvSpPr/>
            <p:nvPr/>
          </p:nvSpPr>
          <p:spPr>
            <a:xfrm>
              <a:off x="4774284" y="660902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119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95" name="타원 3894">
              <a:extLst>
                <a:ext uri="{FF2B5EF4-FFF2-40B4-BE49-F238E27FC236}">
                  <a16:creationId xmlns:a16="http://schemas.microsoft.com/office/drawing/2014/main" id="{34CD29F9-6D05-4611-B228-2C0DA882BDFF}"/>
                </a:ext>
              </a:extLst>
            </p:cNvPr>
            <p:cNvSpPr/>
            <p:nvPr/>
          </p:nvSpPr>
          <p:spPr>
            <a:xfrm>
              <a:off x="5342300" y="6609029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120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96" name="타원 3895">
              <a:extLst>
                <a:ext uri="{FF2B5EF4-FFF2-40B4-BE49-F238E27FC236}">
                  <a16:creationId xmlns:a16="http://schemas.microsoft.com/office/drawing/2014/main" id="{47AF1590-67AE-4265-B9D0-B4A7F5617AC1}"/>
                </a:ext>
              </a:extLst>
            </p:cNvPr>
            <p:cNvSpPr/>
            <p:nvPr/>
          </p:nvSpPr>
          <p:spPr>
            <a:xfrm>
              <a:off x="230188" y="7056534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121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97" name="타원 3896">
              <a:extLst>
                <a:ext uri="{FF2B5EF4-FFF2-40B4-BE49-F238E27FC236}">
                  <a16:creationId xmlns:a16="http://schemas.microsoft.com/office/drawing/2014/main" id="{BB4AF43D-E455-4741-8A62-3D6CA451C011}"/>
                </a:ext>
              </a:extLst>
            </p:cNvPr>
            <p:cNvSpPr/>
            <p:nvPr/>
          </p:nvSpPr>
          <p:spPr>
            <a:xfrm>
              <a:off x="798200" y="7056534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122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98" name="타원 3897">
              <a:extLst>
                <a:ext uri="{FF2B5EF4-FFF2-40B4-BE49-F238E27FC236}">
                  <a16:creationId xmlns:a16="http://schemas.microsoft.com/office/drawing/2014/main" id="{F4348258-521D-416A-8F28-921192906611}"/>
                </a:ext>
              </a:extLst>
            </p:cNvPr>
            <p:cNvSpPr/>
            <p:nvPr/>
          </p:nvSpPr>
          <p:spPr>
            <a:xfrm>
              <a:off x="1366212" y="7056534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123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99" name="타원 3898">
              <a:extLst>
                <a:ext uri="{FF2B5EF4-FFF2-40B4-BE49-F238E27FC236}">
                  <a16:creationId xmlns:a16="http://schemas.microsoft.com/office/drawing/2014/main" id="{4DC1463B-7B4B-4386-9674-2B3A1311625F}"/>
                </a:ext>
              </a:extLst>
            </p:cNvPr>
            <p:cNvSpPr/>
            <p:nvPr/>
          </p:nvSpPr>
          <p:spPr>
            <a:xfrm>
              <a:off x="1934224" y="7056534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124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00" name="타원 3899">
              <a:extLst>
                <a:ext uri="{FF2B5EF4-FFF2-40B4-BE49-F238E27FC236}">
                  <a16:creationId xmlns:a16="http://schemas.microsoft.com/office/drawing/2014/main" id="{2CF132F4-92C6-4130-9542-9FBDB2FC6337}"/>
                </a:ext>
              </a:extLst>
            </p:cNvPr>
            <p:cNvSpPr/>
            <p:nvPr/>
          </p:nvSpPr>
          <p:spPr>
            <a:xfrm>
              <a:off x="2502236" y="7056534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125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01" name="타원 3900">
              <a:extLst>
                <a:ext uri="{FF2B5EF4-FFF2-40B4-BE49-F238E27FC236}">
                  <a16:creationId xmlns:a16="http://schemas.microsoft.com/office/drawing/2014/main" id="{4A7B614E-4897-4169-B88D-7E578C7DFE39}"/>
                </a:ext>
              </a:extLst>
            </p:cNvPr>
            <p:cNvSpPr/>
            <p:nvPr/>
          </p:nvSpPr>
          <p:spPr>
            <a:xfrm>
              <a:off x="3070248" y="7056534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126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02" name="타원 3901">
              <a:extLst>
                <a:ext uri="{FF2B5EF4-FFF2-40B4-BE49-F238E27FC236}">
                  <a16:creationId xmlns:a16="http://schemas.microsoft.com/office/drawing/2014/main" id="{C2C17E59-A4EE-47C0-B105-AF17A855F27A}"/>
                </a:ext>
              </a:extLst>
            </p:cNvPr>
            <p:cNvSpPr/>
            <p:nvPr/>
          </p:nvSpPr>
          <p:spPr>
            <a:xfrm>
              <a:off x="3638260" y="7056534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127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03" name="타원 3902">
              <a:extLst>
                <a:ext uri="{FF2B5EF4-FFF2-40B4-BE49-F238E27FC236}">
                  <a16:creationId xmlns:a16="http://schemas.microsoft.com/office/drawing/2014/main" id="{3861CE5F-7C74-49D1-B1E3-0959C8EE3632}"/>
                </a:ext>
              </a:extLst>
            </p:cNvPr>
            <p:cNvSpPr/>
            <p:nvPr/>
          </p:nvSpPr>
          <p:spPr>
            <a:xfrm>
              <a:off x="4206272" y="7056534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128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04" name="타원 3903">
              <a:extLst>
                <a:ext uri="{FF2B5EF4-FFF2-40B4-BE49-F238E27FC236}">
                  <a16:creationId xmlns:a16="http://schemas.microsoft.com/office/drawing/2014/main" id="{2FD411FF-B55C-44FE-AF4C-31A23C9DFD0B}"/>
                </a:ext>
              </a:extLst>
            </p:cNvPr>
            <p:cNvSpPr/>
            <p:nvPr/>
          </p:nvSpPr>
          <p:spPr>
            <a:xfrm>
              <a:off x="4774284" y="7056534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129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05" name="타원 3904">
              <a:extLst>
                <a:ext uri="{FF2B5EF4-FFF2-40B4-BE49-F238E27FC236}">
                  <a16:creationId xmlns:a16="http://schemas.microsoft.com/office/drawing/2014/main" id="{8E17EC2F-67E8-4346-AF81-514BA354B0F1}"/>
                </a:ext>
              </a:extLst>
            </p:cNvPr>
            <p:cNvSpPr/>
            <p:nvPr/>
          </p:nvSpPr>
          <p:spPr>
            <a:xfrm>
              <a:off x="5342300" y="7056534"/>
              <a:ext cx="360000" cy="36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130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3906" name="직선 연결선 3905">
              <a:extLst>
                <a:ext uri="{FF2B5EF4-FFF2-40B4-BE49-F238E27FC236}">
                  <a16:creationId xmlns:a16="http://schemas.microsoft.com/office/drawing/2014/main" id="{7DDCB5AC-AF5E-46CA-B119-3DCA8FCDBE3E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551986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7" name="직선 연결선 3906">
              <a:extLst>
                <a:ext uri="{FF2B5EF4-FFF2-40B4-BE49-F238E27FC236}">
                  <a16:creationId xmlns:a16="http://schemas.microsoft.com/office/drawing/2014/main" id="{7ACEF06F-7B2E-46C6-9BEA-A88346CE00B0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489508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TextBox 185">
            <a:hlinkClick r:id="rId2"/>
            <a:extLst>
              <a:ext uri="{FF2B5EF4-FFF2-40B4-BE49-F238E27FC236}">
                <a16:creationId xmlns:a16="http://schemas.microsoft.com/office/drawing/2014/main" id="{EA43610A-31DA-4717-8364-FE4E31F68D4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0" name="TextBox 186">
            <a:hlinkClick r:id="rId3"/>
            <a:extLst>
              <a:ext uri="{FF2B5EF4-FFF2-40B4-BE49-F238E27FC236}">
                <a16:creationId xmlns:a16="http://schemas.microsoft.com/office/drawing/2014/main" id="{B61AF3EE-4C73-4004-8848-6C50C9C67DE6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1" name="TextBox 184">
            <a:hlinkClick r:id="rId4"/>
            <a:extLst>
              <a:ext uri="{FF2B5EF4-FFF2-40B4-BE49-F238E27FC236}">
                <a16:creationId xmlns:a16="http://schemas.microsoft.com/office/drawing/2014/main" id="{8713C004-FF62-4FC1-9007-25B87887733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</TotalTime>
  <Words>138</Words>
  <Application>Microsoft Office PowerPoint</Application>
  <PresentationFormat>사용자 지정</PresentationFormat>
  <Paragraphs>133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나눔고딕</vt:lpstr>
      <vt:lpstr>나눔고딕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79</cp:revision>
  <dcterms:created xsi:type="dcterms:W3CDTF">2021-10-29T04:43:38Z</dcterms:created>
  <dcterms:modified xsi:type="dcterms:W3CDTF">2021-12-19T08:51:45Z</dcterms:modified>
</cp:coreProperties>
</file>
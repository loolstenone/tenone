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25137F0-AD0B-4DB1-B553-24109D6D1FC1}"/>
              </a:ext>
            </a:extLst>
          </p:cNvPr>
          <p:cNvGrpSpPr/>
          <p:nvPr/>
        </p:nvGrpSpPr>
        <p:grpSpPr>
          <a:xfrm>
            <a:off x="302419" y="405767"/>
            <a:ext cx="5472113" cy="7076121"/>
            <a:chOff x="230188" y="405767"/>
            <a:chExt cx="5472113" cy="7076121"/>
          </a:xfrm>
        </p:grpSpPr>
        <p:cxnSp>
          <p:nvCxnSpPr>
            <p:cNvPr id="1951" name="직선 연결선 1950">
              <a:extLst>
                <a:ext uri="{FF2B5EF4-FFF2-40B4-BE49-F238E27FC236}">
                  <a16:creationId xmlns:a16="http://schemas.microsoft.com/office/drawing/2014/main" id="{1CA088CF-FFC9-4301-AAAA-F5FDFB4A0C48}"/>
                </a:ext>
              </a:extLst>
            </p:cNvPr>
            <p:cNvCxnSpPr>
              <a:cxnSpLocks/>
            </p:cNvCxnSpPr>
            <p:nvPr/>
          </p:nvCxnSpPr>
          <p:spPr>
            <a:xfrm>
              <a:off x="230953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2" name="직선 연결선 1951">
              <a:extLst>
                <a:ext uri="{FF2B5EF4-FFF2-40B4-BE49-F238E27FC236}">
                  <a16:creationId xmlns:a16="http://schemas.microsoft.com/office/drawing/2014/main" id="{272FF0BA-5A4C-425F-B0A2-8E0D7AE9BF14}"/>
                </a:ext>
              </a:extLst>
            </p:cNvPr>
            <p:cNvCxnSpPr>
              <a:cxnSpLocks/>
            </p:cNvCxnSpPr>
            <p:nvPr/>
          </p:nvCxnSpPr>
          <p:spPr>
            <a:xfrm>
              <a:off x="2054735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" name="직선 연결선 1952">
              <a:extLst>
                <a:ext uri="{FF2B5EF4-FFF2-40B4-BE49-F238E27FC236}">
                  <a16:creationId xmlns:a16="http://schemas.microsoft.com/office/drawing/2014/main" id="{108789CA-8AE0-42E9-9EA0-8CCCF88E6046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직선 연결선 1953">
              <a:extLst>
                <a:ext uri="{FF2B5EF4-FFF2-40B4-BE49-F238E27FC236}">
                  <a16:creationId xmlns:a16="http://schemas.microsoft.com/office/drawing/2014/main" id="{A3CE8CC7-55B3-4FAB-9E25-EC60358F3E99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00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5" name="직선 연결선 1954">
              <a:extLst>
                <a:ext uri="{FF2B5EF4-FFF2-40B4-BE49-F238E27FC236}">
                  <a16:creationId xmlns:a16="http://schemas.microsoft.com/office/drawing/2014/main" id="{A20B4A85-209A-4A35-9ABA-BF29F979BA49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758986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직선 연결선 1955">
              <a:extLst>
                <a:ext uri="{FF2B5EF4-FFF2-40B4-BE49-F238E27FC236}">
                  <a16:creationId xmlns:a16="http://schemas.microsoft.com/office/drawing/2014/main" id="{ECE4675D-8E7B-4B34-B627-C758E2C2A39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1888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7" name="직선 연결선 1956">
              <a:extLst>
                <a:ext uri="{FF2B5EF4-FFF2-40B4-BE49-F238E27FC236}">
                  <a16:creationId xmlns:a16="http://schemas.microsoft.com/office/drawing/2014/main" id="{2AA8F10C-C435-4506-835E-BBB275A871F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620437"/>
              <a:ext cx="547041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직선 연결선 1957">
              <a:extLst>
                <a:ext uri="{FF2B5EF4-FFF2-40B4-BE49-F238E27FC236}">
                  <a16:creationId xmlns:a16="http://schemas.microsoft.com/office/drawing/2014/main" id="{2BC4328E-F15E-4C8B-8814-0FE100C03F5C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6051163"/>
              <a:ext cx="182209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9" name="직사각형 1958">
              <a:extLst>
                <a:ext uri="{FF2B5EF4-FFF2-40B4-BE49-F238E27FC236}">
                  <a16:creationId xmlns:a16="http://schemas.microsoft.com/office/drawing/2014/main" id="{6CF5AD7A-AED9-4CB7-802C-CE5C84CA1A14}"/>
                </a:ext>
              </a:extLst>
            </p:cNvPr>
            <p:cNvSpPr/>
            <p:nvPr/>
          </p:nvSpPr>
          <p:spPr>
            <a:xfrm>
              <a:off x="269705" y="180849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0" name="직사각형 1959">
              <a:extLst>
                <a:ext uri="{FF2B5EF4-FFF2-40B4-BE49-F238E27FC236}">
                  <a16:creationId xmlns:a16="http://schemas.microsoft.com/office/drawing/2014/main" id="{C4A2B648-4E42-43C9-A6AD-C3F8BD5AED02}"/>
                </a:ext>
              </a:extLst>
            </p:cNvPr>
            <p:cNvSpPr/>
            <p:nvPr/>
          </p:nvSpPr>
          <p:spPr>
            <a:xfrm>
              <a:off x="2093814" y="180849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1" name="직사각형 1960">
              <a:extLst>
                <a:ext uri="{FF2B5EF4-FFF2-40B4-BE49-F238E27FC236}">
                  <a16:creationId xmlns:a16="http://schemas.microsoft.com/office/drawing/2014/main" id="{48F39A24-1F60-4396-8CD4-EC1328005AC2}"/>
                </a:ext>
              </a:extLst>
            </p:cNvPr>
            <p:cNvSpPr/>
            <p:nvPr/>
          </p:nvSpPr>
          <p:spPr>
            <a:xfrm>
              <a:off x="3917922" y="180849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2" name="직사각형 1961">
              <a:extLst>
                <a:ext uri="{FF2B5EF4-FFF2-40B4-BE49-F238E27FC236}">
                  <a16:creationId xmlns:a16="http://schemas.microsoft.com/office/drawing/2014/main" id="{7FEA5585-3A94-4925-82CB-5DC326AC4DFA}"/>
                </a:ext>
              </a:extLst>
            </p:cNvPr>
            <p:cNvSpPr/>
            <p:nvPr/>
          </p:nvSpPr>
          <p:spPr>
            <a:xfrm>
              <a:off x="269705" y="466994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3" name="직사각형 1962">
              <a:extLst>
                <a:ext uri="{FF2B5EF4-FFF2-40B4-BE49-F238E27FC236}">
                  <a16:creationId xmlns:a16="http://schemas.microsoft.com/office/drawing/2014/main" id="{CB213A11-D065-4A3C-883D-829E923664DB}"/>
                </a:ext>
              </a:extLst>
            </p:cNvPr>
            <p:cNvSpPr/>
            <p:nvPr/>
          </p:nvSpPr>
          <p:spPr>
            <a:xfrm>
              <a:off x="2093814" y="466994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4" name="직사각형 1963">
              <a:extLst>
                <a:ext uri="{FF2B5EF4-FFF2-40B4-BE49-F238E27FC236}">
                  <a16:creationId xmlns:a16="http://schemas.microsoft.com/office/drawing/2014/main" id="{6F0765B0-1298-4550-ABBC-80AEBDCC8B4A}"/>
                </a:ext>
              </a:extLst>
            </p:cNvPr>
            <p:cNvSpPr/>
            <p:nvPr/>
          </p:nvSpPr>
          <p:spPr>
            <a:xfrm>
              <a:off x="3917922" y="466994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5" name="직사각형 1964">
              <a:extLst>
                <a:ext uri="{FF2B5EF4-FFF2-40B4-BE49-F238E27FC236}">
                  <a16:creationId xmlns:a16="http://schemas.microsoft.com/office/drawing/2014/main" id="{6B11184E-6161-4D77-B2E4-DB2E0062510A}"/>
                </a:ext>
              </a:extLst>
            </p:cNvPr>
            <p:cNvSpPr/>
            <p:nvPr/>
          </p:nvSpPr>
          <p:spPr>
            <a:xfrm>
              <a:off x="3917922" y="609740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66" name="TextBox 1965">
              <a:extLst>
                <a:ext uri="{FF2B5EF4-FFF2-40B4-BE49-F238E27FC236}">
                  <a16:creationId xmlns:a16="http://schemas.microsoft.com/office/drawing/2014/main" id="{CB63E9BE-BC4A-4696-8143-A1CA8D606ACD}"/>
                </a:ext>
              </a:extLst>
            </p:cNvPr>
            <p:cNvSpPr txBox="1"/>
            <p:nvPr/>
          </p:nvSpPr>
          <p:spPr>
            <a:xfrm>
              <a:off x="238891" y="40576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967" name="직선 연결선 1966">
              <a:extLst>
                <a:ext uri="{FF2B5EF4-FFF2-40B4-BE49-F238E27FC236}">
                  <a16:creationId xmlns:a16="http://schemas.microsoft.com/office/drawing/2014/main" id="{587F3A47-31BE-4912-9925-EAA1BDF5F8D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024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8" name="직선 연결선 1967">
              <a:extLst>
                <a:ext uri="{FF2B5EF4-FFF2-40B4-BE49-F238E27FC236}">
                  <a16:creationId xmlns:a16="http://schemas.microsoft.com/office/drawing/2014/main" id="{E690F208-D588-4C0D-AC5C-A94C68A27BE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52403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직선 연결선 1968">
              <a:extLst>
                <a:ext uri="{FF2B5EF4-FFF2-40B4-BE49-F238E27FC236}">
                  <a16:creationId xmlns:a16="http://schemas.microsoft.com/office/drawing/2014/main" id="{42556146-1307-4C86-9B2D-9F782B4B0C1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79161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직선 연결선 1969">
              <a:extLst>
                <a:ext uri="{FF2B5EF4-FFF2-40B4-BE49-F238E27FC236}">
                  <a16:creationId xmlns:a16="http://schemas.microsoft.com/office/drawing/2014/main" id="{7EEF74BE-FF89-41D7-8EDA-85825D50F7C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65782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1" name="직선 연결선 1970">
              <a:extLst>
                <a:ext uri="{FF2B5EF4-FFF2-40B4-BE49-F238E27FC236}">
                  <a16:creationId xmlns:a16="http://schemas.microsoft.com/office/drawing/2014/main" id="{E83E0837-3CF0-475D-8DAA-20041550F3B6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539024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직선 연결선 1971">
              <a:extLst>
                <a:ext uri="{FF2B5EF4-FFF2-40B4-BE49-F238E27FC236}">
                  <a16:creationId xmlns:a16="http://schemas.microsoft.com/office/drawing/2014/main" id="{039DAFC5-9594-4E71-A312-113BC7147ECE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752403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3" name="직선 연결선 1972">
              <a:extLst>
                <a:ext uri="{FF2B5EF4-FFF2-40B4-BE49-F238E27FC236}">
                  <a16:creationId xmlns:a16="http://schemas.microsoft.com/office/drawing/2014/main" id="{12636A3F-F533-49CD-B01D-C5E71286CF28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179161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직선 연결선 1973">
              <a:extLst>
                <a:ext uri="{FF2B5EF4-FFF2-40B4-BE49-F238E27FC236}">
                  <a16:creationId xmlns:a16="http://schemas.microsoft.com/office/drawing/2014/main" id="{210F508D-CD40-4A22-8F29-18746A1E85BB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965782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5" name="직선 연결선 1974">
              <a:extLst>
                <a:ext uri="{FF2B5EF4-FFF2-40B4-BE49-F238E27FC236}">
                  <a16:creationId xmlns:a16="http://schemas.microsoft.com/office/drawing/2014/main" id="{A4758288-CEA4-453F-BFD3-73ACE8C3E2D6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605919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6" name="직선 연결선 1975">
              <a:extLst>
                <a:ext uri="{FF2B5EF4-FFF2-40B4-BE49-F238E27FC236}">
                  <a16:creationId xmlns:a16="http://schemas.microsoft.com/office/drawing/2014/main" id="{A9233A4D-C676-4A55-AF31-752020A53FF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605919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직선 연결선 1976">
              <a:extLst>
                <a:ext uri="{FF2B5EF4-FFF2-40B4-BE49-F238E27FC236}">
                  <a16:creationId xmlns:a16="http://schemas.microsoft.com/office/drawing/2014/main" id="{8D76EA43-ADC3-4A97-A6C1-46EFD599D5B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92540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8" name="직선 연결선 1977">
              <a:extLst>
                <a:ext uri="{FF2B5EF4-FFF2-40B4-BE49-F238E27FC236}">
                  <a16:creationId xmlns:a16="http://schemas.microsoft.com/office/drawing/2014/main" id="{75ADEEBC-3D43-481A-A589-E3BDB779A009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392540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9" name="TextBox 1978">
              <a:extLst>
                <a:ext uri="{FF2B5EF4-FFF2-40B4-BE49-F238E27FC236}">
                  <a16:creationId xmlns:a16="http://schemas.microsoft.com/office/drawing/2014/main" id="{8A3FEBE9-D924-4C1A-8979-094FCE6D7DDF}"/>
                </a:ext>
              </a:extLst>
            </p:cNvPr>
            <p:cNvSpPr txBox="1"/>
            <p:nvPr/>
          </p:nvSpPr>
          <p:spPr>
            <a:xfrm>
              <a:off x="3610774" y="405767"/>
              <a:ext cx="103306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To-Do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33" name="TextBox 185">
            <a:hlinkClick r:id="rId2"/>
            <a:extLst>
              <a:ext uri="{FF2B5EF4-FFF2-40B4-BE49-F238E27FC236}">
                <a16:creationId xmlns:a16="http://schemas.microsoft.com/office/drawing/2014/main" id="{60D4F7A2-27E5-42A4-ADBE-BFC786D1117F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186">
            <a:hlinkClick r:id="rId3"/>
            <a:extLst>
              <a:ext uri="{FF2B5EF4-FFF2-40B4-BE49-F238E27FC236}">
                <a16:creationId xmlns:a16="http://schemas.microsoft.com/office/drawing/2014/main" id="{CCE528A8-1812-407C-BEED-4580D9E7663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4">
            <a:hlinkClick r:id="rId4"/>
            <a:extLst>
              <a:ext uri="{FF2B5EF4-FFF2-40B4-BE49-F238E27FC236}">
                <a16:creationId xmlns:a16="http://schemas.microsoft.com/office/drawing/2014/main" id="{0000EAC3-C0EA-45A2-90B4-237E88CADC5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10</Words>
  <Application>Microsoft Office PowerPoint</Application>
  <PresentationFormat>사용자 지정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66</cp:revision>
  <dcterms:created xsi:type="dcterms:W3CDTF">2021-10-29T04:43:38Z</dcterms:created>
  <dcterms:modified xsi:type="dcterms:W3CDTF">2021-12-19T08:47:10Z</dcterms:modified>
</cp:coreProperties>
</file>
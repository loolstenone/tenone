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3" name="그룹 23872">
            <a:extLst>
              <a:ext uri="{FF2B5EF4-FFF2-40B4-BE49-F238E27FC236}">
                <a16:creationId xmlns:a16="http://schemas.microsoft.com/office/drawing/2014/main" id="{029B543D-C120-4241-A1B3-369E487424E7}"/>
              </a:ext>
            </a:extLst>
          </p:cNvPr>
          <p:cNvGrpSpPr/>
          <p:nvPr/>
        </p:nvGrpSpPr>
        <p:grpSpPr>
          <a:xfrm>
            <a:off x="306101" y="109602"/>
            <a:ext cx="5464749" cy="7370656"/>
            <a:chOff x="230019" y="109602"/>
            <a:chExt cx="5464749" cy="7370656"/>
          </a:xfrm>
        </p:grpSpPr>
        <p:cxnSp>
          <p:nvCxnSpPr>
            <p:cNvPr id="2567" name="직선 연결선 2566">
              <a:extLst>
                <a:ext uri="{FF2B5EF4-FFF2-40B4-BE49-F238E27FC236}">
                  <a16:creationId xmlns:a16="http://schemas.microsoft.com/office/drawing/2014/main" id="{1BCC344D-D6BF-48B9-A564-3554437148A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직선 연결선 2567">
              <a:extLst>
                <a:ext uri="{FF2B5EF4-FFF2-40B4-BE49-F238E27FC236}">
                  <a16:creationId xmlns:a16="http://schemas.microsoft.com/office/drawing/2014/main" id="{8B788A12-04B0-43AA-BB5B-5A908DDDB0C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직선 연결선 2568">
              <a:extLst>
                <a:ext uri="{FF2B5EF4-FFF2-40B4-BE49-F238E27FC236}">
                  <a16:creationId xmlns:a16="http://schemas.microsoft.com/office/drawing/2014/main" id="{39A0AD0C-3B79-430C-B15F-80D8C4F6A79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직선 연결선 2569">
              <a:extLst>
                <a:ext uri="{FF2B5EF4-FFF2-40B4-BE49-F238E27FC236}">
                  <a16:creationId xmlns:a16="http://schemas.microsoft.com/office/drawing/2014/main" id="{C8882990-F547-4A4D-8443-50FE9B80996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직선 연결선 2570">
              <a:extLst>
                <a:ext uri="{FF2B5EF4-FFF2-40B4-BE49-F238E27FC236}">
                  <a16:creationId xmlns:a16="http://schemas.microsoft.com/office/drawing/2014/main" id="{93F951B9-EA3A-4D81-B18A-AED0ADFF408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직선 연결선 2571">
              <a:extLst>
                <a:ext uri="{FF2B5EF4-FFF2-40B4-BE49-F238E27FC236}">
                  <a16:creationId xmlns:a16="http://schemas.microsoft.com/office/drawing/2014/main" id="{0A67CDC7-4EBB-4CC4-BC10-9CC7B1EAF96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3" name="직선 연결선 2572">
              <a:extLst>
                <a:ext uri="{FF2B5EF4-FFF2-40B4-BE49-F238E27FC236}">
                  <a16:creationId xmlns:a16="http://schemas.microsoft.com/office/drawing/2014/main" id="{338A4301-023F-4F8E-9290-3F9B1A18CD0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직선 연결선 2573">
              <a:extLst>
                <a:ext uri="{FF2B5EF4-FFF2-40B4-BE49-F238E27FC236}">
                  <a16:creationId xmlns:a16="http://schemas.microsoft.com/office/drawing/2014/main" id="{DF752317-0EA4-41AE-B894-D7F76CC0B5C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직선 연결선 2574">
              <a:extLst>
                <a:ext uri="{FF2B5EF4-FFF2-40B4-BE49-F238E27FC236}">
                  <a16:creationId xmlns:a16="http://schemas.microsoft.com/office/drawing/2014/main" id="{2D988DDF-2B24-43B5-AD73-CFFAAB6F1F3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직선 연결선 2575">
              <a:extLst>
                <a:ext uri="{FF2B5EF4-FFF2-40B4-BE49-F238E27FC236}">
                  <a16:creationId xmlns:a16="http://schemas.microsoft.com/office/drawing/2014/main" id="{D4BEBF18-23DB-4656-AEED-7376C272B20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직선 연결선 2576">
              <a:extLst>
                <a:ext uri="{FF2B5EF4-FFF2-40B4-BE49-F238E27FC236}">
                  <a16:creationId xmlns:a16="http://schemas.microsoft.com/office/drawing/2014/main" id="{FDB92369-B068-4091-B714-250FF2DC808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8" name="직선 연결선 2577">
              <a:extLst>
                <a:ext uri="{FF2B5EF4-FFF2-40B4-BE49-F238E27FC236}">
                  <a16:creationId xmlns:a16="http://schemas.microsoft.com/office/drawing/2014/main" id="{873C1EB9-8696-4990-998B-85FAB83CAB6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직선 연결선 2578">
              <a:extLst>
                <a:ext uri="{FF2B5EF4-FFF2-40B4-BE49-F238E27FC236}">
                  <a16:creationId xmlns:a16="http://schemas.microsoft.com/office/drawing/2014/main" id="{9BF1B018-2F63-47C8-A64A-CDBF35F6BE7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직선 연결선 2579">
              <a:extLst>
                <a:ext uri="{FF2B5EF4-FFF2-40B4-BE49-F238E27FC236}">
                  <a16:creationId xmlns:a16="http://schemas.microsoft.com/office/drawing/2014/main" id="{F9A88AA7-8A14-480B-A98B-498EA438DED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직선 연결선 2580">
              <a:extLst>
                <a:ext uri="{FF2B5EF4-FFF2-40B4-BE49-F238E27FC236}">
                  <a16:creationId xmlns:a16="http://schemas.microsoft.com/office/drawing/2014/main" id="{87AB9FC5-2C86-4E76-B603-1E8E08CB3F5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직선 연결선 2581">
              <a:extLst>
                <a:ext uri="{FF2B5EF4-FFF2-40B4-BE49-F238E27FC236}">
                  <a16:creationId xmlns:a16="http://schemas.microsoft.com/office/drawing/2014/main" id="{86428852-3F6F-4997-A077-B3BFDD24A75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직선 연결선 2582">
              <a:extLst>
                <a:ext uri="{FF2B5EF4-FFF2-40B4-BE49-F238E27FC236}">
                  <a16:creationId xmlns:a16="http://schemas.microsoft.com/office/drawing/2014/main" id="{E8DE98AF-89E2-40A9-B465-EEAA71AFBF0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4" name="직선 연결선 2583">
              <a:extLst>
                <a:ext uri="{FF2B5EF4-FFF2-40B4-BE49-F238E27FC236}">
                  <a16:creationId xmlns:a16="http://schemas.microsoft.com/office/drawing/2014/main" id="{181E7928-8296-4203-9E53-48563080535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직선 연결선 2584">
              <a:extLst>
                <a:ext uri="{FF2B5EF4-FFF2-40B4-BE49-F238E27FC236}">
                  <a16:creationId xmlns:a16="http://schemas.microsoft.com/office/drawing/2014/main" id="{0ECF6E9F-C0A0-43C9-B864-F5D95E57013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직선 연결선 2585">
              <a:extLst>
                <a:ext uri="{FF2B5EF4-FFF2-40B4-BE49-F238E27FC236}">
                  <a16:creationId xmlns:a16="http://schemas.microsoft.com/office/drawing/2014/main" id="{71E4451C-B031-4DFD-8FB3-8495AC0B69A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직선 연결선 2586">
              <a:extLst>
                <a:ext uri="{FF2B5EF4-FFF2-40B4-BE49-F238E27FC236}">
                  <a16:creationId xmlns:a16="http://schemas.microsoft.com/office/drawing/2014/main" id="{795DE75A-C2F8-4980-836C-43693B32A5C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직선 연결선 2587">
              <a:extLst>
                <a:ext uri="{FF2B5EF4-FFF2-40B4-BE49-F238E27FC236}">
                  <a16:creationId xmlns:a16="http://schemas.microsoft.com/office/drawing/2014/main" id="{9A0C1CF8-C13D-4EFA-90FF-0C2AC5FD6A5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직선 연결선 2588">
              <a:extLst>
                <a:ext uri="{FF2B5EF4-FFF2-40B4-BE49-F238E27FC236}">
                  <a16:creationId xmlns:a16="http://schemas.microsoft.com/office/drawing/2014/main" id="{4C895C09-007D-4B96-AB9E-74933DC713C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0" name="직선 연결선 2589">
              <a:extLst>
                <a:ext uri="{FF2B5EF4-FFF2-40B4-BE49-F238E27FC236}">
                  <a16:creationId xmlns:a16="http://schemas.microsoft.com/office/drawing/2014/main" id="{42713E02-926B-476C-BF10-161BBA4C890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직선 연결선 2590">
              <a:extLst>
                <a:ext uri="{FF2B5EF4-FFF2-40B4-BE49-F238E27FC236}">
                  <a16:creationId xmlns:a16="http://schemas.microsoft.com/office/drawing/2014/main" id="{6A2A0BED-4072-446B-93E4-4FA1866C80F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직선 연결선 2591">
              <a:extLst>
                <a:ext uri="{FF2B5EF4-FFF2-40B4-BE49-F238E27FC236}">
                  <a16:creationId xmlns:a16="http://schemas.microsoft.com/office/drawing/2014/main" id="{860102CB-B2CD-4456-97D9-EBE70AD91B9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직선 연결선 2592">
              <a:extLst>
                <a:ext uri="{FF2B5EF4-FFF2-40B4-BE49-F238E27FC236}">
                  <a16:creationId xmlns:a16="http://schemas.microsoft.com/office/drawing/2014/main" id="{72D84651-C865-48D9-BCFB-F7C7E6C3EC5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직선 연결선 2593">
              <a:extLst>
                <a:ext uri="{FF2B5EF4-FFF2-40B4-BE49-F238E27FC236}">
                  <a16:creationId xmlns:a16="http://schemas.microsoft.com/office/drawing/2014/main" id="{EFD60A2C-EF9E-4A15-A721-765264530E0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직선 연결선 2594">
              <a:extLst>
                <a:ext uri="{FF2B5EF4-FFF2-40B4-BE49-F238E27FC236}">
                  <a16:creationId xmlns:a16="http://schemas.microsoft.com/office/drawing/2014/main" id="{21F29927-58C2-42F1-A1AC-92EB85A4A50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직선 연결선 2595">
              <a:extLst>
                <a:ext uri="{FF2B5EF4-FFF2-40B4-BE49-F238E27FC236}">
                  <a16:creationId xmlns:a16="http://schemas.microsoft.com/office/drawing/2014/main" id="{DE20820E-A0D4-4BF1-A21C-899138D7453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직선 연결선 2596">
              <a:extLst>
                <a:ext uri="{FF2B5EF4-FFF2-40B4-BE49-F238E27FC236}">
                  <a16:creationId xmlns:a16="http://schemas.microsoft.com/office/drawing/2014/main" id="{78649BE1-8D77-4656-8DD2-16FFC647FFF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직선 연결선 2597">
              <a:extLst>
                <a:ext uri="{FF2B5EF4-FFF2-40B4-BE49-F238E27FC236}">
                  <a16:creationId xmlns:a16="http://schemas.microsoft.com/office/drawing/2014/main" id="{35E49388-7865-46F8-AA88-B00864D8564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직선 연결선 2598">
              <a:extLst>
                <a:ext uri="{FF2B5EF4-FFF2-40B4-BE49-F238E27FC236}">
                  <a16:creationId xmlns:a16="http://schemas.microsoft.com/office/drawing/2014/main" id="{4CB2BF3F-BD71-4147-9572-C8334397F0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0" name="직선 연결선 2599">
              <a:extLst>
                <a:ext uri="{FF2B5EF4-FFF2-40B4-BE49-F238E27FC236}">
                  <a16:creationId xmlns:a16="http://schemas.microsoft.com/office/drawing/2014/main" id="{7B072920-A7B1-4418-8D42-9D110A091DF6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직선 연결선 2600">
              <a:extLst>
                <a:ext uri="{FF2B5EF4-FFF2-40B4-BE49-F238E27FC236}">
                  <a16:creationId xmlns:a16="http://schemas.microsoft.com/office/drawing/2014/main" id="{50381DAB-B275-4518-86C9-5C258E7E7841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2" name="직선 연결선 2601">
              <a:extLst>
                <a:ext uri="{FF2B5EF4-FFF2-40B4-BE49-F238E27FC236}">
                  <a16:creationId xmlns:a16="http://schemas.microsoft.com/office/drawing/2014/main" id="{E4B4C513-A983-4A8D-9987-00BDFD641EC7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직선 연결선 2602">
              <a:extLst>
                <a:ext uri="{FF2B5EF4-FFF2-40B4-BE49-F238E27FC236}">
                  <a16:creationId xmlns:a16="http://schemas.microsoft.com/office/drawing/2014/main" id="{44E80219-92FA-4477-8E9B-A309CBB97B9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직선 연결선 2603">
              <a:extLst>
                <a:ext uri="{FF2B5EF4-FFF2-40B4-BE49-F238E27FC236}">
                  <a16:creationId xmlns:a16="http://schemas.microsoft.com/office/drawing/2014/main" id="{8D17F4B5-5A0A-44CB-BFE9-1A1847E6F8B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5" name="직선 연결선 2604">
              <a:extLst>
                <a:ext uri="{FF2B5EF4-FFF2-40B4-BE49-F238E27FC236}">
                  <a16:creationId xmlns:a16="http://schemas.microsoft.com/office/drawing/2014/main" id="{6E72B64E-BCD0-4DA7-AFE2-C3D140335DC9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직선 연결선 2605">
              <a:extLst>
                <a:ext uri="{FF2B5EF4-FFF2-40B4-BE49-F238E27FC236}">
                  <a16:creationId xmlns:a16="http://schemas.microsoft.com/office/drawing/2014/main" id="{10B8FFDC-DD7F-4E7A-82D8-5FC767861D67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7" name="직선 연결선 2606">
              <a:extLst>
                <a:ext uri="{FF2B5EF4-FFF2-40B4-BE49-F238E27FC236}">
                  <a16:creationId xmlns:a16="http://schemas.microsoft.com/office/drawing/2014/main" id="{0B3A32F8-F8E3-49FB-A102-29706E298BA1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직선 연결선 2607">
              <a:extLst>
                <a:ext uri="{FF2B5EF4-FFF2-40B4-BE49-F238E27FC236}">
                  <a16:creationId xmlns:a16="http://schemas.microsoft.com/office/drawing/2014/main" id="{76170AF7-5BD5-4CE9-965E-6F30CE9ABFA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직선 연결선 2608">
              <a:extLst>
                <a:ext uri="{FF2B5EF4-FFF2-40B4-BE49-F238E27FC236}">
                  <a16:creationId xmlns:a16="http://schemas.microsoft.com/office/drawing/2014/main" id="{EBD68347-347E-4938-90F6-4B412DF8015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0" name="직선 연결선 2609">
              <a:extLst>
                <a:ext uri="{FF2B5EF4-FFF2-40B4-BE49-F238E27FC236}">
                  <a16:creationId xmlns:a16="http://schemas.microsoft.com/office/drawing/2014/main" id="{15DBD823-2A9B-4916-AAF7-D24F193B678A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직선 연결선 2610">
              <a:extLst>
                <a:ext uri="{FF2B5EF4-FFF2-40B4-BE49-F238E27FC236}">
                  <a16:creationId xmlns:a16="http://schemas.microsoft.com/office/drawing/2014/main" id="{63E7E8E1-E128-43C7-9763-117FB4BCC3B1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직선 연결선 2611">
              <a:extLst>
                <a:ext uri="{FF2B5EF4-FFF2-40B4-BE49-F238E27FC236}">
                  <a16:creationId xmlns:a16="http://schemas.microsoft.com/office/drawing/2014/main" id="{54263649-20ED-401F-9511-20479BD8449F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3" name="직선 연결선 2612">
              <a:extLst>
                <a:ext uri="{FF2B5EF4-FFF2-40B4-BE49-F238E27FC236}">
                  <a16:creationId xmlns:a16="http://schemas.microsoft.com/office/drawing/2014/main" id="{3A9F0166-FFE3-4F5C-9DA7-61F071C952C4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직선 연결선 2613">
              <a:extLst>
                <a:ext uri="{FF2B5EF4-FFF2-40B4-BE49-F238E27FC236}">
                  <a16:creationId xmlns:a16="http://schemas.microsoft.com/office/drawing/2014/main" id="{EA4ABA9F-2001-4BD3-AA6C-ED701A06F599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직선 연결선 2614">
              <a:extLst>
                <a:ext uri="{FF2B5EF4-FFF2-40B4-BE49-F238E27FC236}">
                  <a16:creationId xmlns:a16="http://schemas.microsoft.com/office/drawing/2014/main" id="{6D957FDA-5797-4CC5-90E7-FAA29A4F87D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직선 연결선 2615">
              <a:extLst>
                <a:ext uri="{FF2B5EF4-FFF2-40B4-BE49-F238E27FC236}">
                  <a16:creationId xmlns:a16="http://schemas.microsoft.com/office/drawing/2014/main" id="{81906189-2EAE-4A18-A378-011F65E07ACA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직선 연결선 2616">
              <a:extLst>
                <a:ext uri="{FF2B5EF4-FFF2-40B4-BE49-F238E27FC236}">
                  <a16:creationId xmlns:a16="http://schemas.microsoft.com/office/drawing/2014/main" id="{431A6B3B-4441-4435-B040-CBD9D897B106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직선 연결선 2617">
              <a:extLst>
                <a:ext uri="{FF2B5EF4-FFF2-40B4-BE49-F238E27FC236}">
                  <a16:creationId xmlns:a16="http://schemas.microsoft.com/office/drawing/2014/main" id="{B6ED6918-4EB0-4855-91D9-7B281C1906DF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직선 연결선 2618">
              <a:extLst>
                <a:ext uri="{FF2B5EF4-FFF2-40B4-BE49-F238E27FC236}">
                  <a16:creationId xmlns:a16="http://schemas.microsoft.com/office/drawing/2014/main" id="{BBAA897D-1646-4384-88EC-9E01F7D79CB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직선 연결선 2619">
              <a:extLst>
                <a:ext uri="{FF2B5EF4-FFF2-40B4-BE49-F238E27FC236}">
                  <a16:creationId xmlns:a16="http://schemas.microsoft.com/office/drawing/2014/main" id="{6DE39B8E-43A2-4B8D-BEA3-8584DA0F053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1" name="직선 연결선 2620">
              <a:extLst>
                <a:ext uri="{FF2B5EF4-FFF2-40B4-BE49-F238E27FC236}">
                  <a16:creationId xmlns:a16="http://schemas.microsoft.com/office/drawing/2014/main" id="{74372CF5-7E96-48FF-B98C-903E73AEA1CD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직선 연결선 2621">
              <a:extLst>
                <a:ext uri="{FF2B5EF4-FFF2-40B4-BE49-F238E27FC236}">
                  <a16:creationId xmlns:a16="http://schemas.microsoft.com/office/drawing/2014/main" id="{6281DBB1-D9C2-4CD6-874F-F5DB32DA4FDD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직선 연결선 2622">
              <a:extLst>
                <a:ext uri="{FF2B5EF4-FFF2-40B4-BE49-F238E27FC236}">
                  <a16:creationId xmlns:a16="http://schemas.microsoft.com/office/drawing/2014/main" id="{D384654C-7967-4149-B6D6-36EEF5F39B94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직선 연결선 2623">
              <a:extLst>
                <a:ext uri="{FF2B5EF4-FFF2-40B4-BE49-F238E27FC236}">
                  <a16:creationId xmlns:a16="http://schemas.microsoft.com/office/drawing/2014/main" id="{2212CD61-0A59-4135-B3C5-61847F2F415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5" name="직선 연결선 2624">
              <a:extLst>
                <a:ext uri="{FF2B5EF4-FFF2-40B4-BE49-F238E27FC236}">
                  <a16:creationId xmlns:a16="http://schemas.microsoft.com/office/drawing/2014/main" id="{D85A4763-E1A8-4C09-B36E-AF39E98DF3A7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직선 연결선 2625">
              <a:extLst>
                <a:ext uri="{FF2B5EF4-FFF2-40B4-BE49-F238E27FC236}">
                  <a16:creationId xmlns:a16="http://schemas.microsoft.com/office/drawing/2014/main" id="{056D6CB2-7535-4ACA-B4DD-929B579DF861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7" name="직선 연결선 2626">
              <a:extLst>
                <a:ext uri="{FF2B5EF4-FFF2-40B4-BE49-F238E27FC236}">
                  <a16:creationId xmlns:a16="http://schemas.microsoft.com/office/drawing/2014/main" id="{ED6729D7-C545-4216-9E60-F4F27B75E51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8" name="직선 연결선 2627">
              <a:extLst>
                <a:ext uri="{FF2B5EF4-FFF2-40B4-BE49-F238E27FC236}">
                  <a16:creationId xmlns:a16="http://schemas.microsoft.com/office/drawing/2014/main" id="{5E04BCD3-97BC-494A-83BA-1B69B5DBD77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9" name="직선 연결선 2628">
              <a:extLst>
                <a:ext uri="{FF2B5EF4-FFF2-40B4-BE49-F238E27FC236}">
                  <a16:creationId xmlns:a16="http://schemas.microsoft.com/office/drawing/2014/main" id="{1394DED9-5348-4A4D-A1A8-A6128DF89DD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직선 연결선 2629">
              <a:extLst>
                <a:ext uri="{FF2B5EF4-FFF2-40B4-BE49-F238E27FC236}">
                  <a16:creationId xmlns:a16="http://schemas.microsoft.com/office/drawing/2014/main" id="{45499616-2762-4169-B977-262473BECC5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1" name="직선 연결선 2630">
              <a:extLst>
                <a:ext uri="{FF2B5EF4-FFF2-40B4-BE49-F238E27FC236}">
                  <a16:creationId xmlns:a16="http://schemas.microsoft.com/office/drawing/2014/main" id="{3A867FCB-45E2-496D-8B54-A6ECEB500557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직선 연결선 2631">
              <a:extLst>
                <a:ext uri="{FF2B5EF4-FFF2-40B4-BE49-F238E27FC236}">
                  <a16:creationId xmlns:a16="http://schemas.microsoft.com/office/drawing/2014/main" id="{9A909737-2160-4F03-9667-0658249C696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3" name="직선 연결선 2632">
              <a:extLst>
                <a:ext uri="{FF2B5EF4-FFF2-40B4-BE49-F238E27FC236}">
                  <a16:creationId xmlns:a16="http://schemas.microsoft.com/office/drawing/2014/main" id="{4EC8B0DD-E094-44C1-BB7E-1E79BEAFB46C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9279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직선 연결선 2633">
              <a:extLst>
                <a:ext uri="{FF2B5EF4-FFF2-40B4-BE49-F238E27FC236}">
                  <a16:creationId xmlns:a16="http://schemas.microsoft.com/office/drawing/2014/main" id="{CD98536D-7B59-4193-86C0-F31E03EE6911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11205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5" name="직선 연결선 2634">
              <a:extLst>
                <a:ext uri="{FF2B5EF4-FFF2-40B4-BE49-F238E27FC236}">
                  <a16:creationId xmlns:a16="http://schemas.microsoft.com/office/drawing/2014/main" id="{A8F02E92-84B1-477C-8798-8EE7B858DD8E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42252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직선 연결선 2635">
              <a:extLst>
                <a:ext uri="{FF2B5EF4-FFF2-40B4-BE49-F238E27FC236}">
                  <a16:creationId xmlns:a16="http://schemas.microsoft.com/office/drawing/2014/main" id="{B970F1FD-3A60-439C-BA49-319D70D8E912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51458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7" name="직선 연결선 2636">
              <a:extLst>
                <a:ext uri="{FF2B5EF4-FFF2-40B4-BE49-F238E27FC236}">
                  <a16:creationId xmlns:a16="http://schemas.microsoft.com/office/drawing/2014/main" id="{F7625E1E-A0B8-43C6-928A-F5E535A96F77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직선 연결선 2637">
              <a:extLst>
                <a:ext uri="{FF2B5EF4-FFF2-40B4-BE49-F238E27FC236}">
                  <a16:creationId xmlns:a16="http://schemas.microsoft.com/office/drawing/2014/main" id="{03777E55-AE69-4D7E-A716-EAC908F9789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6066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9" name="직선 연결선 2638">
              <a:extLst>
                <a:ext uri="{FF2B5EF4-FFF2-40B4-BE49-F238E27FC236}">
                  <a16:creationId xmlns:a16="http://schemas.microsoft.com/office/drawing/2014/main" id="{80F2D1A3-7609-4089-A194-F9971765AAFB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3647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0" name="직선 연결선 2639">
              <a:extLst>
                <a:ext uri="{FF2B5EF4-FFF2-40B4-BE49-F238E27FC236}">
                  <a16:creationId xmlns:a16="http://schemas.microsoft.com/office/drawing/2014/main" id="{BE2291AB-66F2-4936-A968-06527D76F4BC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8015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1" name="직선 연결선 2640">
              <a:extLst>
                <a:ext uri="{FF2B5EF4-FFF2-40B4-BE49-F238E27FC236}">
                  <a16:creationId xmlns:a16="http://schemas.microsoft.com/office/drawing/2014/main" id="{2960FD4D-0679-4CE5-999B-C40DF04DE182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23840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2" name="직선 연결선 2641">
              <a:extLst>
                <a:ext uri="{FF2B5EF4-FFF2-40B4-BE49-F238E27FC236}">
                  <a16:creationId xmlns:a16="http://schemas.microsoft.com/office/drawing/2014/main" id="{BE90AB62-E49B-4ACB-9F84-6AB91121FF54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67522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3" name="직선 연결선 2642">
              <a:extLst>
                <a:ext uri="{FF2B5EF4-FFF2-40B4-BE49-F238E27FC236}">
                  <a16:creationId xmlns:a16="http://schemas.microsoft.com/office/drawing/2014/main" id="{D268FFE9-7F02-434A-B989-6C377DD81E8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54887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직선 연결선 2643">
              <a:extLst>
                <a:ext uri="{FF2B5EF4-FFF2-40B4-BE49-F238E27FC236}">
                  <a16:creationId xmlns:a16="http://schemas.microsoft.com/office/drawing/2014/main" id="{648A36B8-1F96-4140-B5B9-49E35A26245E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76728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5" name="직선 연결선 2644">
              <a:extLst>
                <a:ext uri="{FF2B5EF4-FFF2-40B4-BE49-F238E27FC236}">
                  <a16:creationId xmlns:a16="http://schemas.microsoft.com/office/drawing/2014/main" id="{0007C1D6-E1C1-48B3-B2EC-72947FD1A5D2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9856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6" name="직선 연결선 2645">
              <a:extLst>
                <a:ext uri="{FF2B5EF4-FFF2-40B4-BE49-F238E27FC236}">
                  <a16:creationId xmlns:a16="http://schemas.microsoft.com/office/drawing/2014/main" id="{0FA8A44F-640D-4B3A-9916-AEC1C1C7651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20411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7" name="직선 연결선 2646">
              <a:extLst>
                <a:ext uri="{FF2B5EF4-FFF2-40B4-BE49-F238E27FC236}">
                  <a16:creationId xmlns:a16="http://schemas.microsoft.com/office/drawing/2014/main" id="{75AF6E59-610D-4842-96CE-4764EC81D92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64093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직선 연결선 2647">
              <a:extLst>
                <a:ext uri="{FF2B5EF4-FFF2-40B4-BE49-F238E27FC236}">
                  <a16:creationId xmlns:a16="http://schemas.microsoft.com/office/drawing/2014/main" id="{E0500B23-4095-4652-8F6A-8A32E709970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85934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9" name="직선 연결선 2648">
              <a:extLst>
                <a:ext uri="{FF2B5EF4-FFF2-40B4-BE49-F238E27FC236}">
                  <a16:creationId xmlns:a16="http://schemas.microsoft.com/office/drawing/2014/main" id="{4B22FF22-1BF7-4C44-83A7-FBF661F91DFD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0777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직선 연결선 2649">
              <a:extLst>
                <a:ext uri="{FF2B5EF4-FFF2-40B4-BE49-F238E27FC236}">
                  <a16:creationId xmlns:a16="http://schemas.microsoft.com/office/drawing/2014/main" id="{0091AA5C-D5B5-4EF3-97DD-692B1E8AA6C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29617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1" name="직선 연결선 2650">
              <a:extLst>
                <a:ext uri="{FF2B5EF4-FFF2-40B4-BE49-F238E27FC236}">
                  <a16:creationId xmlns:a16="http://schemas.microsoft.com/office/drawing/2014/main" id="{6B98423D-DDA2-49ED-9C38-B759B8E3C30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73299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직선 연결선 2651">
              <a:extLst>
                <a:ext uri="{FF2B5EF4-FFF2-40B4-BE49-F238E27FC236}">
                  <a16:creationId xmlns:a16="http://schemas.microsoft.com/office/drawing/2014/main" id="{B2FBB998-D8B1-47F0-96F4-E6932AAA5284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95140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3" name="직선 연결선 2652">
              <a:extLst>
                <a:ext uri="{FF2B5EF4-FFF2-40B4-BE49-F238E27FC236}">
                  <a16:creationId xmlns:a16="http://schemas.microsoft.com/office/drawing/2014/main" id="{918A6D49-6E85-43F3-9B71-5D5B2C86234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169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직선 연결선 2653">
              <a:extLst>
                <a:ext uri="{FF2B5EF4-FFF2-40B4-BE49-F238E27FC236}">
                  <a16:creationId xmlns:a16="http://schemas.microsoft.com/office/drawing/2014/main" id="{26F0495B-C573-4E00-AA78-363F061D4681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0434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직선 연결선 2654">
              <a:extLst>
                <a:ext uri="{FF2B5EF4-FFF2-40B4-BE49-F238E27FC236}">
                  <a16:creationId xmlns:a16="http://schemas.microsoft.com/office/drawing/2014/main" id="{9D857770-4453-48CE-A179-D4E8711ADCC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3882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직선 연결선 2655">
              <a:extLst>
                <a:ext uri="{FF2B5EF4-FFF2-40B4-BE49-F238E27FC236}">
                  <a16:creationId xmlns:a16="http://schemas.microsoft.com/office/drawing/2014/main" id="{02A8E54F-8547-4A7B-AEF6-9648769B204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825031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7" name="직선 연결선 2656">
              <a:extLst>
                <a:ext uri="{FF2B5EF4-FFF2-40B4-BE49-F238E27FC236}">
                  <a16:creationId xmlns:a16="http://schemas.microsoft.com/office/drawing/2014/main" id="{8E0F6350-B87C-4296-82B6-F04DE2FB681D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261853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직선 연결선 2657">
              <a:extLst>
                <a:ext uri="{FF2B5EF4-FFF2-40B4-BE49-F238E27FC236}">
                  <a16:creationId xmlns:a16="http://schemas.microsoft.com/office/drawing/2014/main" id="{0DD52FE0-4C31-4054-B0B9-CF16294D37C2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직선 연결선 2658">
              <a:extLst>
                <a:ext uri="{FF2B5EF4-FFF2-40B4-BE49-F238E27FC236}">
                  <a16:creationId xmlns:a16="http://schemas.microsoft.com/office/drawing/2014/main" id="{8D1AA943-9C97-47E7-AC09-17066CDE8D74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1463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0" name="직선 연결선 2659">
              <a:extLst>
                <a:ext uri="{FF2B5EF4-FFF2-40B4-BE49-F238E27FC236}">
                  <a16:creationId xmlns:a16="http://schemas.microsoft.com/office/drawing/2014/main" id="{223A2371-3DA6-4F07-94B8-161D2233D649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33046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직선 연결선 2660">
              <a:extLst>
                <a:ext uri="{FF2B5EF4-FFF2-40B4-BE49-F238E27FC236}">
                  <a16:creationId xmlns:a16="http://schemas.microsoft.com/office/drawing/2014/main" id="{70BA0D8A-2493-4F62-B05C-52077995050F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5831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직선 연결선 2661">
              <a:extLst>
                <a:ext uri="{FF2B5EF4-FFF2-40B4-BE49-F238E27FC236}">
                  <a16:creationId xmlns:a16="http://schemas.microsoft.com/office/drawing/2014/main" id="{84A61CB9-25B4-4274-B165-E67CB96B377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01999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직선 연결선 2662">
              <a:extLst>
                <a:ext uri="{FF2B5EF4-FFF2-40B4-BE49-F238E27FC236}">
                  <a16:creationId xmlns:a16="http://schemas.microsoft.com/office/drawing/2014/main" id="{BADEAB93-3A69-4658-B370-D94F7F7CD5C0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45681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직선 연결선 2663">
              <a:extLst>
                <a:ext uri="{FF2B5EF4-FFF2-40B4-BE49-F238E27FC236}">
                  <a16:creationId xmlns:a16="http://schemas.microsoft.com/office/drawing/2014/main" id="{BF7489E2-2C02-4C3D-8DFA-520EA9614581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8936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직선 연결선 2664">
              <a:extLst>
                <a:ext uri="{FF2B5EF4-FFF2-40B4-BE49-F238E27FC236}">
                  <a16:creationId xmlns:a16="http://schemas.microsoft.com/office/drawing/2014/main" id="{0C902723-733E-4369-AD98-E5C603A58A8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직선 연결선 2665">
              <a:extLst>
                <a:ext uri="{FF2B5EF4-FFF2-40B4-BE49-F238E27FC236}">
                  <a16:creationId xmlns:a16="http://schemas.microsoft.com/office/drawing/2014/main" id="{87F23903-403B-417F-BF38-24015A4252B3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직선 연결선 2666">
              <a:extLst>
                <a:ext uri="{FF2B5EF4-FFF2-40B4-BE49-F238E27FC236}">
                  <a16:creationId xmlns:a16="http://schemas.microsoft.com/office/drawing/2014/main" id="{9949DD21-43E5-4469-A45C-0147118ED217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직선 연결선 2667">
              <a:extLst>
                <a:ext uri="{FF2B5EF4-FFF2-40B4-BE49-F238E27FC236}">
                  <a16:creationId xmlns:a16="http://schemas.microsoft.com/office/drawing/2014/main" id="{6E437B50-C04B-40BA-A99D-9CFA1DDB897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직선 연결선 2668">
              <a:extLst>
                <a:ext uri="{FF2B5EF4-FFF2-40B4-BE49-F238E27FC236}">
                  <a16:creationId xmlns:a16="http://schemas.microsoft.com/office/drawing/2014/main" id="{D0235CED-394F-4767-AE16-06CB89502B9B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직선 연결선 2669">
              <a:extLst>
                <a:ext uri="{FF2B5EF4-FFF2-40B4-BE49-F238E27FC236}">
                  <a16:creationId xmlns:a16="http://schemas.microsoft.com/office/drawing/2014/main" id="{723D2861-E57C-4D61-9AA6-C94F5D987413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1" name="직선 연결선 2670">
              <a:extLst>
                <a:ext uri="{FF2B5EF4-FFF2-40B4-BE49-F238E27FC236}">
                  <a16:creationId xmlns:a16="http://schemas.microsoft.com/office/drawing/2014/main" id="{59B28DD2-A584-44C0-A19C-CAD9B5689008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2" name="직선 연결선 2671">
              <a:extLst>
                <a:ext uri="{FF2B5EF4-FFF2-40B4-BE49-F238E27FC236}">
                  <a16:creationId xmlns:a16="http://schemas.microsoft.com/office/drawing/2014/main" id="{1A636F43-8471-4C78-8A7B-D2CC8ADF4E0D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직선 연결선 2672">
              <a:extLst>
                <a:ext uri="{FF2B5EF4-FFF2-40B4-BE49-F238E27FC236}">
                  <a16:creationId xmlns:a16="http://schemas.microsoft.com/office/drawing/2014/main" id="{59172B75-E64B-46D7-9FDF-3E4782673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4" name="직선 연결선 2673">
              <a:extLst>
                <a:ext uri="{FF2B5EF4-FFF2-40B4-BE49-F238E27FC236}">
                  <a16:creationId xmlns:a16="http://schemas.microsoft.com/office/drawing/2014/main" id="{009B5DDE-66BD-41D9-9FA6-ADD709356678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직선 연결선 2674">
              <a:extLst>
                <a:ext uri="{FF2B5EF4-FFF2-40B4-BE49-F238E27FC236}">
                  <a16:creationId xmlns:a16="http://schemas.microsoft.com/office/drawing/2014/main" id="{87F6AE0B-C030-4AF6-8C8B-BC79B4924EB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직선 연결선 2675">
              <a:extLst>
                <a:ext uri="{FF2B5EF4-FFF2-40B4-BE49-F238E27FC236}">
                  <a16:creationId xmlns:a16="http://schemas.microsoft.com/office/drawing/2014/main" id="{D0D48705-45BA-49D8-A183-D951F0AA950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직선 연결선 2676">
              <a:extLst>
                <a:ext uri="{FF2B5EF4-FFF2-40B4-BE49-F238E27FC236}">
                  <a16:creationId xmlns:a16="http://schemas.microsoft.com/office/drawing/2014/main" id="{A2191639-BDD7-4DC4-9601-3FF7DF429C4E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8" name="직선 연결선 2677">
              <a:extLst>
                <a:ext uri="{FF2B5EF4-FFF2-40B4-BE49-F238E27FC236}">
                  <a16:creationId xmlns:a16="http://schemas.microsoft.com/office/drawing/2014/main" id="{39E6C1F1-10D6-46FD-B0A0-5F8EE3E391B7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직선 연결선 2678">
              <a:extLst>
                <a:ext uri="{FF2B5EF4-FFF2-40B4-BE49-F238E27FC236}">
                  <a16:creationId xmlns:a16="http://schemas.microsoft.com/office/drawing/2014/main" id="{8393DC60-6302-46C6-AFCF-5802F199426D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0" name="직선 연결선 2679">
              <a:extLst>
                <a:ext uri="{FF2B5EF4-FFF2-40B4-BE49-F238E27FC236}">
                  <a16:creationId xmlns:a16="http://schemas.microsoft.com/office/drawing/2014/main" id="{6C319A5A-7219-4BB4-8478-A051EAC91F9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직선 연결선 2680">
              <a:extLst>
                <a:ext uri="{FF2B5EF4-FFF2-40B4-BE49-F238E27FC236}">
                  <a16:creationId xmlns:a16="http://schemas.microsoft.com/office/drawing/2014/main" id="{90BB2487-D400-4484-8EC8-CB92EA2DDEF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2" name="직선 연결선 2681">
              <a:extLst>
                <a:ext uri="{FF2B5EF4-FFF2-40B4-BE49-F238E27FC236}">
                  <a16:creationId xmlns:a16="http://schemas.microsoft.com/office/drawing/2014/main" id="{F20052E7-D012-4FD5-A77D-60310D300E89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직선 연결선 2682">
              <a:extLst>
                <a:ext uri="{FF2B5EF4-FFF2-40B4-BE49-F238E27FC236}">
                  <a16:creationId xmlns:a16="http://schemas.microsoft.com/office/drawing/2014/main" id="{7CB1BEB9-EF13-494D-8DC4-E282EA0A87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직선 연결선 2683">
              <a:extLst>
                <a:ext uri="{FF2B5EF4-FFF2-40B4-BE49-F238E27FC236}">
                  <a16:creationId xmlns:a16="http://schemas.microsoft.com/office/drawing/2014/main" id="{B9E70C52-6E51-45A9-9B50-610C3D6F6BB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5" name="직선 연결선 2684">
              <a:extLst>
                <a:ext uri="{FF2B5EF4-FFF2-40B4-BE49-F238E27FC236}">
                  <a16:creationId xmlns:a16="http://schemas.microsoft.com/office/drawing/2014/main" id="{21BD956A-5CFF-4442-B639-096B409CCA1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직선 연결선 2685">
              <a:extLst>
                <a:ext uri="{FF2B5EF4-FFF2-40B4-BE49-F238E27FC236}">
                  <a16:creationId xmlns:a16="http://schemas.microsoft.com/office/drawing/2014/main" id="{F6CE4D0E-69AD-41C1-BDEB-8D0814DC221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7" name="직선 연결선 2686">
              <a:extLst>
                <a:ext uri="{FF2B5EF4-FFF2-40B4-BE49-F238E27FC236}">
                  <a16:creationId xmlns:a16="http://schemas.microsoft.com/office/drawing/2014/main" id="{5BC03F00-05C3-48C9-B4B2-0EC61929B4C8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직선 연결선 2687">
              <a:extLst>
                <a:ext uri="{FF2B5EF4-FFF2-40B4-BE49-F238E27FC236}">
                  <a16:creationId xmlns:a16="http://schemas.microsoft.com/office/drawing/2014/main" id="{68E30E34-6BF6-4279-A76A-278FF165E86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9" name="직선 연결선 2688">
              <a:extLst>
                <a:ext uri="{FF2B5EF4-FFF2-40B4-BE49-F238E27FC236}">
                  <a16:creationId xmlns:a16="http://schemas.microsoft.com/office/drawing/2014/main" id="{74DCE99F-801A-4540-A394-2F95DFF7B099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직선 연결선 2689">
              <a:extLst>
                <a:ext uri="{FF2B5EF4-FFF2-40B4-BE49-F238E27FC236}">
                  <a16:creationId xmlns:a16="http://schemas.microsoft.com/office/drawing/2014/main" id="{33FEE094-FF46-490F-80BC-8FCF752219CB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1" name="직선 연결선 2690">
              <a:extLst>
                <a:ext uri="{FF2B5EF4-FFF2-40B4-BE49-F238E27FC236}">
                  <a16:creationId xmlns:a16="http://schemas.microsoft.com/office/drawing/2014/main" id="{8F15BC8C-A3CF-47CF-B5EB-8E9112A587C1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직선 연결선 2691">
              <a:extLst>
                <a:ext uri="{FF2B5EF4-FFF2-40B4-BE49-F238E27FC236}">
                  <a16:creationId xmlns:a16="http://schemas.microsoft.com/office/drawing/2014/main" id="{20213C84-6283-4F3C-ABC0-8CFFD6C636D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직선 연결선 2692">
              <a:extLst>
                <a:ext uri="{FF2B5EF4-FFF2-40B4-BE49-F238E27FC236}">
                  <a16:creationId xmlns:a16="http://schemas.microsoft.com/office/drawing/2014/main" id="{8128CCDF-054B-4AD1-83A9-45F423E23C83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4" name="직선 연결선 2693">
              <a:extLst>
                <a:ext uri="{FF2B5EF4-FFF2-40B4-BE49-F238E27FC236}">
                  <a16:creationId xmlns:a16="http://schemas.microsoft.com/office/drawing/2014/main" id="{F0E2A765-9B61-4CA7-936C-89341515CD8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직선 연결선 2694">
              <a:extLst>
                <a:ext uri="{FF2B5EF4-FFF2-40B4-BE49-F238E27FC236}">
                  <a16:creationId xmlns:a16="http://schemas.microsoft.com/office/drawing/2014/main" id="{E142DABD-22A0-40E1-9E8E-C38EBEA0929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6" name="직선 연결선 2695">
              <a:extLst>
                <a:ext uri="{FF2B5EF4-FFF2-40B4-BE49-F238E27FC236}">
                  <a16:creationId xmlns:a16="http://schemas.microsoft.com/office/drawing/2014/main" id="{1A86F876-91DA-4679-88EF-CED1506E825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직선 연결선 2696">
              <a:extLst>
                <a:ext uri="{FF2B5EF4-FFF2-40B4-BE49-F238E27FC236}">
                  <a16:creationId xmlns:a16="http://schemas.microsoft.com/office/drawing/2014/main" id="{3D9FDD25-F507-4230-9A92-9D82060E7E3E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8" name="직선 연결선 2697">
              <a:extLst>
                <a:ext uri="{FF2B5EF4-FFF2-40B4-BE49-F238E27FC236}">
                  <a16:creationId xmlns:a16="http://schemas.microsoft.com/office/drawing/2014/main" id="{77C5426E-C7E3-4AC1-BDF3-D0DF856A709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직선 연결선 2698">
              <a:extLst>
                <a:ext uri="{FF2B5EF4-FFF2-40B4-BE49-F238E27FC236}">
                  <a16:creationId xmlns:a16="http://schemas.microsoft.com/office/drawing/2014/main" id="{AB9D0E26-E493-48BE-A9ED-AA27D7B94A3D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9279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0" name="직선 연결선 2699">
              <a:extLst>
                <a:ext uri="{FF2B5EF4-FFF2-40B4-BE49-F238E27FC236}">
                  <a16:creationId xmlns:a16="http://schemas.microsoft.com/office/drawing/2014/main" id="{C922DE3E-C8A5-4142-8B03-B11CFDF61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11205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1" name="직선 연결선 2700">
              <a:extLst>
                <a:ext uri="{FF2B5EF4-FFF2-40B4-BE49-F238E27FC236}">
                  <a16:creationId xmlns:a16="http://schemas.microsoft.com/office/drawing/2014/main" id="{C8D2BD94-7B5B-44E2-A24C-623D433B13C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42252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직선 연결선 2701">
              <a:extLst>
                <a:ext uri="{FF2B5EF4-FFF2-40B4-BE49-F238E27FC236}">
                  <a16:creationId xmlns:a16="http://schemas.microsoft.com/office/drawing/2014/main" id="{69209420-B866-43E1-A4AD-0C4F12DECBDA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51458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3" name="직선 연결선 2702">
              <a:extLst>
                <a:ext uri="{FF2B5EF4-FFF2-40B4-BE49-F238E27FC236}">
                  <a16:creationId xmlns:a16="http://schemas.microsoft.com/office/drawing/2014/main" id="{35035031-8551-4317-937B-2CEB66584ED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직선 연결선 2703">
              <a:extLst>
                <a:ext uri="{FF2B5EF4-FFF2-40B4-BE49-F238E27FC236}">
                  <a16:creationId xmlns:a16="http://schemas.microsoft.com/office/drawing/2014/main" id="{CFB71941-CA0C-4F8E-947C-BC143C15758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6066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직선 연결선 2704">
              <a:extLst>
                <a:ext uri="{FF2B5EF4-FFF2-40B4-BE49-F238E27FC236}">
                  <a16:creationId xmlns:a16="http://schemas.microsoft.com/office/drawing/2014/main" id="{62F0C40D-BC6D-46A0-9182-E3023857012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3647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6" name="직선 연결선 2705">
              <a:extLst>
                <a:ext uri="{FF2B5EF4-FFF2-40B4-BE49-F238E27FC236}">
                  <a16:creationId xmlns:a16="http://schemas.microsoft.com/office/drawing/2014/main" id="{951B1FE4-9DA9-4CF8-BBC8-26E83917914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8015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직선 연결선 2706">
              <a:extLst>
                <a:ext uri="{FF2B5EF4-FFF2-40B4-BE49-F238E27FC236}">
                  <a16:creationId xmlns:a16="http://schemas.microsoft.com/office/drawing/2014/main" id="{277A792C-BCBE-4EB0-A1BA-FBE2C299F041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23840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직선 연결선 2707">
              <a:extLst>
                <a:ext uri="{FF2B5EF4-FFF2-40B4-BE49-F238E27FC236}">
                  <a16:creationId xmlns:a16="http://schemas.microsoft.com/office/drawing/2014/main" id="{E5A5FEA2-6215-4C61-AE4C-87605E99A8F1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67522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직선 연결선 2708">
              <a:extLst>
                <a:ext uri="{FF2B5EF4-FFF2-40B4-BE49-F238E27FC236}">
                  <a16:creationId xmlns:a16="http://schemas.microsoft.com/office/drawing/2014/main" id="{FA5DB696-6A23-4B47-B6A3-606D9433C68B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54887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직선 연결선 2709">
              <a:extLst>
                <a:ext uri="{FF2B5EF4-FFF2-40B4-BE49-F238E27FC236}">
                  <a16:creationId xmlns:a16="http://schemas.microsoft.com/office/drawing/2014/main" id="{00C998A1-32AE-41BF-8CC6-4E1629F25DDB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76728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직선 연결선 2710">
              <a:extLst>
                <a:ext uri="{FF2B5EF4-FFF2-40B4-BE49-F238E27FC236}">
                  <a16:creationId xmlns:a16="http://schemas.microsoft.com/office/drawing/2014/main" id="{631C5011-E4E9-4879-B3BC-96404F41DDA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9856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직선 연결선 2711">
              <a:extLst>
                <a:ext uri="{FF2B5EF4-FFF2-40B4-BE49-F238E27FC236}">
                  <a16:creationId xmlns:a16="http://schemas.microsoft.com/office/drawing/2014/main" id="{4A26C41D-5ED6-4681-8C46-311BEDA2201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20411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직선 연결선 2712">
              <a:extLst>
                <a:ext uri="{FF2B5EF4-FFF2-40B4-BE49-F238E27FC236}">
                  <a16:creationId xmlns:a16="http://schemas.microsoft.com/office/drawing/2014/main" id="{D5CD3221-4C5E-4515-AB6D-4220507AA5A0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64093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직선 연결선 2713">
              <a:extLst>
                <a:ext uri="{FF2B5EF4-FFF2-40B4-BE49-F238E27FC236}">
                  <a16:creationId xmlns:a16="http://schemas.microsoft.com/office/drawing/2014/main" id="{9AEF1BFB-FFF1-4E99-9B2D-779C1578F61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85934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직선 연결선 2714">
              <a:extLst>
                <a:ext uri="{FF2B5EF4-FFF2-40B4-BE49-F238E27FC236}">
                  <a16:creationId xmlns:a16="http://schemas.microsoft.com/office/drawing/2014/main" id="{CC6B9FED-BCB1-4FE3-BDF9-EFA05552F39B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0777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직선 연결선 2715">
              <a:extLst>
                <a:ext uri="{FF2B5EF4-FFF2-40B4-BE49-F238E27FC236}">
                  <a16:creationId xmlns:a16="http://schemas.microsoft.com/office/drawing/2014/main" id="{FFC510DA-50AE-4E8E-9634-380254C0619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29617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7" name="직선 연결선 2716">
              <a:extLst>
                <a:ext uri="{FF2B5EF4-FFF2-40B4-BE49-F238E27FC236}">
                  <a16:creationId xmlns:a16="http://schemas.microsoft.com/office/drawing/2014/main" id="{085ADE2C-0771-4A8F-BCB7-D99B71C8D460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73299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직선 연결선 2717">
              <a:extLst>
                <a:ext uri="{FF2B5EF4-FFF2-40B4-BE49-F238E27FC236}">
                  <a16:creationId xmlns:a16="http://schemas.microsoft.com/office/drawing/2014/main" id="{68247D6E-6D9C-4DB6-A76B-F2334BDB49C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95140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직선 연결선 2718">
              <a:extLst>
                <a:ext uri="{FF2B5EF4-FFF2-40B4-BE49-F238E27FC236}">
                  <a16:creationId xmlns:a16="http://schemas.microsoft.com/office/drawing/2014/main" id="{7876FC1E-2762-483C-A0C0-8FED8A457730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169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직선 연결선 2719">
              <a:extLst>
                <a:ext uri="{FF2B5EF4-FFF2-40B4-BE49-F238E27FC236}">
                  <a16:creationId xmlns:a16="http://schemas.microsoft.com/office/drawing/2014/main" id="{7B013217-FDC9-4622-9642-8052FA2138A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0434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직선 연결선 2720">
              <a:extLst>
                <a:ext uri="{FF2B5EF4-FFF2-40B4-BE49-F238E27FC236}">
                  <a16:creationId xmlns:a16="http://schemas.microsoft.com/office/drawing/2014/main" id="{847C0E65-AA3F-40B3-A2FE-4FB7E48096F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3882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직선 연결선 2721">
              <a:extLst>
                <a:ext uri="{FF2B5EF4-FFF2-40B4-BE49-F238E27FC236}">
                  <a16:creationId xmlns:a16="http://schemas.microsoft.com/office/drawing/2014/main" id="{3E92C255-48EA-47F6-B43D-BAF24D56428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8250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직선 연결선 2722">
              <a:extLst>
                <a:ext uri="{FF2B5EF4-FFF2-40B4-BE49-F238E27FC236}">
                  <a16:creationId xmlns:a16="http://schemas.microsoft.com/office/drawing/2014/main" id="{B2011651-9A39-44D9-9E57-3F0C39C03F7C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261853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직선 연결선 2723">
              <a:extLst>
                <a:ext uri="{FF2B5EF4-FFF2-40B4-BE49-F238E27FC236}">
                  <a16:creationId xmlns:a16="http://schemas.microsoft.com/office/drawing/2014/main" id="{3EFF47D8-CAFD-4953-AA58-72FB6191E14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직선 연결선 2724">
              <a:extLst>
                <a:ext uri="{FF2B5EF4-FFF2-40B4-BE49-F238E27FC236}">
                  <a16:creationId xmlns:a16="http://schemas.microsoft.com/office/drawing/2014/main" id="{2A273247-C0F7-44CF-88C0-30F64B72E46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1463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직선 연결선 2725">
              <a:extLst>
                <a:ext uri="{FF2B5EF4-FFF2-40B4-BE49-F238E27FC236}">
                  <a16:creationId xmlns:a16="http://schemas.microsoft.com/office/drawing/2014/main" id="{285B7D13-C781-491F-B6C7-2C389F5E7B4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33046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7" name="직선 연결선 2726">
              <a:extLst>
                <a:ext uri="{FF2B5EF4-FFF2-40B4-BE49-F238E27FC236}">
                  <a16:creationId xmlns:a16="http://schemas.microsoft.com/office/drawing/2014/main" id="{5A9F80AC-A120-4EAC-97AB-DF55F9A7081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5831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직선 연결선 2727">
              <a:extLst>
                <a:ext uri="{FF2B5EF4-FFF2-40B4-BE49-F238E27FC236}">
                  <a16:creationId xmlns:a16="http://schemas.microsoft.com/office/drawing/2014/main" id="{01ADF7E9-4433-477A-B52C-78EF398C352A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01999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직선 연결선 2728">
              <a:extLst>
                <a:ext uri="{FF2B5EF4-FFF2-40B4-BE49-F238E27FC236}">
                  <a16:creationId xmlns:a16="http://schemas.microsoft.com/office/drawing/2014/main" id="{F566FFA7-512F-47B0-88E9-6C9746F9820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45681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직선 연결선 2729">
              <a:extLst>
                <a:ext uri="{FF2B5EF4-FFF2-40B4-BE49-F238E27FC236}">
                  <a16:creationId xmlns:a16="http://schemas.microsoft.com/office/drawing/2014/main" id="{C0C616FC-7AD0-4707-A619-E102E0FB583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8936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직선 연결선 2730">
              <a:extLst>
                <a:ext uri="{FF2B5EF4-FFF2-40B4-BE49-F238E27FC236}">
                  <a16:creationId xmlns:a16="http://schemas.microsoft.com/office/drawing/2014/main" id="{B95FD37E-8918-4A3E-8EB8-7CF5BFBD795B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직선 연결선 2731">
              <a:extLst>
                <a:ext uri="{FF2B5EF4-FFF2-40B4-BE49-F238E27FC236}">
                  <a16:creationId xmlns:a16="http://schemas.microsoft.com/office/drawing/2014/main" id="{4B532E5A-5C55-4411-92E9-47D96A2D5D25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직선 연결선 2732">
              <a:extLst>
                <a:ext uri="{FF2B5EF4-FFF2-40B4-BE49-F238E27FC236}">
                  <a16:creationId xmlns:a16="http://schemas.microsoft.com/office/drawing/2014/main" id="{0CA0160E-3D5D-44E5-BC60-5953668F4627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4" name="직선 연결선 2733">
              <a:extLst>
                <a:ext uri="{FF2B5EF4-FFF2-40B4-BE49-F238E27FC236}">
                  <a16:creationId xmlns:a16="http://schemas.microsoft.com/office/drawing/2014/main" id="{24257E18-5E11-4E50-9859-828410919FB3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직선 연결선 2734">
              <a:extLst>
                <a:ext uri="{FF2B5EF4-FFF2-40B4-BE49-F238E27FC236}">
                  <a16:creationId xmlns:a16="http://schemas.microsoft.com/office/drawing/2014/main" id="{75805947-B8FC-4FD3-A4C0-8AA9E38FE11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직선 연결선 2735">
              <a:extLst>
                <a:ext uri="{FF2B5EF4-FFF2-40B4-BE49-F238E27FC236}">
                  <a16:creationId xmlns:a16="http://schemas.microsoft.com/office/drawing/2014/main" id="{8933966D-D805-4DF8-926A-28F10CAF85E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7" name="직선 연결선 2736">
              <a:extLst>
                <a:ext uri="{FF2B5EF4-FFF2-40B4-BE49-F238E27FC236}">
                  <a16:creationId xmlns:a16="http://schemas.microsoft.com/office/drawing/2014/main" id="{28D51DCA-2C49-4DAD-A8AA-CAFD43E99BB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8" name="직선 연결선 2737">
              <a:extLst>
                <a:ext uri="{FF2B5EF4-FFF2-40B4-BE49-F238E27FC236}">
                  <a16:creationId xmlns:a16="http://schemas.microsoft.com/office/drawing/2014/main" id="{064FB93B-5D39-43A0-AC43-1768F8A611C0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9" name="직선 연결선 2738">
              <a:extLst>
                <a:ext uri="{FF2B5EF4-FFF2-40B4-BE49-F238E27FC236}">
                  <a16:creationId xmlns:a16="http://schemas.microsoft.com/office/drawing/2014/main" id="{24210384-224C-49ED-819B-26190BA1E5C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직선 연결선 2739">
              <a:extLst>
                <a:ext uri="{FF2B5EF4-FFF2-40B4-BE49-F238E27FC236}">
                  <a16:creationId xmlns:a16="http://schemas.microsoft.com/office/drawing/2014/main" id="{FB797DA7-ECD9-447F-A529-8658C6918A24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1" name="직선 연결선 2740">
              <a:extLst>
                <a:ext uri="{FF2B5EF4-FFF2-40B4-BE49-F238E27FC236}">
                  <a16:creationId xmlns:a16="http://schemas.microsoft.com/office/drawing/2014/main" id="{140BD002-A146-4C7E-9326-9A6A3D0E6C90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직선 연결선 2741">
              <a:extLst>
                <a:ext uri="{FF2B5EF4-FFF2-40B4-BE49-F238E27FC236}">
                  <a16:creationId xmlns:a16="http://schemas.microsoft.com/office/drawing/2014/main" id="{4BB5B464-758F-4DAA-8D37-55F446881A56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3" name="직선 연결선 2742">
              <a:extLst>
                <a:ext uri="{FF2B5EF4-FFF2-40B4-BE49-F238E27FC236}">
                  <a16:creationId xmlns:a16="http://schemas.microsoft.com/office/drawing/2014/main" id="{D46C2D22-0C1F-4D17-9FBB-ADBE2169E938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직선 연결선 2743">
              <a:extLst>
                <a:ext uri="{FF2B5EF4-FFF2-40B4-BE49-F238E27FC236}">
                  <a16:creationId xmlns:a16="http://schemas.microsoft.com/office/drawing/2014/main" id="{A372C2A8-786D-4FAA-AE9A-B08E86C48C2F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5" name="직선 연결선 2744">
              <a:extLst>
                <a:ext uri="{FF2B5EF4-FFF2-40B4-BE49-F238E27FC236}">
                  <a16:creationId xmlns:a16="http://schemas.microsoft.com/office/drawing/2014/main" id="{2F2409AA-1ECE-4D52-9ABF-0B133B1A1EA4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직선 연결선 2745">
              <a:extLst>
                <a:ext uri="{FF2B5EF4-FFF2-40B4-BE49-F238E27FC236}">
                  <a16:creationId xmlns:a16="http://schemas.microsoft.com/office/drawing/2014/main" id="{505C8FB9-2479-44E8-A817-C0EA1EAE0EF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7" name="직선 연결선 2746">
              <a:extLst>
                <a:ext uri="{FF2B5EF4-FFF2-40B4-BE49-F238E27FC236}">
                  <a16:creationId xmlns:a16="http://schemas.microsoft.com/office/drawing/2014/main" id="{4270F043-5C54-4948-A040-0EA1994539C7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직선 연결선 2747">
              <a:extLst>
                <a:ext uri="{FF2B5EF4-FFF2-40B4-BE49-F238E27FC236}">
                  <a16:creationId xmlns:a16="http://schemas.microsoft.com/office/drawing/2014/main" id="{EEAB3ECA-919A-4F51-9187-C614505C7A7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직선 연결선 2748">
              <a:extLst>
                <a:ext uri="{FF2B5EF4-FFF2-40B4-BE49-F238E27FC236}">
                  <a16:creationId xmlns:a16="http://schemas.microsoft.com/office/drawing/2014/main" id="{05CA4B32-5CB2-4231-B2AC-74F7F5BBB62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직선 연결선 2749">
              <a:extLst>
                <a:ext uri="{FF2B5EF4-FFF2-40B4-BE49-F238E27FC236}">
                  <a16:creationId xmlns:a16="http://schemas.microsoft.com/office/drawing/2014/main" id="{3653341F-147B-4E1D-900F-416060806FE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1" name="직선 연결선 2750">
              <a:extLst>
                <a:ext uri="{FF2B5EF4-FFF2-40B4-BE49-F238E27FC236}">
                  <a16:creationId xmlns:a16="http://schemas.microsoft.com/office/drawing/2014/main" id="{F31D9FF4-CD84-4E98-81C6-8AABC2D68005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직선 연결선 2751">
              <a:extLst>
                <a:ext uri="{FF2B5EF4-FFF2-40B4-BE49-F238E27FC236}">
                  <a16:creationId xmlns:a16="http://schemas.microsoft.com/office/drawing/2014/main" id="{ECF941C5-1025-43B4-BFD9-03F1CD0AD048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직선 연결선 2752">
              <a:extLst>
                <a:ext uri="{FF2B5EF4-FFF2-40B4-BE49-F238E27FC236}">
                  <a16:creationId xmlns:a16="http://schemas.microsoft.com/office/drawing/2014/main" id="{CA28F3A8-63B4-4E5B-B8A6-D08CD716B9E7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4" name="직선 연결선 2753">
              <a:extLst>
                <a:ext uri="{FF2B5EF4-FFF2-40B4-BE49-F238E27FC236}">
                  <a16:creationId xmlns:a16="http://schemas.microsoft.com/office/drawing/2014/main" id="{F3770383-A38F-447A-BF11-D1A18A060F4A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직선 연결선 2754">
              <a:extLst>
                <a:ext uri="{FF2B5EF4-FFF2-40B4-BE49-F238E27FC236}">
                  <a16:creationId xmlns:a16="http://schemas.microsoft.com/office/drawing/2014/main" id="{61190C88-8CBD-4200-9CD7-CFA1374742A6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직선 연결선 2755">
              <a:extLst>
                <a:ext uri="{FF2B5EF4-FFF2-40B4-BE49-F238E27FC236}">
                  <a16:creationId xmlns:a16="http://schemas.microsoft.com/office/drawing/2014/main" id="{6F65C202-0703-4579-BF14-007A271AE47D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직선 연결선 2756">
              <a:extLst>
                <a:ext uri="{FF2B5EF4-FFF2-40B4-BE49-F238E27FC236}">
                  <a16:creationId xmlns:a16="http://schemas.microsoft.com/office/drawing/2014/main" id="{1602DEDE-CEC4-455C-8EF1-6F4048BE9FFD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직선 연결선 2757">
              <a:extLst>
                <a:ext uri="{FF2B5EF4-FFF2-40B4-BE49-F238E27FC236}">
                  <a16:creationId xmlns:a16="http://schemas.microsoft.com/office/drawing/2014/main" id="{C260F7FA-01F9-4D34-8D1E-ECF78547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직선 연결선 2758">
              <a:extLst>
                <a:ext uri="{FF2B5EF4-FFF2-40B4-BE49-F238E27FC236}">
                  <a16:creationId xmlns:a16="http://schemas.microsoft.com/office/drawing/2014/main" id="{5417F1A4-F913-471C-8D23-8B72AC882EF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0" name="직선 연결선 2759">
              <a:extLst>
                <a:ext uri="{FF2B5EF4-FFF2-40B4-BE49-F238E27FC236}">
                  <a16:creationId xmlns:a16="http://schemas.microsoft.com/office/drawing/2014/main" id="{F428FDF5-D9BE-4CEF-86E6-0FE0B775F78A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직선 연결선 2760">
              <a:extLst>
                <a:ext uri="{FF2B5EF4-FFF2-40B4-BE49-F238E27FC236}">
                  <a16:creationId xmlns:a16="http://schemas.microsoft.com/office/drawing/2014/main" id="{BABC908A-A283-4D19-BD12-53C3A5627456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직선 연결선 2761">
              <a:extLst>
                <a:ext uri="{FF2B5EF4-FFF2-40B4-BE49-F238E27FC236}">
                  <a16:creationId xmlns:a16="http://schemas.microsoft.com/office/drawing/2014/main" id="{C5BF74B9-6850-4304-B432-09A1A0861273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직선 연결선 2762">
              <a:extLst>
                <a:ext uri="{FF2B5EF4-FFF2-40B4-BE49-F238E27FC236}">
                  <a16:creationId xmlns:a16="http://schemas.microsoft.com/office/drawing/2014/main" id="{84B7DCE5-85A2-42E3-A805-A0CA472E8ED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직선 연결선 2763">
              <a:extLst>
                <a:ext uri="{FF2B5EF4-FFF2-40B4-BE49-F238E27FC236}">
                  <a16:creationId xmlns:a16="http://schemas.microsoft.com/office/drawing/2014/main" id="{8813F1E6-ED80-4605-9DE3-E68625F0F066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35061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직선 연결선 2764">
              <a:extLst>
                <a:ext uri="{FF2B5EF4-FFF2-40B4-BE49-F238E27FC236}">
                  <a16:creationId xmlns:a16="http://schemas.microsoft.com/office/drawing/2014/main" id="{31145854-EC47-4138-A8C9-2B0410D5050B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9279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직선 연결선 2765">
              <a:extLst>
                <a:ext uri="{FF2B5EF4-FFF2-40B4-BE49-F238E27FC236}">
                  <a16:creationId xmlns:a16="http://schemas.microsoft.com/office/drawing/2014/main" id="{A3E8F611-2B26-46B4-9932-DB8C65F87F9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11205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직선 연결선 2766">
              <a:extLst>
                <a:ext uri="{FF2B5EF4-FFF2-40B4-BE49-F238E27FC236}">
                  <a16:creationId xmlns:a16="http://schemas.microsoft.com/office/drawing/2014/main" id="{D6037666-550C-46BD-A83E-CB054C61795B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42252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직선 연결선 2767">
              <a:extLst>
                <a:ext uri="{FF2B5EF4-FFF2-40B4-BE49-F238E27FC236}">
                  <a16:creationId xmlns:a16="http://schemas.microsoft.com/office/drawing/2014/main" id="{3D35D7FD-7350-4000-AE43-BBE8CCC9D1D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51458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직선 연결선 2768">
              <a:extLst>
                <a:ext uri="{FF2B5EF4-FFF2-40B4-BE49-F238E27FC236}">
                  <a16:creationId xmlns:a16="http://schemas.microsoft.com/office/drawing/2014/main" id="{83A42D0F-B608-4ED7-8918-A811C025875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직선 연결선 2769">
              <a:extLst>
                <a:ext uri="{FF2B5EF4-FFF2-40B4-BE49-F238E27FC236}">
                  <a16:creationId xmlns:a16="http://schemas.microsoft.com/office/drawing/2014/main" id="{38539076-00BD-4816-96CF-8082F12D926F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6066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직선 연결선 2770">
              <a:extLst>
                <a:ext uri="{FF2B5EF4-FFF2-40B4-BE49-F238E27FC236}">
                  <a16:creationId xmlns:a16="http://schemas.microsoft.com/office/drawing/2014/main" id="{A7ECD4F4-CAA7-48CA-B5B7-BFADE6EF110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3647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직선 연결선 2771">
              <a:extLst>
                <a:ext uri="{FF2B5EF4-FFF2-40B4-BE49-F238E27FC236}">
                  <a16:creationId xmlns:a16="http://schemas.microsoft.com/office/drawing/2014/main" id="{A67E87B0-E704-442E-AAD4-2F3F96C466F6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8015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직선 연결선 2772">
              <a:extLst>
                <a:ext uri="{FF2B5EF4-FFF2-40B4-BE49-F238E27FC236}">
                  <a16:creationId xmlns:a16="http://schemas.microsoft.com/office/drawing/2014/main" id="{36CD5AB6-FC42-42EE-813D-29CA2A75A9B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23840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4" name="직선 연결선 2773">
              <a:extLst>
                <a:ext uri="{FF2B5EF4-FFF2-40B4-BE49-F238E27FC236}">
                  <a16:creationId xmlns:a16="http://schemas.microsoft.com/office/drawing/2014/main" id="{4B0449B8-D7B4-44C2-B0D3-9B57FF15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67522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5" name="직선 연결선 2774">
              <a:extLst>
                <a:ext uri="{FF2B5EF4-FFF2-40B4-BE49-F238E27FC236}">
                  <a16:creationId xmlns:a16="http://schemas.microsoft.com/office/drawing/2014/main" id="{65CB3EAE-3764-4B4C-BA9E-8DAB9562459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54887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6" name="직선 연결선 2775">
              <a:extLst>
                <a:ext uri="{FF2B5EF4-FFF2-40B4-BE49-F238E27FC236}">
                  <a16:creationId xmlns:a16="http://schemas.microsoft.com/office/drawing/2014/main" id="{6F7B138C-15B3-4D3E-B355-7474525DC08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76728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7" name="직선 연결선 2776">
              <a:extLst>
                <a:ext uri="{FF2B5EF4-FFF2-40B4-BE49-F238E27FC236}">
                  <a16:creationId xmlns:a16="http://schemas.microsoft.com/office/drawing/2014/main" id="{60E57E0A-5343-43DD-A92C-788BBDD398F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9856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직선 연결선 2777">
              <a:extLst>
                <a:ext uri="{FF2B5EF4-FFF2-40B4-BE49-F238E27FC236}">
                  <a16:creationId xmlns:a16="http://schemas.microsoft.com/office/drawing/2014/main" id="{9501951B-DEBD-412C-970A-04FFA2B4574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20411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직선 연결선 2778">
              <a:extLst>
                <a:ext uri="{FF2B5EF4-FFF2-40B4-BE49-F238E27FC236}">
                  <a16:creationId xmlns:a16="http://schemas.microsoft.com/office/drawing/2014/main" id="{1F7A41D5-F4A4-4412-ABF5-EBC2392B850B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64093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직선 연결선 2779">
              <a:extLst>
                <a:ext uri="{FF2B5EF4-FFF2-40B4-BE49-F238E27FC236}">
                  <a16:creationId xmlns:a16="http://schemas.microsoft.com/office/drawing/2014/main" id="{31C1D021-ECE3-4BBB-B32F-EE1D1B375B7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85934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직선 연결선 2780">
              <a:extLst>
                <a:ext uri="{FF2B5EF4-FFF2-40B4-BE49-F238E27FC236}">
                  <a16:creationId xmlns:a16="http://schemas.microsoft.com/office/drawing/2014/main" id="{2742283F-339D-4824-95C5-A01B83A8A7E7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0777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2" name="직선 연결선 2781">
              <a:extLst>
                <a:ext uri="{FF2B5EF4-FFF2-40B4-BE49-F238E27FC236}">
                  <a16:creationId xmlns:a16="http://schemas.microsoft.com/office/drawing/2014/main" id="{725E8357-8A92-474E-A065-20822D203B5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29617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직선 연결선 2782">
              <a:extLst>
                <a:ext uri="{FF2B5EF4-FFF2-40B4-BE49-F238E27FC236}">
                  <a16:creationId xmlns:a16="http://schemas.microsoft.com/office/drawing/2014/main" id="{AE678819-B335-443A-9D72-2C38B78EA0B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73299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4" name="직선 연결선 2783">
              <a:extLst>
                <a:ext uri="{FF2B5EF4-FFF2-40B4-BE49-F238E27FC236}">
                  <a16:creationId xmlns:a16="http://schemas.microsoft.com/office/drawing/2014/main" id="{A2EF48AF-C18B-4330-8293-65C5048ED034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95140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직선 연결선 2784">
              <a:extLst>
                <a:ext uri="{FF2B5EF4-FFF2-40B4-BE49-F238E27FC236}">
                  <a16:creationId xmlns:a16="http://schemas.microsoft.com/office/drawing/2014/main" id="{850FCF8E-4BDC-4D35-9413-C42943B3F8F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169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직선 연결선 2785">
              <a:extLst>
                <a:ext uri="{FF2B5EF4-FFF2-40B4-BE49-F238E27FC236}">
                  <a16:creationId xmlns:a16="http://schemas.microsoft.com/office/drawing/2014/main" id="{41463FDB-C49B-4950-B747-DA76670A390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0434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7" name="직선 연결선 2786">
              <a:extLst>
                <a:ext uri="{FF2B5EF4-FFF2-40B4-BE49-F238E27FC236}">
                  <a16:creationId xmlns:a16="http://schemas.microsoft.com/office/drawing/2014/main" id="{8A93B41A-2EB9-4F88-95FE-A0347C0664E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3882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8" name="직선 연결선 2787">
              <a:extLst>
                <a:ext uri="{FF2B5EF4-FFF2-40B4-BE49-F238E27FC236}">
                  <a16:creationId xmlns:a16="http://schemas.microsoft.com/office/drawing/2014/main" id="{FC4FF594-EE1B-43EC-A1A1-0DBDDDFBF54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8250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9" name="직선 연결선 2788">
              <a:extLst>
                <a:ext uri="{FF2B5EF4-FFF2-40B4-BE49-F238E27FC236}">
                  <a16:creationId xmlns:a16="http://schemas.microsoft.com/office/drawing/2014/main" id="{5B00FFB4-DAE2-4216-BE2C-6F823F5D685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261853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0" name="직선 연결선 2789">
              <a:extLst>
                <a:ext uri="{FF2B5EF4-FFF2-40B4-BE49-F238E27FC236}">
                  <a16:creationId xmlns:a16="http://schemas.microsoft.com/office/drawing/2014/main" id="{9C24C615-96C4-43BA-9020-8471E71F905F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1" name="직선 연결선 2790">
              <a:extLst>
                <a:ext uri="{FF2B5EF4-FFF2-40B4-BE49-F238E27FC236}">
                  <a16:creationId xmlns:a16="http://schemas.microsoft.com/office/drawing/2014/main" id="{C4873DE9-08B7-4766-95FF-732765ABAB97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1463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2" name="직선 연결선 2791">
              <a:extLst>
                <a:ext uri="{FF2B5EF4-FFF2-40B4-BE49-F238E27FC236}">
                  <a16:creationId xmlns:a16="http://schemas.microsoft.com/office/drawing/2014/main" id="{F1FB64D2-C7D7-4ED1-BAD7-FB2F3EBD24B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33046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3" name="직선 연결선 2792">
              <a:extLst>
                <a:ext uri="{FF2B5EF4-FFF2-40B4-BE49-F238E27FC236}">
                  <a16:creationId xmlns:a16="http://schemas.microsoft.com/office/drawing/2014/main" id="{4F93FC66-6525-49F7-9ED5-7CAB00F40576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5831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4" name="직선 연결선 2793">
              <a:extLst>
                <a:ext uri="{FF2B5EF4-FFF2-40B4-BE49-F238E27FC236}">
                  <a16:creationId xmlns:a16="http://schemas.microsoft.com/office/drawing/2014/main" id="{80D14D23-FC45-4178-A158-15BFD161950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01999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5" name="직선 연결선 2794">
              <a:extLst>
                <a:ext uri="{FF2B5EF4-FFF2-40B4-BE49-F238E27FC236}">
                  <a16:creationId xmlns:a16="http://schemas.microsoft.com/office/drawing/2014/main" id="{C3030EBA-C515-4BFE-A3AB-2565DBFBE1E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45681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6" name="직선 연결선 2795">
              <a:extLst>
                <a:ext uri="{FF2B5EF4-FFF2-40B4-BE49-F238E27FC236}">
                  <a16:creationId xmlns:a16="http://schemas.microsoft.com/office/drawing/2014/main" id="{02B1E8F3-1859-4E7F-B02E-F88EDC77D1F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8936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7" name="TextBox 2796">
              <a:extLst>
                <a:ext uri="{FF2B5EF4-FFF2-40B4-BE49-F238E27FC236}">
                  <a16:creationId xmlns:a16="http://schemas.microsoft.com/office/drawing/2014/main" id="{CB4DED60-33D1-4A32-9513-6608061B7D10}"/>
                </a:ext>
              </a:extLst>
            </p:cNvPr>
            <p:cNvSpPr txBox="1"/>
            <p:nvPr/>
          </p:nvSpPr>
          <p:spPr>
            <a:xfrm>
              <a:off x="788487" y="556951"/>
              <a:ext cx="165110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Jan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98" name="TextBox 2797">
              <a:extLst>
                <a:ext uri="{FF2B5EF4-FFF2-40B4-BE49-F238E27FC236}">
                  <a16:creationId xmlns:a16="http://schemas.microsoft.com/office/drawing/2014/main" id="{63F889D1-67D3-4C48-BF57-EC2361BA9D27}"/>
                </a:ext>
              </a:extLst>
            </p:cNvPr>
            <p:cNvSpPr txBox="1"/>
            <p:nvPr/>
          </p:nvSpPr>
          <p:spPr>
            <a:xfrm>
              <a:off x="1668440" y="556951"/>
              <a:ext cx="179536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Feb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99" name="TextBox 2798">
              <a:extLst>
                <a:ext uri="{FF2B5EF4-FFF2-40B4-BE49-F238E27FC236}">
                  <a16:creationId xmlns:a16="http://schemas.microsoft.com/office/drawing/2014/main" id="{3506749A-295E-4722-BBF3-B9CA65E87506}"/>
                </a:ext>
              </a:extLst>
            </p:cNvPr>
            <p:cNvSpPr txBox="1"/>
            <p:nvPr/>
          </p:nvSpPr>
          <p:spPr>
            <a:xfrm>
              <a:off x="2533158" y="556951"/>
              <a:ext cx="205185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Mar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0" name="TextBox 2799">
              <a:extLst>
                <a:ext uri="{FF2B5EF4-FFF2-40B4-BE49-F238E27FC236}">
                  <a16:creationId xmlns:a16="http://schemas.microsoft.com/office/drawing/2014/main" id="{7BEDB36B-3988-4F02-BCCC-8B145A29991B}"/>
                </a:ext>
              </a:extLst>
            </p:cNvPr>
            <p:cNvSpPr txBox="1"/>
            <p:nvPr/>
          </p:nvSpPr>
          <p:spPr>
            <a:xfrm>
              <a:off x="3412291" y="556951"/>
              <a:ext cx="20200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Apr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1" name="TextBox 2800">
              <a:extLst>
                <a:ext uri="{FF2B5EF4-FFF2-40B4-BE49-F238E27FC236}">
                  <a16:creationId xmlns:a16="http://schemas.microsoft.com/office/drawing/2014/main" id="{5AE5D023-580F-4C1A-B181-B5B705673662}"/>
                </a:ext>
              </a:extLst>
            </p:cNvPr>
            <p:cNvSpPr txBox="1"/>
            <p:nvPr/>
          </p:nvSpPr>
          <p:spPr>
            <a:xfrm>
              <a:off x="4249878" y="556951"/>
              <a:ext cx="30115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May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2" name="TextBox 2801">
              <a:extLst>
                <a:ext uri="{FF2B5EF4-FFF2-40B4-BE49-F238E27FC236}">
                  <a16:creationId xmlns:a16="http://schemas.microsoft.com/office/drawing/2014/main" id="{48A2CE08-797A-4A47-AFA5-022041A27156}"/>
                </a:ext>
              </a:extLst>
            </p:cNvPr>
            <p:cNvSpPr txBox="1"/>
            <p:nvPr/>
          </p:nvSpPr>
          <p:spPr>
            <a:xfrm>
              <a:off x="5144225" y="556951"/>
              <a:ext cx="286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Jun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3" name="TextBox 2802">
              <a:extLst>
                <a:ext uri="{FF2B5EF4-FFF2-40B4-BE49-F238E27FC236}">
                  <a16:creationId xmlns:a16="http://schemas.microsoft.com/office/drawing/2014/main" id="{49082054-A068-4390-BBCD-33F61DBD1EF5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4" name="TextBox 2803">
              <a:extLst>
                <a:ext uri="{FF2B5EF4-FFF2-40B4-BE49-F238E27FC236}">
                  <a16:creationId xmlns:a16="http://schemas.microsoft.com/office/drawing/2014/main" id="{B2A0516E-0D12-4742-B802-6A8A74B56FF6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5" name="TextBox 2804">
              <a:extLst>
                <a:ext uri="{FF2B5EF4-FFF2-40B4-BE49-F238E27FC236}">
                  <a16:creationId xmlns:a16="http://schemas.microsoft.com/office/drawing/2014/main" id="{1382C8E1-0CE3-4878-876D-BDA50F8DDC81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6" name="TextBox 2805">
              <a:extLst>
                <a:ext uri="{FF2B5EF4-FFF2-40B4-BE49-F238E27FC236}">
                  <a16:creationId xmlns:a16="http://schemas.microsoft.com/office/drawing/2014/main" id="{1EE90223-60CE-46A2-B368-2527F60DF5C8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7" name="TextBox 2806">
              <a:extLst>
                <a:ext uri="{FF2B5EF4-FFF2-40B4-BE49-F238E27FC236}">
                  <a16:creationId xmlns:a16="http://schemas.microsoft.com/office/drawing/2014/main" id="{03930026-2049-4994-8EF5-D59D9B97B6A3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8" name="TextBox 2807">
              <a:extLst>
                <a:ext uri="{FF2B5EF4-FFF2-40B4-BE49-F238E27FC236}">
                  <a16:creationId xmlns:a16="http://schemas.microsoft.com/office/drawing/2014/main" id="{3F17D847-D79B-4282-A822-1851BE757E04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09" name="TextBox 2808">
              <a:extLst>
                <a:ext uri="{FF2B5EF4-FFF2-40B4-BE49-F238E27FC236}">
                  <a16:creationId xmlns:a16="http://schemas.microsoft.com/office/drawing/2014/main" id="{D23A8C8F-8CF1-4192-AD11-DBC769D2EDA3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0" name="TextBox 2809">
              <a:extLst>
                <a:ext uri="{FF2B5EF4-FFF2-40B4-BE49-F238E27FC236}">
                  <a16:creationId xmlns:a16="http://schemas.microsoft.com/office/drawing/2014/main" id="{39111866-9F93-41B9-B588-80B1B7283222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1" name="TextBox 2810">
              <a:extLst>
                <a:ext uri="{FF2B5EF4-FFF2-40B4-BE49-F238E27FC236}">
                  <a16:creationId xmlns:a16="http://schemas.microsoft.com/office/drawing/2014/main" id="{0F738DD7-FB52-44A4-8E94-0766748CF0C4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2" name="TextBox 2811">
              <a:extLst>
                <a:ext uri="{FF2B5EF4-FFF2-40B4-BE49-F238E27FC236}">
                  <a16:creationId xmlns:a16="http://schemas.microsoft.com/office/drawing/2014/main" id="{DC75D4A3-609D-403B-88A7-4BE7EC30469C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3" name="TextBox 2812">
              <a:extLst>
                <a:ext uri="{FF2B5EF4-FFF2-40B4-BE49-F238E27FC236}">
                  <a16:creationId xmlns:a16="http://schemas.microsoft.com/office/drawing/2014/main" id="{ED67BD1E-4A49-46A2-90A3-48607A1705D7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4" name="TextBox 2813">
              <a:extLst>
                <a:ext uri="{FF2B5EF4-FFF2-40B4-BE49-F238E27FC236}">
                  <a16:creationId xmlns:a16="http://schemas.microsoft.com/office/drawing/2014/main" id="{18497A2B-FEF6-4B4A-82BA-0C80E0CD26E2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5" name="TextBox 2814">
              <a:extLst>
                <a:ext uri="{FF2B5EF4-FFF2-40B4-BE49-F238E27FC236}">
                  <a16:creationId xmlns:a16="http://schemas.microsoft.com/office/drawing/2014/main" id="{014BC110-7439-40C7-8D13-D79E2255E53B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6" name="TextBox 2815">
              <a:extLst>
                <a:ext uri="{FF2B5EF4-FFF2-40B4-BE49-F238E27FC236}">
                  <a16:creationId xmlns:a16="http://schemas.microsoft.com/office/drawing/2014/main" id="{325DD715-C133-4E3B-8CD5-CF029ECF1325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7" name="TextBox 2816">
              <a:extLst>
                <a:ext uri="{FF2B5EF4-FFF2-40B4-BE49-F238E27FC236}">
                  <a16:creationId xmlns:a16="http://schemas.microsoft.com/office/drawing/2014/main" id="{A44573AD-EC40-4FC3-B7C4-D61CC9DF1E50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8" name="TextBox 2817">
              <a:extLst>
                <a:ext uri="{FF2B5EF4-FFF2-40B4-BE49-F238E27FC236}">
                  <a16:creationId xmlns:a16="http://schemas.microsoft.com/office/drawing/2014/main" id="{C68A15EB-F004-46FD-B104-BF8AE129D908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19" name="TextBox 2818">
              <a:extLst>
                <a:ext uri="{FF2B5EF4-FFF2-40B4-BE49-F238E27FC236}">
                  <a16:creationId xmlns:a16="http://schemas.microsoft.com/office/drawing/2014/main" id="{00CE233F-1390-4ABD-B665-F990ED669661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0" name="TextBox 2819">
              <a:extLst>
                <a:ext uri="{FF2B5EF4-FFF2-40B4-BE49-F238E27FC236}">
                  <a16:creationId xmlns:a16="http://schemas.microsoft.com/office/drawing/2014/main" id="{BB785FA1-BA01-4567-9110-6564003D6E77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1" name="TextBox 2820">
              <a:extLst>
                <a:ext uri="{FF2B5EF4-FFF2-40B4-BE49-F238E27FC236}">
                  <a16:creationId xmlns:a16="http://schemas.microsoft.com/office/drawing/2014/main" id="{3CA3FB62-C34A-43F7-AB26-750CA02AC495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2" name="TextBox 2821">
              <a:extLst>
                <a:ext uri="{FF2B5EF4-FFF2-40B4-BE49-F238E27FC236}">
                  <a16:creationId xmlns:a16="http://schemas.microsoft.com/office/drawing/2014/main" id="{AFDDF0E3-CB2E-4A08-9D09-4E1912E689C3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3" name="TextBox 2822">
              <a:extLst>
                <a:ext uri="{FF2B5EF4-FFF2-40B4-BE49-F238E27FC236}">
                  <a16:creationId xmlns:a16="http://schemas.microsoft.com/office/drawing/2014/main" id="{E68BC920-869F-4501-A4F5-FAAC0DBFAAA9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4" name="TextBox 2823">
              <a:extLst>
                <a:ext uri="{FF2B5EF4-FFF2-40B4-BE49-F238E27FC236}">
                  <a16:creationId xmlns:a16="http://schemas.microsoft.com/office/drawing/2014/main" id="{28F7D623-688D-4632-8633-F8D82FE126D0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5" name="TextBox 2824">
              <a:extLst>
                <a:ext uri="{FF2B5EF4-FFF2-40B4-BE49-F238E27FC236}">
                  <a16:creationId xmlns:a16="http://schemas.microsoft.com/office/drawing/2014/main" id="{28A58BF1-08BB-4A6F-8DC0-C9B759646E5C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6" name="TextBox 2825">
              <a:extLst>
                <a:ext uri="{FF2B5EF4-FFF2-40B4-BE49-F238E27FC236}">
                  <a16:creationId xmlns:a16="http://schemas.microsoft.com/office/drawing/2014/main" id="{C6D4B34B-C3D8-49FC-B578-B83B6253F6F3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7" name="TextBox 2826">
              <a:extLst>
                <a:ext uri="{FF2B5EF4-FFF2-40B4-BE49-F238E27FC236}">
                  <a16:creationId xmlns:a16="http://schemas.microsoft.com/office/drawing/2014/main" id="{677D2203-0181-477C-8B9B-0A93688628A3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8" name="TextBox 2827">
              <a:extLst>
                <a:ext uri="{FF2B5EF4-FFF2-40B4-BE49-F238E27FC236}">
                  <a16:creationId xmlns:a16="http://schemas.microsoft.com/office/drawing/2014/main" id="{76828E34-5644-46FA-89B8-A6F92176EBAC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29" name="TextBox 2828">
              <a:extLst>
                <a:ext uri="{FF2B5EF4-FFF2-40B4-BE49-F238E27FC236}">
                  <a16:creationId xmlns:a16="http://schemas.microsoft.com/office/drawing/2014/main" id="{303E570D-E01C-4C21-A5D1-30D39AB83377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30" name="TextBox 2829">
              <a:extLst>
                <a:ext uri="{FF2B5EF4-FFF2-40B4-BE49-F238E27FC236}">
                  <a16:creationId xmlns:a16="http://schemas.microsoft.com/office/drawing/2014/main" id="{53DBD9FA-DE40-43C3-A164-89EF477277C6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31" name="TextBox 2830">
              <a:extLst>
                <a:ext uri="{FF2B5EF4-FFF2-40B4-BE49-F238E27FC236}">
                  <a16:creationId xmlns:a16="http://schemas.microsoft.com/office/drawing/2014/main" id="{E5CE5738-557F-4FC8-BB43-B960C5A49F85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32" name="TextBox 2831">
              <a:extLst>
                <a:ext uri="{FF2B5EF4-FFF2-40B4-BE49-F238E27FC236}">
                  <a16:creationId xmlns:a16="http://schemas.microsoft.com/office/drawing/2014/main" id="{DDA1FD73-6BB0-494A-8CFD-217F4A25E3C8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33" name="TextBox 2832">
              <a:extLst>
                <a:ext uri="{FF2B5EF4-FFF2-40B4-BE49-F238E27FC236}">
                  <a16:creationId xmlns:a16="http://schemas.microsoft.com/office/drawing/2014/main" id="{7CC59793-9826-4085-AB0F-6711EA25EBEA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34" name="TextBox 2833">
              <a:extLst>
                <a:ext uri="{FF2B5EF4-FFF2-40B4-BE49-F238E27FC236}">
                  <a16:creationId xmlns:a16="http://schemas.microsoft.com/office/drawing/2014/main" id="{24A29638-4AF6-4F03-8A7A-4C6A9D34AD44}"/>
                </a:ext>
              </a:extLst>
            </p:cNvPr>
            <p:cNvSpPr txBox="1"/>
            <p:nvPr/>
          </p:nvSpPr>
          <p:spPr>
            <a:xfrm>
              <a:off x="235493" y="109602"/>
              <a:ext cx="2085507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(First Half)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2" name="TextBox 185">
            <a:hlinkClick r:id="rId2"/>
            <a:extLst>
              <a:ext uri="{FF2B5EF4-FFF2-40B4-BE49-F238E27FC236}">
                <a16:creationId xmlns:a16="http://schemas.microsoft.com/office/drawing/2014/main" id="{27B19235-4301-4061-854F-99AD223EED03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3" name="TextBox 186">
            <a:hlinkClick r:id="rId3"/>
            <a:extLst>
              <a:ext uri="{FF2B5EF4-FFF2-40B4-BE49-F238E27FC236}">
                <a16:creationId xmlns:a16="http://schemas.microsoft.com/office/drawing/2014/main" id="{DB526366-BEB6-41F2-9E47-251D483F1DC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4" name="TextBox 184">
            <a:hlinkClick r:id="rId4"/>
            <a:extLst>
              <a:ext uri="{FF2B5EF4-FFF2-40B4-BE49-F238E27FC236}">
                <a16:creationId xmlns:a16="http://schemas.microsoft.com/office/drawing/2014/main" id="{6860F66E-5A40-4FCD-83EF-ECBF82542818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51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73</cp:revision>
  <dcterms:created xsi:type="dcterms:W3CDTF">2021-10-29T04:43:38Z</dcterms:created>
  <dcterms:modified xsi:type="dcterms:W3CDTF">2021-12-19T08:49:24Z</dcterms:modified>
</cp:coreProperties>
</file>
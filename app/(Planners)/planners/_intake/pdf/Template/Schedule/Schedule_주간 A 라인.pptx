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30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CFC7DE94-77A7-4D1A-93A8-50D0F3D51328}"/>
              </a:ext>
            </a:extLst>
          </p:cNvPr>
          <p:cNvGrpSpPr/>
          <p:nvPr/>
        </p:nvGrpSpPr>
        <p:grpSpPr>
          <a:xfrm>
            <a:off x="302419" y="405767"/>
            <a:ext cx="5472113" cy="7076121"/>
            <a:chOff x="230188" y="405767"/>
            <a:chExt cx="5472113" cy="7076121"/>
          </a:xfrm>
        </p:grpSpPr>
        <p:cxnSp>
          <p:nvCxnSpPr>
            <p:cNvPr id="1981" name="직선 연결선 1980">
              <a:extLst>
                <a:ext uri="{FF2B5EF4-FFF2-40B4-BE49-F238E27FC236}">
                  <a16:creationId xmlns:a16="http://schemas.microsoft.com/office/drawing/2014/main" id="{EBC04810-6685-4B5C-BAA2-6570081BD068}"/>
                </a:ext>
              </a:extLst>
            </p:cNvPr>
            <p:cNvCxnSpPr>
              <a:cxnSpLocks/>
            </p:cNvCxnSpPr>
            <p:nvPr/>
          </p:nvCxnSpPr>
          <p:spPr>
            <a:xfrm>
              <a:off x="230953" y="1758986"/>
              <a:ext cx="0" cy="5722902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2" name="직선 연결선 1981">
              <a:extLst>
                <a:ext uri="{FF2B5EF4-FFF2-40B4-BE49-F238E27FC236}">
                  <a16:creationId xmlns:a16="http://schemas.microsoft.com/office/drawing/2014/main" id="{F0291D52-C165-4910-A7FD-1AC9E3647B5E}"/>
                </a:ext>
              </a:extLst>
            </p:cNvPr>
            <p:cNvCxnSpPr>
              <a:cxnSpLocks/>
            </p:cNvCxnSpPr>
            <p:nvPr/>
          </p:nvCxnSpPr>
          <p:spPr>
            <a:xfrm>
              <a:off x="2054735" y="1758986"/>
              <a:ext cx="0" cy="5722902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3" name="직선 연결선 1982">
              <a:extLst>
                <a:ext uri="{FF2B5EF4-FFF2-40B4-BE49-F238E27FC236}">
                  <a16:creationId xmlns:a16="http://schemas.microsoft.com/office/drawing/2014/main" id="{FD9F2CB3-F33A-4EC0-BD27-46C557A06FBA}"/>
                </a:ext>
              </a:extLst>
            </p:cNvPr>
            <p:cNvCxnSpPr>
              <a:cxnSpLocks/>
            </p:cNvCxnSpPr>
            <p:nvPr/>
          </p:nvCxnSpPr>
          <p:spPr>
            <a:xfrm>
              <a:off x="3878517" y="1758986"/>
              <a:ext cx="0" cy="5722902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4" name="직선 연결선 1983">
              <a:extLst>
                <a:ext uri="{FF2B5EF4-FFF2-40B4-BE49-F238E27FC236}">
                  <a16:creationId xmlns:a16="http://schemas.microsoft.com/office/drawing/2014/main" id="{DD593733-473B-4C7B-82F2-E4D9268D2D48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1758986"/>
              <a:ext cx="547210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5" name="직선 연결선 1984">
              <a:extLst>
                <a:ext uri="{FF2B5EF4-FFF2-40B4-BE49-F238E27FC236}">
                  <a16:creationId xmlns:a16="http://schemas.microsoft.com/office/drawing/2014/main" id="{8BCD1388-B219-4BBC-B551-801B212C52D7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7481888"/>
              <a:ext cx="547210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6" name="직선 연결선 1985">
              <a:extLst>
                <a:ext uri="{FF2B5EF4-FFF2-40B4-BE49-F238E27FC236}">
                  <a16:creationId xmlns:a16="http://schemas.microsoft.com/office/drawing/2014/main" id="{C4021525-0ACD-433F-B030-314E778DB42E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4611010"/>
              <a:ext cx="5470419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87" name="직사각형 1986">
              <a:extLst>
                <a:ext uri="{FF2B5EF4-FFF2-40B4-BE49-F238E27FC236}">
                  <a16:creationId xmlns:a16="http://schemas.microsoft.com/office/drawing/2014/main" id="{E8506CD1-70C5-40FF-8925-19001EA4A795}"/>
                </a:ext>
              </a:extLst>
            </p:cNvPr>
            <p:cNvSpPr/>
            <p:nvPr/>
          </p:nvSpPr>
          <p:spPr>
            <a:xfrm>
              <a:off x="315425" y="1894757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988" name="직사각형 1987">
              <a:extLst>
                <a:ext uri="{FF2B5EF4-FFF2-40B4-BE49-F238E27FC236}">
                  <a16:creationId xmlns:a16="http://schemas.microsoft.com/office/drawing/2014/main" id="{0D3A840E-26E0-402F-AA80-96B19AE447C7}"/>
                </a:ext>
              </a:extLst>
            </p:cNvPr>
            <p:cNvSpPr/>
            <p:nvPr/>
          </p:nvSpPr>
          <p:spPr>
            <a:xfrm>
              <a:off x="2139534" y="1894757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989" name="직사각형 1988">
              <a:extLst>
                <a:ext uri="{FF2B5EF4-FFF2-40B4-BE49-F238E27FC236}">
                  <a16:creationId xmlns:a16="http://schemas.microsoft.com/office/drawing/2014/main" id="{53092628-4E7C-4339-A96F-D18933D91D8D}"/>
                </a:ext>
              </a:extLst>
            </p:cNvPr>
            <p:cNvSpPr/>
            <p:nvPr/>
          </p:nvSpPr>
          <p:spPr>
            <a:xfrm>
              <a:off x="3963642" y="1894757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990" name="직사각형 1989">
              <a:extLst>
                <a:ext uri="{FF2B5EF4-FFF2-40B4-BE49-F238E27FC236}">
                  <a16:creationId xmlns:a16="http://schemas.microsoft.com/office/drawing/2014/main" id="{E8E0CCBF-368A-4012-B910-6814AD0F4544}"/>
                </a:ext>
              </a:extLst>
            </p:cNvPr>
            <p:cNvSpPr/>
            <p:nvPr/>
          </p:nvSpPr>
          <p:spPr>
            <a:xfrm>
              <a:off x="315425" y="4761386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991" name="직사각형 1990">
              <a:extLst>
                <a:ext uri="{FF2B5EF4-FFF2-40B4-BE49-F238E27FC236}">
                  <a16:creationId xmlns:a16="http://schemas.microsoft.com/office/drawing/2014/main" id="{6A691DA9-E597-43A1-BD85-60A1880E281B}"/>
                </a:ext>
              </a:extLst>
            </p:cNvPr>
            <p:cNvSpPr/>
            <p:nvPr/>
          </p:nvSpPr>
          <p:spPr>
            <a:xfrm>
              <a:off x="2139534" y="4761386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992" name="직사각형 1991">
              <a:extLst>
                <a:ext uri="{FF2B5EF4-FFF2-40B4-BE49-F238E27FC236}">
                  <a16:creationId xmlns:a16="http://schemas.microsoft.com/office/drawing/2014/main" id="{D36834B1-4A52-4282-BF76-6676E0D4F5F1}"/>
                </a:ext>
              </a:extLst>
            </p:cNvPr>
            <p:cNvSpPr/>
            <p:nvPr/>
          </p:nvSpPr>
          <p:spPr>
            <a:xfrm>
              <a:off x="3963642" y="4761386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993" name="직사각형 1992">
              <a:extLst>
                <a:ext uri="{FF2B5EF4-FFF2-40B4-BE49-F238E27FC236}">
                  <a16:creationId xmlns:a16="http://schemas.microsoft.com/office/drawing/2014/main" id="{A48B42EB-24BE-4816-8E26-481208831491}"/>
                </a:ext>
              </a:extLst>
            </p:cNvPr>
            <p:cNvSpPr/>
            <p:nvPr/>
          </p:nvSpPr>
          <p:spPr>
            <a:xfrm>
              <a:off x="3963642" y="6040844"/>
              <a:ext cx="122275" cy="122275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28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grpSp>
          <p:nvGrpSpPr>
            <p:cNvPr id="1994" name="그룹 1993">
              <a:extLst>
                <a:ext uri="{FF2B5EF4-FFF2-40B4-BE49-F238E27FC236}">
                  <a16:creationId xmlns:a16="http://schemas.microsoft.com/office/drawing/2014/main" id="{BA9DD5D8-ECB8-4E81-8D8B-90F39E4EB22E}"/>
                </a:ext>
              </a:extLst>
            </p:cNvPr>
            <p:cNvGrpSpPr/>
            <p:nvPr/>
          </p:nvGrpSpPr>
          <p:grpSpPr>
            <a:xfrm>
              <a:off x="311466" y="2067189"/>
              <a:ext cx="1662756" cy="2310152"/>
              <a:chOff x="307806" y="2095470"/>
              <a:chExt cx="1662756" cy="2310152"/>
            </a:xfrm>
          </p:grpSpPr>
          <p:cxnSp>
            <p:nvCxnSpPr>
              <p:cNvPr id="1995" name="직선 연결선 1994">
                <a:extLst>
                  <a:ext uri="{FF2B5EF4-FFF2-40B4-BE49-F238E27FC236}">
                    <a16:creationId xmlns:a16="http://schemas.microsoft.com/office/drawing/2014/main" id="{C360474F-4E1B-4662-AD37-772BD0F2BD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2095470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6" name="직선 연결선 1995">
                <a:extLst>
                  <a:ext uri="{FF2B5EF4-FFF2-40B4-BE49-F238E27FC236}">
                    <a16:creationId xmlns:a16="http://schemas.microsoft.com/office/drawing/2014/main" id="{D61A10D7-332C-418F-8F5C-E2051276B3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2515498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7" name="직선 연결선 1996">
                <a:extLst>
                  <a:ext uri="{FF2B5EF4-FFF2-40B4-BE49-F238E27FC236}">
                    <a16:creationId xmlns:a16="http://schemas.microsoft.com/office/drawing/2014/main" id="{E92D4C1C-B911-4A72-9733-8AD2865DEF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2305484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8" name="직선 연결선 1997">
                <a:extLst>
                  <a:ext uri="{FF2B5EF4-FFF2-40B4-BE49-F238E27FC236}">
                    <a16:creationId xmlns:a16="http://schemas.microsoft.com/office/drawing/2014/main" id="{10C82B4B-910E-4B2B-A51C-D85994A509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2725512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9" name="직선 연결선 1998">
                <a:extLst>
                  <a:ext uri="{FF2B5EF4-FFF2-40B4-BE49-F238E27FC236}">
                    <a16:creationId xmlns:a16="http://schemas.microsoft.com/office/drawing/2014/main" id="{D56C5926-995A-423E-BA1C-DD5628FCB99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3145540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0" name="직선 연결선 1999">
                <a:extLst>
                  <a:ext uri="{FF2B5EF4-FFF2-40B4-BE49-F238E27FC236}">
                    <a16:creationId xmlns:a16="http://schemas.microsoft.com/office/drawing/2014/main" id="{87069DA8-8345-4CF6-9E0A-C32AB55669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2935526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1" name="직선 연결선 2000">
                <a:extLst>
                  <a:ext uri="{FF2B5EF4-FFF2-40B4-BE49-F238E27FC236}">
                    <a16:creationId xmlns:a16="http://schemas.microsoft.com/office/drawing/2014/main" id="{5062175D-C6C4-4D70-8F71-6DBA316444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3355554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2" name="직선 연결선 2001">
                <a:extLst>
                  <a:ext uri="{FF2B5EF4-FFF2-40B4-BE49-F238E27FC236}">
                    <a16:creationId xmlns:a16="http://schemas.microsoft.com/office/drawing/2014/main" id="{D38560B8-D896-49EB-AA3B-5B939C7114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3775582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3" name="직선 연결선 2002">
                <a:extLst>
                  <a:ext uri="{FF2B5EF4-FFF2-40B4-BE49-F238E27FC236}">
                    <a16:creationId xmlns:a16="http://schemas.microsoft.com/office/drawing/2014/main" id="{BB8260D1-1CE9-4001-A8BD-00A3C15304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3565568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4" name="직선 연결선 2003">
                <a:extLst>
                  <a:ext uri="{FF2B5EF4-FFF2-40B4-BE49-F238E27FC236}">
                    <a16:creationId xmlns:a16="http://schemas.microsoft.com/office/drawing/2014/main" id="{7D1BE1DB-EC3A-4365-AE5B-0B31EAC52E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3985596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5" name="직선 연결선 2004">
                <a:extLst>
                  <a:ext uri="{FF2B5EF4-FFF2-40B4-BE49-F238E27FC236}">
                    <a16:creationId xmlns:a16="http://schemas.microsoft.com/office/drawing/2014/main" id="{AABD0A12-DD9B-4F6A-9E3E-00180E8478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4405622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6" name="직선 연결선 2005">
                <a:extLst>
                  <a:ext uri="{FF2B5EF4-FFF2-40B4-BE49-F238E27FC236}">
                    <a16:creationId xmlns:a16="http://schemas.microsoft.com/office/drawing/2014/main" id="{EADE3050-6517-458A-B631-BEC647113F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4195610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07" name="그룹 2006">
              <a:extLst>
                <a:ext uri="{FF2B5EF4-FFF2-40B4-BE49-F238E27FC236}">
                  <a16:creationId xmlns:a16="http://schemas.microsoft.com/office/drawing/2014/main" id="{B7CC93FC-FFA4-4C31-98CF-0607393B6F55}"/>
                </a:ext>
              </a:extLst>
            </p:cNvPr>
            <p:cNvGrpSpPr/>
            <p:nvPr/>
          </p:nvGrpSpPr>
          <p:grpSpPr>
            <a:xfrm>
              <a:off x="2135248" y="2067189"/>
              <a:ext cx="1662756" cy="2310152"/>
              <a:chOff x="307806" y="2095470"/>
              <a:chExt cx="1662756" cy="2310152"/>
            </a:xfrm>
          </p:grpSpPr>
          <p:cxnSp>
            <p:nvCxnSpPr>
              <p:cNvPr id="2008" name="직선 연결선 2007">
                <a:extLst>
                  <a:ext uri="{FF2B5EF4-FFF2-40B4-BE49-F238E27FC236}">
                    <a16:creationId xmlns:a16="http://schemas.microsoft.com/office/drawing/2014/main" id="{67E367BE-A15F-43C6-ACBA-4425ECB7B8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2095470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9" name="직선 연결선 2008">
                <a:extLst>
                  <a:ext uri="{FF2B5EF4-FFF2-40B4-BE49-F238E27FC236}">
                    <a16:creationId xmlns:a16="http://schemas.microsoft.com/office/drawing/2014/main" id="{02A970D0-462F-4C0A-A659-03350606A5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2515498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0" name="직선 연결선 2009">
                <a:extLst>
                  <a:ext uri="{FF2B5EF4-FFF2-40B4-BE49-F238E27FC236}">
                    <a16:creationId xmlns:a16="http://schemas.microsoft.com/office/drawing/2014/main" id="{518DA63C-B238-4D86-9C6A-E202BCCC9D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2305484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1" name="직선 연결선 2010">
                <a:extLst>
                  <a:ext uri="{FF2B5EF4-FFF2-40B4-BE49-F238E27FC236}">
                    <a16:creationId xmlns:a16="http://schemas.microsoft.com/office/drawing/2014/main" id="{7F25D813-048F-498D-B435-39C406135C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2725512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2" name="직선 연결선 2011">
                <a:extLst>
                  <a:ext uri="{FF2B5EF4-FFF2-40B4-BE49-F238E27FC236}">
                    <a16:creationId xmlns:a16="http://schemas.microsoft.com/office/drawing/2014/main" id="{CE39D73C-E75C-47E5-B513-394721EB2A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3145540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3" name="직선 연결선 2012">
                <a:extLst>
                  <a:ext uri="{FF2B5EF4-FFF2-40B4-BE49-F238E27FC236}">
                    <a16:creationId xmlns:a16="http://schemas.microsoft.com/office/drawing/2014/main" id="{75D7794F-8D42-4114-8D75-D9243C92EED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2935526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4" name="직선 연결선 2013">
                <a:extLst>
                  <a:ext uri="{FF2B5EF4-FFF2-40B4-BE49-F238E27FC236}">
                    <a16:creationId xmlns:a16="http://schemas.microsoft.com/office/drawing/2014/main" id="{5A8598AC-E41C-4D3A-BC9E-FF998AE963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3355554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5" name="직선 연결선 2014">
                <a:extLst>
                  <a:ext uri="{FF2B5EF4-FFF2-40B4-BE49-F238E27FC236}">
                    <a16:creationId xmlns:a16="http://schemas.microsoft.com/office/drawing/2014/main" id="{B94B9A72-DDD2-4F4F-AA95-D4B02227D9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3775582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6" name="직선 연결선 2015">
                <a:extLst>
                  <a:ext uri="{FF2B5EF4-FFF2-40B4-BE49-F238E27FC236}">
                    <a16:creationId xmlns:a16="http://schemas.microsoft.com/office/drawing/2014/main" id="{23730092-A340-4310-B203-77376576B5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3565568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7" name="직선 연결선 2016">
                <a:extLst>
                  <a:ext uri="{FF2B5EF4-FFF2-40B4-BE49-F238E27FC236}">
                    <a16:creationId xmlns:a16="http://schemas.microsoft.com/office/drawing/2014/main" id="{A310B73F-2F89-437C-A9F8-47EB3FAD22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3985596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8" name="직선 연결선 2017">
                <a:extLst>
                  <a:ext uri="{FF2B5EF4-FFF2-40B4-BE49-F238E27FC236}">
                    <a16:creationId xmlns:a16="http://schemas.microsoft.com/office/drawing/2014/main" id="{259E8CA1-BBC2-4724-BC72-78C847A878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4405622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9" name="직선 연결선 2018">
                <a:extLst>
                  <a:ext uri="{FF2B5EF4-FFF2-40B4-BE49-F238E27FC236}">
                    <a16:creationId xmlns:a16="http://schemas.microsoft.com/office/drawing/2014/main" id="{8E0D81A7-5DBF-475D-97D0-5F9E4BCB368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4195610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20" name="그룹 2019">
              <a:extLst>
                <a:ext uri="{FF2B5EF4-FFF2-40B4-BE49-F238E27FC236}">
                  <a16:creationId xmlns:a16="http://schemas.microsoft.com/office/drawing/2014/main" id="{F2E68513-D657-42ED-9506-696C8F4268DF}"/>
                </a:ext>
              </a:extLst>
            </p:cNvPr>
            <p:cNvGrpSpPr/>
            <p:nvPr/>
          </p:nvGrpSpPr>
          <p:grpSpPr>
            <a:xfrm>
              <a:off x="3959031" y="2067189"/>
              <a:ext cx="1662756" cy="2310152"/>
              <a:chOff x="307806" y="2095470"/>
              <a:chExt cx="1662756" cy="2310152"/>
            </a:xfrm>
          </p:grpSpPr>
          <p:cxnSp>
            <p:nvCxnSpPr>
              <p:cNvPr id="2021" name="직선 연결선 2020">
                <a:extLst>
                  <a:ext uri="{FF2B5EF4-FFF2-40B4-BE49-F238E27FC236}">
                    <a16:creationId xmlns:a16="http://schemas.microsoft.com/office/drawing/2014/main" id="{6AC66796-6EE0-4754-869B-FEC029C7C02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2095470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2" name="직선 연결선 2021">
                <a:extLst>
                  <a:ext uri="{FF2B5EF4-FFF2-40B4-BE49-F238E27FC236}">
                    <a16:creationId xmlns:a16="http://schemas.microsoft.com/office/drawing/2014/main" id="{46362FE5-E9C4-4932-A7B4-F0F041A5FC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2515498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3" name="직선 연결선 2022">
                <a:extLst>
                  <a:ext uri="{FF2B5EF4-FFF2-40B4-BE49-F238E27FC236}">
                    <a16:creationId xmlns:a16="http://schemas.microsoft.com/office/drawing/2014/main" id="{5BBA98E4-7781-4225-B50D-ECDD93245B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2305484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4" name="직선 연결선 2023">
                <a:extLst>
                  <a:ext uri="{FF2B5EF4-FFF2-40B4-BE49-F238E27FC236}">
                    <a16:creationId xmlns:a16="http://schemas.microsoft.com/office/drawing/2014/main" id="{1E6B9C6E-72EB-4A1E-976C-B3A94EE04A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2725512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5" name="직선 연결선 2024">
                <a:extLst>
                  <a:ext uri="{FF2B5EF4-FFF2-40B4-BE49-F238E27FC236}">
                    <a16:creationId xmlns:a16="http://schemas.microsoft.com/office/drawing/2014/main" id="{181ED842-A320-4124-B0A1-8E1975E450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3145540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6" name="직선 연결선 2025">
                <a:extLst>
                  <a:ext uri="{FF2B5EF4-FFF2-40B4-BE49-F238E27FC236}">
                    <a16:creationId xmlns:a16="http://schemas.microsoft.com/office/drawing/2014/main" id="{28A67C74-AC31-4CA3-AD1D-7B72A3CFF7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2935526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7" name="직선 연결선 2026">
                <a:extLst>
                  <a:ext uri="{FF2B5EF4-FFF2-40B4-BE49-F238E27FC236}">
                    <a16:creationId xmlns:a16="http://schemas.microsoft.com/office/drawing/2014/main" id="{943909F1-8CE0-43C3-B13B-29B30A1B2A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3355554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8" name="직선 연결선 2027">
                <a:extLst>
                  <a:ext uri="{FF2B5EF4-FFF2-40B4-BE49-F238E27FC236}">
                    <a16:creationId xmlns:a16="http://schemas.microsoft.com/office/drawing/2014/main" id="{55C53BB9-A227-4145-A98D-A9005ABD72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3775582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9" name="직선 연결선 2028">
                <a:extLst>
                  <a:ext uri="{FF2B5EF4-FFF2-40B4-BE49-F238E27FC236}">
                    <a16:creationId xmlns:a16="http://schemas.microsoft.com/office/drawing/2014/main" id="{CEE8B1C5-283E-46E6-B024-9C63112923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3565568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0" name="직선 연결선 2029">
                <a:extLst>
                  <a:ext uri="{FF2B5EF4-FFF2-40B4-BE49-F238E27FC236}">
                    <a16:creationId xmlns:a16="http://schemas.microsoft.com/office/drawing/2014/main" id="{200B5F93-7E65-4B3C-83A3-16EDBFB6C7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3985596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1" name="직선 연결선 2030">
                <a:extLst>
                  <a:ext uri="{FF2B5EF4-FFF2-40B4-BE49-F238E27FC236}">
                    <a16:creationId xmlns:a16="http://schemas.microsoft.com/office/drawing/2014/main" id="{DBEBE720-BD7F-4D1E-A6B5-DECB0FBE7A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4405622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2" name="직선 연결선 2031">
                <a:extLst>
                  <a:ext uri="{FF2B5EF4-FFF2-40B4-BE49-F238E27FC236}">
                    <a16:creationId xmlns:a16="http://schemas.microsoft.com/office/drawing/2014/main" id="{9162604A-9840-431D-A55B-2484780489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4195610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33" name="그룹 2032">
              <a:extLst>
                <a:ext uri="{FF2B5EF4-FFF2-40B4-BE49-F238E27FC236}">
                  <a16:creationId xmlns:a16="http://schemas.microsoft.com/office/drawing/2014/main" id="{75D3B371-1D36-4BCE-BB5F-148E88C9EFF5}"/>
                </a:ext>
              </a:extLst>
            </p:cNvPr>
            <p:cNvGrpSpPr/>
            <p:nvPr/>
          </p:nvGrpSpPr>
          <p:grpSpPr>
            <a:xfrm>
              <a:off x="311466" y="4940258"/>
              <a:ext cx="1662756" cy="2310152"/>
              <a:chOff x="307806" y="2095470"/>
              <a:chExt cx="1662756" cy="2310152"/>
            </a:xfrm>
          </p:grpSpPr>
          <p:cxnSp>
            <p:nvCxnSpPr>
              <p:cNvPr id="2034" name="직선 연결선 2033">
                <a:extLst>
                  <a:ext uri="{FF2B5EF4-FFF2-40B4-BE49-F238E27FC236}">
                    <a16:creationId xmlns:a16="http://schemas.microsoft.com/office/drawing/2014/main" id="{6CBB6C2E-7C77-4A6A-B7AC-4BAA1905BC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2095470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5" name="직선 연결선 2034">
                <a:extLst>
                  <a:ext uri="{FF2B5EF4-FFF2-40B4-BE49-F238E27FC236}">
                    <a16:creationId xmlns:a16="http://schemas.microsoft.com/office/drawing/2014/main" id="{BCE35E86-4C1B-4378-B96C-6045057824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2515498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6" name="직선 연결선 2035">
                <a:extLst>
                  <a:ext uri="{FF2B5EF4-FFF2-40B4-BE49-F238E27FC236}">
                    <a16:creationId xmlns:a16="http://schemas.microsoft.com/office/drawing/2014/main" id="{52634216-A152-4700-AB1A-8ABF593D13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2305484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7" name="직선 연결선 2036">
                <a:extLst>
                  <a:ext uri="{FF2B5EF4-FFF2-40B4-BE49-F238E27FC236}">
                    <a16:creationId xmlns:a16="http://schemas.microsoft.com/office/drawing/2014/main" id="{74654078-553C-4CC5-8FE8-E6FD23DE2E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2725512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8" name="직선 연결선 2037">
                <a:extLst>
                  <a:ext uri="{FF2B5EF4-FFF2-40B4-BE49-F238E27FC236}">
                    <a16:creationId xmlns:a16="http://schemas.microsoft.com/office/drawing/2014/main" id="{23E4AFEB-1B7E-4ED1-9BBA-7019689D56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3145540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9" name="직선 연결선 2038">
                <a:extLst>
                  <a:ext uri="{FF2B5EF4-FFF2-40B4-BE49-F238E27FC236}">
                    <a16:creationId xmlns:a16="http://schemas.microsoft.com/office/drawing/2014/main" id="{90B3E806-9835-4685-BFE5-5FAD07B5D7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2935526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0" name="직선 연결선 2039">
                <a:extLst>
                  <a:ext uri="{FF2B5EF4-FFF2-40B4-BE49-F238E27FC236}">
                    <a16:creationId xmlns:a16="http://schemas.microsoft.com/office/drawing/2014/main" id="{953444F7-7ACB-4DA9-8959-AAA4793A5F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3355554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1" name="직선 연결선 2040">
                <a:extLst>
                  <a:ext uri="{FF2B5EF4-FFF2-40B4-BE49-F238E27FC236}">
                    <a16:creationId xmlns:a16="http://schemas.microsoft.com/office/drawing/2014/main" id="{D1055555-1945-4092-BA8E-B3F606F2E8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3775582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2" name="직선 연결선 2041">
                <a:extLst>
                  <a:ext uri="{FF2B5EF4-FFF2-40B4-BE49-F238E27FC236}">
                    <a16:creationId xmlns:a16="http://schemas.microsoft.com/office/drawing/2014/main" id="{503C2F3F-AAF0-4E1D-A5B0-628F2FB736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3565568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3" name="직선 연결선 2042">
                <a:extLst>
                  <a:ext uri="{FF2B5EF4-FFF2-40B4-BE49-F238E27FC236}">
                    <a16:creationId xmlns:a16="http://schemas.microsoft.com/office/drawing/2014/main" id="{47B39C06-6ACA-4B06-9CD1-D812969C7A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3985596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4" name="직선 연결선 2043">
                <a:extLst>
                  <a:ext uri="{FF2B5EF4-FFF2-40B4-BE49-F238E27FC236}">
                    <a16:creationId xmlns:a16="http://schemas.microsoft.com/office/drawing/2014/main" id="{884BD70F-2EF1-4CEE-B5D4-3E8B1F3E17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4405622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5" name="직선 연결선 2044">
                <a:extLst>
                  <a:ext uri="{FF2B5EF4-FFF2-40B4-BE49-F238E27FC236}">
                    <a16:creationId xmlns:a16="http://schemas.microsoft.com/office/drawing/2014/main" id="{C3268708-3843-4A2A-99E0-87CC9655D6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4195610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46" name="그룹 2045">
              <a:extLst>
                <a:ext uri="{FF2B5EF4-FFF2-40B4-BE49-F238E27FC236}">
                  <a16:creationId xmlns:a16="http://schemas.microsoft.com/office/drawing/2014/main" id="{86EDD419-D330-43AE-AF1A-FEE0C78035B6}"/>
                </a:ext>
              </a:extLst>
            </p:cNvPr>
            <p:cNvGrpSpPr/>
            <p:nvPr/>
          </p:nvGrpSpPr>
          <p:grpSpPr>
            <a:xfrm>
              <a:off x="2135248" y="4940258"/>
              <a:ext cx="1662756" cy="2310152"/>
              <a:chOff x="307806" y="2095470"/>
              <a:chExt cx="1662756" cy="2310152"/>
            </a:xfrm>
          </p:grpSpPr>
          <p:cxnSp>
            <p:nvCxnSpPr>
              <p:cNvPr id="2047" name="직선 연결선 2046">
                <a:extLst>
                  <a:ext uri="{FF2B5EF4-FFF2-40B4-BE49-F238E27FC236}">
                    <a16:creationId xmlns:a16="http://schemas.microsoft.com/office/drawing/2014/main" id="{FF4C5CF2-DDE1-4455-A150-887B53846A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2095470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8" name="직선 연결선 2047">
                <a:extLst>
                  <a:ext uri="{FF2B5EF4-FFF2-40B4-BE49-F238E27FC236}">
                    <a16:creationId xmlns:a16="http://schemas.microsoft.com/office/drawing/2014/main" id="{55D7C39B-154A-406C-8803-AB5D124034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2515498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9" name="직선 연결선 2048">
                <a:extLst>
                  <a:ext uri="{FF2B5EF4-FFF2-40B4-BE49-F238E27FC236}">
                    <a16:creationId xmlns:a16="http://schemas.microsoft.com/office/drawing/2014/main" id="{C10E276B-809B-4DF2-B18A-C52BC52787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2305484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0" name="직선 연결선 2049">
                <a:extLst>
                  <a:ext uri="{FF2B5EF4-FFF2-40B4-BE49-F238E27FC236}">
                    <a16:creationId xmlns:a16="http://schemas.microsoft.com/office/drawing/2014/main" id="{41E896E1-8598-499F-9CE9-0076C0E742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2725512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1" name="직선 연결선 2050">
                <a:extLst>
                  <a:ext uri="{FF2B5EF4-FFF2-40B4-BE49-F238E27FC236}">
                    <a16:creationId xmlns:a16="http://schemas.microsoft.com/office/drawing/2014/main" id="{3760B3EE-8F66-44FE-83E0-588E84145E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3145540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2" name="직선 연결선 2051">
                <a:extLst>
                  <a:ext uri="{FF2B5EF4-FFF2-40B4-BE49-F238E27FC236}">
                    <a16:creationId xmlns:a16="http://schemas.microsoft.com/office/drawing/2014/main" id="{8F4857D7-4AC0-48BB-9D63-2C7EBE677D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2935526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3" name="직선 연결선 2052">
                <a:extLst>
                  <a:ext uri="{FF2B5EF4-FFF2-40B4-BE49-F238E27FC236}">
                    <a16:creationId xmlns:a16="http://schemas.microsoft.com/office/drawing/2014/main" id="{0C442C93-2226-438B-9CB0-C02BED243F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3355554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4" name="직선 연결선 2053">
                <a:extLst>
                  <a:ext uri="{FF2B5EF4-FFF2-40B4-BE49-F238E27FC236}">
                    <a16:creationId xmlns:a16="http://schemas.microsoft.com/office/drawing/2014/main" id="{31A23E94-D60C-4DEF-B090-4D2B4B7932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3775582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5" name="직선 연결선 2054">
                <a:extLst>
                  <a:ext uri="{FF2B5EF4-FFF2-40B4-BE49-F238E27FC236}">
                    <a16:creationId xmlns:a16="http://schemas.microsoft.com/office/drawing/2014/main" id="{0F93FA62-ACDB-4580-9BFB-8B22A7CAFF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3565568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6" name="직선 연결선 2055">
                <a:extLst>
                  <a:ext uri="{FF2B5EF4-FFF2-40B4-BE49-F238E27FC236}">
                    <a16:creationId xmlns:a16="http://schemas.microsoft.com/office/drawing/2014/main" id="{2E5D3FFB-E6FE-4E85-8E8C-4EC89FA331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3985596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7" name="직선 연결선 2056">
                <a:extLst>
                  <a:ext uri="{FF2B5EF4-FFF2-40B4-BE49-F238E27FC236}">
                    <a16:creationId xmlns:a16="http://schemas.microsoft.com/office/drawing/2014/main" id="{4AE5DD08-CDC6-48B8-B64B-3DE0F1930C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4405622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8" name="직선 연결선 2057">
                <a:extLst>
                  <a:ext uri="{FF2B5EF4-FFF2-40B4-BE49-F238E27FC236}">
                    <a16:creationId xmlns:a16="http://schemas.microsoft.com/office/drawing/2014/main" id="{06AC5352-67EC-4EA0-8426-9C57423BB1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6" y="4195610"/>
                <a:ext cx="1662756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059" name="직선 연결선 2058">
              <a:extLst>
                <a:ext uri="{FF2B5EF4-FFF2-40B4-BE49-F238E27FC236}">
                  <a16:creationId xmlns:a16="http://schemas.microsoft.com/office/drawing/2014/main" id="{AFD574CE-B403-4811-BB46-1290CB40926C}"/>
                </a:ext>
              </a:extLst>
            </p:cNvPr>
            <p:cNvCxnSpPr>
              <a:cxnSpLocks/>
            </p:cNvCxnSpPr>
            <p:nvPr/>
          </p:nvCxnSpPr>
          <p:spPr>
            <a:xfrm>
              <a:off x="3959031" y="4940258"/>
              <a:ext cx="166275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0" name="직선 연결선 2059">
              <a:extLst>
                <a:ext uri="{FF2B5EF4-FFF2-40B4-BE49-F238E27FC236}">
                  <a16:creationId xmlns:a16="http://schemas.microsoft.com/office/drawing/2014/main" id="{42D3C57C-478C-4D11-9FE3-FE90C5924F79}"/>
                </a:ext>
              </a:extLst>
            </p:cNvPr>
            <p:cNvCxnSpPr>
              <a:cxnSpLocks/>
            </p:cNvCxnSpPr>
            <p:nvPr/>
          </p:nvCxnSpPr>
          <p:spPr>
            <a:xfrm>
              <a:off x="3959031" y="5360286"/>
              <a:ext cx="166275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1" name="직선 연결선 2060">
              <a:extLst>
                <a:ext uri="{FF2B5EF4-FFF2-40B4-BE49-F238E27FC236}">
                  <a16:creationId xmlns:a16="http://schemas.microsoft.com/office/drawing/2014/main" id="{B5543A5A-0D2B-4CF8-8CE6-7661C4BBA42B}"/>
                </a:ext>
              </a:extLst>
            </p:cNvPr>
            <p:cNvCxnSpPr>
              <a:cxnSpLocks/>
            </p:cNvCxnSpPr>
            <p:nvPr/>
          </p:nvCxnSpPr>
          <p:spPr>
            <a:xfrm>
              <a:off x="3959031" y="5150272"/>
              <a:ext cx="166275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2" name="직선 연결선 2061">
              <a:extLst>
                <a:ext uri="{FF2B5EF4-FFF2-40B4-BE49-F238E27FC236}">
                  <a16:creationId xmlns:a16="http://schemas.microsoft.com/office/drawing/2014/main" id="{C2066486-21FB-4C23-95A4-539C8338041C}"/>
                </a:ext>
              </a:extLst>
            </p:cNvPr>
            <p:cNvCxnSpPr>
              <a:cxnSpLocks/>
            </p:cNvCxnSpPr>
            <p:nvPr/>
          </p:nvCxnSpPr>
          <p:spPr>
            <a:xfrm>
              <a:off x="3959031" y="5570300"/>
              <a:ext cx="166275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3" name="직선 연결선 2062">
              <a:extLst>
                <a:ext uri="{FF2B5EF4-FFF2-40B4-BE49-F238E27FC236}">
                  <a16:creationId xmlns:a16="http://schemas.microsoft.com/office/drawing/2014/main" id="{F05C7C52-8D77-4DBF-9F7C-6BBEC582D5CD}"/>
                </a:ext>
              </a:extLst>
            </p:cNvPr>
            <p:cNvCxnSpPr>
              <a:cxnSpLocks/>
            </p:cNvCxnSpPr>
            <p:nvPr/>
          </p:nvCxnSpPr>
          <p:spPr>
            <a:xfrm>
              <a:off x="3878517" y="5990328"/>
              <a:ext cx="1823783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4" name="직선 연결선 2063">
              <a:extLst>
                <a:ext uri="{FF2B5EF4-FFF2-40B4-BE49-F238E27FC236}">
                  <a16:creationId xmlns:a16="http://schemas.microsoft.com/office/drawing/2014/main" id="{D5389289-2107-4192-AD03-1C6746CAFA2A}"/>
                </a:ext>
              </a:extLst>
            </p:cNvPr>
            <p:cNvCxnSpPr>
              <a:cxnSpLocks/>
            </p:cNvCxnSpPr>
            <p:nvPr/>
          </p:nvCxnSpPr>
          <p:spPr>
            <a:xfrm>
              <a:off x="3959031" y="5780314"/>
              <a:ext cx="166275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5" name="직선 연결선 2064">
              <a:extLst>
                <a:ext uri="{FF2B5EF4-FFF2-40B4-BE49-F238E27FC236}">
                  <a16:creationId xmlns:a16="http://schemas.microsoft.com/office/drawing/2014/main" id="{C59CAE2E-7F97-414C-9C31-AFD836BE3EE1}"/>
                </a:ext>
              </a:extLst>
            </p:cNvPr>
            <p:cNvCxnSpPr>
              <a:cxnSpLocks/>
            </p:cNvCxnSpPr>
            <p:nvPr/>
          </p:nvCxnSpPr>
          <p:spPr>
            <a:xfrm>
              <a:off x="3959031" y="6200342"/>
              <a:ext cx="166275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6" name="직선 연결선 2065">
              <a:extLst>
                <a:ext uri="{FF2B5EF4-FFF2-40B4-BE49-F238E27FC236}">
                  <a16:creationId xmlns:a16="http://schemas.microsoft.com/office/drawing/2014/main" id="{62EAFF58-7E95-4975-9913-17501573B317}"/>
                </a:ext>
              </a:extLst>
            </p:cNvPr>
            <p:cNvCxnSpPr>
              <a:cxnSpLocks/>
            </p:cNvCxnSpPr>
            <p:nvPr/>
          </p:nvCxnSpPr>
          <p:spPr>
            <a:xfrm>
              <a:off x="3959031" y="6620370"/>
              <a:ext cx="166275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7" name="직선 연결선 2066">
              <a:extLst>
                <a:ext uri="{FF2B5EF4-FFF2-40B4-BE49-F238E27FC236}">
                  <a16:creationId xmlns:a16="http://schemas.microsoft.com/office/drawing/2014/main" id="{5C9E27A5-FCC8-4199-8327-F35E76E2EF09}"/>
                </a:ext>
              </a:extLst>
            </p:cNvPr>
            <p:cNvCxnSpPr>
              <a:cxnSpLocks/>
            </p:cNvCxnSpPr>
            <p:nvPr/>
          </p:nvCxnSpPr>
          <p:spPr>
            <a:xfrm>
              <a:off x="3959031" y="6410356"/>
              <a:ext cx="166275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8" name="직선 연결선 2067">
              <a:extLst>
                <a:ext uri="{FF2B5EF4-FFF2-40B4-BE49-F238E27FC236}">
                  <a16:creationId xmlns:a16="http://schemas.microsoft.com/office/drawing/2014/main" id="{BBF370D6-3FEA-4AE8-97BF-452FD3103C9F}"/>
                </a:ext>
              </a:extLst>
            </p:cNvPr>
            <p:cNvCxnSpPr>
              <a:cxnSpLocks/>
            </p:cNvCxnSpPr>
            <p:nvPr/>
          </p:nvCxnSpPr>
          <p:spPr>
            <a:xfrm>
              <a:off x="3959031" y="6830384"/>
              <a:ext cx="166275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9" name="직선 연결선 2068">
              <a:extLst>
                <a:ext uri="{FF2B5EF4-FFF2-40B4-BE49-F238E27FC236}">
                  <a16:creationId xmlns:a16="http://schemas.microsoft.com/office/drawing/2014/main" id="{3F69CA5C-EBAF-4D4C-B80F-FD8120DE5603}"/>
                </a:ext>
              </a:extLst>
            </p:cNvPr>
            <p:cNvCxnSpPr>
              <a:cxnSpLocks/>
            </p:cNvCxnSpPr>
            <p:nvPr/>
          </p:nvCxnSpPr>
          <p:spPr>
            <a:xfrm>
              <a:off x="3959031" y="7250410"/>
              <a:ext cx="166275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0" name="직선 연결선 2069">
              <a:extLst>
                <a:ext uri="{FF2B5EF4-FFF2-40B4-BE49-F238E27FC236}">
                  <a16:creationId xmlns:a16="http://schemas.microsoft.com/office/drawing/2014/main" id="{D314FE55-32FA-42A3-8CD7-3F343C96DB68}"/>
                </a:ext>
              </a:extLst>
            </p:cNvPr>
            <p:cNvCxnSpPr>
              <a:cxnSpLocks/>
            </p:cNvCxnSpPr>
            <p:nvPr/>
          </p:nvCxnSpPr>
          <p:spPr>
            <a:xfrm>
              <a:off x="3959031" y="7040398"/>
              <a:ext cx="166275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71" name="TextBox 2070">
              <a:extLst>
                <a:ext uri="{FF2B5EF4-FFF2-40B4-BE49-F238E27FC236}">
                  <a16:creationId xmlns:a16="http://schemas.microsoft.com/office/drawing/2014/main" id="{DB8E4ED0-4A63-49FF-9BF9-0A99F5B0E602}"/>
                </a:ext>
              </a:extLst>
            </p:cNvPr>
            <p:cNvSpPr txBox="1"/>
            <p:nvPr/>
          </p:nvSpPr>
          <p:spPr>
            <a:xfrm>
              <a:off x="238891" y="405767"/>
              <a:ext cx="651853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4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Focus</a:t>
              </a:r>
              <a:endParaRPr lang="ko-KR" altLang="en-US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cxnSp>
          <p:nvCxnSpPr>
            <p:cNvPr id="2072" name="직선 연결선 2071">
              <a:extLst>
                <a:ext uri="{FF2B5EF4-FFF2-40B4-BE49-F238E27FC236}">
                  <a16:creationId xmlns:a16="http://schemas.microsoft.com/office/drawing/2014/main" id="{54F11D33-B8B7-415F-AC94-30C2C327D7CF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539024"/>
              <a:ext cx="3264243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3" name="직선 연결선 2072">
              <a:extLst>
                <a:ext uri="{FF2B5EF4-FFF2-40B4-BE49-F238E27FC236}">
                  <a16:creationId xmlns:a16="http://schemas.microsoft.com/office/drawing/2014/main" id="{9BE32295-7A5A-48A8-8B22-6FFC5C549FE8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752403"/>
              <a:ext cx="3264243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4" name="직선 연결선 2073">
              <a:extLst>
                <a:ext uri="{FF2B5EF4-FFF2-40B4-BE49-F238E27FC236}">
                  <a16:creationId xmlns:a16="http://schemas.microsoft.com/office/drawing/2014/main" id="{41121A8F-35B2-4866-BA37-1081D41EA7B0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1179161"/>
              <a:ext cx="3264243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5" name="직선 연결선 2074">
              <a:extLst>
                <a:ext uri="{FF2B5EF4-FFF2-40B4-BE49-F238E27FC236}">
                  <a16:creationId xmlns:a16="http://schemas.microsoft.com/office/drawing/2014/main" id="{19363E69-051C-4D8C-AE16-F5ED5D27B07A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965782"/>
              <a:ext cx="3264243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6" name="직선 연결선 2075">
              <a:extLst>
                <a:ext uri="{FF2B5EF4-FFF2-40B4-BE49-F238E27FC236}">
                  <a16:creationId xmlns:a16="http://schemas.microsoft.com/office/drawing/2014/main" id="{01154813-C0AF-45BA-BDAC-F96D38F8866C}"/>
                </a:ext>
              </a:extLst>
            </p:cNvPr>
            <p:cNvCxnSpPr>
              <a:cxnSpLocks/>
            </p:cNvCxnSpPr>
            <p:nvPr/>
          </p:nvCxnSpPr>
          <p:spPr>
            <a:xfrm>
              <a:off x="3610775" y="539024"/>
              <a:ext cx="2091526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7" name="직선 연결선 2076">
              <a:extLst>
                <a:ext uri="{FF2B5EF4-FFF2-40B4-BE49-F238E27FC236}">
                  <a16:creationId xmlns:a16="http://schemas.microsoft.com/office/drawing/2014/main" id="{077F56A6-F290-443A-9924-1478A0561B2A}"/>
                </a:ext>
              </a:extLst>
            </p:cNvPr>
            <p:cNvCxnSpPr>
              <a:cxnSpLocks/>
            </p:cNvCxnSpPr>
            <p:nvPr/>
          </p:nvCxnSpPr>
          <p:spPr>
            <a:xfrm>
              <a:off x="3610775" y="752403"/>
              <a:ext cx="209152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8" name="직선 연결선 2077">
              <a:extLst>
                <a:ext uri="{FF2B5EF4-FFF2-40B4-BE49-F238E27FC236}">
                  <a16:creationId xmlns:a16="http://schemas.microsoft.com/office/drawing/2014/main" id="{788B260C-BE01-4C3B-B0A4-1362BFA3B687}"/>
                </a:ext>
              </a:extLst>
            </p:cNvPr>
            <p:cNvCxnSpPr>
              <a:cxnSpLocks/>
            </p:cNvCxnSpPr>
            <p:nvPr/>
          </p:nvCxnSpPr>
          <p:spPr>
            <a:xfrm>
              <a:off x="3610775" y="1179161"/>
              <a:ext cx="209152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9" name="직선 연결선 2078">
              <a:extLst>
                <a:ext uri="{FF2B5EF4-FFF2-40B4-BE49-F238E27FC236}">
                  <a16:creationId xmlns:a16="http://schemas.microsoft.com/office/drawing/2014/main" id="{48E16766-58AA-4237-8F2B-F3895F9A5B50}"/>
                </a:ext>
              </a:extLst>
            </p:cNvPr>
            <p:cNvCxnSpPr>
              <a:cxnSpLocks/>
            </p:cNvCxnSpPr>
            <p:nvPr/>
          </p:nvCxnSpPr>
          <p:spPr>
            <a:xfrm>
              <a:off x="3610775" y="965782"/>
              <a:ext cx="209152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0" name="직선 연결선 2079">
              <a:extLst>
                <a:ext uri="{FF2B5EF4-FFF2-40B4-BE49-F238E27FC236}">
                  <a16:creationId xmlns:a16="http://schemas.microsoft.com/office/drawing/2014/main" id="{AC3839FF-3D40-47CD-B3C1-8883547C5C20}"/>
                </a:ext>
              </a:extLst>
            </p:cNvPr>
            <p:cNvCxnSpPr>
              <a:cxnSpLocks/>
            </p:cNvCxnSpPr>
            <p:nvPr/>
          </p:nvCxnSpPr>
          <p:spPr>
            <a:xfrm>
              <a:off x="3610775" y="1605919"/>
              <a:ext cx="2091526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1" name="직선 연결선 2080">
              <a:extLst>
                <a:ext uri="{FF2B5EF4-FFF2-40B4-BE49-F238E27FC236}">
                  <a16:creationId xmlns:a16="http://schemas.microsoft.com/office/drawing/2014/main" id="{89BA5AD8-16A8-4298-B92A-1D8F56FB9508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1605919"/>
              <a:ext cx="3264243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2" name="직선 연결선 2081">
              <a:extLst>
                <a:ext uri="{FF2B5EF4-FFF2-40B4-BE49-F238E27FC236}">
                  <a16:creationId xmlns:a16="http://schemas.microsoft.com/office/drawing/2014/main" id="{A1543D36-6FE4-410E-8CD8-602B665809FC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1392540"/>
              <a:ext cx="3264243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3" name="직선 연결선 2082">
              <a:extLst>
                <a:ext uri="{FF2B5EF4-FFF2-40B4-BE49-F238E27FC236}">
                  <a16:creationId xmlns:a16="http://schemas.microsoft.com/office/drawing/2014/main" id="{5E2473A7-2E41-4AEE-A9A6-308ED319E690}"/>
                </a:ext>
              </a:extLst>
            </p:cNvPr>
            <p:cNvCxnSpPr>
              <a:cxnSpLocks/>
            </p:cNvCxnSpPr>
            <p:nvPr/>
          </p:nvCxnSpPr>
          <p:spPr>
            <a:xfrm>
              <a:off x="3610775" y="1392540"/>
              <a:ext cx="209152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84" name="TextBox 2083">
              <a:extLst>
                <a:ext uri="{FF2B5EF4-FFF2-40B4-BE49-F238E27FC236}">
                  <a16:creationId xmlns:a16="http://schemas.microsoft.com/office/drawing/2014/main" id="{F418F3A5-A25E-4B6A-8B74-2066EA277741}"/>
                </a:ext>
              </a:extLst>
            </p:cNvPr>
            <p:cNvSpPr txBox="1"/>
            <p:nvPr/>
          </p:nvSpPr>
          <p:spPr>
            <a:xfrm>
              <a:off x="3610774" y="405767"/>
              <a:ext cx="1033067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4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To-Do</a:t>
              </a:r>
              <a:endParaRPr lang="ko-KR" altLang="en-US" sz="84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sp>
        <p:nvSpPr>
          <p:cNvPr id="108" name="TextBox 185">
            <a:hlinkClick r:id="rId2"/>
            <a:extLst>
              <a:ext uri="{FF2B5EF4-FFF2-40B4-BE49-F238E27FC236}">
                <a16:creationId xmlns:a16="http://schemas.microsoft.com/office/drawing/2014/main" id="{AB93AC88-4DA6-4999-B957-F444009526F0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9" name="TextBox 186">
            <a:hlinkClick r:id="rId3"/>
            <a:extLst>
              <a:ext uri="{FF2B5EF4-FFF2-40B4-BE49-F238E27FC236}">
                <a16:creationId xmlns:a16="http://schemas.microsoft.com/office/drawing/2014/main" id="{F610AF4B-6DC1-4AF8-82F1-8693747B4340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0" name="TextBox 184">
            <a:hlinkClick r:id="rId4"/>
            <a:extLst>
              <a:ext uri="{FF2B5EF4-FFF2-40B4-BE49-F238E27FC236}">
                <a16:creationId xmlns:a16="http://schemas.microsoft.com/office/drawing/2014/main" id="{3FDDC6EC-2203-4FA5-A393-B9873A0CBD25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177</TotalTime>
  <Words>10</Words>
  <Application>Microsoft Office PowerPoint</Application>
  <PresentationFormat>사용자 지정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67</cp:revision>
  <dcterms:created xsi:type="dcterms:W3CDTF">2021-10-29T04:43:38Z</dcterms:created>
  <dcterms:modified xsi:type="dcterms:W3CDTF">2021-12-19T08:47:49Z</dcterms:modified>
</cp:coreProperties>
</file>
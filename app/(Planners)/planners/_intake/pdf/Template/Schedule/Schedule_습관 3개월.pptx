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39" d="100"/>
          <a:sy n="39" d="100"/>
        </p:scale>
        <p:origin x="1674" y="30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32" name="직선 연결선 5131">
            <a:extLst>
              <a:ext uri="{FF2B5EF4-FFF2-40B4-BE49-F238E27FC236}">
                <a16:creationId xmlns:a16="http://schemas.microsoft.com/office/drawing/2014/main" id="{C785573C-D273-4A27-8A99-F3FE763C25D4}"/>
              </a:ext>
            </a:extLst>
          </p:cNvPr>
          <p:cNvCxnSpPr/>
          <p:nvPr/>
        </p:nvCxnSpPr>
        <p:spPr>
          <a:xfrm>
            <a:off x="3706971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3" name="직선 연결선 5132">
            <a:extLst>
              <a:ext uri="{FF2B5EF4-FFF2-40B4-BE49-F238E27FC236}">
                <a16:creationId xmlns:a16="http://schemas.microsoft.com/office/drawing/2014/main" id="{9C1DDB3A-36C0-4D6A-8DBA-CE3B07C03BEA}"/>
              </a:ext>
            </a:extLst>
          </p:cNvPr>
          <p:cNvCxnSpPr/>
          <p:nvPr/>
        </p:nvCxnSpPr>
        <p:spPr>
          <a:xfrm>
            <a:off x="302419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85">
            <a:hlinkClick r:id="rId2"/>
            <a:extLst>
              <a:ext uri="{FF2B5EF4-FFF2-40B4-BE49-F238E27FC236}">
                <a16:creationId xmlns:a16="http://schemas.microsoft.com/office/drawing/2014/main" id="{B06CDA70-35F2-42E8-B061-46FF0137735D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6" name="TextBox 186">
            <a:hlinkClick r:id="rId3"/>
            <a:extLst>
              <a:ext uri="{FF2B5EF4-FFF2-40B4-BE49-F238E27FC236}">
                <a16:creationId xmlns:a16="http://schemas.microsoft.com/office/drawing/2014/main" id="{71578C04-6F93-45A6-BDC6-DCA07AE38125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CBB37E34-E2FF-47E5-A09C-29B2A15D6045}"/>
              </a:ext>
            </a:extLst>
          </p:cNvPr>
          <p:cNvGrpSpPr/>
          <p:nvPr/>
        </p:nvGrpSpPr>
        <p:grpSpPr>
          <a:xfrm>
            <a:off x="302420" y="1084139"/>
            <a:ext cx="5509809" cy="1574318"/>
            <a:chOff x="302420" y="1084139"/>
            <a:chExt cx="5509809" cy="1574318"/>
          </a:xfrm>
        </p:grpSpPr>
        <p:sp>
          <p:nvSpPr>
            <p:cNvPr id="5034" name="타원 5033">
              <a:extLst>
                <a:ext uri="{FF2B5EF4-FFF2-40B4-BE49-F238E27FC236}">
                  <a16:creationId xmlns:a16="http://schemas.microsoft.com/office/drawing/2014/main" id="{445D0A9B-01FA-4E3A-87E4-FE5D84FBA8A9}"/>
                </a:ext>
              </a:extLst>
            </p:cNvPr>
            <p:cNvSpPr/>
            <p:nvPr/>
          </p:nvSpPr>
          <p:spPr>
            <a:xfrm>
              <a:off x="1618145" y="1206070"/>
              <a:ext cx="360000" cy="36000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endParaRPr lang="ko-KR" altLang="en-US" sz="1200" b="1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035" name="타원 5034">
              <a:extLst>
                <a:ext uri="{FF2B5EF4-FFF2-40B4-BE49-F238E27FC236}">
                  <a16:creationId xmlns:a16="http://schemas.microsoft.com/office/drawing/2014/main" id="{6B5D641C-6D9A-4063-A10C-82ED094F2F2B}"/>
                </a:ext>
              </a:extLst>
            </p:cNvPr>
            <p:cNvSpPr/>
            <p:nvPr/>
          </p:nvSpPr>
          <p:spPr>
            <a:xfrm>
              <a:off x="2044154" y="1206070"/>
              <a:ext cx="360000" cy="36000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</a:t>
              </a:r>
              <a:endParaRPr lang="ko-KR" altLang="en-US" sz="1200" b="1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036" name="타원 5035">
              <a:extLst>
                <a:ext uri="{FF2B5EF4-FFF2-40B4-BE49-F238E27FC236}">
                  <a16:creationId xmlns:a16="http://schemas.microsoft.com/office/drawing/2014/main" id="{44295176-6F3E-4F88-A8C1-895C131350F2}"/>
                </a:ext>
              </a:extLst>
            </p:cNvPr>
            <p:cNvSpPr/>
            <p:nvPr/>
          </p:nvSpPr>
          <p:spPr>
            <a:xfrm>
              <a:off x="2470163" y="1206070"/>
              <a:ext cx="360000" cy="36000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</a:t>
              </a:r>
              <a:endParaRPr lang="ko-KR" altLang="en-US" sz="1200" b="1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037" name="타원 5036">
              <a:extLst>
                <a:ext uri="{FF2B5EF4-FFF2-40B4-BE49-F238E27FC236}">
                  <a16:creationId xmlns:a16="http://schemas.microsoft.com/office/drawing/2014/main" id="{FDEF2FEC-146C-4597-93C3-77DB78A73546}"/>
                </a:ext>
              </a:extLst>
            </p:cNvPr>
            <p:cNvSpPr/>
            <p:nvPr/>
          </p:nvSpPr>
          <p:spPr>
            <a:xfrm flipH="1">
              <a:off x="2896172" y="1206069"/>
              <a:ext cx="360000" cy="36000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4</a:t>
              </a:r>
              <a:endParaRPr lang="ko-KR" altLang="en-US" sz="1200" b="1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038" name="타원 5037">
              <a:extLst>
                <a:ext uri="{FF2B5EF4-FFF2-40B4-BE49-F238E27FC236}">
                  <a16:creationId xmlns:a16="http://schemas.microsoft.com/office/drawing/2014/main" id="{2BBBB7DB-C0FE-4852-AA37-4B9652BED992}"/>
                </a:ext>
              </a:extLst>
            </p:cNvPr>
            <p:cNvSpPr/>
            <p:nvPr/>
          </p:nvSpPr>
          <p:spPr>
            <a:xfrm flipH="1">
              <a:off x="3322181" y="1206069"/>
              <a:ext cx="360000" cy="36000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5</a:t>
              </a:r>
              <a:endParaRPr lang="ko-KR" altLang="en-US" sz="1200" b="1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039" name="타원 5038">
              <a:extLst>
                <a:ext uri="{FF2B5EF4-FFF2-40B4-BE49-F238E27FC236}">
                  <a16:creationId xmlns:a16="http://schemas.microsoft.com/office/drawing/2014/main" id="{6AD78A71-67BF-49FC-895A-20F71A71D217}"/>
                </a:ext>
              </a:extLst>
            </p:cNvPr>
            <p:cNvSpPr/>
            <p:nvPr/>
          </p:nvSpPr>
          <p:spPr>
            <a:xfrm flipH="1">
              <a:off x="3748190" y="1206069"/>
              <a:ext cx="360000" cy="36000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6</a:t>
              </a:r>
              <a:endParaRPr lang="ko-KR" altLang="en-US" sz="1200" b="1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040" name="타원 5039">
              <a:extLst>
                <a:ext uri="{FF2B5EF4-FFF2-40B4-BE49-F238E27FC236}">
                  <a16:creationId xmlns:a16="http://schemas.microsoft.com/office/drawing/2014/main" id="{987E8004-8E7C-475A-885F-6794D9E43490}"/>
                </a:ext>
              </a:extLst>
            </p:cNvPr>
            <p:cNvSpPr/>
            <p:nvPr/>
          </p:nvSpPr>
          <p:spPr>
            <a:xfrm flipH="1">
              <a:off x="4174199" y="1206069"/>
              <a:ext cx="360000" cy="36000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7</a:t>
              </a:r>
              <a:endParaRPr lang="ko-KR" altLang="en-US" sz="1200" b="1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041" name="타원 5040">
              <a:extLst>
                <a:ext uri="{FF2B5EF4-FFF2-40B4-BE49-F238E27FC236}">
                  <a16:creationId xmlns:a16="http://schemas.microsoft.com/office/drawing/2014/main" id="{799BE939-F681-434B-A734-A79C7D4CB266}"/>
                </a:ext>
              </a:extLst>
            </p:cNvPr>
            <p:cNvSpPr/>
            <p:nvPr/>
          </p:nvSpPr>
          <p:spPr>
            <a:xfrm flipH="1">
              <a:off x="4600208" y="1206069"/>
              <a:ext cx="360000" cy="36000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8</a:t>
              </a:r>
              <a:endParaRPr lang="ko-KR" altLang="en-US" sz="1200" b="1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042" name="타원 5041">
              <a:extLst>
                <a:ext uri="{FF2B5EF4-FFF2-40B4-BE49-F238E27FC236}">
                  <a16:creationId xmlns:a16="http://schemas.microsoft.com/office/drawing/2014/main" id="{017B1630-8488-4720-B205-FA8A3D02DB7D}"/>
                </a:ext>
              </a:extLst>
            </p:cNvPr>
            <p:cNvSpPr/>
            <p:nvPr/>
          </p:nvSpPr>
          <p:spPr>
            <a:xfrm flipH="1">
              <a:off x="5026217" y="1206069"/>
              <a:ext cx="360000" cy="36000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9</a:t>
              </a:r>
              <a:endParaRPr lang="ko-KR" altLang="en-US" sz="1200" b="1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043" name="타원 5042">
              <a:extLst>
                <a:ext uri="{FF2B5EF4-FFF2-40B4-BE49-F238E27FC236}">
                  <a16:creationId xmlns:a16="http://schemas.microsoft.com/office/drawing/2014/main" id="{7E3D28DA-1ADE-439F-964B-BDA61FE76957}"/>
                </a:ext>
              </a:extLst>
            </p:cNvPr>
            <p:cNvSpPr/>
            <p:nvPr/>
          </p:nvSpPr>
          <p:spPr>
            <a:xfrm flipH="1">
              <a:off x="5452229" y="1206069"/>
              <a:ext cx="360000" cy="36000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10</a:t>
              </a:r>
              <a:endParaRPr lang="ko-KR" altLang="en-US" sz="1200" b="1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044" name="타원 5043">
              <a:extLst>
                <a:ext uri="{FF2B5EF4-FFF2-40B4-BE49-F238E27FC236}">
                  <a16:creationId xmlns:a16="http://schemas.microsoft.com/office/drawing/2014/main" id="{97F72B80-B751-4B49-953E-C593FAA5F252}"/>
                </a:ext>
              </a:extLst>
            </p:cNvPr>
            <p:cNvSpPr/>
            <p:nvPr/>
          </p:nvSpPr>
          <p:spPr>
            <a:xfrm flipH="1">
              <a:off x="340118" y="1678596"/>
              <a:ext cx="360000" cy="36000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11</a:t>
              </a:r>
              <a:endParaRPr lang="ko-KR" altLang="en-US" sz="1200" b="1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045" name="타원 5044">
              <a:extLst>
                <a:ext uri="{FF2B5EF4-FFF2-40B4-BE49-F238E27FC236}">
                  <a16:creationId xmlns:a16="http://schemas.microsoft.com/office/drawing/2014/main" id="{869D6476-1611-412E-B7F0-84354C769AD1}"/>
                </a:ext>
              </a:extLst>
            </p:cNvPr>
            <p:cNvSpPr/>
            <p:nvPr/>
          </p:nvSpPr>
          <p:spPr>
            <a:xfrm>
              <a:off x="766127" y="1678596"/>
              <a:ext cx="360000" cy="36000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12</a:t>
              </a:r>
              <a:endParaRPr lang="ko-KR" altLang="en-US" sz="1200" b="1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046" name="타원 5045">
              <a:extLst>
                <a:ext uri="{FF2B5EF4-FFF2-40B4-BE49-F238E27FC236}">
                  <a16:creationId xmlns:a16="http://schemas.microsoft.com/office/drawing/2014/main" id="{A6E40CC0-ABDF-49D2-97B9-84535E8F71E3}"/>
                </a:ext>
              </a:extLst>
            </p:cNvPr>
            <p:cNvSpPr/>
            <p:nvPr/>
          </p:nvSpPr>
          <p:spPr>
            <a:xfrm>
              <a:off x="1192136" y="1678596"/>
              <a:ext cx="360000" cy="36000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13</a:t>
              </a:r>
              <a:endParaRPr lang="ko-KR" altLang="en-US" sz="1200" b="1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047" name="타원 5046">
              <a:extLst>
                <a:ext uri="{FF2B5EF4-FFF2-40B4-BE49-F238E27FC236}">
                  <a16:creationId xmlns:a16="http://schemas.microsoft.com/office/drawing/2014/main" id="{41BCFED4-9F59-42E8-A8A4-142C06062654}"/>
                </a:ext>
              </a:extLst>
            </p:cNvPr>
            <p:cNvSpPr/>
            <p:nvPr/>
          </p:nvSpPr>
          <p:spPr>
            <a:xfrm>
              <a:off x="1618145" y="1678596"/>
              <a:ext cx="360000" cy="36000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14</a:t>
              </a:r>
              <a:endParaRPr lang="ko-KR" altLang="en-US" sz="1200" b="1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048" name="타원 5047">
              <a:extLst>
                <a:ext uri="{FF2B5EF4-FFF2-40B4-BE49-F238E27FC236}">
                  <a16:creationId xmlns:a16="http://schemas.microsoft.com/office/drawing/2014/main" id="{759C495B-6FD1-4A4F-B6DD-24635849D72A}"/>
                </a:ext>
              </a:extLst>
            </p:cNvPr>
            <p:cNvSpPr/>
            <p:nvPr/>
          </p:nvSpPr>
          <p:spPr>
            <a:xfrm>
              <a:off x="2044154" y="1678596"/>
              <a:ext cx="360000" cy="36000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15</a:t>
              </a:r>
              <a:endParaRPr lang="ko-KR" altLang="en-US" sz="1200" b="1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049" name="타원 5048">
              <a:extLst>
                <a:ext uri="{FF2B5EF4-FFF2-40B4-BE49-F238E27FC236}">
                  <a16:creationId xmlns:a16="http://schemas.microsoft.com/office/drawing/2014/main" id="{F0A97E59-E3A8-4A7E-A208-035C6A17770A}"/>
                </a:ext>
              </a:extLst>
            </p:cNvPr>
            <p:cNvSpPr/>
            <p:nvPr/>
          </p:nvSpPr>
          <p:spPr>
            <a:xfrm>
              <a:off x="2470163" y="1678596"/>
              <a:ext cx="360000" cy="36000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16</a:t>
              </a:r>
              <a:endParaRPr lang="ko-KR" altLang="en-US" sz="1200" b="1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050" name="타원 5049">
              <a:extLst>
                <a:ext uri="{FF2B5EF4-FFF2-40B4-BE49-F238E27FC236}">
                  <a16:creationId xmlns:a16="http://schemas.microsoft.com/office/drawing/2014/main" id="{8627A4D5-0D13-42C9-B9A6-6E6AC91B2AB0}"/>
                </a:ext>
              </a:extLst>
            </p:cNvPr>
            <p:cNvSpPr/>
            <p:nvPr/>
          </p:nvSpPr>
          <p:spPr>
            <a:xfrm>
              <a:off x="2896172" y="1678596"/>
              <a:ext cx="360000" cy="36000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17</a:t>
              </a:r>
              <a:endParaRPr lang="ko-KR" altLang="en-US" sz="1200" b="1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051" name="타원 5050">
              <a:extLst>
                <a:ext uri="{FF2B5EF4-FFF2-40B4-BE49-F238E27FC236}">
                  <a16:creationId xmlns:a16="http://schemas.microsoft.com/office/drawing/2014/main" id="{0F71EDAC-AD5B-435F-8415-654F354FF5EC}"/>
                </a:ext>
              </a:extLst>
            </p:cNvPr>
            <p:cNvSpPr/>
            <p:nvPr/>
          </p:nvSpPr>
          <p:spPr>
            <a:xfrm>
              <a:off x="3322181" y="1678596"/>
              <a:ext cx="360000" cy="36000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18</a:t>
              </a:r>
              <a:endParaRPr lang="ko-KR" altLang="en-US" sz="1200" b="1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052" name="타원 5051">
              <a:extLst>
                <a:ext uri="{FF2B5EF4-FFF2-40B4-BE49-F238E27FC236}">
                  <a16:creationId xmlns:a16="http://schemas.microsoft.com/office/drawing/2014/main" id="{BA977839-8F42-4264-82F0-812413F62C08}"/>
                </a:ext>
              </a:extLst>
            </p:cNvPr>
            <p:cNvSpPr/>
            <p:nvPr/>
          </p:nvSpPr>
          <p:spPr>
            <a:xfrm>
              <a:off x="3748190" y="1678596"/>
              <a:ext cx="360000" cy="36000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19</a:t>
              </a:r>
              <a:endParaRPr lang="ko-KR" altLang="en-US" sz="1200" b="1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053" name="타원 5052">
              <a:extLst>
                <a:ext uri="{FF2B5EF4-FFF2-40B4-BE49-F238E27FC236}">
                  <a16:creationId xmlns:a16="http://schemas.microsoft.com/office/drawing/2014/main" id="{4CD54575-F343-4C59-8D7D-C388717F4553}"/>
                </a:ext>
              </a:extLst>
            </p:cNvPr>
            <p:cNvSpPr/>
            <p:nvPr/>
          </p:nvSpPr>
          <p:spPr>
            <a:xfrm>
              <a:off x="4174199" y="1678596"/>
              <a:ext cx="360000" cy="36000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20</a:t>
              </a:r>
              <a:endParaRPr lang="ko-KR" altLang="en-US" sz="1200" b="1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054" name="타원 5053">
              <a:extLst>
                <a:ext uri="{FF2B5EF4-FFF2-40B4-BE49-F238E27FC236}">
                  <a16:creationId xmlns:a16="http://schemas.microsoft.com/office/drawing/2014/main" id="{CDB4FDF7-966C-4272-B46B-0ADDDC6F823A}"/>
                </a:ext>
              </a:extLst>
            </p:cNvPr>
            <p:cNvSpPr/>
            <p:nvPr/>
          </p:nvSpPr>
          <p:spPr>
            <a:xfrm>
              <a:off x="4600208" y="1678596"/>
              <a:ext cx="360000" cy="36000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21</a:t>
              </a:r>
              <a:endParaRPr lang="ko-KR" altLang="en-US" sz="1200" b="1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055" name="타원 5054">
              <a:extLst>
                <a:ext uri="{FF2B5EF4-FFF2-40B4-BE49-F238E27FC236}">
                  <a16:creationId xmlns:a16="http://schemas.microsoft.com/office/drawing/2014/main" id="{35EB9E30-DB74-4154-BA39-FFF4426BEBC6}"/>
                </a:ext>
              </a:extLst>
            </p:cNvPr>
            <p:cNvSpPr/>
            <p:nvPr/>
          </p:nvSpPr>
          <p:spPr>
            <a:xfrm>
              <a:off x="5026217" y="1678596"/>
              <a:ext cx="360000" cy="36000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22</a:t>
              </a:r>
              <a:endParaRPr lang="ko-KR" altLang="en-US" sz="1200" b="1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056" name="타원 5055">
              <a:extLst>
                <a:ext uri="{FF2B5EF4-FFF2-40B4-BE49-F238E27FC236}">
                  <a16:creationId xmlns:a16="http://schemas.microsoft.com/office/drawing/2014/main" id="{A93E4C24-09A6-491F-95AD-6706E9C195CB}"/>
                </a:ext>
              </a:extLst>
            </p:cNvPr>
            <p:cNvSpPr/>
            <p:nvPr/>
          </p:nvSpPr>
          <p:spPr>
            <a:xfrm>
              <a:off x="5452229" y="1678596"/>
              <a:ext cx="360000" cy="36000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23</a:t>
              </a:r>
              <a:endParaRPr lang="ko-KR" altLang="en-US" sz="1200" b="1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057" name="타원 5056">
              <a:extLst>
                <a:ext uri="{FF2B5EF4-FFF2-40B4-BE49-F238E27FC236}">
                  <a16:creationId xmlns:a16="http://schemas.microsoft.com/office/drawing/2014/main" id="{6EC0CF05-C3E1-44DA-AB9D-5430E926A6C7}"/>
                </a:ext>
              </a:extLst>
            </p:cNvPr>
            <p:cNvSpPr/>
            <p:nvPr/>
          </p:nvSpPr>
          <p:spPr>
            <a:xfrm>
              <a:off x="340118" y="2151121"/>
              <a:ext cx="360000" cy="36000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24</a:t>
              </a:r>
              <a:endParaRPr lang="ko-KR" altLang="en-US" sz="1200" b="1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058" name="타원 5057">
              <a:extLst>
                <a:ext uri="{FF2B5EF4-FFF2-40B4-BE49-F238E27FC236}">
                  <a16:creationId xmlns:a16="http://schemas.microsoft.com/office/drawing/2014/main" id="{996D8FC4-CD82-48E7-9E57-390FEAD296C3}"/>
                </a:ext>
              </a:extLst>
            </p:cNvPr>
            <p:cNvSpPr/>
            <p:nvPr/>
          </p:nvSpPr>
          <p:spPr>
            <a:xfrm>
              <a:off x="766127" y="2152156"/>
              <a:ext cx="360000" cy="36000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25</a:t>
              </a:r>
              <a:endParaRPr lang="ko-KR" altLang="en-US" sz="1200" b="1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059" name="타원 5058">
              <a:extLst>
                <a:ext uri="{FF2B5EF4-FFF2-40B4-BE49-F238E27FC236}">
                  <a16:creationId xmlns:a16="http://schemas.microsoft.com/office/drawing/2014/main" id="{301996E6-C209-4F2D-B57C-A2E40FA10681}"/>
                </a:ext>
              </a:extLst>
            </p:cNvPr>
            <p:cNvSpPr/>
            <p:nvPr/>
          </p:nvSpPr>
          <p:spPr>
            <a:xfrm>
              <a:off x="1192136" y="2152156"/>
              <a:ext cx="360000" cy="36000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26</a:t>
              </a:r>
              <a:endParaRPr lang="ko-KR" altLang="en-US" sz="1200" b="1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060" name="타원 5059">
              <a:extLst>
                <a:ext uri="{FF2B5EF4-FFF2-40B4-BE49-F238E27FC236}">
                  <a16:creationId xmlns:a16="http://schemas.microsoft.com/office/drawing/2014/main" id="{B2516C55-4A82-447E-9B7E-75C6C6A8E827}"/>
                </a:ext>
              </a:extLst>
            </p:cNvPr>
            <p:cNvSpPr/>
            <p:nvPr/>
          </p:nvSpPr>
          <p:spPr>
            <a:xfrm>
              <a:off x="1618145" y="2152156"/>
              <a:ext cx="360000" cy="36000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27</a:t>
              </a:r>
              <a:endParaRPr lang="ko-KR" altLang="en-US" sz="1200" b="1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061" name="타원 5060">
              <a:extLst>
                <a:ext uri="{FF2B5EF4-FFF2-40B4-BE49-F238E27FC236}">
                  <a16:creationId xmlns:a16="http://schemas.microsoft.com/office/drawing/2014/main" id="{4708E789-9DFD-4F74-961A-CA2E27407E87}"/>
                </a:ext>
              </a:extLst>
            </p:cNvPr>
            <p:cNvSpPr/>
            <p:nvPr/>
          </p:nvSpPr>
          <p:spPr>
            <a:xfrm>
              <a:off x="2044154" y="2152156"/>
              <a:ext cx="360000" cy="36000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28</a:t>
              </a:r>
              <a:endParaRPr lang="ko-KR" altLang="en-US" sz="1200" b="1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062" name="타원 5061">
              <a:extLst>
                <a:ext uri="{FF2B5EF4-FFF2-40B4-BE49-F238E27FC236}">
                  <a16:creationId xmlns:a16="http://schemas.microsoft.com/office/drawing/2014/main" id="{CADEB52C-431D-4805-9C79-9038D80C3C95}"/>
                </a:ext>
              </a:extLst>
            </p:cNvPr>
            <p:cNvSpPr/>
            <p:nvPr/>
          </p:nvSpPr>
          <p:spPr>
            <a:xfrm>
              <a:off x="2470163" y="2152156"/>
              <a:ext cx="360000" cy="36000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29</a:t>
              </a:r>
              <a:endParaRPr lang="ko-KR" altLang="en-US" sz="1200" b="1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063" name="타원 5062">
              <a:extLst>
                <a:ext uri="{FF2B5EF4-FFF2-40B4-BE49-F238E27FC236}">
                  <a16:creationId xmlns:a16="http://schemas.microsoft.com/office/drawing/2014/main" id="{C726A9A7-147C-4F6D-ADC1-CD7E81BC1E9F}"/>
                </a:ext>
              </a:extLst>
            </p:cNvPr>
            <p:cNvSpPr/>
            <p:nvPr/>
          </p:nvSpPr>
          <p:spPr>
            <a:xfrm>
              <a:off x="2896172" y="2152156"/>
              <a:ext cx="360000" cy="36000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30</a:t>
              </a:r>
              <a:endParaRPr lang="ko-KR" altLang="en-US" sz="1200" b="1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cxnSp>
          <p:nvCxnSpPr>
            <p:cNvPr id="5064" name="직선 연결선 5063">
              <a:extLst>
                <a:ext uri="{FF2B5EF4-FFF2-40B4-BE49-F238E27FC236}">
                  <a16:creationId xmlns:a16="http://schemas.microsoft.com/office/drawing/2014/main" id="{64E12A36-290E-44BA-91BA-52DD0A189C08}"/>
                </a:ext>
              </a:extLst>
            </p:cNvPr>
            <p:cNvCxnSpPr>
              <a:cxnSpLocks/>
            </p:cNvCxnSpPr>
            <p:nvPr/>
          </p:nvCxnSpPr>
          <p:spPr>
            <a:xfrm>
              <a:off x="340118" y="1084139"/>
              <a:ext cx="5472111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65" name="직선 연결선 5064">
              <a:extLst>
                <a:ext uri="{FF2B5EF4-FFF2-40B4-BE49-F238E27FC236}">
                  <a16:creationId xmlns:a16="http://schemas.microsoft.com/office/drawing/2014/main" id="{71E247D8-2E4C-4CDE-877C-EA33F6CAC602}"/>
                </a:ext>
              </a:extLst>
            </p:cNvPr>
            <p:cNvCxnSpPr>
              <a:cxnSpLocks/>
            </p:cNvCxnSpPr>
            <p:nvPr/>
          </p:nvCxnSpPr>
          <p:spPr>
            <a:xfrm>
              <a:off x="302420" y="2658457"/>
              <a:ext cx="5472111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타원 108">
              <a:extLst>
                <a:ext uri="{FF2B5EF4-FFF2-40B4-BE49-F238E27FC236}">
                  <a16:creationId xmlns:a16="http://schemas.microsoft.com/office/drawing/2014/main" id="{B49E9B67-C4A6-41C4-9142-B27E51196157}"/>
                </a:ext>
              </a:extLst>
            </p:cNvPr>
            <p:cNvSpPr/>
            <p:nvPr/>
          </p:nvSpPr>
          <p:spPr>
            <a:xfrm>
              <a:off x="3322181" y="2152156"/>
              <a:ext cx="360000" cy="36000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31</a:t>
              </a:r>
              <a:endParaRPr lang="ko-KR" altLang="en-US" sz="1200" b="1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159" name="그룹 158">
            <a:extLst>
              <a:ext uri="{FF2B5EF4-FFF2-40B4-BE49-F238E27FC236}">
                <a16:creationId xmlns:a16="http://schemas.microsoft.com/office/drawing/2014/main" id="{17CF4B5C-7E76-4170-9664-B2BC8ACCC1CF}"/>
              </a:ext>
            </a:extLst>
          </p:cNvPr>
          <p:cNvGrpSpPr/>
          <p:nvPr/>
        </p:nvGrpSpPr>
        <p:grpSpPr>
          <a:xfrm>
            <a:off x="302420" y="3310884"/>
            <a:ext cx="5509809" cy="1574318"/>
            <a:chOff x="302420" y="1084139"/>
            <a:chExt cx="5509809" cy="1574318"/>
          </a:xfrm>
        </p:grpSpPr>
        <p:sp>
          <p:nvSpPr>
            <p:cNvPr id="160" name="타원 159">
              <a:extLst>
                <a:ext uri="{FF2B5EF4-FFF2-40B4-BE49-F238E27FC236}">
                  <a16:creationId xmlns:a16="http://schemas.microsoft.com/office/drawing/2014/main" id="{4C56ED4D-45B5-4C6E-8BB9-F340E493366E}"/>
                </a:ext>
              </a:extLst>
            </p:cNvPr>
            <p:cNvSpPr/>
            <p:nvPr/>
          </p:nvSpPr>
          <p:spPr>
            <a:xfrm>
              <a:off x="1618145" y="1206070"/>
              <a:ext cx="360000" cy="36000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endParaRPr lang="ko-KR" altLang="en-US" sz="1200" b="1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61" name="타원 160">
              <a:extLst>
                <a:ext uri="{FF2B5EF4-FFF2-40B4-BE49-F238E27FC236}">
                  <a16:creationId xmlns:a16="http://schemas.microsoft.com/office/drawing/2014/main" id="{0F954C77-723B-4C31-B620-1F91C86DE77A}"/>
                </a:ext>
              </a:extLst>
            </p:cNvPr>
            <p:cNvSpPr/>
            <p:nvPr/>
          </p:nvSpPr>
          <p:spPr>
            <a:xfrm>
              <a:off x="2044154" y="1206070"/>
              <a:ext cx="360000" cy="36000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</a:t>
              </a:r>
              <a:endParaRPr lang="ko-KR" altLang="en-US" sz="1200" b="1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62" name="타원 161">
              <a:extLst>
                <a:ext uri="{FF2B5EF4-FFF2-40B4-BE49-F238E27FC236}">
                  <a16:creationId xmlns:a16="http://schemas.microsoft.com/office/drawing/2014/main" id="{FB2BE0BA-4828-4273-BAAA-9FA346AAE5B2}"/>
                </a:ext>
              </a:extLst>
            </p:cNvPr>
            <p:cNvSpPr/>
            <p:nvPr/>
          </p:nvSpPr>
          <p:spPr>
            <a:xfrm>
              <a:off x="2470163" y="1206070"/>
              <a:ext cx="360000" cy="36000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</a:t>
              </a:r>
              <a:endParaRPr lang="ko-KR" altLang="en-US" sz="1200" b="1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63" name="타원 162">
              <a:extLst>
                <a:ext uri="{FF2B5EF4-FFF2-40B4-BE49-F238E27FC236}">
                  <a16:creationId xmlns:a16="http://schemas.microsoft.com/office/drawing/2014/main" id="{5581EC13-493A-41F7-8E1F-50E404D3B36B}"/>
                </a:ext>
              </a:extLst>
            </p:cNvPr>
            <p:cNvSpPr/>
            <p:nvPr/>
          </p:nvSpPr>
          <p:spPr>
            <a:xfrm flipH="1">
              <a:off x="2896172" y="1206069"/>
              <a:ext cx="360000" cy="36000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4</a:t>
              </a:r>
              <a:endParaRPr lang="ko-KR" altLang="en-US" sz="1200" b="1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64" name="타원 163">
              <a:extLst>
                <a:ext uri="{FF2B5EF4-FFF2-40B4-BE49-F238E27FC236}">
                  <a16:creationId xmlns:a16="http://schemas.microsoft.com/office/drawing/2014/main" id="{14973805-2922-4CB7-AABD-325E43A93EBF}"/>
                </a:ext>
              </a:extLst>
            </p:cNvPr>
            <p:cNvSpPr/>
            <p:nvPr/>
          </p:nvSpPr>
          <p:spPr>
            <a:xfrm flipH="1">
              <a:off x="3322181" y="1206069"/>
              <a:ext cx="360000" cy="36000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5</a:t>
              </a:r>
              <a:endParaRPr lang="ko-KR" altLang="en-US" sz="1200" b="1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65" name="타원 164">
              <a:extLst>
                <a:ext uri="{FF2B5EF4-FFF2-40B4-BE49-F238E27FC236}">
                  <a16:creationId xmlns:a16="http://schemas.microsoft.com/office/drawing/2014/main" id="{712FCFBF-9A19-4FFE-8510-A22E343B6EC3}"/>
                </a:ext>
              </a:extLst>
            </p:cNvPr>
            <p:cNvSpPr/>
            <p:nvPr/>
          </p:nvSpPr>
          <p:spPr>
            <a:xfrm flipH="1">
              <a:off x="3748190" y="1206069"/>
              <a:ext cx="360000" cy="36000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6</a:t>
              </a:r>
              <a:endParaRPr lang="ko-KR" altLang="en-US" sz="1200" b="1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66" name="타원 165">
              <a:extLst>
                <a:ext uri="{FF2B5EF4-FFF2-40B4-BE49-F238E27FC236}">
                  <a16:creationId xmlns:a16="http://schemas.microsoft.com/office/drawing/2014/main" id="{12A9C6A7-AE7C-4312-8412-2145814C791E}"/>
                </a:ext>
              </a:extLst>
            </p:cNvPr>
            <p:cNvSpPr/>
            <p:nvPr/>
          </p:nvSpPr>
          <p:spPr>
            <a:xfrm flipH="1">
              <a:off x="4174199" y="1206069"/>
              <a:ext cx="360000" cy="36000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7</a:t>
              </a:r>
              <a:endParaRPr lang="ko-KR" altLang="en-US" sz="1200" b="1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67" name="타원 166">
              <a:extLst>
                <a:ext uri="{FF2B5EF4-FFF2-40B4-BE49-F238E27FC236}">
                  <a16:creationId xmlns:a16="http://schemas.microsoft.com/office/drawing/2014/main" id="{703B0D58-2154-4B59-9AEF-FBD4DBDD686D}"/>
                </a:ext>
              </a:extLst>
            </p:cNvPr>
            <p:cNvSpPr/>
            <p:nvPr/>
          </p:nvSpPr>
          <p:spPr>
            <a:xfrm flipH="1">
              <a:off x="4600208" y="1206069"/>
              <a:ext cx="360000" cy="36000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8</a:t>
              </a:r>
              <a:endParaRPr lang="ko-KR" altLang="en-US" sz="1200" b="1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68" name="타원 167">
              <a:extLst>
                <a:ext uri="{FF2B5EF4-FFF2-40B4-BE49-F238E27FC236}">
                  <a16:creationId xmlns:a16="http://schemas.microsoft.com/office/drawing/2014/main" id="{63B1F72B-433C-409E-84EE-F839E8073FAA}"/>
                </a:ext>
              </a:extLst>
            </p:cNvPr>
            <p:cNvSpPr/>
            <p:nvPr/>
          </p:nvSpPr>
          <p:spPr>
            <a:xfrm flipH="1">
              <a:off x="5026217" y="1206069"/>
              <a:ext cx="360000" cy="36000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9</a:t>
              </a:r>
              <a:endParaRPr lang="ko-KR" altLang="en-US" sz="1200" b="1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69" name="타원 168">
              <a:extLst>
                <a:ext uri="{FF2B5EF4-FFF2-40B4-BE49-F238E27FC236}">
                  <a16:creationId xmlns:a16="http://schemas.microsoft.com/office/drawing/2014/main" id="{BC33C584-1D26-47BC-8853-5585A9FA2CF8}"/>
                </a:ext>
              </a:extLst>
            </p:cNvPr>
            <p:cNvSpPr/>
            <p:nvPr/>
          </p:nvSpPr>
          <p:spPr>
            <a:xfrm flipH="1">
              <a:off x="5452229" y="1206069"/>
              <a:ext cx="360000" cy="36000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10</a:t>
              </a:r>
              <a:endParaRPr lang="ko-KR" altLang="en-US" sz="1200" b="1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70" name="타원 169">
              <a:extLst>
                <a:ext uri="{FF2B5EF4-FFF2-40B4-BE49-F238E27FC236}">
                  <a16:creationId xmlns:a16="http://schemas.microsoft.com/office/drawing/2014/main" id="{C5B53A18-0F10-4C1B-912C-4EBEA5A3E6DD}"/>
                </a:ext>
              </a:extLst>
            </p:cNvPr>
            <p:cNvSpPr/>
            <p:nvPr/>
          </p:nvSpPr>
          <p:spPr>
            <a:xfrm flipH="1">
              <a:off x="340118" y="1678596"/>
              <a:ext cx="360000" cy="36000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11</a:t>
              </a:r>
              <a:endParaRPr lang="ko-KR" altLang="en-US" sz="1200" b="1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71" name="타원 170">
              <a:extLst>
                <a:ext uri="{FF2B5EF4-FFF2-40B4-BE49-F238E27FC236}">
                  <a16:creationId xmlns:a16="http://schemas.microsoft.com/office/drawing/2014/main" id="{89DBF426-316E-42FE-98D7-6F71A32B8B77}"/>
                </a:ext>
              </a:extLst>
            </p:cNvPr>
            <p:cNvSpPr/>
            <p:nvPr/>
          </p:nvSpPr>
          <p:spPr>
            <a:xfrm>
              <a:off x="766127" y="1678596"/>
              <a:ext cx="360000" cy="36000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12</a:t>
              </a:r>
              <a:endParaRPr lang="ko-KR" altLang="en-US" sz="1200" b="1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72" name="타원 171">
              <a:extLst>
                <a:ext uri="{FF2B5EF4-FFF2-40B4-BE49-F238E27FC236}">
                  <a16:creationId xmlns:a16="http://schemas.microsoft.com/office/drawing/2014/main" id="{0C9E96E6-AAB4-4BF1-8EBD-AEC623E34DE5}"/>
                </a:ext>
              </a:extLst>
            </p:cNvPr>
            <p:cNvSpPr/>
            <p:nvPr/>
          </p:nvSpPr>
          <p:spPr>
            <a:xfrm>
              <a:off x="1192136" y="1678596"/>
              <a:ext cx="360000" cy="36000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13</a:t>
              </a:r>
              <a:endParaRPr lang="ko-KR" altLang="en-US" sz="1200" b="1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73" name="타원 172">
              <a:extLst>
                <a:ext uri="{FF2B5EF4-FFF2-40B4-BE49-F238E27FC236}">
                  <a16:creationId xmlns:a16="http://schemas.microsoft.com/office/drawing/2014/main" id="{BC606573-46C9-4329-8670-7ECAA725E980}"/>
                </a:ext>
              </a:extLst>
            </p:cNvPr>
            <p:cNvSpPr/>
            <p:nvPr/>
          </p:nvSpPr>
          <p:spPr>
            <a:xfrm>
              <a:off x="1618145" y="1678596"/>
              <a:ext cx="360000" cy="36000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14</a:t>
              </a:r>
              <a:endParaRPr lang="ko-KR" altLang="en-US" sz="1200" b="1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74" name="타원 173">
              <a:extLst>
                <a:ext uri="{FF2B5EF4-FFF2-40B4-BE49-F238E27FC236}">
                  <a16:creationId xmlns:a16="http://schemas.microsoft.com/office/drawing/2014/main" id="{C0D74018-F17D-4FA6-9C37-082EEA008F8C}"/>
                </a:ext>
              </a:extLst>
            </p:cNvPr>
            <p:cNvSpPr/>
            <p:nvPr/>
          </p:nvSpPr>
          <p:spPr>
            <a:xfrm>
              <a:off x="2044154" y="1678596"/>
              <a:ext cx="360000" cy="36000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15</a:t>
              </a:r>
              <a:endParaRPr lang="ko-KR" altLang="en-US" sz="1200" b="1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75" name="타원 174">
              <a:extLst>
                <a:ext uri="{FF2B5EF4-FFF2-40B4-BE49-F238E27FC236}">
                  <a16:creationId xmlns:a16="http://schemas.microsoft.com/office/drawing/2014/main" id="{D682E02A-80D5-4D1A-8FE3-B53749D272D8}"/>
                </a:ext>
              </a:extLst>
            </p:cNvPr>
            <p:cNvSpPr/>
            <p:nvPr/>
          </p:nvSpPr>
          <p:spPr>
            <a:xfrm>
              <a:off x="2470163" y="1678596"/>
              <a:ext cx="360000" cy="36000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16</a:t>
              </a:r>
              <a:endParaRPr lang="ko-KR" altLang="en-US" sz="1200" b="1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76" name="타원 175">
              <a:extLst>
                <a:ext uri="{FF2B5EF4-FFF2-40B4-BE49-F238E27FC236}">
                  <a16:creationId xmlns:a16="http://schemas.microsoft.com/office/drawing/2014/main" id="{D71F90B5-C8A2-4360-8377-CCDD857D540D}"/>
                </a:ext>
              </a:extLst>
            </p:cNvPr>
            <p:cNvSpPr/>
            <p:nvPr/>
          </p:nvSpPr>
          <p:spPr>
            <a:xfrm>
              <a:off x="2896172" y="1678596"/>
              <a:ext cx="360000" cy="36000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17</a:t>
              </a:r>
              <a:endParaRPr lang="ko-KR" altLang="en-US" sz="1200" b="1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77" name="타원 176">
              <a:extLst>
                <a:ext uri="{FF2B5EF4-FFF2-40B4-BE49-F238E27FC236}">
                  <a16:creationId xmlns:a16="http://schemas.microsoft.com/office/drawing/2014/main" id="{CBAA9062-9C6B-4843-9032-23E98D9376BD}"/>
                </a:ext>
              </a:extLst>
            </p:cNvPr>
            <p:cNvSpPr/>
            <p:nvPr/>
          </p:nvSpPr>
          <p:spPr>
            <a:xfrm>
              <a:off x="3322181" y="1678596"/>
              <a:ext cx="360000" cy="36000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18</a:t>
              </a:r>
              <a:endParaRPr lang="ko-KR" altLang="en-US" sz="1200" b="1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78" name="타원 177">
              <a:extLst>
                <a:ext uri="{FF2B5EF4-FFF2-40B4-BE49-F238E27FC236}">
                  <a16:creationId xmlns:a16="http://schemas.microsoft.com/office/drawing/2014/main" id="{6F6ECD56-7CD3-4FE8-9ABB-1671C970DA9B}"/>
                </a:ext>
              </a:extLst>
            </p:cNvPr>
            <p:cNvSpPr/>
            <p:nvPr/>
          </p:nvSpPr>
          <p:spPr>
            <a:xfrm>
              <a:off x="3748190" y="1678596"/>
              <a:ext cx="360000" cy="36000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19</a:t>
              </a:r>
              <a:endParaRPr lang="ko-KR" altLang="en-US" sz="1200" b="1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79" name="타원 178">
              <a:extLst>
                <a:ext uri="{FF2B5EF4-FFF2-40B4-BE49-F238E27FC236}">
                  <a16:creationId xmlns:a16="http://schemas.microsoft.com/office/drawing/2014/main" id="{AA98C1C3-6857-4DF8-BE00-5E45F0FD4A5B}"/>
                </a:ext>
              </a:extLst>
            </p:cNvPr>
            <p:cNvSpPr/>
            <p:nvPr/>
          </p:nvSpPr>
          <p:spPr>
            <a:xfrm>
              <a:off x="4174199" y="1678596"/>
              <a:ext cx="360000" cy="36000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20</a:t>
              </a:r>
              <a:endParaRPr lang="ko-KR" altLang="en-US" sz="1200" b="1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80" name="타원 179">
              <a:extLst>
                <a:ext uri="{FF2B5EF4-FFF2-40B4-BE49-F238E27FC236}">
                  <a16:creationId xmlns:a16="http://schemas.microsoft.com/office/drawing/2014/main" id="{A14C30E7-EF65-4D91-8110-71B5944E52FE}"/>
                </a:ext>
              </a:extLst>
            </p:cNvPr>
            <p:cNvSpPr/>
            <p:nvPr/>
          </p:nvSpPr>
          <p:spPr>
            <a:xfrm>
              <a:off x="4600208" y="1678596"/>
              <a:ext cx="360000" cy="36000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21</a:t>
              </a:r>
              <a:endParaRPr lang="ko-KR" altLang="en-US" sz="1200" b="1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81" name="타원 180">
              <a:extLst>
                <a:ext uri="{FF2B5EF4-FFF2-40B4-BE49-F238E27FC236}">
                  <a16:creationId xmlns:a16="http://schemas.microsoft.com/office/drawing/2014/main" id="{9EC3A9BB-8541-4475-A961-FF8231467598}"/>
                </a:ext>
              </a:extLst>
            </p:cNvPr>
            <p:cNvSpPr/>
            <p:nvPr/>
          </p:nvSpPr>
          <p:spPr>
            <a:xfrm>
              <a:off x="5026217" y="1678596"/>
              <a:ext cx="360000" cy="36000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22</a:t>
              </a:r>
              <a:endParaRPr lang="ko-KR" altLang="en-US" sz="1200" b="1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82" name="타원 181">
              <a:extLst>
                <a:ext uri="{FF2B5EF4-FFF2-40B4-BE49-F238E27FC236}">
                  <a16:creationId xmlns:a16="http://schemas.microsoft.com/office/drawing/2014/main" id="{AF4BAF5F-C2C7-4D5D-8368-743E67C35790}"/>
                </a:ext>
              </a:extLst>
            </p:cNvPr>
            <p:cNvSpPr/>
            <p:nvPr/>
          </p:nvSpPr>
          <p:spPr>
            <a:xfrm>
              <a:off x="5452229" y="1678596"/>
              <a:ext cx="360000" cy="36000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23</a:t>
              </a:r>
              <a:endParaRPr lang="ko-KR" altLang="en-US" sz="1200" b="1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83" name="타원 182">
              <a:extLst>
                <a:ext uri="{FF2B5EF4-FFF2-40B4-BE49-F238E27FC236}">
                  <a16:creationId xmlns:a16="http://schemas.microsoft.com/office/drawing/2014/main" id="{2131749F-9705-451B-98A6-EB93BAF7A247}"/>
                </a:ext>
              </a:extLst>
            </p:cNvPr>
            <p:cNvSpPr/>
            <p:nvPr/>
          </p:nvSpPr>
          <p:spPr>
            <a:xfrm>
              <a:off x="340118" y="2151121"/>
              <a:ext cx="360000" cy="36000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24</a:t>
              </a:r>
              <a:endParaRPr lang="ko-KR" altLang="en-US" sz="1200" b="1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84" name="타원 183">
              <a:extLst>
                <a:ext uri="{FF2B5EF4-FFF2-40B4-BE49-F238E27FC236}">
                  <a16:creationId xmlns:a16="http://schemas.microsoft.com/office/drawing/2014/main" id="{25BE50D5-027B-4CD8-B9CE-D69B1939AFBF}"/>
                </a:ext>
              </a:extLst>
            </p:cNvPr>
            <p:cNvSpPr/>
            <p:nvPr/>
          </p:nvSpPr>
          <p:spPr>
            <a:xfrm>
              <a:off x="766127" y="2152156"/>
              <a:ext cx="360000" cy="36000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25</a:t>
              </a:r>
              <a:endParaRPr lang="ko-KR" altLang="en-US" sz="1200" b="1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85" name="타원 184">
              <a:extLst>
                <a:ext uri="{FF2B5EF4-FFF2-40B4-BE49-F238E27FC236}">
                  <a16:creationId xmlns:a16="http://schemas.microsoft.com/office/drawing/2014/main" id="{612ED8F6-3F87-46D4-B6BA-42869F4C8546}"/>
                </a:ext>
              </a:extLst>
            </p:cNvPr>
            <p:cNvSpPr/>
            <p:nvPr/>
          </p:nvSpPr>
          <p:spPr>
            <a:xfrm>
              <a:off x="1192136" y="2152156"/>
              <a:ext cx="360000" cy="36000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26</a:t>
              </a:r>
              <a:endParaRPr lang="ko-KR" altLang="en-US" sz="1200" b="1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86" name="타원 185">
              <a:extLst>
                <a:ext uri="{FF2B5EF4-FFF2-40B4-BE49-F238E27FC236}">
                  <a16:creationId xmlns:a16="http://schemas.microsoft.com/office/drawing/2014/main" id="{C889989B-AD29-45C0-A91A-43A01AB5E0B7}"/>
                </a:ext>
              </a:extLst>
            </p:cNvPr>
            <p:cNvSpPr/>
            <p:nvPr/>
          </p:nvSpPr>
          <p:spPr>
            <a:xfrm>
              <a:off x="1618145" y="2152156"/>
              <a:ext cx="360000" cy="36000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27</a:t>
              </a:r>
              <a:endParaRPr lang="ko-KR" altLang="en-US" sz="1200" b="1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87" name="타원 186">
              <a:extLst>
                <a:ext uri="{FF2B5EF4-FFF2-40B4-BE49-F238E27FC236}">
                  <a16:creationId xmlns:a16="http://schemas.microsoft.com/office/drawing/2014/main" id="{2D9302B8-A090-406B-B0D9-513FB18DA424}"/>
                </a:ext>
              </a:extLst>
            </p:cNvPr>
            <p:cNvSpPr/>
            <p:nvPr/>
          </p:nvSpPr>
          <p:spPr>
            <a:xfrm>
              <a:off x="2044154" y="2152156"/>
              <a:ext cx="360000" cy="36000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28</a:t>
              </a:r>
              <a:endParaRPr lang="ko-KR" altLang="en-US" sz="1200" b="1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88" name="타원 187">
              <a:extLst>
                <a:ext uri="{FF2B5EF4-FFF2-40B4-BE49-F238E27FC236}">
                  <a16:creationId xmlns:a16="http://schemas.microsoft.com/office/drawing/2014/main" id="{7EFC6774-1B3B-4546-8108-826784316F85}"/>
                </a:ext>
              </a:extLst>
            </p:cNvPr>
            <p:cNvSpPr/>
            <p:nvPr/>
          </p:nvSpPr>
          <p:spPr>
            <a:xfrm>
              <a:off x="2470163" y="2152156"/>
              <a:ext cx="360000" cy="36000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29</a:t>
              </a:r>
              <a:endParaRPr lang="ko-KR" altLang="en-US" sz="1200" b="1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89" name="타원 188">
              <a:extLst>
                <a:ext uri="{FF2B5EF4-FFF2-40B4-BE49-F238E27FC236}">
                  <a16:creationId xmlns:a16="http://schemas.microsoft.com/office/drawing/2014/main" id="{4920CA83-D87B-4C1E-80B4-8C479AB6143C}"/>
                </a:ext>
              </a:extLst>
            </p:cNvPr>
            <p:cNvSpPr/>
            <p:nvPr/>
          </p:nvSpPr>
          <p:spPr>
            <a:xfrm>
              <a:off x="2896172" y="2152156"/>
              <a:ext cx="360000" cy="36000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30</a:t>
              </a:r>
              <a:endParaRPr lang="ko-KR" altLang="en-US" sz="1200" b="1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cxnSp>
          <p:nvCxnSpPr>
            <p:cNvPr id="190" name="직선 연결선 189">
              <a:extLst>
                <a:ext uri="{FF2B5EF4-FFF2-40B4-BE49-F238E27FC236}">
                  <a16:creationId xmlns:a16="http://schemas.microsoft.com/office/drawing/2014/main" id="{2C8ED538-BDF3-4116-A9F1-342DF9EE0A68}"/>
                </a:ext>
              </a:extLst>
            </p:cNvPr>
            <p:cNvCxnSpPr>
              <a:cxnSpLocks/>
            </p:cNvCxnSpPr>
            <p:nvPr/>
          </p:nvCxnSpPr>
          <p:spPr>
            <a:xfrm>
              <a:off x="340118" y="1084139"/>
              <a:ext cx="5472111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직선 연결선 190">
              <a:extLst>
                <a:ext uri="{FF2B5EF4-FFF2-40B4-BE49-F238E27FC236}">
                  <a16:creationId xmlns:a16="http://schemas.microsoft.com/office/drawing/2014/main" id="{0A25DFB0-41DC-4803-B5EB-74A80EA0370A}"/>
                </a:ext>
              </a:extLst>
            </p:cNvPr>
            <p:cNvCxnSpPr>
              <a:cxnSpLocks/>
            </p:cNvCxnSpPr>
            <p:nvPr/>
          </p:nvCxnSpPr>
          <p:spPr>
            <a:xfrm>
              <a:off x="302420" y="2658457"/>
              <a:ext cx="5472111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2" name="타원 191">
              <a:extLst>
                <a:ext uri="{FF2B5EF4-FFF2-40B4-BE49-F238E27FC236}">
                  <a16:creationId xmlns:a16="http://schemas.microsoft.com/office/drawing/2014/main" id="{640094A4-1632-4E37-A5F4-E1D92CF5FDAA}"/>
                </a:ext>
              </a:extLst>
            </p:cNvPr>
            <p:cNvSpPr/>
            <p:nvPr/>
          </p:nvSpPr>
          <p:spPr>
            <a:xfrm>
              <a:off x="3322181" y="2152156"/>
              <a:ext cx="360000" cy="36000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31</a:t>
              </a:r>
              <a:endParaRPr lang="ko-KR" altLang="en-US" sz="1200" b="1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193" name="그룹 192">
            <a:extLst>
              <a:ext uri="{FF2B5EF4-FFF2-40B4-BE49-F238E27FC236}">
                <a16:creationId xmlns:a16="http://schemas.microsoft.com/office/drawing/2014/main" id="{1225D1A4-D6B3-4B60-BDB9-BF80A815AC08}"/>
              </a:ext>
            </a:extLst>
          </p:cNvPr>
          <p:cNvGrpSpPr/>
          <p:nvPr/>
        </p:nvGrpSpPr>
        <p:grpSpPr>
          <a:xfrm>
            <a:off x="302420" y="5537628"/>
            <a:ext cx="5509809" cy="1574318"/>
            <a:chOff x="302420" y="1084139"/>
            <a:chExt cx="5509809" cy="1574318"/>
          </a:xfrm>
        </p:grpSpPr>
        <p:sp>
          <p:nvSpPr>
            <p:cNvPr id="194" name="타원 193">
              <a:extLst>
                <a:ext uri="{FF2B5EF4-FFF2-40B4-BE49-F238E27FC236}">
                  <a16:creationId xmlns:a16="http://schemas.microsoft.com/office/drawing/2014/main" id="{EA78CF24-8809-4B59-A011-4FE852DA3295}"/>
                </a:ext>
              </a:extLst>
            </p:cNvPr>
            <p:cNvSpPr/>
            <p:nvPr/>
          </p:nvSpPr>
          <p:spPr>
            <a:xfrm>
              <a:off x="1618145" y="1206070"/>
              <a:ext cx="360000" cy="36000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endParaRPr lang="ko-KR" altLang="en-US" sz="1200" b="1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95" name="타원 194">
              <a:extLst>
                <a:ext uri="{FF2B5EF4-FFF2-40B4-BE49-F238E27FC236}">
                  <a16:creationId xmlns:a16="http://schemas.microsoft.com/office/drawing/2014/main" id="{242108FF-7132-4255-89DE-F0577AA6A357}"/>
                </a:ext>
              </a:extLst>
            </p:cNvPr>
            <p:cNvSpPr/>
            <p:nvPr/>
          </p:nvSpPr>
          <p:spPr>
            <a:xfrm>
              <a:off x="2044154" y="1206070"/>
              <a:ext cx="360000" cy="36000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</a:t>
              </a:r>
              <a:endParaRPr lang="ko-KR" altLang="en-US" sz="1200" b="1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96" name="타원 195">
              <a:extLst>
                <a:ext uri="{FF2B5EF4-FFF2-40B4-BE49-F238E27FC236}">
                  <a16:creationId xmlns:a16="http://schemas.microsoft.com/office/drawing/2014/main" id="{7E34380B-125A-457E-BCFD-F94358234F39}"/>
                </a:ext>
              </a:extLst>
            </p:cNvPr>
            <p:cNvSpPr/>
            <p:nvPr/>
          </p:nvSpPr>
          <p:spPr>
            <a:xfrm>
              <a:off x="2470163" y="1206070"/>
              <a:ext cx="360000" cy="36000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</a:t>
              </a:r>
              <a:endParaRPr lang="ko-KR" altLang="en-US" sz="1200" b="1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97" name="타원 196">
              <a:extLst>
                <a:ext uri="{FF2B5EF4-FFF2-40B4-BE49-F238E27FC236}">
                  <a16:creationId xmlns:a16="http://schemas.microsoft.com/office/drawing/2014/main" id="{FE5DDE63-4501-4383-B664-200066FA808B}"/>
                </a:ext>
              </a:extLst>
            </p:cNvPr>
            <p:cNvSpPr/>
            <p:nvPr/>
          </p:nvSpPr>
          <p:spPr>
            <a:xfrm flipH="1">
              <a:off x="2896172" y="1206069"/>
              <a:ext cx="360000" cy="36000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4</a:t>
              </a:r>
              <a:endParaRPr lang="ko-KR" altLang="en-US" sz="1200" b="1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98" name="타원 197">
              <a:extLst>
                <a:ext uri="{FF2B5EF4-FFF2-40B4-BE49-F238E27FC236}">
                  <a16:creationId xmlns:a16="http://schemas.microsoft.com/office/drawing/2014/main" id="{D991844A-E8F8-40A1-85D1-BF8B68B56159}"/>
                </a:ext>
              </a:extLst>
            </p:cNvPr>
            <p:cNvSpPr/>
            <p:nvPr/>
          </p:nvSpPr>
          <p:spPr>
            <a:xfrm flipH="1">
              <a:off x="3322181" y="1206069"/>
              <a:ext cx="360000" cy="36000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5</a:t>
              </a:r>
              <a:endParaRPr lang="ko-KR" altLang="en-US" sz="1200" b="1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99" name="타원 198">
              <a:extLst>
                <a:ext uri="{FF2B5EF4-FFF2-40B4-BE49-F238E27FC236}">
                  <a16:creationId xmlns:a16="http://schemas.microsoft.com/office/drawing/2014/main" id="{7AF19456-9532-4F1D-9C6A-FFF7BA13E83E}"/>
                </a:ext>
              </a:extLst>
            </p:cNvPr>
            <p:cNvSpPr/>
            <p:nvPr/>
          </p:nvSpPr>
          <p:spPr>
            <a:xfrm flipH="1">
              <a:off x="3748190" y="1206069"/>
              <a:ext cx="360000" cy="36000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6</a:t>
              </a:r>
              <a:endParaRPr lang="ko-KR" altLang="en-US" sz="1200" b="1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00" name="타원 199">
              <a:extLst>
                <a:ext uri="{FF2B5EF4-FFF2-40B4-BE49-F238E27FC236}">
                  <a16:creationId xmlns:a16="http://schemas.microsoft.com/office/drawing/2014/main" id="{D7FCC8B9-FCCF-4F97-926F-93E9092099AE}"/>
                </a:ext>
              </a:extLst>
            </p:cNvPr>
            <p:cNvSpPr/>
            <p:nvPr/>
          </p:nvSpPr>
          <p:spPr>
            <a:xfrm flipH="1">
              <a:off x="4174199" y="1206069"/>
              <a:ext cx="360000" cy="36000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7</a:t>
              </a:r>
              <a:endParaRPr lang="ko-KR" altLang="en-US" sz="1200" b="1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01" name="타원 200">
              <a:extLst>
                <a:ext uri="{FF2B5EF4-FFF2-40B4-BE49-F238E27FC236}">
                  <a16:creationId xmlns:a16="http://schemas.microsoft.com/office/drawing/2014/main" id="{2D8A2628-807B-4037-9C0F-4064270BFDF5}"/>
                </a:ext>
              </a:extLst>
            </p:cNvPr>
            <p:cNvSpPr/>
            <p:nvPr/>
          </p:nvSpPr>
          <p:spPr>
            <a:xfrm flipH="1">
              <a:off x="4600208" y="1206069"/>
              <a:ext cx="360000" cy="36000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8</a:t>
              </a:r>
              <a:endParaRPr lang="ko-KR" altLang="en-US" sz="1200" b="1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02" name="타원 201">
              <a:extLst>
                <a:ext uri="{FF2B5EF4-FFF2-40B4-BE49-F238E27FC236}">
                  <a16:creationId xmlns:a16="http://schemas.microsoft.com/office/drawing/2014/main" id="{F03A945A-763F-46CF-B330-E00EFED36E3A}"/>
                </a:ext>
              </a:extLst>
            </p:cNvPr>
            <p:cNvSpPr/>
            <p:nvPr/>
          </p:nvSpPr>
          <p:spPr>
            <a:xfrm flipH="1">
              <a:off x="5026217" y="1206069"/>
              <a:ext cx="360000" cy="36000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9</a:t>
              </a:r>
              <a:endParaRPr lang="ko-KR" altLang="en-US" sz="1200" b="1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03" name="타원 202">
              <a:extLst>
                <a:ext uri="{FF2B5EF4-FFF2-40B4-BE49-F238E27FC236}">
                  <a16:creationId xmlns:a16="http://schemas.microsoft.com/office/drawing/2014/main" id="{CEEDD737-7B8C-49D3-8F22-AA210579C478}"/>
                </a:ext>
              </a:extLst>
            </p:cNvPr>
            <p:cNvSpPr/>
            <p:nvPr/>
          </p:nvSpPr>
          <p:spPr>
            <a:xfrm flipH="1">
              <a:off x="5452229" y="1206069"/>
              <a:ext cx="360000" cy="36000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10</a:t>
              </a:r>
              <a:endParaRPr lang="ko-KR" altLang="en-US" sz="1200" b="1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04" name="타원 203">
              <a:extLst>
                <a:ext uri="{FF2B5EF4-FFF2-40B4-BE49-F238E27FC236}">
                  <a16:creationId xmlns:a16="http://schemas.microsoft.com/office/drawing/2014/main" id="{ADF278FF-2A5C-41DB-935A-B299CD3DE384}"/>
                </a:ext>
              </a:extLst>
            </p:cNvPr>
            <p:cNvSpPr/>
            <p:nvPr/>
          </p:nvSpPr>
          <p:spPr>
            <a:xfrm flipH="1">
              <a:off x="340118" y="1678596"/>
              <a:ext cx="360000" cy="36000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11</a:t>
              </a:r>
              <a:endParaRPr lang="ko-KR" altLang="en-US" sz="1200" b="1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05" name="타원 204">
              <a:extLst>
                <a:ext uri="{FF2B5EF4-FFF2-40B4-BE49-F238E27FC236}">
                  <a16:creationId xmlns:a16="http://schemas.microsoft.com/office/drawing/2014/main" id="{5CD25887-74AF-4298-990D-7DE48A40AA3A}"/>
                </a:ext>
              </a:extLst>
            </p:cNvPr>
            <p:cNvSpPr/>
            <p:nvPr/>
          </p:nvSpPr>
          <p:spPr>
            <a:xfrm>
              <a:off x="766127" y="1678596"/>
              <a:ext cx="360000" cy="36000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12</a:t>
              </a:r>
              <a:endParaRPr lang="ko-KR" altLang="en-US" sz="1200" b="1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06" name="타원 205">
              <a:extLst>
                <a:ext uri="{FF2B5EF4-FFF2-40B4-BE49-F238E27FC236}">
                  <a16:creationId xmlns:a16="http://schemas.microsoft.com/office/drawing/2014/main" id="{FCF53B16-BEFB-4E06-962D-2E036DE06C39}"/>
                </a:ext>
              </a:extLst>
            </p:cNvPr>
            <p:cNvSpPr/>
            <p:nvPr/>
          </p:nvSpPr>
          <p:spPr>
            <a:xfrm>
              <a:off x="1192136" y="1678596"/>
              <a:ext cx="360000" cy="36000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13</a:t>
              </a:r>
              <a:endParaRPr lang="ko-KR" altLang="en-US" sz="1200" b="1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07" name="타원 206">
              <a:extLst>
                <a:ext uri="{FF2B5EF4-FFF2-40B4-BE49-F238E27FC236}">
                  <a16:creationId xmlns:a16="http://schemas.microsoft.com/office/drawing/2014/main" id="{ABD5085C-C7EE-40F8-A9FA-067E2CFFE6A2}"/>
                </a:ext>
              </a:extLst>
            </p:cNvPr>
            <p:cNvSpPr/>
            <p:nvPr/>
          </p:nvSpPr>
          <p:spPr>
            <a:xfrm>
              <a:off x="1618145" y="1678596"/>
              <a:ext cx="360000" cy="36000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14</a:t>
              </a:r>
              <a:endParaRPr lang="ko-KR" altLang="en-US" sz="1200" b="1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08" name="타원 207">
              <a:extLst>
                <a:ext uri="{FF2B5EF4-FFF2-40B4-BE49-F238E27FC236}">
                  <a16:creationId xmlns:a16="http://schemas.microsoft.com/office/drawing/2014/main" id="{9EB5A1E9-C8F5-402A-B2DA-2052A77956D8}"/>
                </a:ext>
              </a:extLst>
            </p:cNvPr>
            <p:cNvSpPr/>
            <p:nvPr/>
          </p:nvSpPr>
          <p:spPr>
            <a:xfrm>
              <a:off x="2044154" y="1678596"/>
              <a:ext cx="360000" cy="36000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15</a:t>
              </a:r>
              <a:endParaRPr lang="ko-KR" altLang="en-US" sz="1200" b="1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09" name="타원 208">
              <a:extLst>
                <a:ext uri="{FF2B5EF4-FFF2-40B4-BE49-F238E27FC236}">
                  <a16:creationId xmlns:a16="http://schemas.microsoft.com/office/drawing/2014/main" id="{B6653F63-59DD-4F08-9AAA-A8C3FA00E886}"/>
                </a:ext>
              </a:extLst>
            </p:cNvPr>
            <p:cNvSpPr/>
            <p:nvPr/>
          </p:nvSpPr>
          <p:spPr>
            <a:xfrm>
              <a:off x="2470163" y="1678596"/>
              <a:ext cx="360000" cy="36000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16</a:t>
              </a:r>
              <a:endParaRPr lang="ko-KR" altLang="en-US" sz="1200" b="1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10" name="타원 209">
              <a:extLst>
                <a:ext uri="{FF2B5EF4-FFF2-40B4-BE49-F238E27FC236}">
                  <a16:creationId xmlns:a16="http://schemas.microsoft.com/office/drawing/2014/main" id="{F7CABCA6-C8C4-4BC5-AEC2-4D182B5C3741}"/>
                </a:ext>
              </a:extLst>
            </p:cNvPr>
            <p:cNvSpPr/>
            <p:nvPr/>
          </p:nvSpPr>
          <p:spPr>
            <a:xfrm>
              <a:off x="2896172" y="1678596"/>
              <a:ext cx="360000" cy="36000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17</a:t>
              </a:r>
              <a:endParaRPr lang="ko-KR" altLang="en-US" sz="1200" b="1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11" name="타원 210">
              <a:extLst>
                <a:ext uri="{FF2B5EF4-FFF2-40B4-BE49-F238E27FC236}">
                  <a16:creationId xmlns:a16="http://schemas.microsoft.com/office/drawing/2014/main" id="{55CBC239-92E9-4275-BB27-FFAF9CD9F37E}"/>
                </a:ext>
              </a:extLst>
            </p:cNvPr>
            <p:cNvSpPr/>
            <p:nvPr/>
          </p:nvSpPr>
          <p:spPr>
            <a:xfrm>
              <a:off x="3322181" y="1678596"/>
              <a:ext cx="360000" cy="36000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18</a:t>
              </a:r>
              <a:endParaRPr lang="ko-KR" altLang="en-US" sz="1200" b="1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12" name="타원 211">
              <a:extLst>
                <a:ext uri="{FF2B5EF4-FFF2-40B4-BE49-F238E27FC236}">
                  <a16:creationId xmlns:a16="http://schemas.microsoft.com/office/drawing/2014/main" id="{5D0094B3-E0BA-48BF-BBC7-099DBC326B3A}"/>
                </a:ext>
              </a:extLst>
            </p:cNvPr>
            <p:cNvSpPr/>
            <p:nvPr/>
          </p:nvSpPr>
          <p:spPr>
            <a:xfrm>
              <a:off x="3748190" y="1678596"/>
              <a:ext cx="360000" cy="36000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19</a:t>
              </a:r>
              <a:endParaRPr lang="ko-KR" altLang="en-US" sz="1200" b="1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13" name="타원 212">
              <a:extLst>
                <a:ext uri="{FF2B5EF4-FFF2-40B4-BE49-F238E27FC236}">
                  <a16:creationId xmlns:a16="http://schemas.microsoft.com/office/drawing/2014/main" id="{0ACCD605-B8CD-418E-B497-59D13EE10BDE}"/>
                </a:ext>
              </a:extLst>
            </p:cNvPr>
            <p:cNvSpPr/>
            <p:nvPr/>
          </p:nvSpPr>
          <p:spPr>
            <a:xfrm>
              <a:off x="4174199" y="1678596"/>
              <a:ext cx="360000" cy="36000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20</a:t>
              </a:r>
              <a:endParaRPr lang="ko-KR" altLang="en-US" sz="1200" b="1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14" name="타원 213">
              <a:extLst>
                <a:ext uri="{FF2B5EF4-FFF2-40B4-BE49-F238E27FC236}">
                  <a16:creationId xmlns:a16="http://schemas.microsoft.com/office/drawing/2014/main" id="{4727AE18-B904-4704-B7A1-5A867BA60D3F}"/>
                </a:ext>
              </a:extLst>
            </p:cNvPr>
            <p:cNvSpPr/>
            <p:nvPr/>
          </p:nvSpPr>
          <p:spPr>
            <a:xfrm>
              <a:off x="4600208" y="1678596"/>
              <a:ext cx="360000" cy="36000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21</a:t>
              </a:r>
              <a:endParaRPr lang="ko-KR" altLang="en-US" sz="1200" b="1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15" name="타원 214">
              <a:extLst>
                <a:ext uri="{FF2B5EF4-FFF2-40B4-BE49-F238E27FC236}">
                  <a16:creationId xmlns:a16="http://schemas.microsoft.com/office/drawing/2014/main" id="{F90A3929-FF35-4168-8781-DE121D631E7A}"/>
                </a:ext>
              </a:extLst>
            </p:cNvPr>
            <p:cNvSpPr/>
            <p:nvPr/>
          </p:nvSpPr>
          <p:spPr>
            <a:xfrm>
              <a:off x="5026217" y="1678596"/>
              <a:ext cx="360000" cy="36000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22</a:t>
              </a:r>
              <a:endParaRPr lang="ko-KR" altLang="en-US" sz="1200" b="1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16" name="타원 215">
              <a:extLst>
                <a:ext uri="{FF2B5EF4-FFF2-40B4-BE49-F238E27FC236}">
                  <a16:creationId xmlns:a16="http://schemas.microsoft.com/office/drawing/2014/main" id="{9A8945D9-E3DB-402D-BCD8-1825E948CE06}"/>
                </a:ext>
              </a:extLst>
            </p:cNvPr>
            <p:cNvSpPr/>
            <p:nvPr/>
          </p:nvSpPr>
          <p:spPr>
            <a:xfrm>
              <a:off x="5452229" y="1678596"/>
              <a:ext cx="360000" cy="36000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23</a:t>
              </a:r>
              <a:endParaRPr lang="ko-KR" altLang="en-US" sz="1200" b="1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17" name="타원 216">
              <a:extLst>
                <a:ext uri="{FF2B5EF4-FFF2-40B4-BE49-F238E27FC236}">
                  <a16:creationId xmlns:a16="http://schemas.microsoft.com/office/drawing/2014/main" id="{D00A9A35-2CC4-4199-BD82-F239C54916CC}"/>
                </a:ext>
              </a:extLst>
            </p:cNvPr>
            <p:cNvSpPr/>
            <p:nvPr/>
          </p:nvSpPr>
          <p:spPr>
            <a:xfrm>
              <a:off x="340118" y="2151121"/>
              <a:ext cx="360000" cy="36000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24</a:t>
              </a:r>
              <a:endParaRPr lang="ko-KR" altLang="en-US" sz="1200" b="1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18" name="타원 217">
              <a:extLst>
                <a:ext uri="{FF2B5EF4-FFF2-40B4-BE49-F238E27FC236}">
                  <a16:creationId xmlns:a16="http://schemas.microsoft.com/office/drawing/2014/main" id="{32DD2ED1-D1D2-4417-8FEA-71AFE50530AF}"/>
                </a:ext>
              </a:extLst>
            </p:cNvPr>
            <p:cNvSpPr/>
            <p:nvPr/>
          </p:nvSpPr>
          <p:spPr>
            <a:xfrm>
              <a:off x="766127" y="2152156"/>
              <a:ext cx="360000" cy="36000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25</a:t>
              </a:r>
              <a:endParaRPr lang="ko-KR" altLang="en-US" sz="1200" b="1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19" name="타원 218">
              <a:extLst>
                <a:ext uri="{FF2B5EF4-FFF2-40B4-BE49-F238E27FC236}">
                  <a16:creationId xmlns:a16="http://schemas.microsoft.com/office/drawing/2014/main" id="{57332772-D009-4EB5-AA55-CCB14ED30201}"/>
                </a:ext>
              </a:extLst>
            </p:cNvPr>
            <p:cNvSpPr/>
            <p:nvPr/>
          </p:nvSpPr>
          <p:spPr>
            <a:xfrm>
              <a:off x="1192136" y="2152156"/>
              <a:ext cx="360000" cy="36000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26</a:t>
              </a:r>
              <a:endParaRPr lang="ko-KR" altLang="en-US" sz="1200" b="1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20" name="타원 219">
              <a:extLst>
                <a:ext uri="{FF2B5EF4-FFF2-40B4-BE49-F238E27FC236}">
                  <a16:creationId xmlns:a16="http://schemas.microsoft.com/office/drawing/2014/main" id="{74AA27B9-13D2-45BD-9DB7-9AEAB9BBC48D}"/>
                </a:ext>
              </a:extLst>
            </p:cNvPr>
            <p:cNvSpPr/>
            <p:nvPr/>
          </p:nvSpPr>
          <p:spPr>
            <a:xfrm>
              <a:off x="1618145" y="2152156"/>
              <a:ext cx="360000" cy="36000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27</a:t>
              </a:r>
              <a:endParaRPr lang="ko-KR" altLang="en-US" sz="1200" b="1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21" name="타원 220">
              <a:extLst>
                <a:ext uri="{FF2B5EF4-FFF2-40B4-BE49-F238E27FC236}">
                  <a16:creationId xmlns:a16="http://schemas.microsoft.com/office/drawing/2014/main" id="{358C61E7-D872-408E-9303-4D917DB8A1D0}"/>
                </a:ext>
              </a:extLst>
            </p:cNvPr>
            <p:cNvSpPr/>
            <p:nvPr/>
          </p:nvSpPr>
          <p:spPr>
            <a:xfrm>
              <a:off x="2044154" y="2152156"/>
              <a:ext cx="360000" cy="36000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28</a:t>
              </a:r>
              <a:endParaRPr lang="ko-KR" altLang="en-US" sz="1200" b="1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22" name="타원 221">
              <a:extLst>
                <a:ext uri="{FF2B5EF4-FFF2-40B4-BE49-F238E27FC236}">
                  <a16:creationId xmlns:a16="http://schemas.microsoft.com/office/drawing/2014/main" id="{E5BE6779-72CD-4A8D-B9FF-467935FA3E55}"/>
                </a:ext>
              </a:extLst>
            </p:cNvPr>
            <p:cNvSpPr/>
            <p:nvPr/>
          </p:nvSpPr>
          <p:spPr>
            <a:xfrm>
              <a:off x="2470163" y="2152156"/>
              <a:ext cx="360000" cy="36000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29</a:t>
              </a:r>
              <a:endParaRPr lang="ko-KR" altLang="en-US" sz="1200" b="1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23" name="타원 222">
              <a:extLst>
                <a:ext uri="{FF2B5EF4-FFF2-40B4-BE49-F238E27FC236}">
                  <a16:creationId xmlns:a16="http://schemas.microsoft.com/office/drawing/2014/main" id="{0A5D6B77-589C-4052-A957-DB78A4DE3AE0}"/>
                </a:ext>
              </a:extLst>
            </p:cNvPr>
            <p:cNvSpPr/>
            <p:nvPr/>
          </p:nvSpPr>
          <p:spPr>
            <a:xfrm>
              <a:off x="2896172" y="2152156"/>
              <a:ext cx="360000" cy="36000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30</a:t>
              </a:r>
              <a:endParaRPr lang="ko-KR" altLang="en-US" sz="1200" b="1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cxnSp>
          <p:nvCxnSpPr>
            <p:cNvPr id="224" name="직선 연결선 223">
              <a:extLst>
                <a:ext uri="{FF2B5EF4-FFF2-40B4-BE49-F238E27FC236}">
                  <a16:creationId xmlns:a16="http://schemas.microsoft.com/office/drawing/2014/main" id="{C47D868B-E44B-47AA-93F3-495DBB21414C}"/>
                </a:ext>
              </a:extLst>
            </p:cNvPr>
            <p:cNvCxnSpPr>
              <a:cxnSpLocks/>
            </p:cNvCxnSpPr>
            <p:nvPr/>
          </p:nvCxnSpPr>
          <p:spPr>
            <a:xfrm>
              <a:off x="340118" y="1084139"/>
              <a:ext cx="5472111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직선 연결선 224">
              <a:extLst>
                <a:ext uri="{FF2B5EF4-FFF2-40B4-BE49-F238E27FC236}">
                  <a16:creationId xmlns:a16="http://schemas.microsoft.com/office/drawing/2014/main" id="{6434BDF1-F0A5-440B-A50A-AD7AD7C7158C}"/>
                </a:ext>
              </a:extLst>
            </p:cNvPr>
            <p:cNvCxnSpPr>
              <a:cxnSpLocks/>
            </p:cNvCxnSpPr>
            <p:nvPr/>
          </p:nvCxnSpPr>
          <p:spPr>
            <a:xfrm>
              <a:off x="302420" y="2658457"/>
              <a:ext cx="5472111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6" name="타원 225">
              <a:extLst>
                <a:ext uri="{FF2B5EF4-FFF2-40B4-BE49-F238E27FC236}">
                  <a16:creationId xmlns:a16="http://schemas.microsoft.com/office/drawing/2014/main" id="{7D6ADE96-DC2E-416E-A433-90F17D7DB8AE}"/>
                </a:ext>
              </a:extLst>
            </p:cNvPr>
            <p:cNvSpPr/>
            <p:nvPr/>
          </p:nvSpPr>
          <p:spPr>
            <a:xfrm>
              <a:off x="3322181" y="2152156"/>
              <a:ext cx="360000" cy="360000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bg1">
                      <a:lumMod val="8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31</a:t>
              </a:r>
              <a:endParaRPr lang="ko-KR" altLang="en-US" sz="1200" b="1" dirty="0">
                <a:solidFill>
                  <a:schemeClr val="bg1">
                    <a:lumMod val="8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110" name="TextBox 184">
            <a:hlinkClick r:id="rId4"/>
            <a:extLst>
              <a:ext uri="{FF2B5EF4-FFF2-40B4-BE49-F238E27FC236}">
                <a16:creationId xmlns:a16="http://schemas.microsoft.com/office/drawing/2014/main" id="{05649DDC-262D-4E37-B0DD-57601198EFDB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225</TotalTime>
  <Words>101</Words>
  <Application>Microsoft Office PowerPoint</Application>
  <PresentationFormat>사용자 지정</PresentationFormat>
  <Paragraphs>96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나눔고딕</vt:lpstr>
      <vt:lpstr>나눔고딕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83</cp:revision>
  <dcterms:created xsi:type="dcterms:W3CDTF">2021-10-29T04:43:38Z</dcterms:created>
  <dcterms:modified xsi:type="dcterms:W3CDTF">2021-12-19T08:52:09Z</dcterms:modified>
</cp:coreProperties>
</file>
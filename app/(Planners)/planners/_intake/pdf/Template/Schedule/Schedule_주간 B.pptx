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3AD86650-08E0-4275-96CA-6C0DBE24F61E}"/>
              </a:ext>
            </a:extLst>
          </p:cNvPr>
          <p:cNvGrpSpPr/>
          <p:nvPr/>
        </p:nvGrpSpPr>
        <p:grpSpPr>
          <a:xfrm>
            <a:off x="302419" y="405767"/>
            <a:ext cx="5472113" cy="7076121"/>
            <a:chOff x="230188" y="405767"/>
            <a:chExt cx="5472113" cy="7076121"/>
          </a:xfrm>
        </p:grpSpPr>
        <p:sp>
          <p:nvSpPr>
            <p:cNvPr id="2086" name="TextBox 2085">
              <a:extLst>
                <a:ext uri="{FF2B5EF4-FFF2-40B4-BE49-F238E27FC236}">
                  <a16:creationId xmlns:a16="http://schemas.microsoft.com/office/drawing/2014/main" id="{84CA83C8-457F-4DC9-85A8-CF08FBC5858A}"/>
                </a:ext>
              </a:extLst>
            </p:cNvPr>
            <p:cNvSpPr txBox="1"/>
            <p:nvPr/>
          </p:nvSpPr>
          <p:spPr>
            <a:xfrm>
              <a:off x="238891" y="405767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Focus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087" name="직선 연결선 2086">
              <a:extLst>
                <a:ext uri="{FF2B5EF4-FFF2-40B4-BE49-F238E27FC236}">
                  <a16:creationId xmlns:a16="http://schemas.microsoft.com/office/drawing/2014/main" id="{48C365F9-1D42-4012-AD7D-DA2838C17E63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39024"/>
              <a:ext cx="326424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직선 연결선 2087">
              <a:extLst>
                <a:ext uri="{FF2B5EF4-FFF2-40B4-BE49-F238E27FC236}">
                  <a16:creationId xmlns:a16="http://schemas.microsoft.com/office/drawing/2014/main" id="{383C3202-DAEB-4778-95DA-8299476A004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52403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직선 연결선 2088">
              <a:extLst>
                <a:ext uri="{FF2B5EF4-FFF2-40B4-BE49-F238E27FC236}">
                  <a16:creationId xmlns:a16="http://schemas.microsoft.com/office/drawing/2014/main" id="{1A10F34C-456A-42CC-BCC2-0139B654E10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179161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직선 연결선 2089">
              <a:extLst>
                <a:ext uri="{FF2B5EF4-FFF2-40B4-BE49-F238E27FC236}">
                  <a16:creationId xmlns:a16="http://schemas.microsoft.com/office/drawing/2014/main" id="{52792928-94EA-4326-B424-5C350EC5595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965782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1" name="TextBox 2090">
              <a:extLst>
                <a:ext uri="{FF2B5EF4-FFF2-40B4-BE49-F238E27FC236}">
                  <a16:creationId xmlns:a16="http://schemas.microsoft.com/office/drawing/2014/main" id="{E89DB0C5-1818-4D08-90F4-7C755C0DB2AE}"/>
                </a:ext>
              </a:extLst>
            </p:cNvPr>
            <p:cNvSpPr txBox="1"/>
            <p:nvPr/>
          </p:nvSpPr>
          <p:spPr>
            <a:xfrm>
              <a:off x="581458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Mon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grpSp>
          <p:nvGrpSpPr>
            <p:cNvPr id="2092" name="그룹 2091">
              <a:extLst>
                <a:ext uri="{FF2B5EF4-FFF2-40B4-BE49-F238E27FC236}">
                  <a16:creationId xmlns:a16="http://schemas.microsoft.com/office/drawing/2014/main" id="{978B43F2-F237-4B8D-B618-6B57E743BF85}"/>
                </a:ext>
              </a:extLst>
            </p:cNvPr>
            <p:cNvGrpSpPr/>
            <p:nvPr/>
          </p:nvGrpSpPr>
          <p:grpSpPr>
            <a:xfrm>
              <a:off x="351216" y="1926846"/>
              <a:ext cx="5351084" cy="5555042"/>
              <a:chOff x="351216" y="1926846"/>
              <a:chExt cx="5351084" cy="5175260"/>
            </a:xfrm>
          </p:grpSpPr>
          <p:cxnSp>
            <p:nvCxnSpPr>
              <p:cNvPr id="2093" name="직선 연결선 2092">
                <a:extLst>
                  <a:ext uri="{FF2B5EF4-FFF2-40B4-BE49-F238E27FC236}">
                    <a16:creationId xmlns:a16="http://schemas.microsoft.com/office/drawing/2014/main" id="{659270B1-424F-4978-8CF5-99E9FD9083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216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4" name="직선 연결선 2093">
                <a:extLst>
                  <a:ext uri="{FF2B5EF4-FFF2-40B4-BE49-F238E27FC236}">
                    <a16:creationId xmlns:a16="http://schemas.microsoft.com/office/drawing/2014/main" id="{D3D78E10-6345-4260-972A-404D1DD4B4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6121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5" name="직선 연결선 2094">
                <a:extLst>
                  <a:ext uri="{FF2B5EF4-FFF2-40B4-BE49-F238E27FC236}">
                    <a16:creationId xmlns:a16="http://schemas.microsoft.com/office/drawing/2014/main" id="{5CBE69CB-2FD5-4826-9B5A-823E123C57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4932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6" name="직선 연결선 2095">
                <a:extLst>
                  <a:ext uri="{FF2B5EF4-FFF2-40B4-BE49-F238E27FC236}">
                    <a16:creationId xmlns:a16="http://schemas.microsoft.com/office/drawing/2014/main" id="{53012A00-3B5A-4F29-BF99-E00626CE12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3743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7" name="직선 연결선 2096">
                <a:extLst>
                  <a:ext uri="{FF2B5EF4-FFF2-40B4-BE49-F238E27FC236}">
                    <a16:creationId xmlns:a16="http://schemas.microsoft.com/office/drawing/2014/main" id="{B51987F4-FE5F-4A98-9CFD-19F2EB1E27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2554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8" name="직선 연결선 2097">
                <a:extLst>
                  <a:ext uri="{FF2B5EF4-FFF2-40B4-BE49-F238E27FC236}">
                    <a16:creationId xmlns:a16="http://schemas.microsoft.com/office/drawing/2014/main" id="{B0ABC86F-70E9-4843-BEB5-23D4BCC4D4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1363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9" name="직선 연결선 2098">
                <a:extLst>
                  <a:ext uri="{FF2B5EF4-FFF2-40B4-BE49-F238E27FC236}">
                    <a16:creationId xmlns:a16="http://schemas.microsoft.com/office/drawing/2014/main" id="{52511454-289A-4E52-A5C7-B274001CEB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26832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0" name="직선 연결선 2099">
                <a:extLst>
                  <a:ext uri="{FF2B5EF4-FFF2-40B4-BE49-F238E27FC236}">
                    <a16:creationId xmlns:a16="http://schemas.microsoft.com/office/drawing/2014/main" id="{F0032A4F-338E-451C-A6DB-1252F5FC6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1926846"/>
                <a:ext cx="0" cy="51752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01" name="TextBox 2100">
              <a:extLst>
                <a:ext uri="{FF2B5EF4-FFF2-40B4-BE49-F238E27FC236}">
                  <a16:creationId xmlns:a16="http://schemas.microsoft.com/office/drawing/2014/main" id="{41428EEA-C448-43C6-902D-C5EF61259F2F}"/>
                </a:ext>
              </a:extLst>
            </p:cNvPr>
            <p:cNvSpPr txBox="1"/>
            <p:nvPr/>
          </p:nvSpPr>
          <p:spPr>
            <a:xfrm>
              <a:off x="1420269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Tue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02" name="TextBox 2101">
              <a:extLst>
                <a:ext uri="{FF2B5EF4-FFF2-40B4-BE49-F238E27FC236}">
                  <a16:creationId xmlns:a16="http://schemas.microsoft.com/office/drawing/2014/main" id="{8059893D-657C-43FE-88EC-334563C7C16E}"/>
                </a:ext>
              </a:extLst>
            </p:cNvPr>
            <p:cNvSpPr txBox="1"/>
            <p:nvPr/>
          </p:nvSpPr>
          <p:spPr>
            <a:xfrm>
              <a:off x="2259080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Wed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03" name="TextBox 2102">
              <a:extLst>
                <a:ext uri="{FF2B5EF4-FFF2-40B4-BE49-F238E27FC236}">
                  <a16:creationId xmlns:a16="http://schemas.microsoft.com/office/drawing/2014/main" id="{9BF9E96E-51B5-4384-BC3B-5014B35916FD}"/>
                </a:ext>
              </a:extLst>
            </p:cNvPr>
            <p:cNvSpPr txBox="1"/>
            <p:nvPr/>
          </p:nvSpPr>
          <p:spPr>
            <a:xfrm>
              <a:off x="3097891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Thu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04" name="TextBox 2103">
              <a:extLst>
                <a:ext uri="{FF2B5EF4-FFF2-40B4-BE49-F238E27FC236}">
                  <a16:creationId xmlns:a16="http://schemas.microsoft.com/office/drawing/2014/main" id="{32F5CF4D-687C-40E4-8F1C-51D914FF122C}"/>
                </a:ext>
              </a:extLst>
            </p:cNvPr>
            <p:cNvSpPr txBox="1"/>
            <p:nvPr/>
          </p:nvSpPr>
          <p:spPr>
            <a:xfrm>
              <a:off x="3936701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Fri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05" name="TextBox 2104">
              <a:extLst>
                <a:ext uri="{FF2B5EF4-FFF2-40B4-BE49-F238E27FC236}">
                  <a16:creationId xmlns:a16="http://schemas.microsoft.com/office/drawing/2014/main" id="{47CF2529-B76F-440C-8A46-A089ED5BA402}"/>
                </a:ext>
              </a:extLst>
            </p:cNvPr>
            <p:cNvSpPr txBox="1"/>
            <p:nvPr/>
          </p:nvSpPr>
          <p:spPr>
            <a:xfrm>
              <a:off x="4643841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Sat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06" name="TextBox 2105">
              <a:extLst>
                <a:ext uri="{FF2B5EF4-FFF2-40B4-BE49-F238E27FC236}">
                  <a16:creationId xmlns:a16="http://schemas.microsoft.com/office/drawing/2014/main" id="{2BF58928-85CD-4291-B820-74CB56F2E714}"/>
                </a:ext>
              </a:extLst>
            </p:cNvPr>
            <p:cNvSpPr txBox="1"/>
            <p:nvPr/>
          </p:nvSpPr>
          <p:spPr>
            <a:xfrm>
              <a:off x="5219309" y="1789642"/>
              <a:ext cx="390514" cy="1155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Sun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07" name="TextBox 2106">
              <a:extLst>
                <a:ext uri="{FF2B5EF4-FFF2-40B4-BE49-F238E27FC236}">
                  <a16:creationId xmlns:a16="http://schemas.microsoft.com/office/drawing/2014/main" id="{B4D9E228-6B50-4D28-A9DE-7E629B4EEFA9}"/>
                </a:ext>
              </a:extLst>
            </p:cNvPr>
            <p:cNvSpPr txBox="1"/>
            <p:nvPr/>
          </p:nvSpPr>
          <p:spPr>
            <a:xfrm>
              <a:off x="238892" y="2809737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08" name="TextBox 2107">
              <a:extLst>
                <a:ext uri="{FF2B5EF4-FFF2-40B4-BE49-F238E27FC236}">
                  <a16:creationId xmlns:a16="http://schemas.microsoft.com/office/drawing/2014/main" id="{41CB0A60-798E-4939-90BC-7B3B1D13FBBA}"/>
                </a:ext>
              </a:extLst>
            </p:cNvPr>
            <p:cNvSpPr txBox="1"/>
            <p:nvPr/>
          </p:nvSpPr>
          <p:spPr>
            <a:xfrm>
              <a:off x="238892" y="3222678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09" name="TextBox 2108">
              <a:extLst>
                <a:ext uri="{FF2B5EF4-FFF2-40B4-BE49-F238E27FC236}">
                  <a16:creationId xmlns:a16="http://schemas.microsoft.com/office/drawing/2014/main" id="{764629D3-9AF1-4E45-88C1-36DFC6CD9EB5}"/>
                </a:ext>
              </a:extLst>
            </p:cNvPr>
            <p:cNvSpPr txBox="1"/>
            <p:nvPr/>
          </p:nvSpPr>
          <p:spPr>
            <a:xfrm>
              <a:off x="238892" y="3635619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10" name="TextBox 2109">
              <a:extLst>
                <a:ext uri="{FF2B5EF4-FFF2-40B4-BE49-F238E27FC236}">
                  <a16:creationId xmlns:a16="http://schemas.microsoft.com/office/drawing/2014/main" id="{93AB9479-BD2D-4673-860C-341D78F14BEA}"/>
                </a:ext>
              </a:extLst>
            </p:cNvPr>
            <p:cNvSpPr txBox="1"/>
            <p:nvPr/>
          </p:nvSpPr>
          <p:spPr>
            <a:xfrm>
              <a:off x="238892" y="4048559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11" name="TextBox 2110">
              <a:extLst>
                <a:ext uri="{FF2B5EF4-FFF2-40B4-BE49-F238E27FC236}">
                  <a16:creationId xmlns:a16="http://schemas.microsoft.com/office/drawing/2014/main" id="{18846AA7-BF6B-4CFF-BC1F-DDF696C9910C}"/>
                </a:ext>
              </a:extLst>
            </p:cNvPr>
            <p:cNvSpPr txBox="1"/>
            <p:nvPr/>
          </p:nvSpPr>
          <p:spPr>
            <a:xfrm>
              <a:off x="238892" y="4461500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12" name="TextBox 2111">
              <a:extLst>
                <a:ext uri="{FF2B5EF4-FFF2-40B4-BE49-F238E27FC236}">
                  <a16:creationId xmlns:a16="http://schemas.microsoft.com/office/drawing/2014/main" id="{827C8A2F-2C32-488A-99D6-8D065FD639D3}"/>
                </a:ext>
              </a:extLst>
            </p:cNvPr>
            <p:cNvSpPr txBox="1"/>
            <p:nvPr/>
          </p:nvSpPr>
          <p:spPr>
            <a:xfrm>
              <a:off x="238892" y="4874441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13" name="TextBox 2112">
              <a:extLst>
                <a:ext uri="{FF2B5EF4-FFF2-40B4-BE49-F238E27FC236}">
                  <a16:creationId xmlns:a16="http://schemas.microsoft.com/office/drawing/2014/main" id="{05559CE3-2EFA-4DEC-B969-9C14A0290D05}"/>
                </a:ext>
              </a:extLst>
            </p:cNvPr>
            <p:cNvSpPr txBox="1"/>
            <p:nvPr/>
          </p:nvSpPr>
          <p:spPr>
            <a:xfrm>
              <a:off x="238892" y="5287381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14" name="TextBox 2113">
              <a:extLst>
                <a:ext uri="{FF2B5EF4-FFF2-40B4-BE49-F238E27FC236}">
                  <a16:creationId xmlns:a16="http://schemas.microsoft.com/office/drawing/2014/main" id="{D0D7BF06-A649-4682-8751-28B470498D92}"/>
                </a:ext>
              </a:extLst>
            </p:cNvPr>
            <p:cNvSpPr txBox="1"/>
            <p:nvPr/>
          </p:nvSpPr>
          <p:spPr>
            <a:xfrm>
              <a:off x="238892" y="5700322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15" name="TextBox 2114">
              <a:extLst>
                <a:ext uri="{FF2B5EF4-FFF2-40B4-BE49-F238E27FC236}">
                  <a16:creationId xmlns:a16="http://schemas.microsoft.com/office/drawing/2014/main" id="{D1DB3504-F5E5-40E0-8F32-1EC86D4436ED}"/>
                </a:ext>
              </a:extLst>
            </p:cNvPr>
            <p:cNvSpPr txBox="1"/>
            <p:nvPr/>
          </p:nvSpPr>
          <p:spPr>
            <a:xfrm>
              <a:off x="238892" y="2603267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16" name="TextBox 2115">
              <a:extLst>
                <a:ext uri="{FF2B5EF4-FFF2-40B4-BE49-F238E27FC236}">
                  <a16:creationId xmlns:a16="http://schemas.microsoft.com/office/drawing/2014/main" id="{F41194F1-E409-4902-A784-0B1CE0298877}"/>
                </a:ext>
              </a:extLst>
            </p:cNvPr>
            <p:cNvSpPr txBox="1"/>
            <p:nvPr/>
          </p:nvSpPr>
          <p:spPr>
            <a:xfrm>
              <a:off x="238892" y="3016208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17" name="TextBox 2116">
              <a:extLst>
                <a:ext uri="{FF2B5EF4-FFF2-40B4-BE49-F238E27FC236}">
                  <a16:creationId xmlns:a16="http://schemas.microsoft.com/office/drawing/2014/main" id="{F957B910-15FE-48FE-8110-31184821DD28}"/>
                </a:ext>
              </a:extLst>
            </p:cNvPr>
            <p:cNvSpPr txBox="1"/>
            <p:nvPr/>
          </p:nvSpPr>
          <p:spPr>
            <a:xfrm>
              <a:off x="238892" y="3429148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18" name="TextBox 2117">
              <a:extLst>
                <a:ext uri="{FF2B5EF4-FFF2-40B4-BE49-F238E27FC236}">
                  <a16:creationId xmlns:a16="http://schemas.microsoft.com/office/drawing/2014/main" id="{BE359CD0-8473-4BD3-867D-3374474A809A}"/>
                </a:ext>
              </a:extLst>
            </p:cNvPr>
            <p:cNvSpPr txBox="1"/>
            <p:nvPr/>
          </p:nvSpPr>
          <p:spPr>
            <a:xfrm>
              <a:off x="238892" y="3842089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19" name="TextBox 2118">
              <a:extLst>
                <a:ext uri="{FF2B5EF4-FFF2-40B4-BE49-F238E27FC236}">
                  <a16:creationId xmlns:a16="http://schemas.microsoft.com/office/drawing/2014/main" id="{74783E02-309B-4538-A37B-B0AF9945D1C2}"/>
                </a:ext>
              </a:extLst>
            </p:cNvPr>
            <p:cNvSpPr txBox="1"/>
            <p:nvPr/>
          </p:nvSpPr>
          <p:spPr>
            <a:xfrm>
              <a:off x="238892" y="4255030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20" name="TextBox 2119">
              <a:extLst>
                <a:ext uri="{FF2B5EF4-FFF2-40B4-BE49-F238E27FC236}">
                  <a16:creationId xmlns:a16="http://schemas.microsoft.com/office/drawing/2014/main" id="{5BAF4D1E-CFF3-48E8-A8CA-FCE878F00178}"/>
                </a:ext>
              </a:extLst>
            </p:cNvPr>
            <p:cNvSpPr txBox="1"/>
            <p:nvPr/>
          </p:nvSpPr>
          <p:spPr>
            <a:xfrm>
              <a:off x="238892" y="4667970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21" name="TextBox 2120">
              <a:extLst>
                <a:ext uri="{FF2B5EF4-FFF2-40B4-BE49-F238E27FC236}">
                  <a16:creationId xmlns:a16="http://schemas.microsoft.com/office/drawing/2014/main" id="{4812E959-94B8-4AAC-BDB0-168BEB44E1EF}"/>
                </a:ext>
              </a:extLst>
            </p:cNvPr>
            <p:cNvSpPr txBox="1"/>
            <p:nvPr/>
          </p:nvSpPr>
          <p:spPr>
            <a:xfrm>
              <a:off x="238892" y="5080911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22" name="TextBox 2121">
              <a:extLst>
                <a:ext uri="{FF2B5EF4-FFF2-40B4-BE49-F238E27FC236}">
                  <a16:creationId xmlns:a16="http://schemas.microsoft.com/office/drawing/2014/main" id="{EB2F4F3F-EB60-47E1-AC49-A76046EB48A2}"/>
                </a:ext>
              </a:extLst>
            </p:cNvPr>
            <p:cNvSpPr txBox="1"/>
            <p:nvPr/>
          </p:nvSpPr>
          <p:spPr>
            <a:xfrm>
              <a:off x="238892" y="5493852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23" name="TextBox 2122">
              <a:extLst>
                <a:ext uri="{FF2B5EF4-FFF2-40B4-BE49-F238E27FC236}">
                  <a16:creationId xmlns:a16="http://schemas.microsoft.com/office/drawing/2014/main" id="{1E9763F3-B197-49DF-BB93-630BB3C1F358}"/>
                </a:ext>
              </a:extLst>
            </p:cNvPr>
            <p:cNvSpPr txBox="1"/>
            <p:nvPr/>
          </p:nvSpPr>
          <p:spPr>
            <a:xfrm>
              <a:off x="238892" y="5906792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24" name="TextBox 2123">
              <a:extLst>
                <a:ext uri="{FF2B5EF4-FFF2-40B4-BE49-F238E27FC236}">
                  <a16:creationId xmlns:a16="http://schemas.microsoft.com/office/drawing/2014/main" id="{F93FB855-BE4F-4BA9-915E-99D9BDFE440B}"/>
                </a:ext>
              </a:extLst>
            </p:cNvPr>
            <p:cNvSpPr txBox="1"/>
            <p:nvPr/>
          </p:nvSpPr>
          <p:spPr>
            <a:xfrm>
              <a:off x="238892" y="2190326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25" name="TextBox 2124">
              <a:extLst>
                <a:ext uri="{FF2B5EF4-FFF2-40B4-BE49-F238E27FC236}">
                  <a16:creationId xmlns:a16="http://schemas.microsoft.com/office/drawing/2014/main" id="{04F61DB7-2BAE-44F1-8BF9-8ADC2F287868}"/>
                </a:ext>
              </a:extLst>
            </p:cNvPr>
            <p:cNvSpPr txBox="1"/>
            <p:nvPr/>
          </p:nvSpPr>
          <p:spPr>
            <a:xfrm>
              <a:off x="238891" y="2396797"/>
              <a:ext cx="112325" cy="924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26" name="TextBox 2125">
              <a:extLst>
                <a:ext uri="{FF2B5EF4-FFF2-40B4-BE49-F238E27FC236}">
                  <a16:creationId xmlns:a16="http://schemas.microsoft.com/office/drawing/2014/main" id="{99F6D680-DF43-4C42-BF88-90185DDDC9AC}"/>
                </a:ext>
              </a:extLst>
            </p:cNvPr>
            <p:cNvSpPr txBox="1"/>
            <p:nvPr/>
          </p:nvSpPr>
          <p:spPr>
            <a:xfrm>
              <a:off x="238892" y="6113263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27" name="TextBox 2126">
              <a:extLst>
                <a:ext uri="{FF2B5EF4-FFF2-40B4-BE49-F238E27FC236}">
                  <a16:creationId xmlns:a16="http://schemas.microsoft.com/office/drawing/2014/main" id="{B128EB40-7774-453D-8F4E-828B13FE116B}"/>
                </a:ext>
              </a:extLst>
            </p:cNvPr>
            <p:cNvSpPr txBox="1"/>
            <p:nvPr/>
          </p:nvSpPr>
          <p:spPr>
            <a:xfrm>
              <a:off x="238892" y="6319731"/>
              <a:ext cx="105798" cy="924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128" name="직선 연결선 2127">
              <a:extLst>
                <a:ext uri="{FF2B5EF4-FFF2-40B4-BE49-F238E27FC236}">
                  <a16:creationId xmlns:a16="http://schemas.microsoft.com/office/drawing/2014/main" id="{59700CA2-17A9-4E66-A3B0-E362087CA8AA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1926846"/>
              <a:ext cx="53510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직선 연결선 2128">
              <a:extLst>
                <a:ext uri="{FF2B5EF4-FFF2-40B4-BE49-F238E27FC236}">
                  <a16:creationId xmlns:a16="http://schemas.microsoft.com/office/drawing/2014/main" id="{D6021AFA-F039-46CF-8A18-095502030C0F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2133316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직선 연결선 2129">
              <a:extLst>
                <a:ext uri="{FF2B5EF4-FFF2-40B4-BE49-F238E27FC236}">
                  <a16:creationId xmlns:a16="http://schemas.microsoft.com/office/drawing/2014/main" id="{A4851FFD-653C-45C5-AFC9-4E7C6131387F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2339787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1" name="직선 연결선 2130">
              <a:extLst>
                <a:ext uri="{FF2B5EF4-FFF2-40B4-BE49-F238E27FC236}">
                  <a16:creationId xmlns:a16="http://schemas.microsoft.com/office/drawing/2014/main" id="{AAAF438E-1B3D-4947-96C8-DBF431628C49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2546256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직선 연결선 2131">
              <a:extLst>
                <a:ext uri="{FF2B5EF4-FFF2-40B4-BE49-F238E27FC236}">
                  <a16:creationId xmlns:a16="http://schemas.microsoft.com/office/drawing/2014/main" id="{A4A8549B-60AB-4A67-9E18-AC1450805780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2752727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직선 연결선 2132">
              <a:extLst>
                <a:ext uri="{FF2B5EF4-FFF2-40B4-BE49-F238E27FC236}">
                  <a16:creationId xmlns:a16="http://schemas.microsoft.com/office/drawing/2014/main" id="{E21418C2-BAC6-493F-A0B2-BDC5FE1F2EC0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2959197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직선 연결선 2133">
              <a:extLst>
                <a:ext uri="{FF2B5EF4-FFF2-40B4-BE49-F238E27FC236}">
                  <a16:creationId xmlns:a16="http://schemas.microsoft.com/office/drawing/2014/main" id="{E9BE320B-053B-4B09-BFC3-BD8B27FFD048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3165667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5" name="직선 연결선 2134">
              <a:extLst>
                <a:ext uri="{FF2B5EF4-FFF2-40B4-BE49-F238E27FC236}">
                  <a16:creationId xmlns:a16="http://schemas.microsoft.com/office/drawing/2014/main" id="{666879C4-9565-4F0E-BCAD-E55A9F96DA22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3372138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직선 연결선 2135">
              <a:extLst>
                <a:ext uri="{FF2B5EF4-FFF2-40B4-BE49-F238E27FC236}">
                  <a16:creationId xmlns:a16="http://schemas.microsoft.com/office/drawing/2014/main" id="{59D3EF5A-8A7F-4141-A6F1-FA07829E5857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3578608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직선 연결선 2136">
              <a:extLst>
                <a:ext uri="{FF2B5EF4-FFF2-40B4-BE49-F238E27FC236}">
                  <a16:creationId xmlns:a16="http://schemas.microsoft.com/office/drawing/2014/main" id="{2B968604-5D44-48B8-B031-6429CA231062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3785078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직선 연결선 2137">
              <a:extLst>
                <a:ext uri="{FF2B5EF4-FFF2-40B4-BE49-F238E27FC236}">
                  <a16:creationId xmlns:a16="http://schemas.microsoft.com/office/drawing/2014/main" id="{46856556-659E-45C3-BF83-9CDFF8BB2457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3991549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직선 연결선 2138">
              <a:extLst>
                <a:ext uri="{FF2B5EF4-FFF2-40B4-BE49-F238E27FC236}">
                  <a16:creationId xmlns:a16="http://schemas.microsoft.com/office/drawing/2014/main" id="{BB56E3EB-A26A-4636-AED1-93019E8C52B6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4198018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직선 연결선 2139">
              <a:extLst>
                <a:ext uri="{FF2B5EF4-FFF2-40B4-BE49-F238E27FC236}">
                  <a16:creationId xmlns:a16="http://schemas.microsoft.com/office/drawing/2014/main" id="{37848119-2FF1-4820-B5D1-AE305C55126A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4404488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1" name="직선 연결선 2140">
              <a:extLst>
                <a:ext uri="{FF2B5EF4-FFF2-40B4-BE49-F238E27FC236}">
                  <a16:creationId xmlns:a16="http://schemas.microsoft.com/office/drawing/2014/main" id="{BE9F9513-7D04-4D46-A6A3-F54F326D7792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4610959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2" name="직선 연결선 2141">
              <a:extLst>
                <a:ext uri="{FF2B5EF4-FFF2-40B4-BE49-F238E27FC236}">
                  <a16:creationId xmlns:a16="http://schemas.microsoft.com/office/drawing/2014/main" id="{2E6AB6A9-5D44-45CB-94FB-3692DB2B4312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4817429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직선 연결선 2142">
              <a:extLst>
                <a:ext uri="{FF2B5EF4-FFF2-40B4-BE49-F238E27FC236}">
                  <a16:creationId xmlns:a16="http://schemas.microsoft.com/office/drawing/2014/main" id="{1255CE14-6811-46B1-B1C3-612455ED8C5A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5023899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직선 연결선 2143">
              <a:extLst>
                <a:ext uri="{FF2B5EF4-FFF2-40B4-BE49-F238E27FC236}">
                  <a16:creationId xmlns:a16="http://schemas.microsoft.com/office/drawing/2014/main" id="{4604A92E-DBC8-462E-96A5-747F809466F9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5230370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직선 연결선 2144">
              <a:extLst>
                <a:ext uri="{FF2B5EF4-FFF2-40B4-BE49-F238E27FC236}">
                  <a16:creationId xmlns:a16="http://schemas.microsoft.com/office/drawing/2014/main" id="{90D96735-37D3-4A5F-9FC0-A8F8F99A8576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5436840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직선 연결선 2145">
              <a:extLst>
                <a:ext uri="{FF2B5EF4-FFF2-40B4-BE49-F238E27FC236}">
                  <a16:creationId xmlns:a16="http://schemas.microsoft.com/office/drawing/2014/main" id="{3048347D-6E3D-44F1-BC89-B52C1D68EC08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5643310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직선 연결선 2146">
              <a:extLst>
                <a:ext uri="{FF2B5EF4-FFF2-40B4-BE49-F238E27FC236}">
                  <a16:creationId xmlns:a16="http://schemas.microsoft.com/office/drawing/2014/main" id="{32C89E30-DB4D-4E9A-B026-C25FF2E1BDA2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5849780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직선 연결선 2147">
              <a:extLst>
                <a:ext uri="{FF2B5EF4-FFF2-40B4-BE49-F238E27FC236}">
                  <a16:creationId xmlns:a16="http://schemas.microsoft.com/office/drawing/2014/main" id="{4EAE4837-1ED9-4D46-9241-A19C42D518FE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6056250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9" name="직선 연결선 2148">
              <a:extLst>
                <a:ext uri="{FF2B5EF4-FFF2-40B4-BE49-F238E27FC236}">
                  <a16:creationId xmlns:a16="http://schemas.microsoft.com/office/drawing/2014/main" id="{A4E64B2D-6442-43EF-B545-0FF6FF28168C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6262721"/>
              <a:ext cx="53510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0" name="직선 연결선 2149">
              <a:extLst>
                <a:ext uri="{FF2B5EF4-FFF2-40B4-BE49-F238E27FC236}">
                  <a16:creationId xmlns:a16="http://schemas.microsoft.com/office/drawing/2014/main" id="{8AB472E2-317E-443D-B9EF-BEF54A286C51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6469191"/>
              <a:ext cx="53510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1" name="직선 연결선 2150">
              <a:extLst>
                <a:ext uri="{FF2B5EF4-FFF2-40B4-BE49-F238E27FC236}">
                  <a16:creationId xmlns:a16="http://schemas.microsoft.com/office/drawing/2014/main" id="{7D5AE410-0A7E-4DCA-BB03-B5ED63D88928}"/>
                </a:ext>
              </a:extLst>
            </p:cNvPr>
            <p:cNvCxnSpPr>
              <a:cxnSpLocks/>
            </p:cNvCxnSpPr>
            <p:nvPr/>
          </p:nvCxnSpPr>
          <p:spPr>
            <a:xfrm>
              <a:off x="791650" y="1926846"/>
              <a:ext cx="0" cy="454128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직선 연결선 2151">
              <a:extLst>
                <a:ext uri="{FF2B5EF4-FFF2-40B4-BE49-F238E27FC236}">
                  <a16:creationId xmlns:a16="http://schemas.microsoft.com/office/drawing/2014/main" id="{4B5699F3-A657-438A-8278-E9EB974F7385}"/>
                </a:ext>
              </a:extLst>
            </p:cNvPr>
            <p:cNvCxnSpPr>
              <a:cxnSpLocks/>
            </p:cNvCxnSpPr>
            <p:nvPr/>
          </p:nvCxnSpPr>
          <p:spPr>
            <a:xfrm>
              <a:off x="1630461" y="1926846"/>
              <a:ext cx="0" cy="454128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직선 연결선 2152">
              <a:extLst>
                <a:ext uri="{FF2B5EF4-FFF2-40B4-BE49-F238E27FC236}">
                  <a16:creationId xmlns:a16="http://schemas.microsoft.com/office/drawing/2014/main" id="{0A95A78B-4641-48B5-A527-A0E6914352FD}"/>
                </a:ext>
              </a:extLst>
            </p:cNvPr>
            <p:cNvCxnSpPr>
              <a:cxnSpLocks/>
            </p:cNvCxnSpPr>
            <p:nvPr/>
          </p:nvCxnSpPr>
          <p:spPr>
            <a:xfrm>
              <a:off x="2469272" y="1926846"/>
              <a:ext cx="0" cy="454128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4" name="직선 연결선 2153">
              <a:extLst>
                <a:ext uri="{FF2B5EF4-FFF2-40B4-BE49-F238E27FC236}">
                  <a16:creationId xmlns:a16="http://schemas.microsoft.com/office/drawing/2014/main" id="{8D75AC48-4615-4E42-9CE0-E2DD2AD2089F}"/>
                </a:ext>
              </a:extLst>
            </p:cNvPr>
            <p:cNvCxnSpPr>
              <a:cxnSpLocks/>
            </p:cNvCxnSpPr>
            <p:nvPr/>
          </p:nvCxnSpPr>
          <p:spPr>
            <a:xfrm>
              <a:off x="3308083" y="1926846"/>
              <a:ext cx="0" cy="454128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5" name="직선 연결선 2154">
              <a:extLst>
                <a:ext uri="{FF2B5EF4-FFF2-40B4-BE49-F238E27FC236}">
                  <a16:creationId xmlns:a16="http://schemas.microsoft.com/office/drawing/2014/main" id="{398CA0FB-CA0D-4D16-939C-CEAC0754C9A8}"/>
                </a:ext>
              </a:extLst>
            </p:cNvPr>
            <p:cNvCxnSpPr>
              <a:cxnSpLocks/>
            </p:cNvCxnSpPr>
            <p:nvPr/>
          </p:nvCxnSpPr>
          <p:spPr>
            <a:xfrm>
              <a:off x="4146894" y="1926846"/>
              <a:ext cx="0" cy="454128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직선 연결선 2155">
              <a:extLst>
                <a:ext uri="{FF2B5EF4-FFF2-40B4-BE49-F238E27FC236}">
                  <a16:creationId xmlns:a16="http://schemas.microsoft.com/office/drawing/2014/main" id="{1DD5B913-7C7E-403B-A629-3638AA6F434A}"/>
                </a:ext>
              </a:extLst>
            </p:cNvPr>
            <p:cNvCxnSpPr>
              <a:cxnSpLocks/>
            </p:cNvCxnSpPr>
            <p:nvPr/>
          </p:nvCxnSpPr>
          <p:spPr>
            <a:xfrm>
              <a:off x="351216" y="7481888"/>
              <a:ext cx="53510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7" name="TextBox 2156">
              <a:extLst>
                <a:ext uri="{FF2B5EF4-FFF2-40B4-BE49-F238E27FC236}">
                  <a16:creationId xmlns:a16="http://schemas.microsoft.com/office/drawing/2014/main" id="{7EFE9E56-98CE-40D9-B118-33C195B02AAA}"/>
                </a:ext>
              </a:extLst>
            </p:cNvPr>
            <p:cNvSpPr txBox="1"/>
            <p:nvPr/>
          </p:nvSpPr>
          <p:spPr>
            <a:xfrm>
              <a:off x="3610774" y="405767"/>
              <a:ext cx="1033067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To-Do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158" name="직선 연결선 2157">
              <a:extLst>
                <a:ext uri="{FF2B5EF4-FFF2-40B4-BE49-F238E27FC236}">
                  <a16:creationId xmlns:a16="http://schemas.microsoft.com/office/drawing/2014/main" id="{DEC636B4-5AC3-4AA7-8FA7-0A0590871683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539024"/>
              <a:ext cx="20915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직선 연결선 2158">
              <a:extLst>
                <a:ext uri="{FF2B5EF4-FFF2-40B4-BE49-F238E27FC236}">
                  <a16:creationId xmlns:a16="http://schemas.microsoft.com/office/drawing/2014/main" id="{5675523D-BE34-4DD9-BBAD-2CCE77D844D9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752403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0" name="직선 연결선 2159">
              <a:extLst>
                <a:ext uri="{FF2B5EF4-FFF2-40B4-BE49-F238E27FC236}">
                  <a16:creationId xmlns:a16="http://schemas.microsoft.com/office/drawing/2014/main" id="{818A4CA5-91A2-4A8A-994E-BF2C236C183E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179161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직선 연결선 2160">
              <a:extLst>
                <a:ext uri="{FF2B5EF4-FFF2-40B4-BE49-F238E27FC236}">
                  <a16:creationId xmlns:a16="http://schemas.microsoft.com/office/drawing/2014/main" id="{905E24A2-6370-49B1-A033-AF6C1FA27AD8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965782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직선 연결선 2161">
              <a:extLst>
                <a:ext uri="{FF2B5EF4-FFF2-40B4-BE49-F238E27FC236}">
                  <a16:creationId xmlns:a16="http://schemas.microsoft.com/office/drawing/2014/main" id="{E0DE7FCA-29C2-4447-9CC2-7E8A7D0582D9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605919"/>
              <a:ext cx="20915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직선 연결선 2162">
              <a:extLst>
                <a:ext uri="{FF2B5EF4-FFF2-40B4-BE49-F238E27FC236}">
                  <a16:creationId xmlns:a16="http://schemas.microsoft.com/office/drawing/2014/main" id="{94A00C4B-7C6A-43A5-9D6C-9F26E369745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605919"/>
              <a:ext cx="326424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직선 연결선 2163">
              <a:extLst>
                <a:ext uri="{FF2B5EF4-FFF2-40B4-BE49-F238E27FC236}">
                  <a16:creationId xmlns:a16="http://schemas.microsoft.com/office/drawing/2014/main" id="{D1E17673-1166-4B64-8489-873DB2E5247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392540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직선 연결선 2164">
              <a:extLst>
                <a:ext uri="{FF2B5EF4-FFF2-40B4-BE49-F238E27FC236}">
                  <a16:creationId xmlns:a16="http://schemas.microsoft.com/office/drawing/2014/main" id="{F305AF64-490D-4F00-8393-19AF7A0B0251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392540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185">
            <a:hlinkClick r:id="rId2"/>
            <a:extLst>
              <a:ext uri="{FF2B5EF4-FFF2-40B4-BE49-F238E27FC236}">
                <a16:creationId xmlns:a16="http://schemas.microsoft.com/office/drawing/2014/main" id="{A14312D8-7774-4DB5-99CE-E13D117C6C24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5" name="TextBox 186">
            <a:hlinkClick r:id="rId3"/>
            <a:extLst>
              <a:ext uri="{FF2B5EF4-FFF2-40B4-BE49-F238E27FC236}">
                <a16:creationId xmlns:a16="http://schemas.microsoft.com/office/drawing/2014/main" id="{9D875C4F-9606-4669-91C0-07E344EDF827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6" name="TextBox 184">
            <a:hlinkClick r:id="rId4"/>
            <a:extLst>
              <a:ext uri="{FF2B5EF4-FFF2-40B4-BE49-F238E27FC236}">
                <a16:creationId xmlns:a16="http://schemas.microsoft.com/office/drawing/2014/main" id="{64475E6E-822C-49F3-BAFB-6BBBDAE0C4C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38</Words>
  <Application>Microsoft Office PowerPoint</Application>
  <PresentationFormat>사용자 지정</PresentationFormat>
  <Paragraphs>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68</cp:revision>
  <dcterms:created xsi:type="dcterms:W3CDTF">2021-10-29T04:43:38Z</dcterms:created>
  <dcterms:modified xsi:type="dcterms:W3CDTF">2021-12-19T08:45:50Z</dcterms:modified>
</cp:coreProperties>
</file>
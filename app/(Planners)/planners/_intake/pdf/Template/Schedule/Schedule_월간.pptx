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72" name="그룹 23871">
            <a:extLst>
              <a:ext uri="{FF2B5EF4-FFF2-40B4-BE49-F238E27FC236}">
                <a16:creationId xmlns:a16="http://schemas.microsoft.com/office/drawing/2014/main" id="{B2D4DE32-386C-4F37-ABF4-233350FF900D}"/>
              </a:ext>
            </a:extLst>
          </p:cNvPr>
          <p:cNvGrpSpPr/>
          <p:nvPr/>
        </p:nvGrpSpPr>
        <p:grpSpPr>
          <a:xfrm>
            <a:off x="298422" y="109602"/>
            <a:ext cx="5480106" cy="7377429"/>
            <a:chOff x="228720" y="109602"/>
            <a:chExt cx="5480106" cy="7377429"/>
          </a:xfrm>
        </p:grpSpPr>
        <p:sp>
          <p:nvSpPr>
            <p:cNvPr id="2501" name="직사각형 2500">
              <a:extLst>
                <a:ext uri="{FF2B5EF4-FFF2-40B4-BE49-F238E27FC236}">
                  <a16:creationId xmlns:a16="http://schemas.microsoft.com/office/drawing/2014/main" id="{7F527D3F-868E-4F2C-90B0-0AFD10989892}"/>
                </a:ext>
              </a:extLst>
            </p:cNvPr>
            <p:cNvSpPr/>
            <p:nvPr/>
          </p:nvSpPr>
          <p:spPr>
            <a:xfrm>
              <a:off x="261610" y="780333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2502" name="직선 연결선 2501">
              <a:extLst>
                <a:ext uri="{FF2B5EF4-FFF2-40B4-BE49-F238E27FC236}">
                  <a16:creationId xmlns:a16="http://schemas.microsoft.com/office/drawing/2014/main" id="{7B43560B-8CA1-4A06-BB0F-EBD98338686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968773" y="-986453"/>
              <a:ext cx="0" cy="548010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3" name="직선 연결선 2502">
              <a:extLst>
                <a:ext uri="{FF2B5EF4-FFF2-40B4-BE49-F238E27FC236}">
                  <a16:creationId xmlns:a16="http://schemas.microsoft.com/office/drawing/2014/main" id="{F3A6D8D8-B85B-4675-9B80-875DCA83073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968773" y="7876"/>
              <a:ext cx="0" cy="548010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4" name="직선 연결선 2503">
              <a:extLst>
                <a:ext uri="{FF2B5EF4-FFF2-40B4-BE49-F238E27FC236}">
                  <a16:creationId xmlns:a16="http://schemas.microsoft.com/office/drawing/2014/main" id="{83840B81-A29F-4769-82CD-E84748833E8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968773" y="1002207"/>
              <a:ext cx="0" cy="548010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5" name="직선 연결선 2504">
              <a:extLst>
                <a:ext uri="{FF2B5EF4-FFF2-40B4-BE49-F238E27FC236}">
                  <a16:creationId xmlns:a16="http://schemas.microsoft.com/office/drawing/2014/main" id="{6F6A9486-4D65-4AF1-A9B2-9ACC6D08DE3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968773" y="1996535"/>
              <a:ext cx="0" cy="548010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6" name="직선 연결선 2505">
              <a:extLst>
                <a:ext uri="{FF2B5EF4-FFF2-40B4-BE49-F238E27FC236}">
                  <a16:creationId xmlns:a16="http://schemas.microsoft.com/office/drawing/2014/main" id="{C2370664-68AE-46DA-8A2A-748373C0C25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968773" y="2990863"/>
              <a:ext cx="0" cy="548010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7" name="직선 연결선 2506">
              <a:extLst>
                <a:ext uri="{FF2B5EF4-FFF2-40B4-BE49-F238E27FC236}">
                  <a16:creationId xmlns:a16="http://schemas.microsoft.com/office/drawing/2014/main" id="{08FADDDC-4E38-4359-A88B-964BB228450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968773" y="-1980781"/>
              <a:ext cx="0" cy="548010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8" name="직선 연결선 2507">
              <a:extLst>
                <a:ext uri="{FF2B5EF4-FFF2-40B4-BE49-F238E27FC236}">
                  <a16:creationId xmlns:a16="http://schemas.microsoft.com/office/drawing/2014/main" id="{5939A0A3-2C35-493E-A52E-58B9DA0452D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968773" y="-2206654"/>
              <a:ext cx="0" cy="548010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09" name="TextBox 2508">
              <a:extLst>
                <a:ext uri="{FF2B5EF4-FFF2-40B4-BE49-F238E27FC236}">
                  <a16:creationId xmlns:a16="http://schemas.microsoft.com/office/drawing/2014/main" id="{9D79155C-F977-40E6-84FC-74F7B751DEFD}"/>
                </a:ext>
              </a:extLst>
            </p:cNvPr>
            <p:cNvSpPr txBox="1"/>
            <p:nvPr/>
          </p:nvSpPr>
          <p:spPr>
            <a:xfrm>
              <a:off x="382432" y="590168"/>
              <a:ext cx="511799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Mon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10" name="TextBox 2509">
              <a:extLst>
                <a:ext uri="{FF2B5EF4-FFF2-40B4-BE49-F238E27FC236}">
                  <a16:creationId xmlns:a16="http://schemas.microsoft.com/office/drawing/2014/main" id="{B592C5A6-2D83-4055-A115-FC7887CDF4E2}"/>
                </a:ext>
              </a:extLst>
            </p:cNvPr>
            <p:cNvSpPr txBox="1"/>
            <p:nvPr/>
          </p:nvSpPr>
          <p:spPr>
            <a:xfrm>
              <a:off x="1211010" y="590168"/>
              <a:ext cx="511799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Tue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11" name="TextBox 2510">
              <a:extLst>
                <a:ext uri="{FF2B5EF4-FFF2-40B4-BE49-F238E27FC236}">
                  <a16:creationId xmlns:a16="http://schemas.microsoft.com/office/drawing/2014/main" id="{97E7D7B5-CCE8-4AF0-AC46-EE9AAC75BBBA}"/>
                </a:ext>
              </a:extLst>
            </p:cNvPr>
            <p:cNvSpPr txBox="1"/>
            <p:nvPr/>
          </p:nvSpPr>
          <p:spPr>
            <a:xfrm>
              <a:off x="2048943" y="590168"/>
              <a:ext cx="511799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Wed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12" name="TextBox 2511">
              <a:extLst>
                <a:ext uri="{FF2B5EF4-FFF2-40B4-BE49-F238E27FC236}">
                  <a16:creationId xmlns:a16="http://schemas.microsoft.com/office/drawing/2014/main" id="{4589FB54-AB7B-41E4-8512-675D60118197}"/>
                </a:ext>
              </a:extLst>
            </p:cNvPr>
            <p:cNvSpPr txBox="1"/>
            <p:nvPr/>
          </p:nvSpPr>
          <p:spPr>
            <a:xfrm>
              <a:off x="2886875" y="590168"/>
              <a:ext cx="511799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Thu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13" name="TextBox 2512">
              <a:extLst>
                <a:ext uri="{FF2B5EF4-FFF2-40B4-BE49-F238E27FC236}">
                  <a16:creationId xmlns:a16="http://schemas.microsoft.com/office/drawing/2014/main" id="{EE14BE0C-B6CF-4F43-B2DC-6E9D57BC45F6}"/>
                </a:ext>
              </a:extLst>
            </p:cNvPr>
            <p:cNvSpPr txBox="1"/>
            <p:nvPr/>
          </p:nvSpPr>
          <p:spPr>
            <a:xfrm>
              <a:off x="3724808" y="590168"/>
              <a:ext cx="511799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Fri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14" name="TextBox 2513">
              <a:extLst>
                <a:ext uri="{FF2B5EF4-FFF2-40B4-BE49-F238E27FC236}">
                  <a16:creationId xmlns:a16="http://schemas.microsoft.com/office/drawing/2014/main" id="{52726611-E598-4DBE-B456-3058C1BADA0E}"/>
                </a:ext>
              </a:extLst>
            </p:cNvPr>
            <p:cNvSpPr txBox="1"/>
            <p:nvPr/>
          </p:nvSpPr>
          <p:spPr>
            <a:xfrm>
              <a:off x="4521040" y="590168"/>
              <a:ext cx="410284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rgbClr val="FF6699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Sat</a:t>
              </a:r>
              <a:endParaRPr lang="ko-KR" altLang="en-US" sz="849" b="1" dirty="0">
                <a:solidFill>
                  <a:srgbClr val="FF6699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15" name="TextBox 2514">
              <a:extLst>
                <a:ext uri="{FF2B5EF4-FFF2-40B4-BE49-F238E27FC236}">
                  <a16:creationId xmlns:a16="http://schemas.microsoft.com/office/drawing/2014/main" id="{C4DBA806-ACF3-41F5-94A8-7DDCFB29DF10}"/>
                </a:ext>
              </a:extLst>
            </p:cNvPr>
            <p:cNvSpPr txBox="1"/>
            <p:nvPr/>
          </p:nvSpPr>
          <p:spPr>
            <a:xfrm>
              <a:off x="5156380" y="590168"/>
              <a:ext cx="445635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rgbClr val="FF6699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Sun</a:t>
              </a:r>
              <a:endParaRPr lang="ko-KR" altLang="en-US" sz="849" b="1" dirty="0">
                <a:solidFill>
                  <a:srgbClr val="FF6699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16" name="TextBox 2515">
              <a:extLst>
                <a:ext uri="{FF2B5EF4-FFF2-40B4-BE49-F238E27FC236}">
                  <a16:creationId xmlns:a16="http://schemas.microsoft.com/office/drawing/2014/main" id="{853FB564-6AD2-429D-831C-20D64D0C1579}"/>
                </a:ext>
              </a:extLst>
            </p:cNvPr>
            <p:cNvSpPr txBox="1"/>
            <p:nvPr/>
          </p:nvSpPr>
          <p:spPr>
            <a:xfrm>
              <a:off x="235493" y="109602"/>
              <a:ext cx="755015" cy="2351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528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Monthly</a:t>
              </a:r>
              <a:endParaRPr lang="ko-KR" altLang="en-US" sz="1528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2517" name="직선 연결선 2516">
              <a:extLst>
                <a:ext uri="{FF2B5EF4-FFF2-40B4-BE49-F238E27FC236}">
                  <a16:creationId xmlns:a16="http://schemas.microsoft.com/office/drawing/2014/main" id="{A9EE7063-851B-4022-B11B-EAC304098BE1}"/>
                </a:ext>
              </a:extLst>
            </p:cNvPr>
            <p:cNvCxnSpPr>
              <a:cxnSpLocks/>
            </p:cNvCxnSpPr>
            <p:nvPr/>
          </p:nvCxnSpPr>
          <p:spPr>
            <a:xfrm>
              <a:off x="1047943" y="533400"/>
              <a:ext cx="0" cy="519751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8" name="직선 연결선 2517">
              <a:extLst>
                <a:ext uri="{FF2B5EF4-FFF2-40B4-BE49-F238E27FC236}">
                  <a16:creationId xmlns:a16="http://schemas.microsoft.com/office/drawing/2014/main" id="{40AEF28E-E876-4251-B9BD-5150818A46A5}"/>
                </a:ext>
              </a:extLst>
            </p:cNvPr>
            <p:cNvCxnSpPr>
              <a:cxnSpLocks/>
            </p:cNvCxnSpPr>
            <p:nvPr/>
          </p:nvCxnSpPr>
          <p:spPr>
            <a:xfrm>
              <a:off x="1885876" y="533400"/>
              <a:ext cx="0" cy="519751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9" name="직선 연결선 2518">
              <a:extLst>
                <a:ext uri="{FF2B5EF4-FFF2-40B4-BE49-F238E27FC236}">
                  <a16:creationId xmlns:a16="http://schemas.microsoft.com/office/drawing/2014/main" id="{94D6E97A-7CA1-4B5F-B276-7FD083D35F5E}"/>
                </a:ext>
              </a:extLst>
            </p:cNvPr>
            <p:cNvCxnSpPr>
              <a:cxnSpLocks/>
            </p:cNvCxnSpPr>
            <p:nvPr/>
          </p:nvCxnSpPr>
          <p:spPr>
            <a:xfrm>
              <a:off x="2723809" y="533400"/>
              <a:ext cx="0" cy="519751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0" name="직선 연결선 2519">
              <a:extLst>
                <a:ext uri="{FF2B5EF4-FFF2-40B4-BE49-F238E27FC236}">
                  <a16:creationId xmlns:a16="http://schemas.microsoft.com/office/drawing/2014/main" id="{0A687F1C-D261-47BB-A848-6678C0981FF1}"/>
                </a:ext>
              </a:extLst>
            </p:cNvPr>
            <p:cNvCxnSpPr>
              <a:cxnSpLocks/>
            </p:cNvCxnSpPr>
            <p:nvPr/>
          </p:nvCxnSpPr>
          <p:spPr>
            <a:xfrm>
              <a:off x="3561741" y="533400"/>
              <a:ext cx="0" cy="519751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1" name="직선 연결선 2520">
              <a:extLst>
                <a:ext uri="{FF2B5EF4-FFF2-40B4-BE49-F238E27FC236}">
                  <a16:creationId xmlns:a16="http://schemas.microsoft.com/office/drawing/2014/main" id="{516E057C-E967-4BF9-BFB4-0F9C93926B75}"/>
                </a:ext>
              </a:extLst>
            </p:cNvPr>
            <p:cNvCxnSpPr>
              <a:cxnSpLocks/>
            </p:cNvCxnSpPr>
            <p:nvPr/>
          </p:nvCxnSpPr>
          <p:spPr>
            <a:xfrm>
              <a:off x="4399675" y="533400"/>
              <a:ext cx="0" cy="519751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2" name="직선 연결선 2521">
              <a:extLst>
                <a:ext uri="{FF2B5EF4-FFF2-40B4-BE49-F238E27FC236}">
                  <a16:creationId xmlns:a16="http://schemas.microsoft.com/office/drawing/2014/main" id="{C0D886AE-EEC0-4026-9E24-302DB075AE4D}"/>
                </a:ext>
              </a:extLst>
            </p:cNvPr>
            <p:cNvCxnSpPr>
              <a:cxnSpLocks/>
            </p:cNvCxnSpPr>
            <p:nvPr/>
          </p:nvCxnSpPr>
          <p:spPr>
            <a:xfrm>
              <a:off x="5052690" y="533400"/>
              <a:ext cx="0" cy="519751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3" name="직선 연결선 2522">
              <a:extLst>
                <a:ext uri="{FF2B5EF4-FFF2-40B4-BE49-F238E27FC236}">
                  <a16:creationId xmlns:a16="http://schemas.microsoft.com/office/drawing/2014/main" id="{C048ADC2-3DEC-4EEF-94B4-6EC5F341735B}"/>
                </a:ext>
              </a:extLst>
            </p:cNvPr>
            <p:cNvCxnSpPr>
              <a:cxnSpLocks/>
            </p:cNvCxnSpPr>
            <p:nvPr/>
          </p:nvCxnSpPr>
          <p:spPr>
            <a:xfrm>
              <a:off x="228720" y="533400"/>
              <a:ext cx="0" cy="519751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4" name="직선 연결선 2523">
              <a:extLst>
                <a:ext uri="{FF2B5EF4-FFF2-40B4-BE49-F238E27FC236}">
                  <a16:creationId xmlns:a16="http://schemas.microsoft.com/office/drawing/2014/main" id="{398D2EB2-F852-4149-974A-ECADF93E20AF}"/>
                </a:ext>
              </a:extLst>
            </p:cNvPr>
            <p:cNvCxnSpPr>
              <a:cxnSpLocks/>
            </p:cNvCxnSpPr>
            <p:nvPr/>
          </p:nvCxnSpPr>
          <p:spPr>
            <a:xfrm>
              <a:off x="5705706" y="533400"/>
              <a:ext cx="0" cy="519751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5" name="직선 연결선 2524">
              <a:extLst>
                <a:ext uri="{FF2B5EF4-FFF2-40B4-BE49-F238E27FC236}">
                  <a16:creationId xmlns:a16="http://schemas.microsoft.com/office/drawing/2014/main" id="{785D889E-2DBC-42A9-A610-306CCFC2350D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7487031"/>
              <a:ext cx="5475519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6" name="직선 연결선 2525">
              <a:extLst>
                <a:ext uri="{FF2B5EF4-FFF2-40B4-BE49-F238E27FC236}">
                  <a16:creationId xmlns:a16="http://schemas.microsoft.com/office/drawing/2014/main" id="{F4FF1223-997F-411B-A936-EB1B7BA79E2E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6232664"/>
              <a:ext cx="547551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7" name="직선 연결선 2526">
              <a:extLst>
                <a:ext uri="{FF2B5EF4-FFF2-40B4-BE49-F238E27FC236}">
                  <a16:creationId xmlns:a16="http://schemas.microsoft.com/office/drawing/2014/main" id="{D7091F98-9AB2-4615-9825-83EC2E21DB2A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5981790"/>
              <a:ext cx="547551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8" name="직선 연결선 2527">
              <a:extLst>
                <a:ext uri="{FF2B5EF4-FFF2-40B4-BE49-F238E27FC236}">
                  <a16:creationId xmlns:a16="http://schemas.microsoft.com/office/drawing/2014/main" id="{129BC84E-1E9C-40F8-97EB-BBB94181FAE6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6985286"/>
              <a:ext cx="547551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9" name="직선 연결선 2528">
              <a:extLst>
                <a:ext uri="{FF2B5EF4-FFF2-40B4-BE49-F238E27FC236}">
                  <a16:creationId xmlns:a16="http://schemas.microsoft.com/office/drawing/2014/main" id="{9ABD5351-5F8E-46BB-8744-2AC1F8D8E6C2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6734412"/>
              <a:ext cx="547551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0" name="직선 연결선 2529">
              <a:extLst>
                <a:ext uri="{FF2B5EF4-FFF2-40B4-BE49-F238E27FC236}">
                  <a16:creationId xmlns:a16="http://schemas.microsoft.com/office/drawing/2014/main" id="{C21144E5-4AC5-493D-9415-BDC36ACF05E0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7236160"/>
              <a:ext cx="547551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1" name="직선 연결선 2530">
              <a:extLst>
                <a:ext uri="{FF2B5EF4-FFF2-40B4-BE49-F238E27FC236}">
                  <a16:creationId xmlns:a16="http://schemas.microsoft.com/office/drawing/2014/main" id="{C7F1C998-C5FC-445E-970D-743B2DA5D5FA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6483538"/>
              <a:ext cx="547551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2" name="직사각형 2531">
              <a:extLst>
                <a:ext uri="{FF2B5EF4-FFF2-40B4-BE49-F238E27FC236}">
                  <a16:creationId xmlns:a16="http://schemas.microsoft.com/office/drawing/2014/main" id="{E21224C3-9E20-4D3C-AFAC-FE062B340B9D}"/>
                </a:ext>
              </a:extLst>
            </p:cNvPr>
            <p:cNvSpPr/>
            <p:nvPr/>
          </p:nvSpPr>
          <p:spPr>
            <a:xfrm>
              <a:off x="1080833" y="780333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33" name="직사각형 2532">
              <a:extLst>
                <a:ext uri="{FF2B5EF4-FFF2-40B4-BE49-F238E27FC236}">
                  <a16:creationId xmlns:a16="http://schemas.microsoft.com/office/drawing/2014/main" id="{784BAE7C-474E-4445-9053-C2E7553AB362}"/>
                </a:ext>
              </a:extLst>
            </p:cNvPr>
            <p:cNvSpPr/>
            <p:nvPr/>
          </p:nvSpPr>
          <p:spPr>
            <a:xfrm>
              <a:off x="1918766" y="780333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34" name="직사각형 2533">
              <a:extLst>
                <a:ext uri="{FF2B5EF4-FFF2-40B4-BE49-F238E27FC236}">
                  <a16:creationId xmlns:a16="http://schemas.microsoft.com/office/drawing/2014/main" id="{6DC28B26-83DE-4802-8917-7B0D216BE51C}"/>
                </a:ext>
              </a:extLst>
            </p:cNvPr>
            <p:cNvSpPr/>
            <p:nvPr/>
          </p:nvSpPr>
          <p:spPr>
            <a:xfrm>
              <a:off x="2756699" y="780333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35" name="직사각형 2534">
              <a:extLst>
                <a:ext uri="{FF2B5EF4-FFF2-40B4-BE49-F238E27FC236}">
                  <a16:creationId xmlns:a16="http://schemas.microsoft.com/office/drawing/2014/main" id="{07591A1A-8B19-48CB-9DDD-7B073ABD6623}"/>
                </a:ext>
              </a:extLst>
            </p:cNvPr>
            <p:cNvSpPr/>
            <p:nvPr/>
          </p:nvSpPr>
          <p:spPr>
            <a:xfrm>
              <a:off x="3594631" y="780333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36" name="직사각형 2535">
              <a:extLst>
                <a:ext uri="{FF2B5EF4-FFF2-40B4-BE49-F238E27FC236}">
                  <a16:creationId xmlns:a16="http://schemas.microsoft.com/office/drawing/2014/main" id="{8C36389A-0503-44AA-B29A-864D455D299E}"/>
                </a:ext>
              </a:extLst>
            </p:cNvPr>
            <p:cNvSpPr/>
            <p:nvPr/>
          </p:nvSpPr>
          <p:spPr>
            <a:xfrm>
              <a:off x="4432565" y="780333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37" name="직사각형 2536">
              <a:extLst>
                <a:ext uri="{FF2B5EF4-FFF2-40B4-BE49-F238E27FC236}">
                  <a16:creationId xmlns:a16="http://schemas.microsoft.com/office/drawing/2014/main" id="{51F1D60D-737A-461A-BC76-29CF9DD155F6}"/>
                </a:ext>
              </a:extLst>
            </p:cNvPr>
            <p:cNvSpPr/>
            <p:nvPr/>
          </p:nvSpPr>
          <p:spPr>
            <a:xfrm>
              <a:off x="5085580" y="780333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38" name="직사각형 2537">
              <a:extLst>
                <a:ext uri="{FF2B5EF4-FFF2-40B4-BE49-F238E27FC236}">
                  <a16:creationId xmlns:a16="http://schemas.microsoft.com/office/drawing/2014/main" id="{B8334380-505B-4ADB-8ED8-0861E2E6AFAE}"/>
                </a:ext>
              </a:extLst>
            </p:cNvPr>
            <p:cNvSpPr/>
            <p:nvPr/>
          </p:nvSpPr>
          <p:spPr>
            <a:xfrm>
              <a:off x="261610" y="1793068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39" name="직사각형 2538">
              <a:extLst>
                <a:ext uri="{FF2B5EF4-FFF2-40B4-BE49-F238E27FC236}">
                  <a16:creationId xmlns:a16="http://schemas.microsoft.com/office/drawing/2014/main" id="{71BFCE10-5A74-4663-90D2-BF623CA0D9DB}"/>
                </a:ext>
              </a:extLst>
            </p:cNvPr>
            <p:cNvSpPr/>
            <p:nvPr/>
          </p:nvSpPr>
          <p:spPr>
            <a:xfrm>
              <a:off x="1080833" y="1793068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40" name="직사각형 2539">
              <a:extLst>
                <a:ext uri="{FF2B5EF4-FFF2-40B4-BE49-F238E27FC236}">
                  <a16:creationId xmlns:a16="http://schemas.microsoft.com/office/drawing/2014/main" id="{2739CDE0-AF61-4B56-B136-190C1304751F}"/>
                </a:ext>
              </a:extLst>
            </p:cNvPr>
            <p:cNvSpPr/>
            <p:nvPr/>
          </p:nvSpPr>
          <p:spPr>
            <a:xfrm>
              <a:off x="1918766" y="1793068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41" name="직사각형 2540">
              <a:extLst>
                <a:ext uri="{FF2B5EF4-FFF2-40B4-BE49-F238E27FC236}">
                  <a16:creationId xmlns:a16="http://schemas.microsoft.com/office/drawing/2014/main" id="{54C08774-6A45-4BD4-B7BD-F3D9BDCAD81B}"/>
                </a:ext>
              </a:extLst>
            </p:cNvPr>
            <p:cNvSpPr/>
            <p:nvPr/>
          </p:nvSpPr>
          <p:spPr>
            <a:xfrm>
              <a:off x="2756699" y="1793068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42" name="직사각형 2541">
              <a:extLst>
                <a:ext uri="{FF2B5EF4-FFF2-40B4-BE49-F238E27FC236}">
                  <a16:creationId xmlns:a16="http://schemas.microsoft.com/office/drawing/2014/main" id="{82D4B323-6118-4741-916C-5EBA5D782448}"/>
                </a:ext>
              </a:extLst>
            </p:cNvPr>
            <p:cNvSpPr/>
            <p:nvPr/>
          </p:nvSpPr>
          <p:spPr>
            <a:xfrm>
              <a:off x="3594631" y="1793068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43" name="직사각형 2542">
              <a:extLst>
                <a:ext uri="{FF2B5EF4-FFF2-40B4-BE49-F238E27FC236}">
                  <a16:creationId xmlns:a16="http://schemas.microsoft.com/office/drawing/2014/main" id="{7537EB48-EC99-4BED-9E8F-523715DD220A}"/>
                </a:ext>
              </a:extLst>
            </p:cNvPr>
            <p:cNvSpPr/>
            <p:nvPr/>
          </p:nvSpPr>
          <p:spPr>
            <a:xfrm>
              <a:off x="4432565" y="1793068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44" name="직사각형 2543">
              <a:extLst>
                <a:ext uri="{FF2B5EF4-FFF2-40B4-BE49-F238E27FC236}">
                  <a16:creationId xmlns:a16="http://schemas.microsoft.com/office/drawing/2014/main" id="{E6995CEC-20BD-4366-82B4-39778BA4D897}"/>
                </a:ext>
              </a:extLst>
            </p:cNvPr>
            <p:cNvSpPr/>
            <p:nvPr/>
          </p:nvSpPr>
          <p:spPr>
            <a:xfrm>
              <a:off x="5085580" y="1793068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45" name="직사각형 2544">
              <a:extLst>
                <a:ext uri="{FF2B5EF4-FFF2-40B4-BE49-F238E27FC236}">
                  <a16:creationId xmlns:a16="http://schemas.microsoft.com/office/drawing/2014/main" id="{3F33B32C-513E-4F37-9D9E-8390875A8EC8}"/>
                </a:ext>
              </a:extLst>
            </p:cNvPr>
            <p:cNvSpPr/>
            <p:nvPr/>
          </p:nvSpPr>
          <p:spPr>
            <a:xfrm>
              <a:off x="261610" y="2787397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46" name="직사각형 2545">
              <a:extLst>
                <a:ext uri="{FF2B5EF4-FFF2-40B4-BE49-F238E27FC236}">
                  <a16:creationId xmlns:a16="http://schemas.microsoft.com/office/drawing/2014/main" id="{E6CAE5E7-0381-4576-A72D-B0A1E9E2D4F7}"/>
                </a:ext>
              </a:extLst>
            </p:cNvPr>
            <p:cNvSpPr/>
            <p:nvPr/>
          </p:nvSpPr>
          <p:spPr>
            <a:xfrm>
              <a:off x="1080833" y="2787397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47" name="직사각형 2546">
              <a:extLst>
                <a:ext uri="{FF2B5EF4-FFF2-40B4-BE49-F238E27FC236}">
                  <a16:creationId xmlns:a16="http://schemas.microsoft.com/office/drawing/2014/main" id="{4F01995A-C17C-4A04-8B25-9916D31F0845}"/>
                </a:ext>
              </a:extLst>
            </p:cNvPr>
            <p:cNvSpPr/>
            <p:nvPr/>
          </p:nvSpPr>
          <p:spPr>
            <a:xfrm>
              <a:off x="1918766" y="2787397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48" name="직사각형 2547">
              <a:extLst>
                <a:ext uri="{FF2B5EF4-FFF2-40B4-BE49-F238E27FC236}">
                  <a16:creationId xmlns:a16="http://schemas.microsoft.com/office/drawing/2014/main" id="{6C7A8FFB-6742-4B39-A934-DAE404772BAD}"/>
                </a:ext>
              </a:extLst>
            </p:cNvPr>
            <p:cNvSpPr/>
            <p:nvPr/>
          </p:nvSpPr>
          <p:spPr>
            <a:xfrm>
              <a:off x="2756699" y="2787397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49" name="직사각형 2548">
              <a:extLst>
                <a:ext uri="{FF2B5EF4-FFF2-40B4-BE49-F238E27FC236}">
                  <a16:creationId xmlns:a16="http://schemas.microsoft.com/office/drawing/2014/main" id="{D93B9F1E-4813-41B7-914B-92E794467B02}"/>
                </a:ext>
              </a:extLst>
            </p:cNvPr>
            <p:cNvSpPr/>
            <p:nvPr/>
          </p:nvSpPr>
          <p:spPr>
            <a:xfrm>
              <a:off x="3594631" y="2787397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50" name="직사각형 2549">
              <a:extLst>
                <a:ext uri="{FF2B5EF4-FFF2-40B4-BE49-F238E27FC236}">
                  <a16:creationId xmlns:a16="http://schemas.microsoft.com/office/drawing/2014/main" id="{70E49EC7-00BF-477A-BBB9-B9709F12B8CE}"/>
                </a:ext>
              </a:extLst>
            </p:cNvPr>
            <p:cNvSpPr/>
            <p:nvPr/>
          </p:nvSpPr>
          <p:spPr>
            <a:xfrm>
              <a:off x="4432565" y="2787397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51" name="직사각형 2550">
              <a:extLst>
                <a:ext uri="{FF2B5EF4-FFF2-40B4-BE49-F238E27FC236}">
                  <a16:creationId xmlns:a16="http://schemas.microsoft.com/office/drawing/2014/main" id="{8F79E1FD-594D-493F-B6C4-3FD299524E01}"/>
                </a:ext>
              </a:extLst>
            </p:cNvPr>
            <p:cNvSpPr/>
            <p:nvPr/>
          </p:nvSpPr>
          <p:spPr>
            <a:xfrm>
              <a:off x="5085580" y="2787397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52" name="직사각형 2551">
              <a:extLst>
                <a:ext uri="{FF2B5EF4-FFF2-40B4-BE49-F238E27FC236}">
                  <a16:creationId xmlns:a16="http://schemas.microsoft.com/office/drawing/2014/main" id="{A5D6E395-33CC-435B-A3AF-E7D0A46F7661}"/>
                </a:ext>
              </a:extLst>
            </p:cNvPr>
            <p:cNvSpPr/>
            <p:nvPr/>
          </p:nvSpPr>
          <p:spPr>
            <a:xfrm>
              <a:off x="261610" y="3781728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53" name="직사각형 2552">
              <a:extLst>
                <a:ext uri="{FF2B5EF4-FFF2-40B4-BE49-F238E27FC236}">
                  <a16:creationId xmlns:a16="http://schemas.microsoft.com/office/drawing/2014/main" id="{63D307DE-20B2-460F-8803-8E79EEDB1C69}"/>
                </a:ext>
              </a:extLst>
            </p:cNvPr>
            <p:cNvSpPr/>
            <p:nvPr/>
          </p:nvSpPr>
          <p:spPr>
            <a:xfrm>
              <a:off x="1080833" y="3781728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54" name="직사각형 2553">
              <a:extLst>
                <a:ext uri="{FF2B5EF4-FFF2-40B4-BE49-F238E27FC236}">
                  <a16:creationId xmlns:a16="http://schemas.microsoft.com/office/drawing/2014/main" id="{A541CC68-F85F-418E-8AF0-03785E89B7E1}"/>
                </a:ext>
              </a:extLst>
            </p:cNvPr>
            <p:cNvSpPr/>
            <p:nvPr/>
          </p:nvSpPr>
          <p:spPr>
            <a:xfrm>
              <a:off x="1918766" y="3781728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55" name="직사각형 2554">
              <a:extLst>
                <a:ext uri="{FF2B5EF4-FFF2-40B4-BE49-F238E27FC236}">
                  <a16:creationId xmlns:a16="http://schemas.microsoft.com/office/drawing/2014/main" id="{70B365A6-2651-420F-9EA6-39CD9D07F439}"/>
                </a:ext>
              </a:extLst>
            </p:cNvPr>
            <p:cNvSpPr/>
            <p:nvPr/>
          </p:nvSpPr>
          <p:spPr>
            <a:xfrm>
              <a:off x="2756699" y="3781728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56" name="직사각형 2555">
              <a:extLst>
                <a:ext uri="{FF2B5EF4-FFF2-40B4-BE49-F238E27FC236}">
                  <a16:creationId xmlns:a16="http://schemas.microsoft.com/office/drawing/2014/main" id="{824BF782-6B75-40F2-9B74-75CAF508BE64}"/>
                </a:ext>
              </a:extLst>
            </p:cNvPr>
            <p:cNvSpPr/>
            <p:nvPr/>
          </p:nvSpPr>
          <p:spPr>
            <a:xfrm>
              <a:off x="3594631" y="3781728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57" name="직사각형 2556">
              <a:extLst>
                <a:ext uri="{FF2B5EF4-FFF2-40B4-BE49-F238E27FC236}">
                  <a16:creationId xmlns:a16="http://schemas.microsoft.com/office/drawing/2014/main" id="{EC500017-0782-498E-9422-421768611744}"/>
                </a:ext>
              </a:extLst>
            </p:cNvPr>
            <p:cNvSpPr/>
            <p:nvPr/>
          </p:nvSpPr>
          <p:spPr>
            <a:xfrm>
              <a:off x="4432565" y="3781728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58" name="직사각형 2557">
              <a:extLst>
                <a:ext uri="{FF2B5EF4-FFF2-40B4-BE49-F238E27FC236}">
                  <a16:creationId xmlns:a16="http://schemas.microsoft.com/office/drawing/2014/main" id="{F6E87D3C-5C87-4D96-ADD2-D3D40CC359BC}"/>
                </a:ext>
              </a:extLst>
            </p:cNvPr>
            <p:cNvSpPr/>
            <p:nvPr/>
          </p:nvSpPr>
          <p:spPr>
            <a:xfrm>
              <a:off x="5085580" y="3781728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59" name="직사각형 2558">
              <a:extLst>
                <a:ext uri="{FF2B5EF4-FFF2-40B4-BE49-F238E27FC236}">
                  <a16:creationId xmlns:a16="http://schemas.microsoft.com/office/drawing/2014/main" id="{A4091ADE-2297-4137-ABFC-A0BBED835804}"/>
                </a:ext>
              </a:extLst>
            </p:cNvPr>
            <p:cNvSpPr/>
            <p:nvPr/>
          </p:nvSpPr>
          <p:spPr>
            <a:xfrm>
              <a:off x="261610" y="4776056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60" name="직사각형 2559">
              <a:extLst>
                <a:ext uri="{FF2B5EF4-FFF2-40B4-BE49-F238E27FC236}">
                  <a16:creationId xmlns:a16="http://schemas.microsoft.com/office/drawing/2014/main" id="{F660A652-4054-46C0-B9EF-F3306307DA24}"/>
                </a:ext>
              </a:extLst>
            </p:cNvPr>
            <p:cNvSpPr/>
            <p:nvPr/>
          </p:nvSpPr>
          <p:spPr>
            <a:xfrm>
              <a:off x="1080833" y="4776056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61" name="직사각형 2560">
              <a:extLst>
                <a:ext uri="{FF2B5EF4-FFF2-40B4-BE49-F238E27FC236}">
                  <a16:creationId xmlns:a16="http://schemas.microsoft.com/office/drawing/2014/main" id="{A4981EA2-4C92-4B8C-BA6C-7224A93A0C2B}"/>
                </a:ext>
              </a:extLst>
            </p:cNvPr>
            <p:cNvSpPr/>
            <p:nvPr/>
          </p:nvSpPr>
          <p:spPr>
            <a:xfrm>
              <a:off x="1918766" y="4776056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62" name="직사각형 2561">
              <a:extLst>
                <a:ext uri="{FF2B5EF4-FFF2-40B4-BE49-F238E27FC236}">
                  <a16:creationId xmlns:a16="http://schemas.microsoft.com/office/drawing/2014/main" id="{43249B53-2B57-4560-A730-669DDAA4AAE7}"/>
                </a:ext>
              </a:extLst>
            </p:cNvPr>
            <p:cNvSpPr/>
            <p:nvPr/>
          </p:nvSpPr>
          <p:spPr>
            <a:xfrm>
              <a:off x="2756699" y="4776056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63" name="직사각형 2562">
              <a:extLst>
                <a:ext uri="{FF2B5EF4-FFF2-40B4-BE49-F238E27FC236}">
                  <a16:creationId xmlns:a16="http://schemas.microsoft.com/office/drawing/2014/main" id="{6A59E480-6569-4F27-913F-18D900F920DD}"/>
                </a:ext>
              </a:extLst>
            </p:cNvPr>
            <p:cNvSpPr/>
            <p:nvPr/>
          </p:nvSpPr>
          <p:spPr>
            <a:xfrm>
              <a:off x="3594631" y="4776056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64" name="직사각형 2563">
              <a:extLst>
                <a:ext uri="{FF2B5EF4-FFF2-40B4-BE49-F238E27FC236}">
                  <a16:creationId xmlns:a16="http://schemas.microsoft.com/office/drawing/2014/main" id="{4ACC138C-E4D4-4884-9CDD-E73F16AD8826}"/>
                </a:ext>
              </a:extLst>
            </p:cNvPr>
            <p:cNvSpPr/>
            <p:nvPr/>
          </p:nvSpPr>
          <p:spPr>
            <a:xfrm>
              <a:off x="4432565" y="4776056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65" name="직사각형 2564">
              <a:extLst>
                <a:ext uri="{FF2B5EF4-FFF2-40B4-BE49-F238E27FC236}">
                  <a16:creationId xmlns:a16="http://schemas.microsoft.com/office/drawing/2014/main" id="{F7598B95-B3AF-44EA-9E73-A8A9E56AD6EC}"/>
                </a:ext>
              </a:extLst>
            </p:cNvPr>
            <p:cNvSpPr/>
            <p:nvPr/>
          </p:nvSpPr>
          <p:spPr>
            <a:xfrm>
              <a:off x="5085580" y="4776056"/>
              <a:ext cx="144008" cy="144008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69" name="TextBox 185">
            <a:hlinkClick r:id="rId2"/>
            <a:extLst>
              <a:ext uri="{FF2B5EF4-FFF2-40B4-BE49-F238E27FC236}">
                <a16:creationId xmlns:a16="http://schemas.microsoft.com/office/drawing/2014/main" id="{69A25960-E2DE-4F53-95CA-19CB6E7822D4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0" name="TextBox 186">
            <a:hlinkClick r:id="rId3"/>
            <a:extLst>
              <a:ext uri="{FF2B5EF4-FFF2-40B4-BE49-F238E27FC236}">
                <a16:creationId xmlns:a16="http://schemas.microsoft.com/office/drawing/2014/main" id="{4A1F6CF8-0155-4083-B7A9-CE1B39E8E23A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1" name="TextBox 184">
            <a:hlinkClick r:id="rId4"/>
            <a:extLst>
              <a:ext uri="{FF2B5EF4-FFF2-40B4-BE49-F238E27FC236}">
                <a16:creationId xmlns:a16="http://schemas.microsoft.com/office/drawing/2014/main" id="{EF458281-E523-4E5A-958D-9614019D375C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</TotalTime>
  <Words>51</Words>
  <Application>Microsoft Office PowerPoint</Application>
  <PresentationFormat>사용자 지정</PresentationFormat>
  <Paragraphs>46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나눔고딕</vt:lpstr>
      <vt:lpstr>나눔고딕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72</cp:revision>
  <dcterms:created xsi:type="dcterms:W3CDTF">2021-10-29T04:43:38Z</dcterms:created>
  <dcterms:modified xsi:type="dcterms:W3CDTF">2021-12-19T08:48:41Z</dcterms:modified>
</cp:coreProperties>
</file>
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39" d="100"/>
          <a:sy n="39" d="100"/>
        </p:scale>
        <p:origin x="1674" y="30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880" name="그룹 23879">
            <a:extLst>
              <a:ext uri="{FF2B5EF4-FFF2-40B4-BE49-F238E27FC236}">
                <a16:creationId xmlns:a16="http://schemas.microsoft.com/office/drawing/2014/main" id="{89127AAA-7E65-4F6C-AC23-E5751F6FDB5C}"/>
              </a:ext>
            </a:extLst>
          </p:cNvPr>
          <p:cNvGrpSpPr/>
          <p:nvPr/>
        </p:nvGrpSpPr>
        <p:grpSpPr>
          <a:xfrm>
            <a:off x="302419" y="462531"/>
            <a:ext cx="5472112" cy="7019357"/>
            <a:chOff x="230188" y="462531"/>
            <a:chExt cx="5472112" cy="7019357"/>
          </a:xfrm>
        </p:grpSpPr>
        <p:cxnSp>
          <p:nvCxnSpPr>
            <p:cNvPr id="3909" name="직선 연결선 3908">
              <a:extLst>
                <a:ext uri="{FF2B5EF4-FFF2-40B4-BE49-F238E27FC236}">
                  <a16:creationId xmlns:a16="http://schemas.microsoft.com/office/drawing/2014/main" id="{BCC71E93-7CC9-43F2-B6B7-F3F9688C689A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9" y="544372"/>
              <a:ext cx="5472111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10" name="TextBox 3909">
              <a:extLst>
                <a:ext uri="{FF2B5EF4-FFF2-40B4-BE49-F238E27FC236}">
                  <a16:creationId xmlns:a16="http://schemas.microsoft.com/office/drawing/2014/main" id="{1444BE3B-FDEE-4BFF-812B-866377EC60EE}"/>
                </a:ext>
              </a:extLst>
            </p:cNvPr>
            <p:cNvSpPr txBox="1"/>
            <p:nvPr/>
          </p:nvSpPr>
          <p:spPr>
            <a:xfrm>
              <a:off x="230188" y="1533396"/>
              <a:ext cx="564338" cy="1306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4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January</a:t>
              </a:r>
              <a:endParaRPr lang="ko-KR" altLang="en-US" sz="84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911" name="타원 3910">
              <a:extLst>
                <a:ext uri="{FF2B5EF4-FFF2-40B4-BE49-F238E27FC236}">
                  <a16:creationId xmlns:a16="http://schemas.microsoft.com/office/drawing/2014/main" id="{F35D42C0-2799-49ED-82DB-1EEC9C5CF532}"/>
                </a:ext>
              </a:extLst>
            </p:cNvPr>
            <p:cNvSpPr/>
            <p:nvPr/>
          </p:nvSpPr>
          <p:spPr>
            <a:xfrm>
              <a:off x="1405405" y="1533396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912" name="타원 3911">
              <a:extLst>
                <a:ext uri="{FF2B5EF4-FFF2-40B4-BE49-F238E27FC236}">
                  <a16:creationId xmlns:a16="http://schemas.microsoft.com/office/drawing/2014/main" id="{1D701AC1-26A2-40D3-8082-FCDCDE3BBCF9}"/>
                </a:ext>
              </a:extLst>
            </p:cNvPr>
            <p:cNvSpPr/>
            <p:nvPr/>
          </p:nvSpPr>
          <p:spPr>
            <a:xfrm>
              <a:off x="1679097" y="1533396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913" name="타원 3912">
              <a:extLst>
                <a:ext uri="{FF2B5EF4-FFF2-40B4-BE49-F238E27FC236}">
                  <a16:creationId xmlns:a16="http://schemas.microsoft.com/office/drawing/2014/main" id="{D76C43EF-104E-4F9C-AA3D-F3471F9F211B}"/>
                </a:ext>
              </a:extLst>
            </p:cNvPr>
            <p:cNvSpPr/>
            <p:nvPr/>
          </p:nvSpPr>
          <p:spPr>
            <a:xfrm>
              <a:off x="1952789" y="1533396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914" name="타원 3913">
              <a:extLst>
                <a:ext uri="{FF2B5EF4-FFF2-40B4-BE49-F238E27FC236}">
                  <a16:creationId xmlns:a16="http://schemas.microsoft.com/office/drawing/2014/main" id="{8A5DC0AC-92AA-40C5-8FFC-6C78ED7F4C20}"/>
                </a:ext>
              </a:extLst>
            </p:cNvPr>
            <p:cNvSpPr/>
            <p:nvPr/>
          </p:nvSpPr>
          <p:spPr>
            <a:xfrm>
              <a:off x="2226481" y="1533396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4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915" name="타원 3914">
              <a:extLst>
                <a:ext uri="{FF2B5EF4-FFF2-40B4-BE49-F238E27FC236}">
                  <a16:creationId xmlns:a16="http://schemas.microsoft.com/office/drawing/2014/main" id="{EDA1E1EF-41BB-4D2E-B2DB-20E08367308E}"/>
                </a:ext>
              </a:extLst>
            </p:cNvPr>
            <p:cNvSpPr/>
            <p:nvPr/>
          </p:nvSpPr>
          <p:spPr>
            <a:xfrm>
              <a:off x="2500173" y="1533396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5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916" name="타원 3915">
              <a:extLst>
                <a:ext uri="{FF2B5EF4-FFF2-40B4-BE49-F238E27FC236}">
                  <a16:creationId xmlns:a16="http://schemas.microsoft.com/office/drawing/2014/main" id="{79CB783B-7C56-4216-AE0B-D655F16488E4}"/>
                </a:ext>
              </a:extLst>
            </p:cNvPr>
            <p:cNvSpPr/>
            <p:nvPr/>
          </p:nvSpPr>
          <p:spPr>
            <a:xfrm>
              <a:off x="2773865" y="1533396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6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917" name="타원 3916">
              <a:extLst>
                <a:ext uri="{FF2B5EF4-FFF2-40B4-BE49-F238E27FC236}">
                  <a16:creationId xmlns:a16="http://schemas.microsoft.com/office/drawing/2014/main" id="{EB19F86E-E1C4-4AEC-968D-7EDC86A2E360}"/>
                </a:ext>
              </a:extLst>
            </p:cNvPr>
            <p:cNvSpPr/>
            <p:nvPr/>
          </p:nvSpPr>
          <p:spPr>
            <a:xfrm>
              <a:off x="3047557" y="1533396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7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918" name="타원 3917">
              <a:extLst>
                <a:ext uri="{FF2B5EF4-FFF2-40B4-BE49-F238E27FC236}">
                  <a16:creationId xmlns:a16="http://schemas.microsoft.com/office/drawing/2014/main" id="{C247539D-0A52-479A-A4A1-C5D6DCB5DC25}"/>
                </a:ext>
              </a:extLst>
            </p:cNvPr>
            <p:cNvSpPr/>
            <p:nvPr/>
          </p:nvSpPr>
          <p:spPr>
            <a:xfrm>
              <a:off x="3321249" y="1533396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8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919" name="타원 3918">
              <a:extLst>
                <a:ext uri="{FF2B5EF4-FFF2-40B4-BE49-F238E27FC236}">
                  <a16:creationId xmlns:a16="http://schemas.microsoft.com/office/drawing/2014/main" id="{AF4C00DE-82B2-4606-9649-15CAA5B21090}"/>
                </a:ext>
              </a:extLst>
            </p:cNvPr>
            <p:cNvSpPr/>
            <p:nvPr/>
          </p:nvSpPr>
          <p:spPr>
            <a:xfrm>
              <a:off x="3594941" y="1533396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9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920" name="타원 3919">
              <a:extLst>
                <a:ext uri="{FF2B5EF4-FFF2-40B4-BE49-F238E27FC236}">
                  <a16:creationId xmlns:a16="http://schemas.microsoft.com/office/drawing/2014/main" id="{C0D15415-5C45-4A20-BE53-D07D951D7EC9}"/>
                </a:ext>
              </a:extLst>
            </p:cNvPr>
            <p:cNvSpPr/>
            <p:nvPr/>
          </p:nvSpPr>
          <p:spPr>
            <a:xfrm>
              <a:off x="3868633" y="1533396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10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921" name="타원 3920">
              <a:extLst>
                <a:ext uri="{FF2B5EF4-FFF2-40B4-BE49-F238E27FC236}">
                  <a16:creationId xmlns:a16="http://schemas.microsoft.com/office/drawing/2014/main" id="{3855E597-43E8-49FA-A971-391500389421}"/>
                </a:ext>
              </a:extLst>
            </p:cNvPr>
            <p:cNvSpPr/>
            <p:nvPr/>
          </p:nvSpPr>
          <p:spPr>
            <a:xfrm>
              <a:off x="4142325" y="1533396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11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922" name="타원 3921">
              <a:extLst>
                <a:ext uri="{FF2B5EF4-FFF2-40B4-BE49-F238E27FC236}">
                  <a16:creationId xmlns:a16="http://schemas.microsoft.com/office/drawing/2014/main" id="{C390E249-85E0-4B35-9A60-8D53920BE190}"/>
                </a:ext>
              </a:extLst>
            </p:cNvPr>
            <p:cNvSpPr/>
            <p:nvPr/>
          </p:nvSpPr>
          <p:spPr>
            <a:xfrm>
              <a:off x="4416017" y="1533396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12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923" name="타원 3922">
              <a:extLst>
                <a:ext uri="{FF2B5EF4-FFF2-40B4-BE49-F238E27FC236}">
                  <a16:creationId xmlns:a16="http://schemas.microsoft.com/office/drawing/2014/main" id="{7DBD4D92-21D1-4926-96EA-85BB42DC0212}"/>
                </a:ext>
              </a:extLst>
            </p:cNvPr>
            <p:cNvSpPr/>
            <p:nvPr/>
          </p:nvSpPr>
          <p:spPr>
            <a:xfrm>
              <a:off x="4689709" y="1533396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13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924" name="타원 3923">
              <a:extLst>
                <a:ext uri="{FF2B5EF4-FFF2-40B4-BE49-F238E27FC236}">
                  <a16:creationId xmlns:a16="http://schemas.microsoft.com/office/drawing/2014/main" id="{2ACE25D5-AA5C-4FAB-AE92-CC0140BED447}"/>
                </a:ext>
              </a:extLst>
            </p:cNvPr>
            <p:cNvSpPr/>
            <p:nvPr/>
          </p:nvSpPr>
          <p:spPr>
            <a:xfrm>
              <a:off x="4963401" y="1533396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14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925" name="타원 3924">
              <a:extLst>
                <a:ext uri="{FF2B5EF4-FFF2-40B4-BE49-F238E27FC236}">
                  <a16:creationId xmlns:a16="http://schemas.microsoft.com/office/drawing/2014/main" id="{FD444EFA-0424-44B9-9741-2023A1E0A858}"/>
                </a:ext>
              </a:extLst>
            </p:cNvPr>
            <p:cNvSpPr/>
            <p:nvPr/>
          </p:nvSpPr>
          <p:spPr>
            <a:xfrm>
              <a:off x="5237095" y="1533396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15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926" name="타원 3925">
              <a:extLst>
                <a:ext uri="{FF2B5EF4-FFF2-40B4-BE49-F238E27FC236}">
                  <a16:creationId xmlns:a16="http://schemas.microsoft.com/office/drawing/2014/main" id="{5D89F77E-E7FA-4AAC-BA81-DB4D9BB74F69}"/>
                </a:ext>
              </a:extLst>
            </p:cNvPr>
            <p:cNvSpPr/>
            <p:nvPr/>
          </p:nvSpPr>
          <p:spPr>
            <a:xfrm>
              <a:off x="1405403" y="1767809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16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927" name="타원 3926">
              <a:extLst>
                <a:ext uri="{FF2B5EF4-FFF2-40B4-BE49-F238E27FC236}">
                  <a16:creationId xmlns:a16="http://schemas.microsoft.com/office/drawing/2014/main" id="{A73404D7-A8B1-4D01-BE44-A1248D2E6EC6}"/>
                </a:ext>
              </a:extLst>
            </p:cNvPr>
            <p:cNvSpPr/>
            <p:nvPr/>
          </p:nvSpPr>
          <p:spPr>
            <a:xfrm>
              <a:off x="1679096" y="1767809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17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928" name="타원 3927">
              <a:extLst>
                <a:ext uri="{FF2B5EF4-FFF2-40B4-BE49-F238E27FC236}">
                  <a16:creationId xmlns:a16="http://schemas.microsoft.com/office/drawing/2014/main" id="{E6C080D1-71A9-4870-9F52-CF206FD0C4C5}"/>
                </a:ext>
              </a:extLst>
            </p:cNvPr>
            <p:cNvSpPr/>
            <p:nvPr/>
          </p:nvSpPr>
          <p:spPr>
            <a:xfrm>
              <a:off x="1952789" y="1767809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18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929" name="타원 3928">
              <a:extLst>
                <a:ext uri="{FF2B5EF4-FFF2-40B4-BE49-F238E27FC236}">
                  <a16:creationId xmlns:a16="http://schemas.microsoft.com/office/drawing/2014/main" id="{B6FAB0AC-190B-46FC-9869-BD47EE58438E}"/>
                </a:ext>
              </a:extLst>
            </p:cNvPr>
            <p:cNvSpPr/>
            <p:nvPr/>
          </p:nvSpPr>
          <p:spPr>
            <a:xfrm>
              <a:off x="2226482" y="1767809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19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930" name="타원 3929">
              <a:extLst>
                <a:ext uri="{FF2B5EF4-FFF2-40B4-BE49-F238E27FC236}">
                  <a16:creationId xmlns:a16="http://schemas.microsoft.com/office/drawing/2014/main" id="{7F74E6A2-F13F-4C16-AF60-61D19022D507}"/>
                </a:ext>
              </a:extLst>
            </p:cNvPr>
            <p:cNvSpPr/>
            <p:nvPr/>
          </p:nvSpPr>
          <p:spPr>
            <a:xfrm>
              <a:off x="2500175" y="1767809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20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931" name="타원 3930">
              <a:extLst>
                <a:ext uri="{FF2B5EF4-FFF2-40B4-BE49-F238E27FC236}">
                  <a16:creationId xmlns:a16="http://schemas.microsoft.com/office/drawing/2014/main" id="{2D16788E-C55D-4919-A699-567BFFD60E6D}"/>
                </a:ext>
              </a:extLst>
            </p:cNvPr>
            <p:cNvSpPr/>
            <p:nvPr/>
          </p:nvSpPr>
          <p:spPr>
            <a:xfrm>
              <a:off x="2773868" y="1767809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21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932" name="타원 3931">
              <a:extLst>
                <a:ext uri="{FF2B5EF4-FFF2-40B4-BE49-F238E27FC236}">
                  <a16:creationId xmlns:a16="http://schemas.microsoft.com/office/drawing/2014/main" id="{0157378E-AEDA-488A-AB9C-447B49BA414A}"/>
                </a:ext>
              </a:extLst>
            </p:cNvPr>
            <p:cNvSpPr/>
            <p:nvPr/>
          </p:nvSpPr>
          <p:spPr>
            <a:xfrm>
              <a:off x="3047561" y="1767809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22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933" name="타원 3932">
              <a:extLst>
                <a:ext uri="{FF2B5EF4-FFF2-40B4-BE49-F238E27FC236}">
                  <a16:creationId xmlns:a16="http://schemas.microsoft.com/office/drawing/2014/main" id="{E0BC338B-7471-4E7B-909E-2F4957F1B4DF}"/>
                </a:ext>
              </a:extLst>
            </p:cNvPr>
            <p:cNvSpPr/>
            <p:nvPr/>
          </p:nvSpPr>
          <p:spPr>
            <a:xfrm>
              <a:off x="3321254" y="1767809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23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934" name="타원 3933">
              <a:extLst>
                <a:ext uri="{FF2B5EF4-FFF2-40B4-BE49-F238E27FC236}">
                  <a16:creationId xmlns:a16="http://schemas.microsoft.com/office/drawing/2014/main" id="{B169AAEA-B461-4587-8B2E-5A5A5D373BD5}"/>
                </a:ext>
              </a:extLst>
            </p:cNvPr>
            <p:cNvSpPr/>
            <p:nvPr/>
          </p:nvSpPr>
          <p:spPr>
            <a:xfrm>
              <a:off x="3594947" y="1767809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24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935" name="타원 3934">
              <a:extLst>
                <a:ext uri="{FF2B5EF4-FFF2-40B4-BE49-F238E27FC236}">
                  <a16:creationId xmlns:a16="http://schemas.microsoft.com/office/drawing/2014/main" id="{19896D02-0045-4DA7-AACD-FDBF2C4E2FD5}"/>
                </a:ext>
              </a:extLst>
            </p:cNvPr>
            <p:cNvSpPr/>
            <p:nvPr/>
          </p:nvSpPr>
          <p:spPr>
            <a:xfrm>
              <a:off x="3868640" y="1767809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25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936" name="타원 3935">
              <a:extLst>
                <a:ext uri="{FF2B5EF4-FFF2-40B4-BE49-F238E27FC236}">
                  <a16:creationId xmlns:a16="http://schemas.microsoft.com/office/drawing/2014/main" id="{ED8D0EF4-D1BD-4093-BDB3-454EA61EB0B4}"/>
                </a:ext>
              </a:extLst>
            </p:cNvPr>
            <p:cNvSpPr/>
            <p:nvPr/>
          </p:nvSpPr>
          <p:spPr>
            <a:xfrm>
              <a:off x="4142333" y="1767809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26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937" name="타원 3936">
              <a:extLst>
                <a:ext uri="{FF2B5EF4-FFF2-40B4-BE49-F238E27FC236}">
                  <a16:creationId xmlns:a16="http://schemas.microsoft.com/office/drawing/2014/main" id="{9FE8E428-219E-4623-BF28-7507FF5FFABC}"/>
                </a:ext>
              </a:extLst>
            </p:cNvPr>
            <p:cNvSpPr/>
            <p:nvPr/>
          </p:nvSpPr>
          <p:spPr>
            <a:xfrm>
              <a:off x="4416026" y="1767809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27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938" name="타원 3937">
              <a:extLst>
                <a:ext uri="{FF2B5EF4-FFF2-40B4-BE49-F238E27FC236}">
                  <a16:creationId xmlns:a16="http://schemas.microsoft.com/office/drawing/2014/main" id="{C7132B56-4029-444E-820A-9E0C1743F2F7}"/>
                </a:ext>
              </a:extLst>
            </p:cNvPr>
            <p:cNvSpPr/>
            <p:nvPr/>
          </p:nvSpPr>
          <p:spPr>
            <a:xfrm>
              <a:off x="4689719" y="1767809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28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939" name="타원 3938">
              <a:extLst>
                <a:ext uri="{FF2B5EF4-FFF2-40B4-BE49-F238E27FC236}">
                  <a16:creationId xmlns:a16="http://schemas.microsoft.com/office/drawing/2014/main" id="{E308DADB-AD7E-4916-8EAB-AACA60406555}"/>
                </a:ext>
              </a:extLst>
            </p:cNvPr>
            <p:cNvSpPr/>
            <p:nvPr/>
          </p:nvSpPr>
          <p:spPr>
            <a:xfrm>
              <a:off x="4963412" y="1767809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29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940" name="타원 3939">
              <a:extLst>
                <a:ext uri="{FF2B5EF4-FFF2-40B4-BE49-F238E27FC236}">
                  <a16:creationId xmlns:a16="http://schemas.microsoft.com/office/drawing/2014/main" id="{472B050C-885D-405D-896C-9FE207387F21}"/>
                </a:ext>
              </a:extLst>
            </p:cNvPr>
            <p:cNvSpPr/>
            <p:nvPr/>
          </p:nvSpPr>
          <p:spPr>
            <a:xfrm>
              <a:off x="5237105" y="1767809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30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941" name="타원 3940">
              <a:extLst>
                <a:ext uri="{FF2B5EF4-FFF2-40B4-BE49-F238E27FC236}">
                  <a16:creationId xmlns:a16="http://schemas.microsoft.com/office/drawing/2014/main" id="{A4EF229F-2945-4EAC-950A-70FE0CB25265}"/>
                </a:ext>
              </a:extLst>
            </p:cNvPr>
            <p:cNvSpPr/>
            <p:nvPr/>
          </p:nvSpPr>
          <p:spPr>
            <a:xfrm>
              <a:off x="5510793" y="1767809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31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cxnSp>
          <p:nvCxnSpPr>
            <p:cNvPr id="3942" name="직선 연결선 3941">
              <a:extLst>
                <a:ext uri="{FF2B5EF4-FFF2-40B4-BE49-F238E27FC236}">
                  <a16:creationId xmlns:a16="http://schemas.microsoft.com/office/drawing/2014/main" id="{A8CA1017-79E2-4E66-BF11-AAD1B2EED4AE}"/>
                </a:ext>
              </a:extLst>
            </p:cNvPr>
            <p:cNvCxnSpPr>
              <a:cxnSpLocks/>
              <a:stCxn id="3911" idx="2"/>
              <a:endCxn id="3911" idx="6"/>
            </p:cNvCxnSpPr>
            <p:nvPr/>
          </p:nvCxnSpPr>
          <p:spPr>
            <a:xfrm>
              <a:off x="1405405" y="1629150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3" name="직선 연결선 3942">
              <a:extLst>
                <a:ext uri="{FF2B5EF4-FFF2-40B4-BE49-F238E27FC236}">
                  <a16:creationId xmlns:a16="http://schemas.microsoft.com/office/drawing/2014/main" id="{A7A55D23-A698-4144-BB26-AD291D75D621}"/>
                </a:ext>
              </a:extLst>
            </p:cNvPr>
            <p:cNvCxnSpPr>
              <a:cxnSpLocks/>
              <a:stCxn id="3911" idx="4"/>
              <a:endCxn id="3911" idx="0"/>
            </p:cNvCxnSpPr>
            <p:nvPr/>
          </p:nvCxnSpPr>
          <p:spPr>
            <a:xfrm flipV="1">
              <a:off x="1501159" y="1533396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4" name="직선 연결선 3943">
              <a:extLst>
                <a:ext uri="{FF2B5EF4-FFF2-40B4-BE49-F238E27FC236}">
                  <a16:creationId xmlns:a16="http://schemas.microsoft.com/office/drawing/2014/main" id="{5B0D1C3A-3FF3-4547-AA25-99EF94981FD8}"/>
                </a:ext>
              </a:extLst>
            </p:cNvPr>
            <p:cNvCxnSpPr>
              <a:cxnSpLocks/>
              <a:stCxn id="3912" idx="2"/>
              <a:endCxn id="3912" idx="6"/>
            </p:cNvCxnSpPr>
            <p:nvPr/>
          </p:nvCxnSpPr>
          <p:spPr>
            <a:xfrm>
              <a:off x="1679097" y="1629150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5" name="직선 연결선 3944">
              <a:extLst>
                <a:ext uri="{FF2B5EF4-FFF2-40B4-BE49-F238E27FC236}">
                  <a16:creationId xmlns:a16="http://schemas.microsoft.com/office/drawing/2014/main" id="{17222581-B7F9-412F-88D4-E01025EF6F30}"/>
                </a:ext>
              </a:extLst>
            </p:cNvPr>
            <p:cNvCxnSpPr>
              <a:cxnSpLocks/>
              <a:stCxn id="3912" idx="4"/>
              <a:endCxn id="3912" idx="0"/>
            </p:cNvCxnSpPr>
            <p:nvPr/>
          </p:nvCxnSpPr>
          <p:spPr>
            <a:xfrm flipV="1">
              <a:off x="1774851" y="1533396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6" name="직선 연결선 3945">
              <a:extLst>
                <a:ext uri="{FF2B5EF4-FFF2-40B4-BE49-F238E27FC236}">
                  <a16:creationId xmlns:a16="http://schemas.microsoft.com/office/drawing/2014/main" id="{491A6D91-9E79-48F6-A0CC-B5DCB23862D2}"/>
                </a:ext>
              </a:extLst>
            </p:cNvPr>
            <p:cNvCxnSpPr>
              <a:cxnSpLocks/>
              <a:stCxn id="3913" idx="2"/>
              <a:endCxn id="3913" idx="6"/>
            </p:cNvCxnSpPr>
            <p:nvPr/>
          </p:nvCxnSpPr>
          <p:spPr>
            <a:xfrm>
              <a:off x="1952789" y="1629150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7" name="직선 연결선 3946">
              <a:extLst>
                <a:ext uri="{FF2B5EF4-FFF2-40B4-BE49-F238E27FC236}">
                  <a16:creationId xmlns:a16="http://schemas.microsoft.com/office/drawing/2014/main" id="{923D91FB-549A-46A0-9022-3858D78F7986}"/>
                </a:ext>
              </a:extLst>
            </p:cNvPr>
            <p:cNvCxnSpPr>
              <a:cxnSpLocks/>
              <a:stCxn id="3913" idx="4"/>
              <a:endCxn id="3913" idx="0"/>
            </p:cNvCxnSpPr>
            <p:nvPr/>
          </p:nvCxnSpPr>
          <p:spPr>
            <a:xfrm flipV="1">
              <a:off x="2048543" y="1533396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8" name="직선 연결선 3947">
              <a:extLst>
                <a:ext uri="{FF2B5EF4-FFF2-40B4-BE49-F238E27FC236}">
                  <a16:creationId xmlns:a16="http://schemas.microsoft.com/office/drawing/2014/main" id="{4E8D16CA-650B-4ECA-B0AB-3E08A6DE7899}"/>
                </a:ext>
              </a:extLst>
            </p:cNvPr>
            <p:cNvCxnSpPr>
              <a:cxnSpLocks/>
              <a:stCxn id="3914" idx="2"/>
              <a:endCxn id="3914" idx="6"/>
            </p:cNvCxnSpPr>
            <p:nvPr/>
          </p:nvCxnSpPr>
          <p:spPr>
            <a:xfrm>
              <a:off x="2226481" y="1629150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9" name="직선 연결선 3948">
              <a:extLst>
                <a:ext uri="{FF2B5EF4-FFF2-40B4-BE49-F238E27FC236}">
                  <a16:creationId xmlns:a16="http://schemas.microsoft.com/office/drawing/2014/main" id="{EB4DC7A5-7E2D-4D98-9EDC-50A0B4EC8DF5}"/>
                </a:ext>
              </a:extLst>
            </p:cNvPr>
            <p:cNvCxnSpPr>
              <a:cxnSpLocks/>
              <a:stCxn id="3914" idx="4"/>
              <a:endCxn id="3914" idx="0"/>
            </p:cNvCxnSpPr>
            <p:nvPr/>
          </p:nvCxnSpPr>
          <p:spPr>
            <a:xfrm flipV="1">
              <a:off x="2322235" y="1533396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50" name="직선 연결선 3949">
              <a:extLst>
                <a:ext uri="{FF2B5EF4-FFF2-40B4-BE49-F238E27FC236}">
                  <a16:creationId xmlns:a16="http://schemas.microsoft.com/office/drawing/2014/main" id="{D923B602-B497-4F6A-8850-1AA5B343CCD6}"/>
                </a:ext>
              </a:extLst>
            </p:cNvPr>
            <p:cNvCxnSpPr>
              <a:cxnSpLocks/>
              <a:stCxn id="3915" idx="2"/>
              <a:endCxn id="3915" idx="6"/>
            </p:cNvCxnSpPr>
            <p:nvPr/>
          </p:nvCxnSpPr>
          <p:spPr>
            <a:xfrm>
              <a:off x="2500173" y="1629150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51" name="직선 연결선 3950">
              <a:extLst>
                <a:ext uri="{FF2B5EF4-FFF2-40B4-BE49-F238E27FC236}">
                  <a16:creationId xmlns:a16="http://schemas.microsoft.com/office/drawing/2014/main" id="{72C915DF-61FD-4A6A-95FC-F44C4D01910A}"/>
                </a:ext>
              </a:extLst>
            </p:cNvPr>
            <p:cNvCxnSpPr>
              <a:cxnSpLocks/>
              <a:stCxn id="3915" idx="4"/>
              <a:endCxn id="3915" idx="0"/>
            </p:cNvCxnSpPr>
            <p:nvPr/>
          </p:nvCxnSpPr>
          <p:spPr>
            <a:xfrm flipV="1">
              <a:off x="2595927" y="1533396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52" name="직선 연결선 3951">
              <a:extLst>
                <a:ext uri="{FF2B5EF4-FFF2-40B4-BE49-F238E27FC236}">
                  <a16:creationId xmlns:a16="http://schemas.microsoft.com/office/drawing/2014/main" id="{F4CC9F41-422B-475D-AC79-4A7F168AB556}"/>
                </a:ext>
              </a:extLst>
            </p:cNvPr>
            <p:cNvCxnSpPr>
              <a:cxnSpLocks/>
              <a:stCxn id="3916" idx="2"/>
              <a:endCxn id="3916" idx="6"/>
            </p:cNvCxnSpPr>
            <p:nvPr/>
          </p:nvCxnSpPr>
          <p:spPr>
            <a:xfrm>
              <a:off x="2773865" y="1629150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53" name="직선 연결선 3952">
              <a:extLst>
                <a:ext uri="{FF2B5EF4-FFF2-40B4-BE49-F238E27FC236}">
                  <a16:creationId xmlns:a16="http://schemas.microsoft.com/office/drawing/2014/main" id="{6F228819-F70D-4C3B-89D6-03E1DA9F19C4}"/>
                </a:ext>
              </a:extLst>
            </p:cNvPr>
            <p:cNvCxnSpPr>
              <a:cxnSpLocks/>
              <a:stCxn id="3916" idx="4"/>
              <a:endCxn id="3916" idx="0"/>
            </p:cNvCxnSpPr>
            <p:nvPr/>
          </p:nvCxnSpPr>
          <p:spPr>
            <a:xfrm flipV="1">
              <a:off x="2869619" y="1533396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54" name="직선 연결선 3953">
              <a:extLst>
                <a:ext uri="{FF2B5EF4-FFF2-40B4-BE49-F238E27FC236}">
                  <a16:creationId xmlns:a16="http://schemas.microsoft.com/office/drawing/2014/main" id="{34563086-A49A-4E64-94D5-5AE368116A4B}"/>
                </a:ext>
              </a:extLst>
            </p:cNvPr>
            <p:cNvCxnSpPr>
              <a:cxnSpLocks/>
              <a:stCxn id="3917" idx="2"/>
              <a:endCxn id="3917" idx="6"/>
            </p:cNvCxnSpPr>
            <p:nvPr/>
          </p:nvCxnSpPr>
          <p:spPr>
            <a:xfrm>
              <a:off x="3047557" y="1629150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55" name="직선 연결선 3954">
              <a:extLst>
                <a:ext uri="{FF2B5EF4-FFF2-40B4-BE49-F238E27FC236}">
                  <a16:creationId xmlns:a16="http://schemas.microsoft.com/office/drawing/2014/main" id="{EE729823-05C3-4F3A-AAFC-807A040269E5}"/>
                </a:ext>
              </a:extLst>
            </p:cNvPr>
            <p:cNvCxnSpPr>
              <a:cxnSpLocks/>
              <a:stCxn id="3917" idx="4"/>
              <a:endCxn id="3917" idx="0"/>
            </p:cNvCxnSpPr>
            <p:nvPr/>
          </p:nvCxnSpPr>
          <p:spPr>
            <a:xfrm flipV="1">
              <a:off x="3143311" y="1533396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56" name="직선 연결선 3955">
              <a:extLst>
                <a:ext uri="{FF2B5EF4-FFF2-40B4-BE49-F238E27FC236}">
                  <a16:creationId xmlns:a16="http://schemas.microsoft.com/office/drawing/2014/main" id="{7A5825C7-FEE7-4814-83BF-146EC5604F9D}"/>
                </a:ext>
              </a:extLst>
            </p:cNvPr>
            <p:cNvCxnSpPr>
              <a:cxnSpLocks/>
              <a:stCxn id="3918" idx="2"/>
              <a:endCxn id="3918" idx="6"/>
            </p:cNvCxnSpPr>
            <p:nvPr/>
          </p:nvCxnSpPr>
          <p:spPr>
            <a:xfrm>
              <a:off x="3321249" y="1629150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57" name="직선 연결선 3956">
              <a:extLst>
                <a:ext uri="{FF2B5EF4-FFF2-40B4-BE49-F238E27FC236}">
                  <a16:creationId xmlns:a16="http://schemas.microsoft.com/office/drawing/2014/main" id="{735C75E3-6825-4F40-9A8C-714886795B3C}"/>
                </a:ext>
              </a:extLst>
            </p:cNvPr>
            <p:cNvCxnSpPr>
              <a:cxnSpLocks/>
              <a:stCxn id="3918" idx="4"/>
              <a:endCxn id="3918" idx="0"/>
            </p:cNvCxnSpPr>
            <p:nvPr/>
          </p:nvCxnSpPr>
          <p:spPr>
            <a:xfrm flipV="1">
              <a:off x="3417003" y="1533396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58" name="직선 연결선 3957">
              <a:extLst>
                <a:ext uri="{FF2B5EF4-FFF2-40B4-BE49-F238E27FC236}">
                  <a16:creationId xmlns:a16="http://schemas.microsoft.com/office/drawing/2014/main" id="{B5145F00-48DF-41AF-AD42-FBABFA1E5BC6}"/>
                </a:ext>
              </a:extLst>
            </p:cNvPr>
            <p:cNvCxnSpPr>
              <a:cxnSpLocks/>
              <a:stCxn id="3919" idx="2"/>
              <a:endCxn id="3919" idx="6"/>
            </p:cNvCxnSpPr>
            <p:nvPr/>
          </p:nvCxnSpPr>
          <p:spPr>
            <a:xfrm>
              <a:off x="3594941" y="1629150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59" name="직선 연결선 3958">
              <a:extLst>
                <a:ext uri="{FF2B5EF4-FFF2-40B4-BE49-F238E27FC236}">
                  <a16:creationId xmlns:a16="http://schemas.microsoft.com/office/drawing/2014/main" id="{3A8A792C-2370-45C5-83B9-15A86200E062}"/>
                </a:ext>
              </a:extLst>
            </p:cNvPr>
            <p:cNvCxnSpPr>
              <a:cxnSpLocks/>
              <a:stCxn id="3919" idx="4"/>
              <a:endCxn id="3919" idx="0"/>
            </p:cNvCxnSpPr>
            <p:nvPr/>
          </p:nvCxnSpPr>
          <p:spPr>
            <a:xfrm flipV="1">
              <a:off x="3690695" y="1533396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60" name="직선 연결선 3959">
              <a:extLst>
                <a:ext uri="{FF2B5EF4-FFF2-40B4-BE49-F238E27FC236}">
                  <a16:creationId xmlns:a16="http://schemas.microsoft.com/office/drawing/2014/main" id="{F28FFFD7-63D3-49A4-A574-BFEF09674DA2}"/>
                </a:ext>
              </a:extLst>
            </p:cNvPr>
            <p:cNvCxnSpPr>
              <a:cxnSpLocks/>
              <a:stCxn id="3920" idx="2"/>
              <a:endCxn id="3920" idx="6"/>
            </p:cNvCxnSpPr>
            <p:nvPr/>
          </p:nvCxnSpPr>
          <p:spPr>
            <a:xfrm>
              <a:off x="3868633" y="1629150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61" name="직선 연결선 3960">
              <a:extLst>
                <a:ext uri="{FF2B5EF4-FFF2-40B4-BE49-F238E27FC236}">
                  <a16:creationId xmlns:a16="http://schemas.microsoft.com/office/drawing/2014/main" id="{48A64334-639D-475D-9ED9-ADE71589AB17}"/>
                </a:ext>
              </a:extLst>
            </p:cNvPr>
            <p:cNvCxnSpPr>
              <a:cxnSpLocks/>
              <a:stCxn id="3920" idx="4"/>
              <a:endCxn id="3920" idx="0"/>
            </p:cNvCxnSpPr>
            <p:nvPr/>
          </p:nvCxnSpPr>
          <p:spPr>
            <a:xfrm flipV="1">
              <a:off x="3964387" y="1533396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62" name="직선 연결선 3961">
              <a:extLst>
                <a:ext uri="{FF2B5EF4-FFF2-40B4-BE49-F238E27FC236}">
                  <a16:creationId xmlns:a16="http://schemas.microsoft.com/office/drawing/2014/main" id="{FF3E4E2E-EFC4-4FF9-B133-0B267AEA8CFE}"/>
                </a:ext>
              </a:extLst>
            </p:cNvPr>
            <p:cNvCxnSpPr>
              <a:cxnSpLocks/>
              <a:stCxn id="3921" idx="2"/>
              <a:endCxn id="3921" idx="6"/>
            </p:cNvCxnSpPr>
            <p:nvPr/>
          </p:nvCxnSpPr>
          <p:spPr>
            <a:xfrm>
              <a:off x="4142325" y="1629150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63" name="직선 연결선 3962">
              <a:extLst>
                <a:ext uri="{FF2B5EF4-FFF2-40B4-BE49-F238E27FC236}">
                  <a16:creationId xmlns:a16="http://schemas.microsoft.com/office/drawing/2014/main" id="{B767A323-CD3C-4033-9F6B-C779213DC57E}"/>
                </a:ext>
              </a:extLst>
            </p:cNvPr>
            <p:cNvCxnSpPr>
              <a:cxnSpLocks/>
              <a:stCxn id="3921" idx="4"/>
              <a:endCxn id="3921" idx="0"/>
            </p:cNvCxnSpPr>
            <p:nvPr/>
          </p:nvCxnSpPr>
          <p:spPr>
            <a:xfrm flipV="1">
              <a:off x="4238079" y="1533396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64" name="직선 연결선 3963">
              <a:extLst>
                <a:ext uri="{FF2B5EF4-FFF2-40B4-BE49-F238E27FC236}">
                  <a16:creationId xmlns:a16="http://schemas.microsoft.com/office/drawing/2014/main" id="{7269F63D-9018-44E6-BAA7-7753C785D1D9}"/>
                </a:ext>
              </a:extLst>
            </p:cNvPr>
            <p:cNvCxnSpPr>
              <a:cxnSpLocks/>
              <a:stCxn id="3922" idx="2"/>
              <a:endCxn id="3922" idx="6"/>
            </p:cNvCxnSpPr>
            <p:nvPr/>
          </p:nvCxnSpPr>
          <p:spPr>
            <a:xfrm>
              <a:off x="4416017" y="1629150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65" name="직선 연결선 3964">
              <a:extLst>
                <a:ext uri="{FF2B5EF4-FFF2-40B4-BE49-F238E27FC236}">
                  <a16:creationId xmlns:a16="http://schemas.microsoft.com/office/drawing/2014/main" id="{474ACF78-FC0A-44BD-9769-DFBA0AD6FB18}"/>
                </a:ext>
              </a:extLst>
            </p:cNvPr>
            <p:cNvCxnSpPr>
              <a:cxnSpLocks/>
              <a:stCxn id="3922" idx="4"/>
              <a:endCxn id="3922" idx="0"/>
            </p:cNvCxnSpPr>
            <p:nvPr/>
          </p:nvCxnSpPr>
          <p:spPr>
            <a:xfrm flipV="1">
              <a:off x="4511771" y="1533396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66" name="직선 연결선 3965">
              <a:extLst>
                <a:ext uri="{FF2B5EF4-FFF2-40B4-BE49-F238E27FC236}">
                  <a16:creationId xmlns:a16="http://schemas.microsoft.com/office/drawing/2014/main" id="{B32BFDF5-5280-4A43-82D8-93C4FF6C484A}"/>
                </a:ext>
              </a:extLst>
            </p:cNvPr>
            <p:cNvCxnSpPr>
              <a:cxnSpLocks/>
              <a:stCxn id="3923" idx="2"/>
              <a:endCxn id="3923" idx="6"/>
            </p:cNvCxnSpPr>
            <p:nvPr/>
          </p:nvCxnSpPr>
          <p:spPr>
            <a:xfrm>
              <a:off x="4689709" y="1629150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67" name="직선 연결선 3966">
              <a:extLst>
                <a:ext uri="{FF2B5EF4-FFF2-40B4-BE49-F238E27FC236}">
                  <a16:creationId xmlns:a16="http://schemas.microsoft.com/office/drawing/2014/main" id="{70F1DC9E-E4F5-499F-8606-8C5F55796D93}"/>
                </a:ext>
              </a:extLst>
            </p:cNvPr>
            <p:cNvCxnSpPr>
              <a:cxnSpLocks/>
              <a:stCxn id="3923" idx="4"/>
              <a:endCxn id="3923" idx="0"/>
            </p:cNvCxnSpPr>
            <p:nvPr/>
          </p:nvCxnSpPr>
          <p:spPr>
            <a:xfrm flipV="1">
              <a:off x="4785463" y="1533396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68" name="직선 연결선 3967">
              <a:extLst>
                <a:ext uri="{FF2B5EF4-FFF2-40B4-BE49-F238E27FC236}">
                  <a16:creationId xmlns:a16="http://schemas.microsoft.com/office/drawing/2014/main" id="{C4F34FC7-A6AE-43DF-988F-E078976B6A8E}"/>
                </a:ext>
              </a:extLst>
            </p:cNvPr>
            <p:cNvCxnSpPr>
              <a:cxnSpLocks/>
              <a:stCxn id="3924" idx="2"/>
              <a:endCxn id="3924" idx="6"/>
            </p:cNvCxnSpPr>
            <p:nvPr/>
          </p:nvCxnSpPr>
          <p:spPr>
            <a:xfrm>
              <a:off x="4963401" y="1629150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69" name="직선 연결선 3968">
              <a:extLst>
                <a:ext uri="{FF2B5EF4-FFF2-40B4-BE49-F238E27FC236}">
                  <a16:creationId xmlns:a16="http://schemas.microsoft.com/office/drawing/2014/main" id="{8EE2CBA0-0B6A-431A-A08C-695DB2A26D8E}"/>
                </a:ext>
              </a:extLst>
            </p:cNvPr>
            <p:cNvCxnSpPr>
              <a:cxnSpLocks/>
              <a:stCxn id="3924" idx="4"/>
              <a:endCxn id="3924" idx="0"/>
            </p:cNvCxnSpPr>
            <p:nvPr/>
          </p:nvCxnSpPr>
          <p:spPr>
            <a:xfrm flipV="1">
              <a:off x="5059155" y="1533396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0" name="직선 연결선 3969">
              <a:extLst>
                <a:ext uri="{FF2B5EF4-FFF2-40B4-BE49-F238E27FC236}">
                  <a16:creationId xmlns:a16="http://schemas.microsoft.com/office/drawing/2014/main" id="{CB595D23-C524-432D-A990-C33884C82C0F}"/>
                </a:ext>
              </a:extLst>
            </p:cNvPr>
            <p:cNvCxnSpPr>
              <a:cxnSpLocks/>
              <a:stCxn id="3925" idx="2"/>
              <a:endCxn id="3925" idx="6"/>
            </p:cNvCxnSpPr>
            <p:nvPr/>
          </p:nvCxnSpPr>
          <p:spPr>
            <a:xfrm>
              <a:off x="5237095" y="1629150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1" name="직선 연결선 3970">
              <a:extLst>
                <a:ext uri="{FF2B5EF4-FFF2-40B4-BE49-F238E27FC236}">
                  <a16:creationId xmlns:a16="http://schemas.microsoft.com/office/drawing/2014/main" id="{DAA9F89F-B066-4885-ABF3-2314A0DA235C}"/>
                </a:ext>
              </a:extLst>
            </p:cNvPr>
            <p:cNvCxnSpPr>
              <a:cxnSpLocks/>
              <a:stCxn id="3925" idx="4"/>
              <a:endCxn id="3925" idx="0"/>
            </p:cNvCxnSpPr>
            <p:nvPr/>
          </p:nvCxnSpPr>
          <p:spPr>
            <a:xfrm flipV="1">
              <a:off x="5332849" y="1533396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2" name="직선 연결선 3971">
              <a:extLst>
                <a:ext uri="{FF2B5EF4-FFF2-40B4-BE49-F238E27FC236}">
                  <a16:creationId xmlns:a16="http://schemas.microsoft.com/office/drawing/2014/main" id="{C81211EB-5DBF-4D3E-AFC6-8A3640DFE223}"/>
                </a:ext>
              </a:extLst>
            </p:cNvPr>
            <p:cNvCxnSpPr>
              <a:cxnSpLocks/>
              <a:stCxn id="3926" idx="2"/>
              <a:endCxn id="3926" idx="6"/>
            </p:cNvCxnSpPr>
            <p:nvPr/>
          </p:nvCxnSpPr>
          <p:spPr>
            <a:xfrm>
              <a:off x="1405403" y="1863563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3" name="직선 연결선 3972">
              <a:extLst>
                <a:ext uri="{FF2B5EF4-FFF2-40B4-BE49-F238E27FC236}">
                  <a16:creationId xmlns:a16="http://schemas.microsoft.com/office/drawing/2014/main" id="{EA9E1532-AD5B-4588-897B-AB433B461210}"/>
                </a:ext>
              </a:extLst>
            </p:cNvPr>
            <p:cNvCxnSpPr>
              <a:cxnSpLocks/>
              <a:stCxn id="3926" idx="4"/>
              <a:endCxn id="3926" idx="0"/>
            </p:cNvCxnSpPr>
            <p:nvPr/>
          </p:nvCxnSpPr>
          <p:spPr>
            <a:xfrm flipV="1">
              <a:off x="1501157" y="1767809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4" name="직선 연결선 3973">
              <a:extLst>
                <a:ext uri="{FF2B5EF4-FFF2-40B4-BE49-F238E27FC236}">
                  <a16:creationId xmlns:a16="http://schemas.microsoft.com/office/drawing/2014/main" id="{9BF283C9-AC83-4DC5-881F-E2C1A8763089}"/>
                </a:ext>
              </a:extLst>
            </p:cNvPr>
            <p:cNvCxnSpPr>
              <a:cxnSpLocks/>
              <a:stCxn id="3927" idx="2"/>
              <a:endCxn id="3927" idx="6"/>
            </p:cNvCxnSpPr>
            <p:nvPr/>
          </p:nvCxnSpPr>
          <p:spPr>
            <a:xfrm>
              <a:off x="1679096" y="1863563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5" name="직선 연결선 3974">
              <a:extLst>
                <a:ext uri="{FF2B5EF4-FFF2-40B4-BE49-F238E27FC236}">
                  <a16:creationId xmlns:a16="http://schemas.microsoft.com/office/drawing/2014/main" id="{08914DAC-6F22-44CE-98DB-D28499E2A733}"/>
                </a:ext>
              </a:extLst>
            </p:cNvPr>
            <p:cNvCxnSpPr>
              <a:cxnSpLocks/>
              <a:stCxn id="3927" idx="4"/>
              <a:endCxn id="3927" idx="0"/>
            </p:cNvCxnSpPr>
            <p:nvPr/>
          </p:nvCxnSpPr>
          <p:spPr>
            <a:xfrm flipV="1">
              <a:off x="1774850" y="1767809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6" name="직선 연결선 3975">
              <a:extLst>
                <a:ext uri="{FF2B5EF4-FFF2-40B4-BE49-F238E27FC236}">
                  <a16:creationId xmlns:a16="http://schemas.microsoft.com/office/drawing/2014/main" id="{32741241-80FD-408D-A3B7-EF06A632A7EC}"/>
                </a:ext>
              </a:extLst>
            </p:cNvPr>
            <p:cNvCxnSpPr>
              <a:cxnSpLocks/>
              <a:stCxn id="3928" idx="2"/>
              <a:endCxn id="3928" idx="6"/>
            </p:cNvCxnSpPr>
            <p:nvPr/>
          </p:nvCxnSpPr>
          <p:spPr>
            <a:xfrm>
              <a:off x="1952789" y="1863563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7" name="직선 연결선 3976">
              <a:extLst>
                <a:ext uri="{FF2B5EF4-FFF2-40B4-BE49-F238E27FC236}">
                  <a16:creationId xmlns:a16="http://schemas.microsoft.com/office/drawing/2014/main" id="{D575BC3D-9971-4DCC-B5F9-7438C8340867}"/>
                </a:ext>
              </a:extLst>
            </p:cNvPr>
            <p:cNvCxnSpPr>
              <a:cxnSpLocks/>
              <a:stCxn id="3928" idx="4"/>
              <a:endCxn id="3928" idx="0"/>
            </p:cNvCxnSpPr>
            <p:nvPr/>
          </p:nvCxnSpPr>
          <p:spPr>
            <a:xfrm flipV="1">
              <a:off x="2048543" y="1767809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8" name="직선 연결선 3977">
              <a:extLst>
                <a:ext uri="{FF2B5EF4-FFF2-40B4-BE49-F238E27FC236}">
                  <a16:creationId xmlns:a16="http://schemas.microsoft.com/office/drawing/2014/main" id="{27E19ED0-05D5-4296-B8D3-C58F68587ED1}"/>
                </a:ext>
              </a:extLst>
            </p:cNvPr>
            <p:cNvCxnSpPr>
              <a:cxnSpLocks/>
              <a:stCxn id="3929" idx="2"/>
              <a:endCxn id="3929" idx="6"/>
            </p:cNvCxnSpPr>
            <p:nvPr/>
          </p:nvCxnSpPr>
          <p:spPr>
            <a:xfrm>
              <a:off x="2226482" y="1863563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9" name="직선 연결선 3978">
              <a:extLst>
                <a:ext uri="{FF2B5EF4-FFF2-40B4-BE49-F238E27FC236}">
                  <a16:creationId xmlns:a16="http://schemas.microsoft.com/office/drawing/2014/main" id="{F5CD0D0A-D244-4BBE-849B-A4A6E782D3BB}"/>
                </a:ext>
              </a:extLst>
            </p:cNvPr>
            <p:cNvCxnSpPr>
              <a:cxnSpLocks/>
              <a:stCxn id="3929" idx="4"/>
              <a:endCxn id="3929" idx="0"/>
            </p:cNvCxnSpPr>
            <p:nvPr/>
          </p:nvCxnSpPr>
          <p:spPr>
            <a:xfrm flipV="1">
              <a:off x="2322236" y="1767809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80" name="직선 연결선 3979">
              <a:extLst>
                <a:ext uri="{FF2B5EF4-FFF2-40B4-BE49-F238E27FC236}">
                  <a16:creationId xmlns:a16="http://schemas.microsoft.com/office/drawing/2014/main" id="{A09E12BB-CB46-441B-B89D-E353274BAA9D}"/>
                </a:ext>
              </a:extLst>
            </p:cNvPr>
            <p:cNvCxnSpPr>
              <a:cxnSpLocks/>
              <a:stCxn id="3930" idx="2"/>
              <a:endCxn id="3930" idx="6"/>
            </p:cNvCxnSpPr>
            <p:nvPr/>
          </p:nvCxnSpPr>
          <p:spPr>
            <a:xfrm>
              <a:off x="2500175" y="1863563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81" name="직선 연결선 3980">
              <a:extLst>
                <a:ext uri="{FF2B5EF4-FFF2-40B4-BE49-F238E27FC236}">
                  <a16:creationId xmlns:a16="http://schemas.microsoft.com/office/drawing/2014/main" id="{1AC047C1-44B1-4D56-8E5D-E226C2D2EED4}"/>
                </a:ext>
              </a:extLst>
            </p:cNvPr>
            <p:cNvCxnSpPr>
              <a:cxnSpLocks/>
              <a:stCxn id="3930" idx="4"/>
              <a:endCxn id="3930" idx="0"/>
            </p:cNvCxnSpPr>
            <p:nvPr/>
          </p:nvCxnSpPr>
          <p:spPr>
            <a:xfrm flipV="1">
              <a:off x="2595929" y="1767809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82" name="직선 연결선 3981">
              <a:extLst>
                <a:ext uri="{FF2B5EF4-FFF2-40B4-BE49-F238E27FC236}">
                  <a16:creationId xmlns:a16="http://schemas.microsoft.com/office/drawing/2014/main" id="{3DFD0280-A4C8-4D2A-905C-D19EB3117AEC}"/>
                </a:ext>
              </a:extLst>
            </p:cNvPr>
            <p:cNvCxnSpPr>
              <a:cxnSpLocks/>
              <a:stCxn id="3931" idx="2"/>
              <a:endCxn id="3931" idx="6"/>
            </p:cNvCxnSpPr>
            <p:nvPr/>
          </p:nvCxnSpPr>
          <p:spPr>
            <a:xfrm>
              <a:off x="2773868" y="1863563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83" name="직선 연결선 3982">
              <a:extLst>
                <a:ext uri="{FF2B5EF4-FFF2-40B4-BE49-F238E27FC236}">
                  <a16:creationId xmlns:a16="http://schemas.microsoft.com/office/drawing/2014/main" id="{B748C528-B915-45B2-B306-9C514370327C}"/>
                </a:ext>
              </a:extLst>
            </p:cNvPr>
            <p:cNvCxnSpPr>
              <a:cxnSpLocks/>
              <a:stCxn id="3931" idx="4"/>
              <a:endCxn id="3931" idx="0"/>
            </p:cNvCxnSpPr>
            <p:nvPr/>
          </p:nvCxnSpPr>
          <p:spPr>
            <a:xfrm flipV="1">
              <a:off x="2869622" y="1767809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84" name="직선 연결선 3983">
              <a:extLst>
                <a:ext uri="{FF2B5EF4-FFF2-40B4-BE49-F238E27FC236}">
                  <a16:creationId xmlns:a16="http://schemas.microsoft.com/office/drawing/2014/main" id="{18B896CF-27A6-44F7-8903-742B995F04CF}"/>
                </a:ext>
              </a:extLst>
            </p:cNvPr>
            <p:cNvCxnSpPr>
              <a:cxnSpLocks/>
              <a:stCxn id="3932" idx="2"/>
              <a:endCxn id="3932" idx="6"/>
            </p:cNvCxnSpPr>
            <p:nvPr/>
          </p:nvCxnSpPr>
          <p:spPr>
            <a:xfrm>
              <a:off x="3047561" y="1863563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85" name="직선 연결선 3984">
              <a:extLst>
                <a:ext uri="{FF2B5EF4-FFF2-40B4-BE49-F238E27FC236}">
                  <a16:creationId xmlns:a16="http://schemas.microsoft.com/office/drawing/2014/main" id="{E6AFF16C-53F4-489E-A700-D7F61013DBC1}"/>
                </a:ext>
              </a:extLst>
            </p:cNvPr>
            <p:cNvCxnSpPr>
              <a:cxnSpLocks/>
              <a:stCxn id="3932" idx="4"/>
              <a:endCxn id="3932" idx="0"/>
            </p:cNvCxnSpPr>
            <p:nvPr/>
          </p:nvCxnSpPr>
          <p:spPr>
            <a:xfrm flipV="1">
              <a:off x="3143315" y="1767809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86" name="직선 연결선 3985">
              <a:extLst>
                <a:ext uri="{FF2B5EF4-FFF2-40B4-BE49-F238E27FC236}">
                  <a16:creationId xmlns:a16="http://schemas.microsoft.com/office/drawing/2014/main" id="{533FDBC3-A37C-4015-9891-6CF2A2CD4DC8}"/>
                </a:ext>
              </a:extLst>
            </p:cNvPr>
            <p:cNvCxnSpPr>
              <a:cxnSpLocks/>
              <a:stCxn id="3933" idx="2"/>
              <a:endCxn id="3933" idx="6"/>
            </p:cNvCxnSpPr>
            <p:nvPr/>
          </p:nvCxnSpPr>
          <p:spPr>
            <a:xfrm>
              <a:off x="3321254" y="1863563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87" name="직선 연결선 3986">
              <a:extLst>
                <a:ext uri="{FF2B5EF4-FFF2-40B4-BE49-F238E27FC236}">
                  <a16:creationId xmlns:a16="http://schemas.microsoft.com/office/drawing/2014/main" id="{134DDCCD-4DB1-4661-B4AB-198F6BCE5DDB}"/>
                </a:ext>
              </a:extLst>
            </p:cNvPr>
            <p:cNvCxnSpPr>
              <a:cxnSpLocks/>
              <a:stCxn id="3933" idx="4"/>
              <a:endCxn id="3933" idx="0"/>
            </p:cNvCxnSpPr>
            <p:nvPr/>
          </p:nvCxnSpPr>
          <p:spPr>
            <a:xfrm flipV="1">
              <a:off x="3417008" y="1767809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88" name="직선 연결선 3987">
              <a:extLst>
                <a:ext uri="{FF2B5EF4-FFF2-40B4-BE49-F238E27FC236}">
                  <a16:creationId xmlns:a16="http://schemas.microsoft.com/office/drawing/2014/main" id="{9677D09E-7512-4250-8BF1-51E787C8FDD0}"/>
                </a:ext>
              </a:extLst>
            </p:cNvPr>
            <p:cNvCxnSpPr>
              <a:cxnSpLocks/>
              <a:stCxn id="3934" idx="2"/>
              <a:endCxn id="3934" idx="6"/>
            </p:cNvCxnSpPr>
            <p:nvPr/>
          </p:nvCxnSpPr>
          <p:spPr>
            <a:xfrm>
              <a:off x="3594947" y="1863563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89" name="직선 연결선 3988">
              <a:extLst>
                <a:ext uri="{FF2B5EF4-FFF2-40B4-BE49-F238E27FC236}">
                  <a16:creationId xmlns:a16="http://schemas.microsoft.com/office/drawing/2014/main" id="{AA3D7C34-AF11-4E39-A2AE-FD591AF2CD48}"/>
                </a:ext>
              </a:extLst>
            </p:cNvPr>
            <p:cNvCxnSpPr>
              <a:cxnSpLocks/>
              <a:stCxn id="3934" idx="4"/>
              <a:endCxn id="3934" idx="0"/>
            </p:cNvCxnSpPr>
            <p:nvPr/>
          </p:nvCxnSpPr>
          <p:spPr>
            <a:xfrm flipV="1">
              <a:off x="3690701" y="1767809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0" name="직선 연결선 3989">
              <a:extLst>
                <a:ext uri="{FF2B5EF4-FFF2-40B4-BE49-F238E27FC236}">
                  <a16:creationId xmlns:a16="http://schemas.microsoft.com/office/drawing/2014/main" id="{29B7C133-20BC-43E7-86E0-35D8710BB733}"/>
                </a:ext>
              </a:extLst>
            </p:cNvPr>
            <p:cNvCxnSpPr>
              <a:cxnSpLocks/>
              <a:stCxn id="3935" idx="2"/>
              <a:endCxn id="3935" idx="6"/>
            </p:cNvCxnSpPr>
            <p:nvPr/>
          </p:nvCxnSpPr>
          <p:spPr>
            <a:xfrm>
              <a:off x="3868640" y="1863563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1" name="직선 연결선 3990">
              <a:extLst>
                <a:ext uri="{FF2B5EF4-FFF2-40B4-BE49-F238E27FC236}">
                  <a16:creationId xmlns:a16="http://schemas.microsoft.com/office/drawing/2014/main" id="{C73E3479-DBA3-4DA9-A801-B38FE43B18C2}"/>
                </a:ext>
              </a:extLst>
            </p:cNvPr>
            <p:cNvCxnSpPr>
              <a:cxnSpLocks/>
              <a:stCxn id="3935" idx="4"/>
              <a:endCxn id="3935" idx="0"/>
            </p:cNvCxnSpPr>
            <p:nvPr/>
          </p:nvCxnSpPr>
          <p:spPr>
            <a:xfrm flipV="1">
              <a:off x="3964394" y="1767809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2" name="직선 연결선 3991">
              <a:extLst>
                <a:ext uri="{FF2B5EF4-FFF2-40B4-BE49-F238E27FC236}">
                  <a16:creationId xmlns:a16="http://schemas.microsoft.com/office/drawing/2014/main" id="{5939827C-8DEB-4024-A4F7-1C8E4F627B80}"/>
                </a:ext>
              </a:extLst>
            </p:cNvPr>
            <p:cNvCxnSpPr>
              <a:cxnSpLocks/>
              <a:stCxn id="3936" idx="2"/>
              <a:endCxn id="3936" idx="6"/>
            </p:cNvCxnSpPr>
            <p:nvPr/>
          </p:nvCxnSpPr>
          <p:spPr>
            <a:xfrm>
              <a:off x="4142333" y="1863563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3" name="직선 연결선 3992">
              <a:extLst>
                <a:ext uri="{FF2B5EF4-FFF2-40B4-BE49-F238E27FC236}">
                  <a16:creationId xmlns:a16="http://schemas.microsoft.com/office/drawing/2014/main" id="{83B5ED7C-BA25-4CC5-B08C-D221F7F9FCA1}"/>
                </a:ext>
              </a:extLst>
            </p:cNvPr>
            <p:cNvCxnSpPr>
              <a:cxnSpLocks/>
              <a:stCxn id="3936" idx="4"/>
              <a:endCxn id="3936" idx="0"/>
            </p:cNvCxnSpPr>
            <p:nvPr/>
          </p:nvCxnSpPr>
          <p:spPr>
            <a:xfrm flipV="1">
              <a:off x="4238087" y="1767809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4" name="직선 연결선 3993">
              <a:extLst>
                <a:ext uri="{FF2B5EF4-FFF2-40B4-BE49-F238E27FC236}">
                  <a16:creationId xmlns:a16="http://schemas.microsoft.com/office/drawing/2014/main" id="{A9E3E514-A08B-4693-A71C-BF6860D0E145}"/>
                </a:ext>
              </a:extLst>
            </p:cNvPr>
            <p:cNvCxnSpPr>
              <a:cxnSpLocks/>
              <a:stCxn id="3937" idx="2"/>
              <a:endCxn id="3937" idx="6"/>
            </p:cNvCxnSpPr>
            <p:nvPr/>
          </p:nvCxnSpPr>
          <p:spPr>
            <a:xfrm>
              <a:off x="4416026" y="1863563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5" name="직선 연결선 3994">
              <a:extLst>
                <a:ext uri="{FF2B5EF4-FFF2-40B4-BE49-F238E27FC236}">
                  <a16:creationId xmlns:a16="http://schemas.microsoft.com/office/drawing/2014/main" id="{9E1FF800-9DA8-47D6-8129-8234323545FE}"/>
                </a:ext>
              </a:extLst>
            </p:cNvPr>
            <p:cNvCxnSpPr>
              <a:cxnSpLocks/>
              <a:stCxn id="3937" idx="4"/>
              <a:endCxn id="3937" idx="0"/>
            </p:cNvCxnSpPr>
            <p:nvPr/>
          </p:nvCxnSpPr>
          <p:spPr>
            <a:xfrm flipV="1">
              <a:off x="4511780" y="1767809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6" name="직선 연결선 3995">
              <a:extLst>
                <a:ext uri="{FF2B5EF4-FFF2-40B4-BE49-F238E27FC236}">
                  <a16:creationId xmlns:a16="http://schemas.microsoft.com/office/drawing/2014/main" id="{824D0EDB-B4B9-4FA5-A1EF-35A5CA3A31F1}"/>
                </a:ext>
              </a:extLst>
            </p:cNvPr>
            <p:cNvCxnSpPr>
              <a:cxnSpLocks/>
              <a:stCxn id="3938" idx="2"/>
              <a:endCxn id="3938" idx="6"/>
            </p:cNvCxnSpPr>
            <p:nvPr/>
          </p:nvCxnSpPr>
          <p:spPr>
            <a:xfrm>
              <a:off x="4689719" y="1863563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7" name="직선 연결선 3996">
              <a:extLst>
                <a:ext uri="{FF2B5EF4-FFF2-40B4-BE49-F238E27FC236}">
                  <a16:creationId xmlns:a16="http://schemas.microsoft.com/office/drawing/2014/main" id="{86A26C8C-8CF1-4C24-90DC-050184356DA1}"/>
                </a:ext>
              </a:extLst>
            </p:cNvPr>
            <p:cNvCxnSpPr>
              <a:cxnSpLocks/>
              <a:stCxn id="3938" idx="4"/>
              <a:endCxn id="3938" idx="0"/>
            </p:cNvCxnSpPr>
            <p:nvPr/>
          </p:nvCxnSpPr>
          <p:spPr>
            <a:xfrm flipV="1">
              <a:off x="4785473" y="1767809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8" name="직선 연결선 3997">
              <a:extLst>
                <a:ext uri="{FF2B5EF4-FFF2-40B4-BE49-F238E27FC236}">
                  <a16:creationId xmlns:a16="http://schemas.microsoft.com/office/drawing/2014/main" id="{AE41E6AC-3D8B-4184-90D6-78276845B40A}"/>
                </a:ext>
              </a:extLst>
            </p:cNvPr>
            <p:cNvCxnSpPr>
              <a:cxnSpLocks/>
              <a:stCxn id="3939" idx="2"/>
              <a:endCxn id="3939" idx="6"/>
            </p:cNvCxnSpPr>
            <p:nvPr/>
          </p:nvCxnSpPr>
          <p:spPr>
            <a:xfrm>
              <a:off x="4963412" y="1863563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9" name="직선 연결선 3998">
              <a:extLst>
                <a:ext uri="{FF2B5EF4-FFF2-40B4-BE49-F238E27FC236}">
                  <a16:creationId xmlns:a16="http://schemas.microsoft.com/office/drawing/2014/main" id="{0472A427-6EEC-47A5-BC79-7E424D29F1BF}"/>
                </a:ext>
              </a:extLst>
            </p:cNvPr>
            <p:cNvCxnSpPr>
              <a:cxnSpLocks/>
              <a:stCxn id="3939" idx="4"/>
              <a:endCxn id="3939" idx="0"/>
            </p:cNvCxnSpPr>
            <p:nvPr/>
          </p:nvCxnSpPr>
          <p:spPr>
            <a:xfrm flipV="1">
              <a:off x="5059166" y="1767809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0" name="직선 연결선 3999">
              <a:extLst>
                <a:ext uri="{FF2B5EF4-FFF2-40B4-BE49-F238E27FC236}">
                  <a16:creationId xmlns:a16="http://schemas.microsoft.com/office/drawing/2014/main" id="{71380D76-81D3-4028-86AE-1B6ACF7CC6C7}"/>
                </a:ext>
              </a:extLst>
            </p:cNvPr>
            <p:cNvCxnSpPr>
              <a:cxnSpLocks/>
              <a:stCxn id="3940" idx="2"/>
              <a:endCxn id="3940" idx="6"/>
            </p:cNvCxnSpPr>
            <p:nvPr/>
          </p:nvCxnSpPr>
          <p:spPr>
            <a:xfrm>
              <a:off x="5237105" y="1863563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1" name="직선 연결선 4000">
              <a:extLst>
                <a:ext uri="{FF2B5EF4-FFF2-40B4-BE49-F238E27FC236}">
                  <a16:creationId xmlns:a16="http://schemas.microsoft.com/office/drawing/2014/main" id="{363BD1A7-5DAD-48A2-A94D-BC0E70DB06B1}"/>
                </a:ext>
              </a:extLst>
            </p:cNvPr>
            <p:cNvCxnSpPr>
              <a:cxnSpLocks/>
              <a:stCxn id="3940" idx="4"/>
              <a:endCxn id="3940" idx="0"/>
            </p:cNvCxnSpPr>
            <p:nvPr/>
          </p:nvCxnSpPr>
          <p:spPr>
            <a:xfrm flipV="1">
              <a:off x="5332859" y="1767809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2" name="직선 연결선 4001">
              <a:extLst>
                <a:ext uri="{FF2B5EF4-FFF2-40B4-BE49-F238E27FC236}">
                  <a16:creationId xmlns:a16="http://schemas.microsoft.com/office/drawing/2014/main" id="{48AAD047-FBA0-4E4D-9EDE-A87382003D75}"/>
                </a:ext>
              </a:extLst>
            </p:cNvPr>
            <p:cNvCxnSpPr>
              <a:cxnSpLocks/>
              <a:stCxn id="3941" idx="2"/>
              <a:endCxn id="3941" idx="6"/>
            </p:cNvCxnSpPr>
            <p:nvPr/>
          </p:nvCxnSpPr>
          <p:spPr>
            <a:xfrm>
              <a:off x="5510793" y="1863563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3" name="직선 연결선 4002">
              <a:extLst>
                <a:ext uri="{FF2B5EF4-FFF2-40B4-BE49-F238E27FC236}">
                  <a16:creationId xmlns:a16="http://schemas.microsoft.com/office/drawing/2014/main" id="{0C20DD07-493E-4D22-B80A-9681D38075FD}"/>
                </a:ext>
              </a:extLst>
            </p:cNvPr>
            <p:cNvCxnSpPr>
              <a:cxnSpLocks/>
              <a:stCxn id="3941" idx="4"/>
              <a:endCxn id="3941" idx="0"/>
            </p:cNvCxnSpPr>
            <p:nvPr/>
          </p:nvCxnSpPr>
          <p:spPr>
            <a:xfrm flipV="1">
              <a:off x="5606547" y="1767809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04" name="TextBox 4003">
              <a:extLst>
                <a:ext uri="{FF2B5EF4-FFF2-40B4-BE49-F238E27FC236}">
                  <a16:creationId xmlns:a16="http://schemas.microsoft.com/office/drawing/2014/main" id="{6BD7A5BB-10C4-46A8-A407-8059F27CFA6A}"/>
                </a:ext>
              </a:extLst>
            </p:cNvPr>
            <p:cNvSpPr txBox="1"/>
            <p:nvPr/>
          </p:nvSpPr>
          <p:spPr>
            <a:xfrm>
              <a:off x="230188" y="2032138"/>
              <a:ext cx="564338" cy="1306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4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February</a:t>
              </a:r>
              <a:endParaRPr lang="ko-KR" altLang="en-US" sz="84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4005" name="타원 4004">
              <a:extLst>
                <a:ext uri="{FF2B5EF4-FFF2-40B4-BE49-F238E27FC236}">
                  <a16:creationId xmlns:a16="http://schemas.microsoft.com/office/drawing/2014/main" id="{6A8610AB-6446-40DA-9510-369A853CC72F}"/>
                </a:ext>
              </a:extLst>
            </p:cNvPr>
            <p:cNvSpPr/>
            <p:nvPr/>
          </p:nvSpPr>
          <p:spPr>
            <a:xfrm>
              <a:off x="1405405" y="2032138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006" name="타원 4005">
              <a:extLst>
                <a:ext uri="{FF2B5EF4-FFF2-40B4-BE49-F238E27FC236}">
                  <a16:creationId xmlns:a16="http://schemas.microsoft.com/office/drawing/2014/main" id="{4442B669-18D9-43FC-87AE-337308E2357C}"/>
                </a:ext>
              </a:extLst>
            </p:cNvPr>
            <p:cNvSpPr/>
            <p:nvPr/>
          </p:nvSpPr>
          <p:spPr>
            <a:xfrm>
              <a:off x="1679097" y="2032138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007" name="타원 4006">
              <a:extLst>
                <a:ext uri="{FF2B5EF4-FFF2-40B4-BE49-F238E27FC236}">
                  <a16:creationId xmlns:a16="http://schemas.microsoft.com/office/drawing/2014/main" id="{65641ADD-C0AC-4FE9-9E8D-0EBD011EC7C0}"/>
                </a:ext>
              </a:extLst>
            </p:cNvPr>
            <p:cNvSpPr/>
            <p:nvPr/>
          </p:nvSpPr>
          <p:spPr>
            <a:xfrm>
              <a:off x="1952789" y="2032138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008" name="타원 4007">
              <a:extLst>
                <a:ext uri="{FF2B5EF4-FFF2-40B4-BE49-F238E27FC236}">
                  <a16:creationId xmlns:a16="http://schemas.microsoft.com/office/drawing/2014/main" id="{B24422B5-082D-4578-AE07-BF57BEC5F933}"/>
                </a:ext>
              </a:extLst>
            </p:cNvPr>
            <p:cNvSpPr/>
            <p:nvPr/>
          </p:nvSpPr>
          <p:spPr>
            <a:xfrm>
              <a:off x="2226481" y="2032138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4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009" name="타원 4008">
              <a:extLst>
                <a:ext uri="{FF2B5EF4-FFF2-40B4-BE49-F238E27FC236}">
                  <a16:creationId xmlns:a16="http://schemas.microsoft.com/office/drawing/2014/main" id="{E2B31EF8-B3B9-4D9F-9979-2322B85C8310}"/>
                </a:ext>
              </a:extLst>
            </p:cNvPr>
            <p:cNvSpPr/>
            <p:nvPr/>
          </p:nvSpPr>
          <p:spPr>
            <a:xfrm>
              <a:off x="2500173" y="2032138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5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010" name="타원 4009">
              <a:extLst>
                <a:ext uri="{FF2B5EF4-FFF2-40B4-BE49-F238E27FC236}">
                  <a16:creationId xmlns:a16="http://schemas.microsoft.com/office/drawing/2014/main" id="{49629815-D08D-4EE4-9E5B-8A7891852FE0}"/>
                </a:ext>
              </a:extLst>
            </p:cNvPr>
            <p:cNvSpPr/>
            <p:nvPr/>
          </p:nvSpPr>
          <p:spPr>
            <a:xfrm>
              <a:off x="2773865" y="2032138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6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011" name="타원 4010">
              <a:extLst>
                <a:ext uri="{FF2B5EF4-FFF2-40B4-BE49-F238E27FC236}">
                  <a16:creationId xmlns:a16="http://schemas.microsoft.com/office/drawing/2014/main" id="{F18F35BC-5254-4A85-8E7F-0A23444387B6}"/>
                </a:ext>
              </a:extLst>
            </p:cNvPr>
            <p:cNvSpPr/>
            <p:nvPr/>
          </p:nvSpPr>
          <p:spPr>
            <a:xfrm>
              <a:off x="3047557" y="2032138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7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012" name="타원 4011">
              <a:extLst>
                <a:ext uri="{FF2B5EF4-FFF2-40B4-BE49-F238E27FC236}">
                  <a16:creationId xmlns:a16="http://schemas.microsoft.com/office/drawing/2014/main" id="{57D8A02E-10C9-48CC-B504-5F469997CF58}"/>
                </a:ext>
              </a:extLst>
            </p:cNvPr>
            <p:cNvSpPr/>
            <p:nvPr/>
          </p:nvSpPr>
          <p:spPr>
            <a:xfrm>
              <a:off x="3321249" y="2032138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8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013" name="타원 4012">
              <a:extLst>
                <a:ext uri="{FF2B5EF4-FFF2-40B4-BE49-F238E27FC236}">
                  <a16:creationId xmlns:a16="http://schemas.microsoft.com/office/drawing/2014/main" id="{7A7DD5D8-2AFF-4A87-AA87-60C05416F8A7}"/>
                </a:ext>
              </a:extLst>
            </p:cNvPr>
            <p:cNvSpPr/>
            <p:nvPr/>
          </p:nvSpPr>
          <p:spPr>
            <a:xfrm>
              <a:off x="3594941" y="2032138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9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014" name="타원 4013">
              <a:extLst>
                <a:ext uri="{FF2B5EF4-FFF2-40B4-BE49-F238E27FC236}">
                  <a16:creationId xmlns:a16="http://schemas.microsoft.com/office/drawing/2014/main" id="{248485C7-3BCD-47E2-ABD8-DCE0EAEA62DC}"/>
                </a:ext>
              </a:extLst>
            </p:cNvPr>
            <p:cNvSpPr/>
            <p:nvPr/>
          </p:nvSpPr>
          <p:spPr>
            <a:xfrm>
              <a:off x="3868633" y="2032138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10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015" name="타원 4014">
              <a:extLst>
                <a:ext uri="{FF2B5EF4-FFF2-40B4-BE49-F238E27FC236}">
                  <a16:creationId xmlns:a16="http://schemas.microsoft.com/office/drawing/2014/main" id="{626F9FFF-6759-4557-AA20-39A60390A402}"/>
                </a:ext>
              </a:extLst>
            </p:cNvPr>
            <p:cNvSpPr/>
            <p:nvPr/>
          </p:nvSpPr>
          <p:spPr>
            <a:xfrm>
              <a:off x="4142325" y="2032138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11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016" name="타원 4015">
              <a:extLst>
                <a:ext uri="{FF2B5EF4-FFF2-40B4-BE49-F238E27FC236}">
                  <a16:creationId xmlns:a16="http://schemas.microsoft.com/office/drawing/2014/main" id="{99DFC2C9-29B6-4223-9FDE-45EC31F87937}"/>
                </a:ext>
              </a:extLst>
            </p:cNvPr>
            <p:cNvSpPr/>
            <p:nvPr/>
          </p:nvSpPr>
          <p:spPr>
            <a:xfrm>
              <a:off x="4416017" y="2032138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12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017" name="타원 4016">
              <a:extLst>
                <a:ext uri="{FF2B5EF4-FFF2-40B4-BE49-F238E27FC236}">
                  <a16:creationId xmlns:a16="http://schemas.microsoft.com/office/drawing/2014/main" id="{0863F1D8-81B8-4743-89D7-0A28E2D11AFD}"/>
                </a:ext>
              </a:extLst>
            </p:cNvPr>
            <p:cNvSpPr/>
            <p:nvPr/>
          </p:nvSpPr>
          <p:spPr>
            <a:xfrm>
              <a:off x="4689709" y="2032138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13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018" name="타원 4017">
              <a:extLst>
                <a:ext uri="{FF2B5EF4-FFF2-40B4-BE49-F238E27FC236}">
                  <a16:creationId xmlns:a16="http://schemas.microsoft.com/office/drawing/2014/main" id="{E1FE47A7-9797-474E-9981-1AC17D9DE110}"/>
                </a:ext>
              </a:extLst>
            </p:cNvPr>
            <p:cNvSpPr/>
            <p:nvPr/>
          </p:nvSpPr>
          <p:spPr>
            <a:xfrm>
              <a:off x="4963401" y="2032138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14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019" name="타원 4018">
              <a:extLst>
                <a:ext uri="{FF2B5EF4-FFF2-40B4-BE49-F238E27FC236}">
                  <a16:creationId xmlns:a16="http://schemas.microsoft.com/office/drawing/2014/main" id="{A948D715-80AC-43AC-800A-51EEDE9E8FB9}"/>
                </a:ext>
              </a:extLst>
            </p:cNvPr>
            <p:cNvSpPr/>
            <p:nvPr/>
          </p:nvSpPr>
          <p:spPr>
            <a:xfrm>
              <a:off x="5237095" y="2032138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15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020" name="타원 4019">
              <a:extLst>
                <a:ext uri="{FF2B5EF4-FFF2-40B4-BE49-F238E27FC236}">
                  <a16:creationId xmlns:a16="http://schemas.microsoft.com/office/drawing/2014/main" id="{3F6C0F58-AEEE-4992-9AC0-88FB2C776632}"/>
                </a:ext>
              </a:extLst>
            </p:cNvPr>
            <p:cNvSpPr/>
            <p:nvPr/>
          </p:nvSpPr>
          <p:spPr>
            <a:xfrm>
              <a:off x="1405403" y="2266551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16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021" name="타원 4020">
              <a:extLst>
                <a:ext uri="{FF2B5EF4-FFF2-40B4-BE49-F238E27FC236}">
                  <a16:creationId xmlns:a16="http://schemas.microsoft.com/office/drawing/2014/main" id="{C3E71292-B0BE-4D16-B96B-9A81B131CCC4}"/>
                </a:ext>
              </a:extLst>
            </p:cNvPr>
            <p:cNvSpPr/>
            <p:nvPr/>
          </p:nvSpPr>
          <p:spPr>
            <a:xfrm>
              <a:off x="1679096" y="2266551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17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022" name="타원 4021">
              <a:extLst>
                <a:ext uri="{FF2B5EF4-FFF2-40B4-BE49-F238E27FC236}">
                  <a16:creationId xmlns:a16="http://schemas.microsoft.com/office/drawing/2014/main" id="{FC5F6166-6A2D-40D0-94E4-2AB32E8A941C}"/>
                </a:ext>
              </a:extLst>
            </p:cNvPr>
            <p:cNvSpPr/>
            <p:nvPr/>
          </p:nvSpPr>
          <p:spPr>
            <a:xfrm>
              <a:off x="1952789" y="2266551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18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023" name="타원 4022">
              <a:extLst>
                <a:ext uri="{FF2B5EF4-FFF2-40B4-BE49-F238E27FC236}">
                  <a16:creationId xmlns:a16="http://schemas.microsoft.com/office/drawing/2014/main" id="{63D03741-4D4D-4917-987C-BDACA4DEECD1}"/>
                </a:ext>
              </a:extLst>
            </p:cNvPr>
            <p:cNvSpPr/>
            <p:nvPr/>
          </p:nvSpPr>
          <p:spPr>
            <a:xfrm>
              <a:off x="2226482" y="2266551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19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024" name="타원 4023">
              <a:extLst>
                <a:ext uri="{FF2B5EF4-FFF2-40B4-BE49-F238E27FC236}">
                  <a16:creationId xmlns:a16="http://schemas.microsoft.com/office/drawing/2014/main" id="{09E3A6E8-48A4-42F9-8653-48086B4936E9}"/>
                </a:ext>
              </a:extLst>
            </p:cNvPr>
            <p:cNvSpPr/>
            <p:nvPr/>
          </p:nvSpPr>
          <p:spPr>
            <a:xfrm>
              <a:off x="2500175" y="2266551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20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025" name="타원 4024">
              <a:extLst>
                <a:ext uri="{FF2B5EF4-FFF2-40B4-BE49-F238E27FC236}">
                  <a16:creationId xmlns:a16="http://schemas.microsoft.com/office/drawing/2014/main" id="{BAE2ED19-7437-4BC1-ACCF-B68C7B655D35}"/>
                </a:ext>
              </a:extLst>
            </p:cNvPr>
            <p:cNvSpPr/>
            <p:nvPr/>
          </p:nvSpPr>
          <p:spPr>
            <a:xfrm>
              <a:off x="2773868" y="2266551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21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026" name="타원 4025">
              <a:extLst>
                <a:ext uri="{FF2B5EF4-FFF2-40B4-BE49-F238E27FC236}">
                  <a16:creationId xmlns:a16="http://schemas.microsoft.com/office/drawing/2014/main" id="{FF1AEE29-705E-4762-8F2D-330B02604C97}"/>
                </a:ext>
              </a:extLst>
            </p:cNvPr>
            <p:cNvSpPr/>
            <p:nvPr/>
          </p:nvSpPr>
          <p:spPr>
            <a:xfrm>
              <a:off x="3047561" y="2266551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22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027" name="타원 4026">
              <a:extLst>
                <a:ext uri="{FF2B5EF4-FFF2-40B4-BE49-F238E27FC236}">
                  <a16:creationId xmlns:a16="http://schemas.microsoft.com/office/drawing/2014/main" id="{2C443690-1F45-435C-B88C-5C81EA1A0732}"/>
                </a:ext>
              </a:extLst>
            </p:cNvPr>
            <p:cNvSpPr/>
            <p:nvPr/>
          </p:nvSpPr>
          <p:spPr>
            <a:xfrm>
              <a:off x="3321254" y="2266551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23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028" name="타원 4027">
              <a:extLst>
                <a:ext uri="{FF2B5EF4-FFF2-40B4-BE49-F238E27FC236}">
                  <a16:creationId xmlns:a16="http://schemas.microsoft.com/office/drawing/2014/main" id="{CF1BEAE3-657C-4388-832C-1378CF8A3344}"/>
                </a:ext>
              </a:extLst>
            </p:cNvPr>
            <p:cNvSpPr/>
            <p:nvPr/>
          </p:nvSpPr>
          <p:spPr>
            <a:xfrm>
              <a:off x="3594947" y="2266551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24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029" name="타원 4028">
              <a:extLst>
                <a:ext uri="{FF2B5EF4-FFF2-40B4-BE49-F238E27FC236}">
                  <a16:creationId xmlns:a16="http://schemas.microsoft.com/office/drawing/2014/main" id="{FF52E597-C3A6-4E40-9011-E430AF03F50F}"/>
                </a:ext>
              </a:extLst>
            </p:cNvPr>
            <p:cNvSpPr/>
            <p:nvPr/>
          </p:nvSpPr>
          <p:spPr>
            <a:xfrm>
              <a:off x="3868640" y="2266551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25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030" name="타원 4029">
              <a:extLst>
                <a:ext uri="{FF2B5EF4-FFF2-40B4-BE49-F238E27FC236}">
                  <a16:creationId xmlns:a16="http://schemas.microsoft.com/office/drawing/2014/main" id="{AE388D12-E0C2-4CF1-9D7B-B9137AA9E9BF}"/>
                </a:ext>
              </a:extLst>
            </p:cNvPr>
            <p:cNvSpPr/>
            <p:nvPr/>
          </p:nvSpPr>
          <p:spPr>
            <a:xfrm>
              <a:off x="4142333" y="2266551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26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031" name="타원 4030">
              <a:extLst>
                <a:ext uri="{FF2B5EF4-FFF2-40B4-BE49-F238E27FC236}">
                  <a16:creationId xmlns:a16="http://schemas.microsoft.com/office/drawing/2014/main" id="{87CDAA89-85B8-473F-BD91-6CF63AB63960}"/>
                </a:ext>
              </a:extLst>
            </p:cNvPr>
            <p:cNvSpPr/>
            <p:nvPr/>
          </p:nvSpPr>
          <p:spPr>
            <a:xfrm>
              <a:off x="4416026" y="2266551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27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032" name="타원 4031">
              <a:extLst>
                <a:ext uri="{FF2B5EF4-FFF2-40B4-BE49-F238E27FC236}">
                  <a16:creationId xmlns:a16="http://schemas.microsoft.com/office/drawing/2014/main" id="{AA707FA8-7A0E-47AB-8224-B5AB52FFB7D2}"/>
                </a:ext>
              </a:extLst>
            </p:cNvPr>
            <p:cNvSpPr/>
            <p:nvPr/>
          </p:nvSpPr>
          <p:spPr>
            <a:xfrm>
              <a:off x="4689719" y="2266551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28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cxnSp>
          <p:nvCxnSpPr>
            <p:cNvPr id="4033" name="직선 연결선 4032">
              <a:extLst>
                <a:ext uri="{FF2B5EF4-FFF2-40B4-BE49-F238E27FC236}">
                  <a16:creationId xmlns:a16="http://schemas.microsoft.com/office/drawing/2014/main" id="{22E18F8E-EEA1-4E49-A40C-83ADAF2F5553}"/>
                </a:ext>
              </a:extLst>
            </p:cNvPr>
            <p:cNvCxnSpPr>
              <a:cxnSpLocks/>
              <a:stCxn id="4005" idx="2"/>
              <a:endCxn id="4005" idx="6"/>
            </p:cNvCxnSpPr>
            <p:nvPr/>
          </p:nvCxnSpPr>
          <p:spPr>
            <a:xfrm>
              <a:off x="1405405" y="2127892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4" name="직선 연결선 4033">
              <a:extLst>
                <a:ext uri="{FF2B5EF4-FFF2-40B4-BE49-F238E27FC236}">
                  <a16:creationId xmlns:a16="http://schemas.microsoft.com/office/drawing/2014/main" id="{1DCED0ED-B98B-4FCF-9943-840226B72D87}"/>
                </a:ext>
              </a:extLst>
            </p:cNvPr>
            <p:cNvCxnSpPr>
              <a:cxnSpLocks/>
              <a:stCxn id="4005" idx="4"/>
              <a:endCxn id="4005" idx="0"/>
            </p:cNvCxnSpPr>
            <p:nvPr/>
          </p:nvCxnSpPr>
          <p:spPr>
            <a:xfrm flipV="1">
              <a:off x="1501159" y="2032138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5" name="직선 연결선 4034">
              <a:extLst>
                <a:ext uri="{FF2B5EF4-FFF2-40B4-BE49-F238E27FC236}">
                  <a16:creationId xmlns:a16="http://schemas.microsoft.com/office/drawing/2014/main" id="{35476274-C241-44FE-9655-BD231B2F239B}"/>
                </a:ext>
              </a:extLst>
            </p:cNvPr>
            <p:cNvCxnSpPr>
              <a:cxnSpLocks/>
              <a:stCxn id="4006" idx="2"/>
              <a:endCxn id="4006" idx="6"/>
            </p:cNvCxnSpPr>
            <p:nvPr/>
          </p:nvCxnSpPr>
          <p:spPr>
            <a:xfrm>
              <a:off x="1679097" y="2127892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6" name="직선 연결선 4035">
              <a:extLst>
                <a:ext uri="{FF2B5EF4-FFF2-40B4-BE49-F238E27FC236}">
                  <a16:creationId xmlns:a16="http://schemas.microsoft.com/office/drawing/2014/main" id="{5B8C7458-7B4E-4997-AE8A-92B3908616D1}"/>
                </a:ext>
              </a:extLst>
            </p:cNvPr>
            <p:cNvCxnSpPr>
              <a:cxnSpLocks/>
              <a:stCxn id="4006" idx="4"/>
              <a:endCxn id="4006" idx="0"/>
            </p:cNvCxnSpPr>
            <p:nvPr/>
          </p:nvCxnSpPr>
          <p:spPr>
            <a:xfrm flipV="1">
              <a:off x="1774851" y="2032138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7" name="직선 연결선 4036">
              <a:extLst>
                <a:ext uri="{FF2B5EF4-FFF2-40B4-BE49-F238E27FC236}">
                  <a16:creationId xmlns:a16="http://schemas.microsoft.com/office/drawing/2014/main" id="{7A174339-1029-464F-8E87-51ECC4515A52}"/>
                </a:ext>
              </a:extLst>
            </p:cNvPr>
            <p:cNvCxnSpPr>
              <a:cxnSpLocks/>
              <a:stCxn id="4007" idx="2"/>
              <a:endCxn id="4007" idx="6"/>
            </p:cNvCxnSpPr>
            <p:nvPr/>
          </p:nvCxnSpPr>
          <p:spPr>
            <a:xfrm>
              <a:off x="1952789" y="2127892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8" name="직선 연결선 4037">
              <a:extLst>
                <a:ext uri="{FF2B5EF4-FFF2-40B4-BE49-F238E27FC236}">
                  <a16:creationId xmlns:a16="http://schemas.microsoft.com/office/drawing/2014/main" id="{1D1FA6ED-A2DF-45ED-BFAC-D5B339F71C2D}"/>
                </a:ext>
              </a:extLst>
            </p:cNvPr>
            <p:cNvCxnSpPr>
              <a:cxnSpLocks/>
              <a:stCxn id="4007" idx="4"/>
              <a:endCxn id="4007" idx="0"/>
            </p:cNvCxnSpPr>
            <p:nvPr/>
          </p:nvCxnSpPr>
          <p:spPr>
            <a:xfrm flipV="1">
              <a:off x="2048543" y="2032138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9" name="직선 연결선 4038">
              <a:extLst>
                <a:ext uri="{FF2B5EF4-FFF2-40B4-BE49-F238E27FC236}">
                  <a16:creationId xmlns:a16="http://schemas.microsoft.com/office/drawing/2014/main" id="{940B67A4-5CD5-4044-BF6D-29A1B700D633}"/>
                </a:ext>
              </a:extLst>
            </p:cNvPr>
            <p:cNvCxnSpPr>
              <a:cxnSpLocks/>
              <a:stCxn id="4008" idx="2"/>
              <a:endCxn id="4008" idx="6"/>
            </p:cNvCxnSpPr>
            <p:nvPr/>
          </p:nvCxnSpPr>
          <p:spPr>
            <a:xfrm>
              <a:off x="2226481" y="2127892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0" name="직선 연결선 4039">
              <a:extLst>
                <a:ext uri="{FF2B5EF4-FFF2-40B4-BE49-F238E27FC236}">
                  <a16:creationId xmlns:a16="http://schemas.microsoft.com/office/drawing/2014/main" id="{BACE5CFE-CB87-4CEA-8C69-B8A2F7A2A4D4}"/>
                </a:ext>
              </a:extLst>
            </p:cNvPr>
            <p:cNvCxnSpPr>
              <a:cxnSpLocks/>
              <a:stCxn id="4008" idx="4"/>
              <a:endCxn id="4008" idx="0"/>
            </p:cNvCxnSpPr>
            <p:nvPr/>
          </p:nvCxnSpPr>
          <p:spPr>
            <a:xfrm flipV="1">
              <a:off x="2322235" y="2032138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1" name="직선 연결선 4040">
              <a:extLst>
                <a:ext uri="{FF2B5EF4-FFF2-40B4-BE49-F238E27FC236}">
                  <a16:creationId xmlns:a16="http://schemas.microsoft.com/office/drawing/2014/main" id="{52DA4520-A75A-47CA-A0E8-B929BE305149}"/>
                </a:ext>
              </a:extLst>
            </p:cNvPr>
            <p:cNvCxnSpPr>
              <a:cxnSpLocks/>
              <a:stCxn id="4009" idx="2"/>
              <a:endCxn id="4009" idx="6"/>
            </p:cNvCxnSpPr>
            <p:nvPr/>
          </p:nvCxnSpPr>
          <p:spPr>
            <a:xfrm>
              <a:off x="2500173" y="2127892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2" name="직선 연결선 4041">
              <a:extLst>
                <a:ext uri="{FF2B5EF4-FFF2-40B4-BE49-F238E27FC236}">
                  <a16:creationId xmlns:a16="http://schemas.microsoft.com/office/drawing/2014/main" id="{9D995632-05DB-4A07-8376-1D959F7D5F46}"/>
                </a:ext>
              </a:extLst>
            </p:cNvPr>
            <p:cNvCxnSpPr>
              <a:cxnSpLocks/>
              <a:stCxn id="4009" idx="4"/>
              <a:endCxn id="4009" idx="0"/>
            </p:cNvCxnSpPr>
            <p:nvPr/>
          </p:nvCxnSpPr>
          <p:spPr>
            <a:xfrm flipV="1">
              <a:off x="2595927" y="2032138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3" name="직선 연결선 4042">
              <a:extLst>
                <a:ext uri="{FF2B5EF4-FFF2-40B4-BE49-F238E27FC236}">
                  <a16:creationId xmlns:a16="http://schemas.microsoft.com/office/drawing/2014/main" id="{E08C106D-59D3-4ABC-94E7-5EE33EE64CB1}"/>
                </a:ext>
              </a:extLst>
            </p:cNvPr>
            <p:cNvCxnSpPr>
              <a:cxnSpLocks/>
              <a:stCxn id="4010" idx="2"/>
              <a:endCxn id="4010" idx="6"/>
            </p:cNvCxnSpPr>
            <p:nvPr/>
          </p:nvCxnSpPr>
          <p:spPr>
            <a:xfrm>
              <a:off x="2773865" y="2127892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4" name="직선 연결선 4043">
              <a:extLst>
                <a:ext uri="{FF2B5EF4-FFF2-40B4-BE49-F238E27FC236}">
                  <a16:creationId xmlns:a16="http://schemas.microsoft.com/office/drawing/2014/main" id="{BEB45921-5188-4743-A574-110F71836043}"/>
                </a:ext>
              </a:extLst>
            </p:cNvPr>
            <p:cNvCxnSpPr>
              <a:cxnSpLocks/>
              <a:stCxn id="4010" idx="4"/>
              <a:endCxn id="4010" idx="0"/>
            </p:cNvCxnSpPr>
            <p:nvPr/>
          </p:nvCxnSpPr>
          <p:spPr>
            <a:xfrm flipV="1">
              <a:off x="2869619" y="2032138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5" name="직선 연결선 4044">
              <a:extLst>
                <a:ext uri="{FF2B5EF4-FFF2-40B4-BE49-F238E27FC236}">
                  <a16:creationId xmlns:a16="http://schemas.microsoft.com/office/drawing/2014/main" id="{34FF26C0-3303-4C6F-8C1B-1FE3692A9AC4}"/>
                </a:ext>
              </a:extLst>
            </p:cNvPr>
            <p:cNvCxnSpPr>
              <a:cxnSpLocks/>
              <a:stCxn id="4011" idx="2"/>
              <a:endCxn id="4011" idx="6"/>
            </p:cNvCxnSpPr>
            <p:nvPr/>
          </p:nvCxnSpPr>
          <p:spPr>
            <a:xfrm>
              <a:off x="3047557" y="2127892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6" name="직선 연결선 4045">
              <a:extLst>
                <a:ext uri="{FF2B5EF4-FFF2-40B4-BE49-F238E27FC236}">
                  <a16:creationId xmlns:a16="http://schemas.microsoft.com/office/drawing/2014/main" id="{5FF3557F-A693-4F68-9297-682F3B7C932D}"/>
                </a:ext>
              </a:extLst>
            </p:cNvPr>
            <p:cNvCxnSpPr>
              <a:cxnSpLocks/>
              <a:stCxn id="4011" idx="4"/>
              <a:endCxn id="4011" idx="0"/>
            </p:cNvCxnSpPr>
            <p:nvPr/>
          </p:nvCxnSpPr>
          <p:spPr>
            <a:xfrm flipV="1">
              <a:off x="3143311" y="2032138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7" name="직선 연결선 4046">
              <a:extLst>
                <a:ext uri="{FF2B5EF4-FFF2-40B4-BE49-F238E27FC236}">
                  <a16:creationId xmlns:a16="http://schemas.microsoft.com/office/drawing/2014/main" id="{B767E84A-93FA-49AB-98E6-9B54F990C81E}"/>
                </a:ext>
              </a:extLst>
            </p:cNvPr>
            <p:cNvCxnSpPr>
              <a:cxnSpLocks/>
              <a:stCxn id="4012" idx="2"/>
              <a:endCxn id="4012" idx="6"/>
            </p:cNvCxnSpPr>
            <p:nvPr/>
          </p:nvCxnSpPr>
          <p:spPr>
            <a:xfrm>
              <a:off x="3321249" y="2127892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8" name="직선 연결선 4047">
              <a:extLst>
                <a:ext uri="{FF2B5EF4-FFF2-40B4-BE49-F238E27FC236}">
                  <a16:creationId xmlns:a16="http://schemas.microsoft.com/office/drawing/2014/main" id="{1535EADD-9CA7-407C-B7F9-1CB11F28DF9F}"/>
                </a:ext>
              </a:extLst>
            </p:cNvPr>
            <p:cNvCxnSpPr>
              <a:cxnSpLocks/>
              <a:stCxn id="4012" idx="4"/>
              <a:endCxn id="4012" idx="0"/>
            </p:cNvCxnSpPr>
            <p:nvPr/>
          </p:nvCxnSpPr>
          <p:spPr>
            <a:xfrm flipV="1">
              <a:off x="3417003" y="2032138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9" name="직선 연결선 4048">
              <a:extLst>
                <a:ext uri="{FF2B5EF4-FFF2-40B4-BE49-F238E27FC236}">
                  <a16:creationId xmlns:a16="http://schemas.microsoft.com/office/drawing/2014/main" id="{6D4A6E0E-8D97-40DF-9488-5BCF2F3081DE}"/>
                </a:ext>
              </a:extLst>
            </p:cNvPr>
            <p:cNvCxnSpPr>
              <a:cxnSpLocks/>
              <a:stCxn id="4013" idx="2"/>
              <a:endCxn id="4013" idx="6"/>
            </p:cNvCxnSpPr>
            <p:nvPr/>
          </p:nvCxnSpPr>
          <p:spPr>
            <a:xfrm>
              <a:off x="3594941" y="2127892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0" name="직선 연결선 4049">
              <a:extLst>
                <a:ext uri="{FF2B5EF4-FFF2-40B4-BE49-F238E27FC236}">
                  <a16:creationId xmlns:a16="http://schemas.microsoft.com/office/drawing/2014/main" id="{FB1CDF97-DE43-48DE-91A6-81D5EB6FFFF1}"/>
                </a:ext>
              </a:extLst>
            </p:cNvPr>
            <p:cNvCxnSpPr>
              <a:cxnSpLocks/>
              <a:stCxn id="4013" idx="4"/>
              <a:endCxn id="4013" idx="0"/>
            </p:cNvCxnSpPr>
            <p:nvPr/>
          </p:nvCxnSpPr>
          <p:spPr>
            <a:xfrm flipV="1">
              <a:off x="3690695" y="2032138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1" name="직선 연결선 4050">
              <a:extLst>
                <a:ext uri="{FF2B5EF4-FFF2-40B4-BE49-F238E27FC236}">
                  <a16:creationId xmlns:a16="http://schemas.microsoft.com/office/drawing/2014/main" id="{EFC7A768-4D7E-403B-9766-25B54064281D}"/>
                </a:ext>
              </a:extLst>
            </p:cNvPr>
            <p:cNvCxnSpPr>
              <a:cxnSpLocks/>
              <a:stCxn id="4014" idx="2"/>
              <a:endCxn id="4014" idx="6"/>
            </p:cNvCxnSpPr>
            <p:nvPr/>
          </p:nvCxnSpPr>
          <p:spPr>
            <a:xfrm>
              <a:off x="3868633" y="2127892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2" name="직선 연결선 4051">
              <a:extLst>
                <a:ext uri="{FF2B5EF4-FFF2-40B4-BE49-F238E27FC236}">
                  <a16:creationId xmlns:a16="http://schemas.microsoft.com/office/drawing/2014/main" id="{0A4E0F5A-6322-411E-8C80-C15EB99F7B0E}"/>
                </a:ext>
              </a:extLst>
            </p:cNvPr>
            <p:cNvCxnSpPr>
              <a:cxnSpLocks/>
              <a:stCxn id="4014" idx="4"/>
              <a:endCxn id="4014" idx="0"/>
            </p:cNvCxnSpPr>
            <p:nvPr/>
          </p:nvCxnSpPr>
          <p:spPr>
            <a:xfrm flipV="1">
              <a:off x="3964387" y="2032138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3" name="직선 연결선 4052">
              <a:extLst>
                <a:ext uri="{FF2B5EF4-FFF2-40B4-BE49-F238E27FC236}">
                  <a16:creationId xmlns:a16="http://schemas.microsoft.com/office/drawing/2014/main" id="{C023D439-5324-4514-8DB5-2458C85B579A}"/>
                </a:ext>
              </a:extLst>
            </p:cNvPr>
            <p:cNvCxnSpPr>
              <a:cxnSpLocks/>
              <a:stCxn id="4015" idx="2"/>
              <a:endCxn id="4015" idx="6"/>
            </p:cNvCxnSpPr>
            <p:nvPr/>
          </p:nvCxnSpPr>
          <p:spPr>
            <a:xfrm>
              <a:off x="4142325" y="2127892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4" name="직선 연결선 4053">
              <a:extLst>
                <a:ext uri="{FF2B5EF4-FFF2-40B4-BE49-F238E27FC236}">
                  <a16:creationId xmlns:a16="http://schemas.microsoft.com/office/drawing/2014/main" id="{7673EC37-7118-428E-AAED-C6C894209B05}"/>
                </a:ext>
              </a:extLst>
            </p:cNvPr>
            <p:cNvCxnSpPr>
              <a:cxnSpLocks/>
              <a:stCxn id="4015" idx="4"/>
              <a:endCxn id="4015" idx="0"/>
            </p:cNvCxnSpPr>
            <p:nvPr/>
          </p:nvCxnSpPr>
          <p:spPr>
            <a:xfrm flipV="1">
              <a:off x="4238079" y="2032138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5" name="직선 연결선 4054">
              <a:extLst>
                <a:ext uri="{FF2B5EF4-FFF2-40B4-BE49-F238E27FC236}">
                  <a16:creationId xmlns:a16="http://schemas.microsoft.com/office/drawing/2014/main" id="{E222E96F-F922-4AF0-BA15-6AD72B7EED1A}"/>
                </a:ext>
              </a:extLst>
            </p:cNvPr>
            <p:cNvCxnSpPr>
              <a:cxnSpLocks/>
              <a:stCxn id="4016" idx="2"/>
              <a:endCxn id="4016" idx="6"/>
            </p:cNvCxnSpPr>
            <p:nvPr/>
          </p:nvCxnSpPr>
          <p:spPr>
            <a:xfrm>
              <a:off x="4416017" y="2127892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6" name="직선 연결선 4055">
              <a:extLst>
                <a:ext uri="{FF2B5EF4-FFF2-40B4-BE49-F238E27FC236}">
                  <a16:creationId xmlns:a16="http://schemas.microsoft.com/office/drawing/2014/main" id="{61CBF0FE-013B-4DF3-8DBE-0CD9779FD46C}"/>
                </a:ext>
              </a:extLst>
            </p:cNvPr>
            <p:cNvCxnSpPr>
              <a:cxnSpLocks/>
              <a:stCxn id="4016" idx="4"/>
              <a:endCxn id="4016" idx="0"/>
            </p:cNvCxnSpPr>
            <p:nvPr/>
          </p:nvCxnSpPr>
          <p:spPr>
            <a:xfrm flipV="1">
              <a:off x="4511771" y="2032138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7" name="직선 연결선 4056">
              <a:extLst>
                <a:ext uri="{FF2B5EF4-FFF2-40B4-BE49-F238E27FC236}">
                  <a16:creationId xmlns:a16="http://schemas.microsoft.com/office/drawing/2014/main" id="{B08AB299-EE1D-458F-A067-5904B96437FE}"/>
                </a:ext>
              </a:extLst>
            </p:cNvPr>
            <p:cNvCxnSpPr>
              <a:cxnSpLocks/>
              <a:stCxn id="4017" idx="2"/>
              <a:endCxn id="4017" idx="6"/>
            </p:cNvCxnSpPr>
            <p:nvPr/>
          </p:nvCxnSpPr>
          <p:spPr>
            <a:xfrm>
              <a:off x="4689709" y="2127892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8" name="직선 연결선 4057">
              <a:extLst>
                <a:ext uri="{FF2B5EF4-FFF2-40B4-BE49-F238E27FC236}">
                  <a16:creationId xmlns:a16="http://schemas.microsoft.com/office/drawing/2014/main" id="{F468C498-1DC7-4111-AE6B-52753F91C038}"/>
                </a:ext>
              </a:extLst>
            </p:cNvPr>
            <p:cNvCxnSpPr>
              <a:cxnSpLocks/>
              <a:stCxn id="4017" idx="4"/>
              <a:endCxn id="4017" idx="0"/>
            </p:cNvCxnSpPr>
            <p:nvPr/>
          </p:nvCxnSpPr>
          <p:spPr>
            <a:xfrm flipV="1">
              <a:off x="4785463" y="2032138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9" name="직선 연결선 4058">
              <a:extLst>
                <a:ext uri="{FF2B5EF4-FFF2-40B4-BE49-F238E27FC236}">
                  <a16:creationId xmlns:a16="http://schemas.microsoft.com/office/drawing/2014/main" id="{EC702EB6-E262-4AB5-827D-ED22330CD76B}"/>
                </a:ext>
              </a:extLst>
            </p:cNvPr>
            <p:cNvCxnSpPr>
              <a:cxnSpLocks/>
              <a:stCxn id="4018" idx="2"/>
              <a:endCxn id="4018" idx="6"/>
            </p:cNvCxnSpPr>
            <p:nvPr/>
          </p:nvCxnSpPr>
          <p:spPr>
            <a:xfrm>
              <a:off x="4963401" y="2127892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0" name="직선 연결선 4059">
              <a:extLst>
                <a:ext uri="{FF2B5EF4-FFF2-40B4-BE49-F238E27FC236}">
                  <a16:creationId xmlns:a16="http://schemas.microsoft.com/office/drawing/2014/main" id="{41EA2A67-67F6-48B7-B5EE-AF841066A558}"/>
                </a:ext>
              </a:extLst>
            </p:cNvPr>
            <p:cNvCxnSpPr>
              <a:cxnSpLocks/>
              <a:stCxn id="4018" idx="4"/>
              <a:endCxn id="4018" idx="0"/>
            </p:cNvCxnSpPr>
            <p:nvPr/>
          </p:nvCxnSpPr>
          <p:spPr>
            <a:xfrm flipV="1">
              <a:off x="5059155" y="2032138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1" name="직선 연결선 4060">
              <a:extLst>
                <a:ext uri="{FF2B5EF4-FFF2-40B4-BE49-F238E27FC236}">
                  <a16:creationId xmlns:a16="http://schemas.microsoft.com/office/drawing/2014/main" id="{14236DA0-7FE5-4702-BA45-5EE1496B375C}"/>
                </a:ext>
              </a:extLst>
            </p:cNvPr>
            <p:cNvCxnSpPr>
              <a:cxnSpLocks/>
              <a:stCxn id="4019" idx="2"/>
              <a:endCxn id="4019" idx="6"/>
            </p:cNvCxnSpPr>
            <p:nvPr/>
          </p:nvCxnSpPr>
          <p:spPr>
            <a:xfrm>
              <a:off x="5237095" y="2127892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2" name="직선 연결선 4061">
              <a:extLst>
                <a:ext uri="{FF2B5EF4-FFF2-40B4-BE49-F238E27FC236}">
                  <a16:creationId xmlns:a16="http://schemas.microsoft.com/office/drawing/2014/main" id="{1F571965-8248-4DFE-8AE9-935DA88BAEE5}"/>
                </a:ext>
              </a:extLst>
            </p:cNvPr>
            <p:cNvCxnSpPr>
              <a:cxnSpLocks/>
              <a:stCxn id="4019" idx="4"/>
              <a:endCxn id="4019" idx="0"/>
            </p:cNvCxnSpPr>
            <p:nvPr/>
          </p:nvCxnSpPr>
          <p:spPr>
            <a:xfrm flipV="1">
              <a:off x="5332849" y="2032138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3" name="직선 연결선 4062">
              <a:extLst>
                <a:ext uri="{FF2B5EF4-FFF2-40B4-BE49-F238E27FC236}">
                  <a16:creationId xmlns:a16="http://schemas.microsoft.com/office/drawing/2014/main" id="{C2BAE51E-6453-4D6E-B340-DD4D48B47BD1}"/>
                </a:ext>
              </a:extLst>
            </p:cNvPr>
            <p:cNvCxnSpPr>
              <a:cxnSpLocks/>
              <a:stCxn id="4020" idx="2"/>
              <a:endCxn id="4020" idx="6"/>
            </p:cNvCxnSpPr>
            <p:nvPr/>
          </p:nvCxnSpPr>
          <p:spPr>
            <a:xfrm>
              <a:off x="1405403" y="2362305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4" name="직선 연결선 4063">
              <a:extLst>
                <a:ext uri="{FF2B5EF4-FFF2-40B4-BE49-F238E27FC236}">
                  <a16:creationId xmlns:a16="http://schemas.microsoft.com/office/drawing/2014/main" id="{84A67CA0-AC38-4341-BC4F-0F3070744214}"/>
                </a:ext>
              </a:extLst>
            </p:cNvPr>
            <p:cNvCxnSpPr>
              <a:cxnSpLocks/>
              <a:stCxn id="4020" idx="4"/>
              <a:endCxn id="4020" idx="0"/>
            </p:cNvCxnSpPr>
            <p:nvPr/>
          </p:nvCxnSpPr>
          <p:spPr>
            <a:xfrm flipV="1">
              <a:off x="1501157" y="2266551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5" name="직선 연결선 4064">
              <a:extLst>
                <a:ext uri="{FF2B5EF4-FFF2-40B4-BE49-F238E27FC236}">
                  <a16:creationId xmlns:a16="http://schemas.microsoft.com/office/drawing/2014/main" id="{BA9722AE-C42B-41FD-A360-35ADF26E4F9B}"/>
                </a:ext>
              </a:extLst>
            </p:cNvPr>
            <p:cNvCxnSpPr>
              <a:cxnSpLocks/>
              <a:stCxn id="4021" idx="2"/>
              <a:endCxn id="4021" idx="6"/>
            </p:cNvCxnSpPr>
            <p:nvPr/>
          </p:nvCxnSpPr>
          <p:spPr>
            <a:xfrm>
              <a:off x="1679096" y="2362305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6" name="직선 연결선 4065">
              <a:extLst>
                <a:ext uri="{FF2B5EF4-FFF2-40B4-BE49-F238E27FC236}">
                  <a16:creationId xmlns:a16="http://schemas.microsoft.com/office/drawing/2014/main" id="{D3F91023-A7A1-4769-B916-25693F45017D}"/>
                </a:ext>
              </a:extLst>
            </p:cNvPr>
            <p:cNvCxnSpPr>
              <a:cxnSpLocks/>
              <a:stCxn id="4021" idx="4"/>
              <a:endCxn id="4021" idx="0"/>
            </p:cNvCxnSpPr>
            <p:nvPr/>
          </p:nvCxnSpPr>
          <p:spPr>
            <a:xfrm flipV="1">
              <a:off x="1774850" y="2266551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7" name="직선 연결선 4066">
              <a:extLst>
                <a:ext uri="{FF2B5EF4-FFF2-40B4-BE49-F238E27FC236}">
                  <a16:creationId xmlns:a16="http://schemas.microsoft.com/office/drawing/2014/main" id="{A1126F25-0D8D-468E-9DC4-4A168D6D6CD2}"/>
                </a:ext>
              </a:extLst>
            </p:cNvPr>
            <p:cNvCxnSpPr>
              <a:cxnSpLocks/>
              <a:stCxn id="4022" idx="2"/>
              <a:endCxn id="4022" idx="6"/>
            </p:cNvCxnSpPr>
            <p:nvPr/>
          </p:nvCxnSpPr>
          <p:spPr>
            <a:xfrm>
              <a:off x="1952789" y="2362305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8" name="직선 연결선 4067">
              <a:extLst>
                <a:ext uri="{FF2B5EF4-FFF2-40B4-BE49-F238E27FC236}">
                  <a16:creationId xmlns:a16="http://schemas.microsoft.com/office/drawing/2014/main" id="{C15D63B3-E23B-420F-B0D8-FB2FA4FA123B}"/>
                </a:ext>
              </a:extLst>
            </p:cNvPr>
            <p:cNvCxnSpPr>
              <a:cxnSpLocks/>
              <a:stCxn id="4022" idx="4"/>
              <a:endCxn id="4022" idx="0"/>
            </p:cNvCxnSpPr>
            <p:nvPr/>
          </p:nvCxnSpPr>
          <p:spPr>
            <a:xfrm flipV="1">
              <a:off x="2048543" y="2266551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9" name="직선 연결선 4068">
              <a:extLst>
                <a:ext uri="{FF2B5EF4-FFF2-40B4-BE49-F238E27FC236}">
                  <a16:creationId xmlns:a16="http://schemas.microsoft.com/office/drawing/2014/main" id="{B8E5FFEC-72D8-43ED-B920-E48D861066D6}"/>
                </a:ext>
              </a:extLst>
            </p:cNvPr>
            <p:cNvCxnSpPr>
              <a:cxnSpLocks/>
              <a:stCxn id="4023" idx="2"/>
              <a:endCxn id="4023" idx="6"/>
            </p:cNvCxnSpPr>
            <p:nvPr/>
          </p:nvCxnSpPr>
          <p:spPr>
            <a:xfrm>
              <a:off x="2226482" y="2362305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0" name="직선 연결선 4069">
              <a:extLst>
                <a:ext uri="{FF2B5EF4-FFF2-40B4-BE49-F238E27FC236}">
                  <a16:creationId xmlns:a16="http://schemas.microsoft.com/office/drawing/2014/main" id="{07DFCBA6-876B-4433-B0DC-04570FCEBD4D}"/>
                </a:ext>
              </a:extLst>
            </p:cNvPr>
            <p:cNvCxnSpPr>
              <a:cxnSpLocks/>
              <a:stCxn id="4023" idx="4"/>
              <a:endCxn id="4023" idx="0"/>
            </p:cNvCxnSpPr>
            <p:nvPr/>
          </p:nvCxnSpPr>
          <p:spPr>
            <a:xfrm flipV="1">
              <a:off x="2322236" y="2266551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1" name="직선 연결선 4070">
              <a:extLst>
                <a:ext uri="{FF2B5EF4-FFF2-40B4-BE49-F238E27FC236}">
                  <a16:creationId xmlns:a16="http://schemas.microsoft.com/office/drawing/2014/main" id="{143FF813-D6C5-44F0-917D-3B34C9AAF825}"/>
                </a:ext>
              </a:extLst>
            </p:cNvPr>
            <p:cNvCxnSpPr>
              <a:cxnSpLocks/>
              <a:stCxn id="4024" idx="2"/>
              <a:endCxn id="4024" idx="6"/>
            </p:cNvCxnSpPr>
            <p:nvPr/>
          </p:nvCxnSpPr>
          <p:spPr>
            <a:xfrm>
              <a:off x="2500175" y="2362305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2" name="직선 연결선 4071">
              <a:extLst>
                <a:ext uri="{FF2B5EF4-FFF2-40B4-BE49-F238E27FC236}">
                  <a16:creationId xmlns:a16="http://schemas.microsoft.com/office/drawing/2014/main" id="{508E4F73-17FB-4EFE-AA3C-245C95245BC0}"/>
                </a:ext>
              </a:extLst>
            </p:cNvPr>
            <p:cNvCxnSpPr>
              <a:cxnSpLocks/>
              <a:stCxn id="4024" idx="4"/>
              <a:endCxn id="4024" idx="0"/>
            </p:cNvCxnSpPr>
            <p:nvPr/>
          </p:nvCxnSpPr>
          <p:spPr>
            <a:xfrm flipV="1">
              <a:off x="2595929" y="2266551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3" name="직선 연결선 4072">
              <a:extLst>
                <a:ext uri="{FF2B5EF4-FFF2-40B4-BE49-F238E27FC236}">
                  <a16:creationId xmlns:a16="http://schemas.microsoft.com/office/drawing/2014/main" id="{13CFA95F-6939-46AC-8F36-FD7428939123}"/>
                </a:ext>
              </a:extLst>
            </p:cNvPr>
            <p:cNvCxnSpPr>
              <a:cxnSpLocks/>
              <a:stCxn id="4025" idx="2"/>
              <a:endCxn id="4025" idx="6"/>
            </p:cNvCxnSpPr>
            <p:nvPr/>
          </p:nvCxnSpPr>
          <p:spPr>
            <a:xfrm>
              <a:off x="2773868" y="2362305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4" name="직선 연결선 4073">
              <a:extLst>
                <a:ext uri="{FF2B5EF4-FFF2-40B4-BE49-F238E27FC236}">
                  <a16:creationId xmlns:a16="http://schemas.microsoft.com/office/drawing/2014/main" id="{04831605-5504-404F-8551-F78AFC70C046}"/>
                </a:ext>
              </a:extLst>
            </p:cNvPr>
            <p:cNvCxnSpPr>
              <a:cxnSpLocks/>
              <a:stCxn id="4025" idx="4"/>
              <a:endCxn id="4025" idx="0"/>
            </p:cNvCxnSpPr>
            <p:nvPr/>
          </p:nvCxnSpPr>
          <p:spPr>
            <a:xfrm flipV="1">
              <a:off x="2869622" y="2266551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5" name="직선 연결선 4074">
              <a:extLst>
                <a:ext uri="{FF2B5EF4-FFF2-40B4-BE49-F238E27FC236}">
                  <a16:creationId xmlns:a16="http://schemas.microsoft.com/office/drawing/2014/main" id="{89D73DA7-CAAD-4F9D-930B-5DC1BF81B2BB}"/>
                </a:ext>
              </a:extLst>
            </p:cNvPr>
            <p:cNvCxnSpPr>
              <a:cxnSpLocks/>
              <a:stCxn id="4026" idx="2"/>
              <a:endCxn id="4026" idx="6"/>
            </p:cNvCxnSpPr>
            <p:nvPr/>
          </p:nvCxnSpPr>
          <p:spPr>
            <a:xfrm>
              <a:off x="3047561" y="2362305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6" name="직선 연결선 4075">
              <a:extLst>
                <a:ext uri="{FF2B5EF4-FFF2-40B4-BE49-F238E27FC236}">
                  <a16:creationId xmlns:a16="http://schemas.microsoft.com/office/drawing/2014/main" id="{C6AFE51A-C673-4C92-904C-57599CCE197A}"/>
                </a:ext>
              </a:extLst>
            </p:cNvPr>
            <p:cNvCxnSpPr>
              <a:cxnSpLocks/>
              <a:stCxn id="4026" idx="4"/>
              <a:endCxn id="4026" idx="0"/>
            </p:cNvCxnSpPr>
            <p:nvPr/>
          </p:nvCxnSpPr>
          <p:spPr>
            <a:xfrm flipV="1">
              <a:off x="3143315" y="2266551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7" name="직선 연결선 4076">
              <a:extLst>
                <a:ext uri="{FF2B5EF4-FFF2-40B4-BE49-F238E27FC236}">
                  <a16:creationId xmlns:a16="http://schemas.microsoft.com/office/drawing/2014/main" id="{8E4EE18E-7F1E-49B8-AAB6-2A767CB28492}"/>
                </a:ext>
              </a:extLst>
            </p:cNvPr>
            <p:cNvCxnSpPr>
              <a:cxnSpLocks/>
              <a:stCxn id="4027" idx="2"/>
              <a:endCxn id="4027" idx="6"/>
            </p:cNvCxnSpPr>
            <p:nvPr/>
          </p:nvCxnSpPr>
          <p:spPr>
            <a:xfrm>
              <a:off x="3321254" y="2362305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8" name="직선 연결선 4077">
              <a:extLst>
                <a:ext uri="{FF2B5EF4-FFF2-40B4-BE49-F238E27FC236}">
                  <a16:creationId xmlns:a16="http://schemas.microsoft.com/office/drawing/2014/main" id="{A8865024-1C1C-4BD6-9A31-77C8D5A2C84D}"/>
                </a:ext>
              </a:extLst>
            </p:cNvPr>
            <p:cNvCxnSpPr>
              <a:cxnSpLocks/>
              <a:stCxn id="4027" idx="4"/>
              <a:endCxn id="4027" idx="0"/>
            </p:cNvCxnSpPr>
            <p:nvPr/>
          </p:nvCxnSpPr>
          <p:spPr>
            <a:xfrm flipV="1">
              <a:off x="3417008" y="2266551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9" name="직선 연결선 4078">
              <a:extLst>
                <a:ext uri="{FF2B5EF4-FFF2-40B4-BE49-F238E27FC236}">
                  <a16:creationId xmlns:a16="http://schemas.microsoft.com/office/drawing/2014/main" id="{1E1B5DBF-CD9D-4661-B3AD-D370D692ACBA}"/>
                </a:ext>
              </a:extLst>
            </p:cNvPr>
            <p:cNvCxnSpPr>
              <a:cxnSpLocks/>
              <a:stCxn id="4028" idx="2"/>
              <a:endCxn id="4028" idx="6"/>
            </p:cNvCxnSpPr>
            <p:nvPr/>
          </p:nvCxnSpPr>
          <p:spPr>
            <a:xfrm>
              <a:off x="3594947" y="2362305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0" name="직선 연결선 4079">
              <a:extLst>
                <a:ext uri="{FF2B5EF4-FFF2-40B4-BE49-F238E27FC236}">
                  <a16:creationId xmlns:a16="http://schemas.microsoft.com/office/drawing/2014/main" id="{42F54EB4-BD07-40DF-9905-6D1872D4FF0F}"/>
                </a:ext>
              </a:extLst>
            </p:cNvPr>
            <p:cNvCxnSpPr>
              <a:cxnSpLocks/>
              <a:stCxn id="4028" idx="4"/>
              <a:endCxn id="4028" idx="0"/>
            </p:cNvCxnSpPr>
            <p:nvPr/>
          </p:nvCxnSpPr>
          <p:spPr>
            <a:xfrm flipV="1">
              <a:off x="3690701" y="2266551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1" name="직선 연결선 4080">
              <a:extLst>
                <a:ext uri="{FF2B5EF4-FFF2-40B4-BE49-F238E27FC236}">
                  <a16:creationId xmlns:a16="http://schemas.microsoft.com/office/drawing/2014/main" id="{CA776CC0-B9AB-4CB1-9C46-256598F99671}"/>
                </a:ext>
              </a:extLst>
            </p:cNvPr>
            <p:cNvCxnSpPr>
              <a:cxnSpLocks/>
              <a:stCxn id="4029" idx="2"/>
              <a:endCxn id="4029" idx="6"/>
            </p:cNvCxnSpPr>
            <p:nvPr/>
          </p:nvCxnSpPr>
          <p:spPr>
            <a:xfrm>
              <a:off x="3868640" y="2362305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2" name="직선 연결선 4081">
              <a:extLst>
                <a:ext uri="{FF2B5EF4-FFF2-40B4-BE49-F238E27FC236}">
                  <a16:creationId xmlns:a16="http://schemas.microsoft.com/office/drawing/2014/main" id="{DF8E2BAC-B99F-43C5-812A-EB54AD125692}"/>
                </a:ext>
              </a:extLst>
            </p:cNvPr>
            <p:cNvCxnSpPr>
              <a:cxnSpLocks/>
              <a:stCxn id="4029" idx="4"/>
              <a:endCxn id="4029" idx="0"/>
            </p:cNvCxnSpPr>
            <p:nvPr/>
          </p:nvCxnSpPr>
          <p:spPr>
            <a:xfrm flipV="1">
              <a:off x="3964394" y="2266551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3" name="직선 연결선 4082">
              <a:extLst>
                <a:ext uri="{FF2B5EF4-FFF2-40B4-BE49-F238E27FC236}">
                  <a16:creationId xmlns:a16="http://schemas.microsoft.com/office/drawing/2014/main" id="{D308E558-0232-43E8-A3EF-FCC3BA2C06E0}"/>
                </a:ext>
              </a:extLst>
            </p:cNvPr>
            <p:cNvCxnSpPr>
              <a:cxnSpLocks/>
              <a:stCxn id="4030" idx="2"/>
              <a:endCxn id="4030" idx="6"/>
            </p:cNvCxnSpPr>
            <p:nvPr/>
          </p:nvCxnSpPr>
          <p:spPr>
            <a:xfrm>
              <a:off x="4142333" y="2362305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4" name="직선 연결선 4083">
              <a:extLst>
                <a:ext uri="{FF2B5EF4-FFF2-40B4-BE49-F238E27FC236}">
                  <a16:creationId xmlns:a16="http://schemas.microsoft.com/office/drawing/2014/main" id="{0BB80A70-0CF9-4C13-9BDD-BC5066174024}"/>
                </a:ext>
              </a:extLst>
            </p:cNvPr>
            <p:cNvCxnSpPr>
              <a:cxnSpLocks/>
              <a:stCxn id="4030" idx="4"/>
              <a:endCxn id="4030" idx="0"/>
            </p:cNvCxnSpPr>
            <p:nvPr/>
          </p:nvCxnSpPr>
          <p:spPr>
            <a:xfrm flipV="1">
              <a:off x="4238087" y="2266551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5" name="직선 연결선 4084">
              <a:extLst>
                <a:ext uri="{FF2B5EF4-FFF2-40B4-BE49-F238E27FC236}">
                  <a16:creationId xmlns:a16="http://schemas.microsoft.com/office/drawing/2014/main" id="{3F4416A6-1569-4878-8154-311E650770D4}"/>
                </a:ext>
              </a:extLst>
            </p:cNvPr>
            <p:cNvCxnSpPr>
              <a:cxnSpLocks/>
              <a:stCxn id="4031" idx="2"/>
              <a:endCxn id="4031" idx="6"/>
            </p:cNvCxnSpPr>
            <p:nvPr/>
          </p:nvCxnSpPr>
          <p:spPr>
            <a:xfrm>
              <a:off x="4416026" y="2362305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6" name="직선 연결선 4085">
              <a:extLst>
                <a:ext uri="{FF2B5EF4-FFF2-40B4-BE49-F238E27FC236}">
                  <a16:creationId xmlns:a16="http://schemas.microsoft.com/office/drawing/2014/main" id="{E9F2A272-31A8-48EC-9479-5C0148B2292A}"/>
                </a:ext>
              </a:extLst>
            </p:cNvPr>
            <p:cNvCxnSpPr>
              <a:cxnSpLocks/>
              <a:stCxn id="4031" idx="4"/>
              <a:endCxn id="4031" idx="0"/>
            </p:cNvCxnSpPr>
            <p:nvPr/>
          </p:nvCxnSpPr>
          <p:spPr>
            <a:xfrm flipV="1">
              <a:off x="4511780" y="2266551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7" name="직선 연결선 4086">
              <a:extLst>
                <a:ext uri="{FF2B5EF4-FFF2-40B4-BE49-F238E27FC236}">
                  <a16:creationId xmlns:a16="http://schemas.microsoft.com/office/drawing/2014/main" id="{FDAE6BBA-6974-46C4-AAAF-88AF71A782CD}"/>
                </a:ext>
              </a:extLst>
            </p:cNvPr>
            <p:cNvCxnSpPr>
              <a:cxnSpLocks/>
              <a:stCxn id="4032" idx="2"/>
              <a:endCxn id="4032" idx="6"/>
            </p:cNvCxnSpPr>
            <p:nvPr/>
          </p:nvCxnSpPr>
          <p:spPr>
            <a:xfrm>
              <a:off x="4689719" y="2362305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8" name="직선 연결선 4087">
              <a:extLst>
                <a:ext uri="{FF2B5EF4-FFF2-40B4-BE49-F238E27FC236}">
                  <a16:creationId xmlns:a16="http://schemas.microsoft.com/office/drawing/2014/main" id="{1D578CD2-AA95-4D2A-9556-8A6AB007C97A}"/>
                </a:ext>
              </a:extLst>
            </p:cNvPr>
            <p:cNvCxnSpPr>
              <a:cxnSpLocks/>
              <a:stCxn id="4032" idx="4"/>
              <a:endCxn id="4032" idx="0"/>
            </p:cNvCxnSpPr>
            <p:nvPr/>
          </p:nvCxnSpPr>
          <p:spPr>
            <a:xfrm flipV="1">
              <a:off x="4785473" y="2266551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89" name="TextBox 4088">
              <a:extLst>
                <a:ext uri="{FF2B5EF4-FFF2-40B4-BE49-F238E27FC236}">
                  <a16:creationId xmlns:a16="http://schemas.microsoft.com/office/drawing/2014/main" id="{8C6001E2-2A70-42E0-9F9C-B498D31D8F6F}"/>
                </a:ext>
              </a:extLst>
            </p:cNvPr>
            <p:cNvSpPr txBox="1"/>
            <p:nvPr/>
          </p:nvSpPr>
          <p:spPr>
            <a:xfrm>
              <a:off x="230188" y="2530880"/>
              <a:ext cx="564338" cy="1306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4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March</a:t>
              </a:r>
              <a:endParaRPr lang="ko-KR" altLang="en-US" sz="84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4090" name="타원 4089">
              <a:extLst>
                <a:ext uri="{FF2B5EF4-FFF2-40B4-BE49-F238E27FC236}">
                  <a16:creationId xmlns:a16="http://schemas.microsoft.com/office/drawing/2014/main" id="{674C54BE-496F-4438-9C0C-EBF168C675E9}"/>
                </a:ext>
              </a:extLst>
            </p:cNvPr>
            <p:cNvSpPr/>
            <p:nvPr/>
          </p:nvSpPr>
          <p:spPr>
            <a:xfrm>
              <a:off x="1405405" y="2530880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091" name="타원 4090">
              <a:extLst>
                <a:ext uri="{FF2B5EF4-FFF2-40B4-BE49-F238E27FC236}">
                  <a16:creationId xmlns:a16="http://schemas.microsoft.com/office/drawing/2014/main" id="{A19DC6B7-9013-40E9-B6D6-23E96DC84DC7}"/>
                </a:ext>
              </a:extLst>
            </p:cNvPr>
            <p:cNvSpPr/>
            <p:nvPr/>
          </p:nvSpPr>
          <p:spPr>
            <a:xfrm>
              <a:off x="1679097" y="2530880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092" name="타원 4091">
              <a:extLst>
                <a:ext uri="{FF2B5EF4-FFF2-40B4-BE49-F238E27FC236}">
                  <a16:creationId xmlns:a16="http://schemas.microsoft.com/office/drawing/2014/main" id="{7976BB8F-E2C0-4288-94C8-10382FAD6D69}"/>
                </a:ext>
              </a:extLst>
            </p:cNvPr>
            <p:cNvSpPr/>
            <p:nvPr/>
          </p:nvSpPr>
          <p:spPr>
            <a:xfrm>
              <a:off x="1952789" y="2530880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093" name="타원 4092">
              <a:extLst>
                <a:ext uri="{FF2B5EF4-FFF2-40B4-BE49-F238E27FC236}">
                  <a16:creationId xmlns:a16="http://schemas.microsoft.com/office/drawing/2014/main" id="{47639AC8-8258-49E5-9F1E-EAB4676084BC}"/>
                </a:ext>
              </a:extLst>
            </p:cNvPr>
            <p:cNvSpPr/>
            <p:nvPr/>
          </p:nvSpPr>
          <p:spPr>
            <a:xfrm>
              <a:off x="2226481" y="2530880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4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094" name="타원 4093">
              <a:extLst>
                <a:ext uri="{FF2B5EF4-FFF2-40B4-BE49-F238E27FC236}">
                  <a16:creationId xmlns:a16="http://schemas.microsoft.com/office/drawing/2014/main" id="{C3915977-5562-4D45-B5C5-B6143CA29E2B}"/>
                </a:ext>
              </a:extLst>
            </p:cNvPr>
            <p:cNvSpPr/>
            <p:nvPr/>
          </p:nvSpPr>
          <p:spPr>
            <a:xfrm>
              <a:off x="2500173" y="2530880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5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095" name="타원 4094">
              <a:extLst>
                <a:ext uri="{FF2B5EF4-FFF2-40B4-BE49-F238E27FC236}">
                  <a16:creationId xmlns:a16="http://schemas.microsoft.com/office/drawing/2014/main" id="{775E2AAC-4EB4-4EC1-A663-6A065A276A40}"/>
                </a:ext>
              </a:extLst>
            </p:cNvPr>
            <p:cNvSpPr/>
            <p:nvPr/>
          </p:nvSpPr>
          <p:spPr>
            <a:xfrm>
              <a:off x="2773865" y="2530880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6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096" name="타원 4095">
              <a:extLst>
                <a:ext uri="{FF2B5EF4-FFF2-40B4-BE49-F238E27FC236}">
                  <a16:creationId xmlns:a16="http://schemas.microsoft.com/office/drawing/2014/main" id="{80D07C2D-0752-4C47-9913-655CB1B526FB}"/>
                </a:ext>
              </a:extLst>
            </p:cNvPr>
            <p:cNvSpPr/>
            <p:nvPr/>
          </p:nvSpPr>
          <p:spPr>
            <a:xfrm>
              <a:off x="3047557" y="2530880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7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097" name="타원 4096">
              <a:extLst>
                <a:ext uri="{FF2B5EF4-FFF2-40B4-BE49-F238E27FC236}">
                  <a16:creationId xmlns:a16="http://schemas.microsoft.com/office/drawing/2014/main" id="{13B4EE6A-F511-48DB-B334-CDBDC6CE284A}"/>
                </a:ext>
              </a:extLst>
            </p:cNvPr>
            <p:cNvSpPr/>
            <p:nvPr/>
          </p:nvSpPr>
          <p:spPr>
            <a:xfrm>
              <a:off x="3321249" y="2530880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8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098" name="타원 4097">
              <a:extLst>
                <a:ext uri="{FF2B5EF4-FFF2-40B4-BE49-F238E27FC236}">
                  <a16:creationId xmlns:a16="http://schemas.microsoft.com/office/drawing/2014/main" id="{C54784C4-895E-4E61-965F-929CED851261}"/>
                </a:ext>
              </a:extLst>
            </p:cNvPr>
            <p:cNvSpPr/>
            <p:nvPr/>
          </p:nvSpPr>
          <p:spPr>
            <a:xfrm>
              <a:off x="3594941" y="2530880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9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099" name="타원 4098">
              <a:extLst>
                <a:ext uri="{FF2B5EF4-FFF2-40B4-BE49-F238E27FC236}">
                  <a16:creationId xmlns:a16="http://schemas.microsoft.com/office/drawing/2014/main" id="{F4C6811C-CC3F-4E25-B2C4-4E6EC0F4BBF0}"/>
                </a:ext>
              </a:extLst>
            </p:cNvPr>
            <p:cNvSpPr/>
            <p:nvPr/>
          </p:nvSpPr>
          <p:spPr>
            <a:xfrm>
              <a:off x="3868633" y="2530880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10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100" name="타원 4099">
              <a:extLst>
                <a:ext uri="{FF2B5EF4-FFF2-40B4-BE49-F238E27FC236}">
                  <a16:creationId xmlns:a16="http://schemas.microsoft.com/office/drawing/2014/main" id="{DA7C854B-7816-4FD1-A92D-983D4B015AEC}"/>
                </a:ext>
              </a:extLst>
            </p:cNvPr>
            <p:cNvSpPr/>
            <p:nvPr/>
          </p:nvSpPr>
          <p:spPr>
            <a:xfrm>
              <a:off x="4142325" y="2530880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11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101" name="타원 4100">
              <a:extLst>
                <a:ext uri="{FF2B5EF4-FFF2-40B4-BE49-F238E27FC236}">
                  <a16:creationId xmlns:a16="http://schemas.microsoft.com/office/drawing/2014/main" id="{7AD3B864-B098-4FEB-9C26-A9EF98311BED}"/>
                </a:ext>
              </a:extLst>
            </p:cNvPr>
            <p:cNvSpPr/>
            <p:nvPr/>
          </p:nvSpPr>
          <p:spPr>
            <a:xfrm>
              <a:off x="4416017" y="2530880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12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102" name="타원 4101">
              <a:extLst>
                <a:ext uri="{FF2B5EF4-FFF2-40B4-BE49-F238E27FC236}">
                  <a16:creationId xmlns:a16="http://schemas.microsoft.com/office/drawing/2014/main" id="{A28B70FB-FA0C-4C66-9516-CC36AA0370A5}"/>
                </a:ext>
              </a:extLst>
            </p:cNvPr>
            <p:cNvSpPr/>
            <p:nvPr/>
          </p:nvSpPr>
          <p:spPr>
            <a:xfrm>
              <a:off x="4689709" y="2530880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13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103" name="타원 4102">
              <a:extLst>
                <a:ext uri="{FF2B5EF4-FFF2-40B4-BE49-F238E27FC236}">
                  <a16:creationId xmlns:a16="http://schemas.microsoft.com/office/drawing/2014/main" id="{E9CBFDA5-7D25-46E5-8D38-5FB85B8ECC49}"/>
                </a:ext>
              </a:extLst>
            </p:cNvPr>
            <p:cNvSpPr/>
            <p:nvPr/>
          </p:nvSpPr>
          <p:spPr>
            <a:xfrm>
              <a:off x="4963401" y="2530880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14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104" name="타원 4103">
              <a:extLst>
                <a:ext uri="{FF2B5EF4-FFF2-40B4-BE49-F238E27FC236}">
                  <a16:creationId xmlns:a16="http://schemas.microsoft.com/office/drawing/2014/main" id="{C6DEDB08-5A3D-40FA-B942-C1D09F41FAD2}"/>
                </a:ext>
              </a:extLst>
            </p:cNvPr>
            <p:cNvSpPr/>
            <p:nvPr/>
          </p:nvSpPr>
          <p:spPr>
            <a:xfrm>
              <a:off x="5237095" y="2530880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15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105" name="타원 4104">
              <a:extLst>
                <a:ext uri="{FF2B5EF4-FFF2-40B4-BE49-F238E27FC236}">
                  <a16:creationId xmlns:a16="http://schemas.microsoft.com/office/drawing/2014/main" id="{14DE5F75-FFB5-4378-9387-CC321029A782}"/>
                </a:ext>
              </a:extLst>
            </p:cNvPr>
            <p:cNvSpPr/>
            <p:nvPr/>
          </p:nvSpPr>
          <p:spPr>
            <a:xfrm>
              <a:off x="1405403" y="2765293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16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106" name="타원 4105">
              <a:extLst>
                <a:ext uri="{FF2B5EF4-FFF2-40B4-BE49-F238E27FC236}">
                  <a16:creationId xmlns:a16="http://schemas.microsoft.com/office/drawing/2014/main" id="{56631FA2-929D-4931-8753-F1B2EDC4A9AF}"/>
                </a:ext>
              </a:extLst>
            </p:cNvPr>
            <p:cNvSpPr/>
            <p:nvPr/>
          </p:nvSpPr>
          <p:spPr>
            <a:xfrm>
              <a:off x="1679096" y="2765293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17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107" name="타원 4106">
              <a:extLst>
                <a:ext uri="{FF2B5EF4-FFF2-40B4-BE49-F238E27FC236}">
                  <a16:creationId xmlns:a16="http://schemas.microsoft.com/office/drawing/2014/main" id="{B9715E3F-A951-4E31-BE36-35917A4E64F0}"/>
                </a:ext>
              </a:extLst>
            </p:cNvPr>
            <p:cNvSpPr/>
            <p:nvPr/>
          </p:nvSpPr>
          <p:spPr>
            <a:xfrm>
              <a:off x="1952789" y="2765293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18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108" name="타원 4107">
              <a:extLst>
                <a:ext uri="{FF2B5EF4-FFF2-40B4-BE49-F238E27FC236}">
                  <a16:creationId xmlns:a16="http://schemas.microsoft.com/office/drawing/2014/main" id="{D6061636-AEDF-446E-B5E7-6F2BB6805429}"/>
                </a:ext>
              </a:extLst>
            </p:cNvPr>
            <p:cNvSpPr/>
            <p:nvPr/>
          </p:nvSpPr>
          <p:spPr>
            <a:xfrm>
              <a:off x="2226482" y="2765293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19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109" name="타원 4108">
              <a:extLst>
                <a:ext uri="{FF2B5EF4-FFF2-40B4-BE49-F238E27FC236}">
                  <a16:creationId xmlns:a16="http://schemas.microsoft.com/office/drawing/2014/main" id="{0C0BFED0-FDCA-4DA8-BB9F-5BF1C763BECF}"/>
                </a:ext>
              </a:extLst>
            </p:cNvPr>
            <p:cNvSpPr/>
            <p:nvPr/>
          </p:nvSpPr>
          <p:spPr>
            <a:xfrm>
              <a:off x="2500175" y="2765293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20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110" name="타원 4109">
              <a:extLst>
                <a:ext uri="{FF2B5EF4-FFF2-40B4-BE49-F238E27FC236}">
                  <a16:creationId xmlns:a16="http://schemas.microsoft.com/office/drawing/2014/main" id="{C6694227-A1AC-4DBF-B6C8-C0160203ECB0}"/>
                </a:ext>
              </a:extLst>
            </p:cNvPr>
            <p:cNvSpPr/>
            <p:nvPr/>
          </p:nvSpPr>
          <p:spPr>
            <a:xfrm>
              <a:off x="2773868" y="2765293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21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111" name="타원 4110">
              <a:extLst>
                <a:ext uri="{FF2B5EF4-FFF2-40B4-BE49-F238E27FC236}">
                  <a16:creationId xmlns:a16="http://schemas.microsoft.com/office/drawing/2014/main" id="{8B3B65EF-B882-42C3-8327-5B89328FDD72}"/>
                </a:ext>
              </a:extLst>
            </p:cNvPr>
            <p:cNvSpPr/>
            <p:nvPr/>
          </p:nvSpPr>
          <p:spPr>
            <a:xfrm>
              <a:off x="3047561" y="2765293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22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112" name="타원 4111">
              <a:extLst>
                <a:ext uri="{FF2B5EF4-FFF2-40B4-BE49-F238E27FC236}">
                  <a16:creationId xmlns:a16="http://schemas.microsoft.com/office/drawing/2014/main" id="{14F10EF0-6638-4E44-BB66-35678EA8BD1F}"/>
                </a:ext>
              </a:extLst>
            </p:cNvPr>
            <p:cNvSpPr/>
            <p:nvPr/>
          </p:nvSpPr>
          <p:spPr>
            <a:xfrm>
              <a:off x="3321254" y="2765293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23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113" name="타원 4112">
              <a:extLst>
                <a:ext uri="{FF2B5EF4-FFF2-40B4-BE49-F238E27FC236}">
                  <a16:creationId xmlns:a16="http://schemas.microsoft.com/office/drawing/2014/main" id="{148D8544-DCBF-423A-820F-0B3C6D556D4C}"/>
                </a:ext>
              </a:extLst>
            </p:cNvPr>
            <p:cNvSpPr/>
            <p:nvPr/>
          </p:nvSpPr>
          <p:spPr>
            <a:xfrm>
              <a:off x="3594947" y="2765293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24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114" name="타원 4113">
              <a:extLst>
                <a:ext uri="{FF2B5EF4-FFF2-40B4-BE49-F238E27FC236}">
                  <a16:creationId xmlns:a16="http://schemas.microsoft.com/office/drawing/2014/main" id="{8C7F697C-EFB9-40BF-8B5F-E8F82598E002}"/>
                </a:ext>
              </a:extLst>
            </p:cNvPr>
            <p:cNvSpPr/>
            <p:nvPr/>
          </p:nvSpPr>
          <p:spPr>
            <a:xfrm>
              <a:off x="3868640" y="2765293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25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115" name="타원 4114">
              <a:extLst>
                <a:ext uri="{FF2B5EF4-FFF2-40B4-BE49-F238E27FC236}">
                  <a16:creationId xmlns:a16="http://schemas.microsoft.com/office/drawing/2014/main" id="{D0CCB538-4743-43AB-8E35-99EF5F89FA93}"/>
                </a:ext>
              </a:extLst>
            </p:cNvPr>
            <p:cNvSpPr/>
            <p:nvPr/>
          </p:nvSpPr>
          <p:spPr>
            <a:xfrm>
              <a:off x="4142333" y="2765293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26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116" name="타원 4115">
              <a:extLst>
                <a:ext uri="{FF2B5EF4-FFF2-40B4-BE49-F238E27FC236}">
                  <a16:creationId xmlns:a16="http://schemas.microsoft.com/office/drawing/2014/main" id="{65B0F059-B4A6-4E59-AB68-BB53FB071D81}"/>
                </a:ext>
              </a:extLst>
            </p:cNvPr>
            <p:cNvSpPr/>
            <p:nvPr/>
          </p:nvSpPr>
          <p:spPr>
            <a:xfrm>
              <a:off x="4416026" y="2765293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27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117" name="타원 4116">
              <a:extLst>
                <a:ext uri="{FF2B5EF4-FFF2-40B4-BE49-F238E27FC236}">
                  <a16:creationId xmlns:a16="http://schemas.microsoft.com/office/drawing/2014/main" id="{B2B61344-0940-4CA4-BF2C-0E83F427FDAC}"/>
                </a:ext>
              </a:extLst>
            </p:cNvPr>
            <p:cNvSpPr/>
            <p:nvPr/>
          </p:nvSpPr>
          <p:spPr>
            <a:xfrm>
              <a:off x="4689719" y="2765293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28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118" name="타원 4117">
              <a:extLst>
                <a:ext uri="{FF2B5EF4-FFF2-40B4-BE49-F238E27FC236}">
                  <a16:creationId xmlns:a16="http://schemas.microsoft.com/office/drawing/2014/main" id="{019951E8-7ED9-4695-8F97-9A8AB58540ED}"/>
                </a:ext>
              </a:extLst>
            </p:cNvPr>
            <p:cNvSpPr/>
            <p:nvPr/>
          </p:nvSpPr>
          <p:spPr>
            <a:xfrm>
              <a:off x="4963412" y="2765293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29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119" name="타원 4118">
              <a:extLst>
                <a:ext uri="{FF2B5EF4-FFF2-40B4-BE49-F238E27FC236}">
                  <a16:creationId xmlns:a16="http://schemas.microsoft.com/office/drawing/2014/main" id="{6322F1F8-AF5D-49C3-B471-8A2283A844DB}"/>
                </a:ext>
              </a:extLst>
            </p:cNvPr>
            <p:cNvSpPr/>
            <p:nvPr/>
          </p:nvSpPr>
          <p:spPr>
            <a:xfrm>
              <a:off x="5237105" y="2765293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30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120" name="타원 4119">
              <a:extLst>
                <a:ext uri="{FF2B5EF4-FFF2-40B4-BE49-F238E27FC236}">
                  <a16:creationId xmlns:a16="http://schemas.microsoft.com/office/drawing/2014/main" id="{9541B1F1-0B88-445E-ABBE-FC458CDCCDD0}"/>
                </a:ext>
              </a:extLst>
            </p:cNvPr>
            <p:cNvSpPr/>
            <p:nvPr/>
          </p:nvSpPr>
          <p:spPr>
            <a:xfrm>
              <a:off x="5510793" y="2765293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31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cxnSp>
          <p:nvCxnSpPr>
            <p:cNvPr id="4121" name="직선 연결선 4120">
              <a:extLst>
                <a:ext uri="{FF2B5EF4-FFF2-40B4-BE49-F238E27FC236}">
                  <a16:creationId xmlns:a16="http://schemas.microsoft.com/office/drawing/2014/main" id="{E2ED6886-74DB-4AAB-99DD-E329CA0451FB}"/>
                </a:ext>
              </a:extLst>
            </p:cNvPr>
            <p:cNvCxnSpPr>
              <a:cxnSpLocks/>
              <a:stCxn id="4090" idx="2"/>
              <a:endCxn id="4090" idx="6"/>
            </p:cNvCxnSpPr>
            <p:nvPr/>
          </p:nvCxnSpPr>
          <p:spPr>
            <a:xfrm>
              <a:off x="1405405" y="2626634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2" name="직선 연결선 4121">
              <a:extLst>
                <a:ext uri="{FF2B5EF4-FFF2-40B4-BE49-F238E27FC236}">
                  <a16:creationId xmlns:a16="http://schemas.microsoft.com/office/drawing/2014/main" id="{03537902-1AC7-4BCA-A09D-19D55348EAF7}"/>
                </a:ext>
              </a:extLst>
            </p:cNvPr>
            <p:cNvCxnSpPr>
              <a:cxnSpLocks/>
              <a:stCxn id="4090" idx="4"/>
              <a:endCxn id="4090" idx="0"/>
            </p:cNvCxnSpPr>
            <p:nvPr/>
          </p:nvCxnSpPr>
          <p:spPr>
            <a:xfrm flipV="1">
              <a:off x="1501159" y="2530880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3" name="직선 연결선 4122">
              <a:extLst>
                <a:ext uri="{FF2B5EF4-FFF2-40B4-BE49-F238E27FC236}">
                  <a16:creationId xmlns:a16="http://schemas.microsoft.com/office/drawing/2014/main" id="{D41094BD-B73E-45F5-AD89-9253F484F2F3}"/>
                </a:ext>
              </a:extLst>
            </p:cNvPr>
            <p:cNvCxnSpPr>
              <a:cxnSpLocks/>
              <a:stCxn id="4091" idx="2"/>
              <a:endCxn id="4091" idx="6"/>
            </p:cNvCxnSpPr>
            <p:nvPr/>
          </p:nvCxnSpPr>
          <p:spPr>
            <a:xfrm>
              <a:off x="1679097" y="2626634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4" name="직선 연결선 4123">
              <a:extLst>
                <a:ext uri="{FF2B5EF4-FFF2-40B4-BE49-F238E27FC236}">
                  <a16:creationId xmlns:a16="http://schemas.microsoft.com/office/drawing/2014/main" id="{05EA0C8A-EBA8-40A0-8BB4-7509207B09CD}"/>
                </a:ext>
              </a:extLst>
            </p:cNvPr>
            <p:cNvCxnSpPr>
              <a:cxnSpLocks/>
              <a:stCxn id="4091" idx="4"/>
              <a:endCxn id="4091" idx="0"/>
            </p:cNvCxnSpPr>
            <p:nvPr/>
          </p:nvCxnSpPr>
          <p:spPr>
            <a:xfrm flipV="1">
              <a:off x="1774851" y="2530880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5" name="직선 연결선 4124">
              <a:extLst>
                <a:ext uri="{FF2B5EF4-FFF2-40B4-BE49-F238E27FC236}">
                  <a16:creationId xmlns:a16="http://schemas.microsoft.com/office/drawing/2014/main" id="{EE2B5588-D272-4B60-AFF6-7B7DFEBC8A5D}"/>
                </a:ext>
              </a:extLst>
            </p:cNvPr>
            <p:cNvCxnSpPr>
              <a:cxnSpLocks/>
              <a:stCxn id="4092" idx="2"/>
              <a:endCxn id="4092" idx="6"/>
            </p:cNvCxnSpPr>
            <p:nvPr/>
          </p:nvCxnSpPr>
          <p:spPr>
            <a:xfrm>
              <a:off x="1952789" y="2626634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6" name="직선 연결선 4125">
              <a:extLst>
                <a:ext uri="{FF2B5EF4-FFF2-40B4-BE49-F238E27FC236}">
                  <a16:creationId xmlns:a16="http://schemas.microsoft.com/office/drawing/2014/main" id="{86F96ED7-AE7D-4EAC-9292-D9838FB36617}"/>
                </a:ext>
              </a:extLst>
            </p:cNvPr>
            <p:cNvCxnSpPr>
              <a:cxnSpLocks/>
              <a:stCxn id="4092" idx="4"/>
              <a:endCxn id="4092" idx="0"/>
            </p:cNvCxnSpPr>
            <p:nvPr/>
          </p:nvCxnSpPr>
          <p:spPr>
            <a:xfrm flipV="1">
              <a:off x="2048543" y="2530880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7" name="직선 연결선 4126">
              <a:extLst>
                <a:ext uri="{FF2B5EF4-FFF2-40B4-BE49-F238E27FC236}">
                  <a16:creationId xmlns:a16="http://schemas.microsoft.com/office/drawing/2014/main" id="{B30F82D8-FABE-4B60-8EC7-FE77707B9988}"/>
                </a:ext>
              </a:extLst>
            </p:cNvPr>
            <p:cNvCxnSpPr>
              <a:cxnSpLocks/>
              <a:stCxn id="4093" idx="2"/>
              <a:endCxn id="4093" idx="6"/>
            </p:cNvCxnSpPr>
            <p:nvPr/>
          </p:nvCxnSpPr>
          <p:spPr>
            <a:xfrm>
              <a:off x="2226481" y="2626634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8" name="직선 연결선 4127">
              <a:extLst>
                <a:ext uri="{FF2B5EF4-FFF2-40B4-BE49-F238E27FC236}">
                  <a16:creationId xmlns:a16="http://schemas.microsoft.com/office/drawing/2014/main" id="{205FB533-E706-49CC-8D1D-4EC6471643A3}"/>
                </a:ext>
              </a:extLst>
            </p:cNvPr>
            <p:cNvCxnSpPr>
              <a:cxnSpLocks/>
              <a:stCxn id="4093" idx="4"/>
              <a:endCxn id="4093" idx="0"/>
            </p:cNvCxnSpPr>
            <p:nvPr/>
          </p:nvCxnSpPr>
          <p:spPr>
            <a:xfrm flipV="1">
              <a:off x="2322235" y="2530880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9" name="직선 연결선 4128">
              <a:extLst>
                <a:ext uri="{FF2B5EF4-FFF2-40B4-BE49-F238E27FC236}">
                  <a16:creationId xmlns:a16="http://schemas.microsoft.com/office/drawing/2014/main" id="{399097DE-0C12-46B9-A457-6BB4053807DD}"/>
                </a:ext>
              </a:extLst>
            </p:cNvPr>
            <p:cNvCxnSpPr>
              <a:cxnSpLocks/>
              <a:stCxn id="4094" idx="2"/>
              <a:endCxn id="4094" idx="6"/>
            </p:cNvCxnSpPr>
            <p:nvPr/>
          </p:nvCxnSpPr>
          <p:spPr>
            <a:xfrm>
              <a:off x="2500173" y="2626634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0" name="직선 연결선 4129">
              <a:extLst>
                <a:ext uri="{FF2B5EF4-FFF2-40B4-BE49-F238E27FC236}">
                  <a16:creationId xmlns:a16="http://schemas.microsoft.com/office/drawing/2014/main" id="{59AB0887-A54B-463B-B1E3-817E17E6B1CC}"/>
                </a:ext>
              </a:extLst>
            </p:cNvPr>
            <p:cNvCxnSpPr>
              <a:cxnSpLocks/>
              <a:stCxn id="4094" idx="4"/>
              <a:endCxn id="4094" idx="0"/>
            </p:cNvCxnSpPr>
            <p:nvPr/>
          </p:nvCxnSpPr>
          <p:spPr>
            <a:xfrm flipV="1">
              <a:off x="2595927" y="2530880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1" name="직선 연결선 4130">
              <a:extLst>
                <a:ext uri="{FF2B5EF4-FFF2-40B4-BE49-F238E27FC236}">
                  <a16:creationId xmlns:a16="http://schemas.microsoft.com/office/drawing/2014/main" id="{9FA2013D-3D98-4D06-BAC1-A407A4098C39}"/>
                </a:ext>
              </a:extLst>
            </p:cNvPr>
            <p:cNvCxnSpPr>
              <a:cxnSpLocks/>
              <a:stCxn id="4095" idx="2"/>
              <a:endCxn id="4095" idx="6"/>
            </p:cNvCxnSpPr>
            <p:nvPr/>
          </p:nvCxnSpPr>
          <p:spPr>
            <a:xfrm>
              <a:off x="2773865" y="2626634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2" name="직선 연결선 4131">
              <a:extLst>
                <a:ext uri="{FF2B5EF4-FFF2-40B4-BE49-F238E27FC236}">
                  <a16:creationId xmlns:a16="http://schemas.microsoft.com/office/drawing/2014/main" id="{44C8BADC-C7EF-4384-A5B3-B2527F40BB31}"/>
                </a:ext>
              </a:extLst>
            </p:cNvPr>
            <p:cNvCxnSpPr>
              <a:cxnSpLocks/>
              <a:stCxn id="4095" idx="4"/>
              <a:endCxn id="4095" idx="0"/>
            </p:cNvCxnSpPr>
            <p:nvPr/>
          </p:nvCxnSpPr>
          <p:spPr>
            <a:xfrm flipV="1">
              <a:off x="2869619" y="2530880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3" name="직선 연결선 4132">
              <a:extLst>
                <a:ext uri="{FF2B5EF4-FFF2-40B4-BE49-F238E27FC236}">
                  <a16:creationId xmlns:a16="http://schemas.microsoft.com/office/drawing/2014/main" id="{E332E882-897F-4424-AB92-3C4C8D00693C}"/>
                </a:ext>
              </a:extLst>
            </p:cNvPr>
            <p:cNvCxnSpPr>
              <a:cxnSpLocks/>
              <a:stCxn id="4096" idx="2"/>
              <a:endCxn id="4096" idx="6"/>
            </p:cNvCxnSpPr>
            <p:nvPr/>
          </p:nvCxnSpPr>
          <p:spPr>
            <a:xfrm>
              <a:off x="3047557" y="2626634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4" name="직선 연결선 4133">
              <a:extLst>
                <a:ext uri="{FF2B5EF4-FFF2-40B4-BE49-F238E27FC236}">
                  <a16:creationId xmlns:a16="http://schemas.microsoft.com/office/drawing/2014/main" id="{718E7B53-3FB6-4A83-A326-0C15C9E35EDC}"/>
                </a:ext>
              </a:extLst>
            </p:cNvPr>
            <p:cNvCxnSpPr>
              <a:cxnSpLocks/>
              <a:stCxn id="4096" idx="4"/>
              <a:endCxn id="4096" idx="0"/>
            </p:cNvCxnSpPr>
            <p:nvPr/>
          </p:nvCxnSpPr>
          <p:spPr>
            <a:xfrm flipV="1">
              <a:off x="3143311" y="2530880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5" name="직선 연결선 4134">
              <a:extLst>
                <a:ext uri="{FF2B5EF4-FFF2-40B4-BE49-F238E27FC236}">
                  <a16:creationId xmlns:a16="http://schemas.microsoft.com/office/drawing/2014/main" id="{E24812D3-76A8-4AB4-84C2-33091A0BAF58}"/>
                </a:ext>
              </a:extLst>
            </p:cNvPr>
            <p:cNvCxnSpPr>
              <a:cxnSpLocks/>
              <a:stCxn id="4097" idx="2"/>
              <a:endCxn id="4097" idx="6"/>
            </p:cNvCxnSpPr>
            <p:nvPr/>
          </p:nvCxnSpPr>
          <p:spPr>
            <a:xfrm>
              <a:off x="3321249" y="2626634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6" name="직선 연결선 4135">
              <a:extLst>
                <a:ext uri="{FF2B5EF4-FFF2-40B4-BE49-F238E27FC236}">
                  <a16:creationId xmlns:a16="http://schemas.microsoft.com/office/drawing/2014/main" id="{6E6C9D91-2CC7-4319-AFC4-84D22FD12AAB}"/>
                </a:ext>
              </a:extLst>
            </p:cNvPr>
            <p:cNvCxnSpPr>
              <a:cxnSpLocks/>
              <a:stCxn id="4097" idx="4"/>
              <a:endCxn id="4097" idx="0"/>
            </p:cNvCxnSpPr>
            <p:nvPr/>
          </p:nvCxnSpPr>
          <p:spPr>
            <a:xfrm flipV="1">
              <a:off x="3417003" y="2530880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7" name="직선 연결선 4136">
              <a:extLst>
                <a:ext uri="{FF2B5EF4-FFF2-40B4-BE49-F238E27FC236}">
                  <a16:creationId xmlns:a16="http://schemas.microsoft.com/office/drawing/2014/main" id="{56F4DB36-C853-4966-A60F-992E1029D666}"/>
                </a:ext>
              </a:extLst>
            </p:cNvPr>
            <p:cNvCxnSpPr>
              <a:cxnSpLocks/>
              <a:stCxn id="4098" idx="2"/>
              <a:endCxn id="4098" idx="6"/>
            </p:cNvCxnSpPr>
            <p:nvPr/>
          </p:nvCxnSpPr>
          <p:spPr>
            <a:xfrm>
              <a:off x="3594941" y="2626634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8" name="직선 연결선 4137">
              <a:extLst>
                <a:ext uri="{FF2B5EF4-FFF2-40B4-BE49-F238E27FC236}">
                  <a16:creationId xmlns:a16="http://schemas.microsoft.com/office/drawing/2014/main" id="{002CCFDA-B412-4FB5-80F5-61AB69C06698}"/>
                </a:ext>
              </a:extLst>
            </p:cNvPr>
            <p:cNvCxnSpPr>
              <a:cxnSpLocks/>
              <a:stCxn id="4098" idx="4"/>
              <a:endCxn id="4098" idx="0"/>
            </p:cNvCxnSpPr>
            <p:nvPr/>
          </p:nvCxnSpPr>
          <p:spPr>
            <a:xfrm flipV="1">
              <a:off x="3690695" y="2530880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9" name="직선 연결선 4138">
              <a:extLst>
                <a:ext uri="{FF2B5EF4-FFF2-40B4-BE49-F238E27FC236}">
                  <a16:creationId xmlns:a16="http://schemas.microsoft.com/office/drawing/2014/main" id="{F6BA75A7-DE8B-4E4D-BD7C-A97DE801D2A7}"/>
                </a:ext>
              </a:extLst>
            </p:cNvPr>
            <p:cNvCxnSpPr>
              <a:cxnSpLocks/>
              <a:stCxn id="4099" idx="2"/>
              <a:endCxn id="4099" idx="6"/>
            </p:cNvCxnSpPr>
            <p:nvPr/>
          </p:nvCxnSpPr>
          <p:spPr>
            <a:xfrm>
              <a:off x="3868633" y="2626634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0" name="직선 연결선 4139">
              <a:extLst>
                <a:ext uri="{FF2B5EF4-FFF2-40B4-BE49-F238E27FC236}">
                  <a16:creationId xmlns:a16="http://schemas.microsoft.com/office/drawing/2014/main" id="{FBA628F5-5813-4E35-91C3-A8AF0E65B6DF}"/>
                </a:ext>
              </a:extLst>
            </p:cNvPr>
            <p:cNvCxnSpPr>
              <a:cxnSpLocks/>
              <a:stCxn id="4099" idx="4"/>
              <a:endCxn id="4099" idx="0"/>
            </p:cNvCxnSpPr>
            <p:nvPr/>
          </p:nvCxnSpPr>
          <p:spPr>
            <a:xfrm flipV="1">
              <a:off x="3964387" y="2530880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1" name="직선 연결선 4140">
              <a:extLst>
                <a:ext uri="{FF2B5EF4-FFF2-40B4-BE49-F238E27FC236}">
                  <a16:creationId xmlns:a16="http://schemas.microsoft.com/office/drawing/2014/main" id="{E547AE73-D60C-48CC-B546-37D4B2057E4F}"/>
                </a:ext>
              </a:extLst>
            </p:cNvPr>
            <p:cNvCxnSpPr>
              <a:cxnSpLocks/>
              <a:stCxn id="4100" idx="2"/>
              <a:endCxn id="4100" idx="6"/>
            </p:cNvCxnSpPr>
            <p:nvPr/>
          </p:nvCxnSpPr>
          <p:spPr>
            <a:xfrm>
              <a:off x="4142325" y="2626634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2" name="직선 연결선 4141">
              <a:extLst>
                <a:ext uri="{FF2B5EF4-FFF2-40B4-BE49-F238E27FC236}">
                  <a16:creationId xmlns:a16="http://schemas.microsoft.com/office/drawing/2014/main" id="{B8C3FAFA-57A6-445A-9E51-F48E39A3E727}"/>
                </a:ext>
              </a:extLst>
            </p:cNvPr>
            <p:cNvCxnSpPr>
              <a:cxnSpLocks/>
              <a:stCxn id="4100" idx="4"/>
              <a:endCxn id="4100" idx="0"/>
            </p:cNvCxnSpPr>
            <p:nvPr/>
          </p:nvCxnSpPr>
          <p:spPr>
            <a:xfrm flipV="1">
              <a:off x="4238079" y="2530880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3" name="직선 연결선 4142">
              <a:extLst>
                <a:ext uri="{FF2B5EF4-FFF2-40B4-BE49-F238E27FC236}">
                  <a16:creationId xmlns:a16="http://schemas.microsoft.com/office/drawing/2014/main" id="{9DAADEE5-5FA4-4CFF-8552-D05F4B5A4B63}"/>
                </a:ext>
              </a:extLst>
            </p:cNvPr>
            <p:cNvCxnSpPr>
              <a:cxnSpLocks/>
              <a:stCxn id="4101" idx="2"/>
              <a:endCxn id="4101" idx="6"/>
            </p:cNvCxnSpPr>
            <p:nvPr/>
          </p:nvCxnSpPr>
          <p:spPr>
            <a:xfrm>
              <a:off x="4416017" y="2626634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4" name="직선 연결선 4143">
              <a:extLst>
                <a:ext uri="{FF2B5EF4-FFF2-40B4-BE49-F238E27FC236}">
                  <a16:creationId xmlns:a16="http://schemas.microsoft.com/office/drawing/2014/main" id="{9E7C6CC5-5DE0-4B84-8AFD-57FB071B71CF}"/>
                </a:ext>
              </a:extLst>
            </p:cNvPr>
            <p:cNvCxnSpPr>
              <a:cxnSpLocks/>
              <a:stCxn id="4101" idx="4"/>
              <a:endCxn id="4101" idx="0"/>
            </p:cNvCxnSpPr>
            <p:nvPr/>
          </p:nvCxnSpPr>
          <p:spPr>
            <a:xfrm flipV="1">
              <a:off x="4511771" y="2530880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5" name="직선 연결선 4144">
              <a:extLst>
                <a:ext uri="{FF2B5EF4-FFF2-40B4-BE49-F238E27FC236}">
                  <a16:creationId xmlns:a16="http://schemas.microsoft.com/office/drawing/2014/main" id="{EE0A43F9-B6A9-4A60-96B0-5910C8255D1B}"/>
                </a:ext>
              </a:extLst>
            </p:cNvPr>
            <p:cNvCxnSpPr>
              <a:cxnSpLocks/>
              <a:stCxn id="4102" idx="2"/>
              <a:endCxn id="4102" idx="6"/>
            </p:cNvCxnSpPr>
            <p:nvPr/>
          </p:nvCxnSpPr>
          <p:spPr>
            <a:xfrm>
              <a:off x="4689709" y="2626634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6" name="직선 연결선 4145">
              <a:extLst>
                <a:ext uri="{FF2B5EF4-FFF2-40B4-BE49-F238E27FC236}">
                  <a16:creationId xmlns:a16="http://schemas.microsoft.com/office/drawing/2014/main" id="{ACD6A98A-4B0A-4887-A9A3-7B0050380A9D}"/>
                </a:ext>
              </a:extLst>
            </p:cNvPr>
            <p:cNvCxnSpPr>
              <a:cxnSpLocks/>
              <a:stCxn id="4102" idx="4"/>
              <a:endCxn id="4102" idx="0"/>
            </p:cNvCxnSpPr>
            <p:nvPr/>
          </p:nvCxnSpPr>
          <p:spPr>
            <a:xfrm flipV="1">
              <a:off x="4785463" y="2530880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7" name="직선 연결선 4146">
              <a:extLst>
                <a:ext uri="{FF2B5EF4-FFF2-40B4-BE49-F238E27FC236}">
                  <a16:creationId xmlns:a16="http://schemas.microsoft.com/office/drawing/2014/main" id="{901AE3B2-0591-496C-BFEA-36C6650EF601}"/>
                </a:ext>
              </a:extLst>
            </p:cNvPr>
            <p:cNvCxnSpPr>
              <a:cxnSpLocks/>
              <a:stCxn id="4103" idx="2"/>
              <a:endCxn id="4103" idx="6"/>
            </p:cNvCxnSpPr>
            <p:nvPr/>
          </p:nvCxnSpPr>
          <p:spPr>
            <a:xfrm>
              <a:off x="4963401" y="2626634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8" name="직선 연결선 4147">
              <a:extLst>
                <a:ext uri="{FF2B5EF4-FFF2-40B4-BE49-F238E27FC236}">
                  <a16:creationId xmlns:a16="http://schemas.microsoft.com/office/drawing/2014/main" id="{84C4A8B6-B428-47CD-957A-2FAB9E9D9112}"/>
                </a:ext>
              </a:extLst>
            </p:cNvPr>
            <p:cNvCxnSpPr>
              <a:cxnSpLocks/>
              <a:stCxn id="4103" idx="4"/>
              <a:endCxn id="4103" idx="0"/>
            </p:cNvCxnSpPr>
            <p:nvPr/>
          </p:nvCxnSpPr>
          <p:spPr>
            <a:xfrm flipV="1">
              <a:off x="5059155" y="2530880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9" name="직선 연결선 4148">
              <a:extLst>
                <a:ext uri="{FF2B5EF4-FFF2-40B4-BE49-F238E27FC236}">
                  <a16:creationId xmlns:a16="http://schemas.microsoft.com/office/drawing/2014/main" id="{B610E7CA-D5D0-4CC1-A959-74D5EB0AFD2A}"/>
                </a:ext>
              </a:extLst>
            </p:cNvPr>
            <p:cNvCxnSpPr>
              <a:cxnSpLocks/>
              <a:stCxn id="4104" idx="2"/>
              <a:endCxn id="4104" idx="6"/>
            </p:cNvCxnSpPr>
            <p:nvPr/>
          </p:nvCxnSpPr>
          <p:spPr>
            <a:xfrm>
              <a:off x="5237095" y="2626634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0" name="직선 연결선 4149">
              <a:extLst>
                <a:ext uri="{FF2B5EF4-FFF2-40B4-BE49-F238E27FC236}">
                  <a16:creationId xmlns:a16="http://schemas.microsoft.com/office/drawing/2014/main" id="{47C2FDC8-95DF-40CF-BB59-1A57A957D2EE}"/>
                </a:ext>
              </a:extLst>
            </p:cNvPr>
            <p:cNvCxnSpPr>
              <a:cxnSpLocks/>
              <a:stCxn id="4104" idx="4"/>
              <a:endCxn id="4104" idx="0"/>
            </p:cNvCxnSpPr>
            <p:nvPr/>
          </p:nvCxnSpPr>
          <p:spPr>
            <a:xfrm flipV="1">
              <a:off x="5332849" y="2530880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1" name="직선 연결선 4150">
              <a:extLst>
                <a:ext uri="{FF2B5EF4-FFF2-40B4-BE49-F238E27FC236}">
                  <a16:creationId xmlns:a16="http://schemas.microsoft.com/office/drawing/2014/main" id="{92967F86-BC4A-4D78-BD78-424495E522A2}"/>
                </a:ext>
              </a:extLst>
            </p:cNvPr>
            <p:cNvCxnSpPr>
              <a:cxnSpLocks/>
              <a:stCxn id="4105" idx="2"/>
              <a:endCxn id="4105" idx="6"/>
            </p:cNvCxnSpPr>
            <p:nvPr/>
          </p:nvCxnSpPr>
          <p:spPr>
            <a:xfrm>
              <a:off x="1405403" y="2861047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2" name="직선 연결선 4151">
              <a:extLst>
                <a:ext uri="{FF2B5EF4-FFF2-40B4-BE49-F238E27FC236}">
                  <a16:creationId xmlns:a16="http://schemas.microsoft.com/office/drawing/2014/main" id="{8A4A11E5-5A67-4E01-8B58-C5F531C781A3}"/>
                </a:ext>
              </a:extLst>
            </p:cNvPr>
            <p:cNvCxnSpPr>
              <a:cxnSpLocks/>
              <a:stCxn id="4105" idx="4"/>
              <a:endCxn id="4105" idx="0"/>
            </p:cNvCxnSpPr>
            <p:nvPr/>
          </p:nvCxnSpPr>
          <p:spPr>
            <a:xfrm flipV="1">
              <a:off x="1501157" y="2765293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3" name="직선 연결선 4152">
              <a:extLst>
                <a:ext uri="{FF2B5EF4-FFF2-40B4-BE49-F238E27FC236}">
                  <a16:creationId xmlns:a16="http://schemas.microsoft.com/office/drawing/2014/main" id="{6CBD93DD-F62E-4439-80EB-3587310B471C}"/>
                </a:ext>
              </a:extLst>
            </p:cNvPr>
            <p:cNvCxnSpPr>
              <a:cxnSpLocks/>
              <a:stCxn id="4106" idx="2"/>
              <a:endCxn id="4106" idx="6"/>
            </p:cNvCxnSpPr>
            <p:nvPr/>
          </p:nvCxnSpPr>
          <p:spPr>
            <a:xfrm>
              <a:off x="1679096" y="2861047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4" name="직선 연결선 4153">
              <a:extLst>
                <a:ext uri="{FF2B5EF4-FFF2-40B4-BE49-F238E27FC236}">
                  <a16:creationId xmlns:a16="http://schemas.microsoft.com/office/drawing/2014/main" id="{BB8073CD-0EF2-4B6B-ADF0-E6F32D7680AE}"/>
                </a:ext>
              </a:extLst>
            </p:cNvPr>
            <p:cNvCxnSpPr>
              <a:cxnSpLocks/>
              <a:stCxn id="4106" idx="4"/>
              <a:endCxn id="4106" idx="0"/>
            </p:cNvCxnSpPr>
            <p:nvPr/>
          </p:nvCxnSpPr>
          <p:spPr>
            <a:xfrm flipV="1">
              <a:off x="1774850" y="2765293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5" name="직선 연결선 4154">
              <a:extLst>
                <a:ext uri="{FF2B5EF4-FFF2-40B4-BE49-F238E27FC236}">
                  <a16:creationId xmlns:a16="http://schemas.microsoft.com/office/drawing/2014/main" id="{C080FA3B-948F-46D9-AF9B-F52F859AAE3F}"/>
                </a:ext>
              </a:extLst>
            </p:cNvPr>
            <p:cNvCxnSpPr>
              <a:cxnSpLocks/>
              <a:stCxn id="4107" idx="2"/>
              <a:endCxn id="4107" idx="6"/>
            </p:cNvCxnSpPr>
            <p:nvPr/>
          </p:nvCxnSpPr>
          <p:spPr>
            <a:xfrm>
              <a:off x="1952789" y="2861047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6" name="직선 연결선 4155">
              <a:extLst>
                <a:ext uri="{FF2B5EF4-FFF2-40B4-BE49-F238E27FC236}">
                  <a16:creationId xmlns:a16="http://schemas.microsoft.com/office/drawing/2014/main" id="{6C604E2F-C2E7-4C7D-898E-CE6FE0C89A88}"/>
                </a:ext>
              </a:extLst>
            </p:cNvPr>
            <p:cNvCxnSpPr>
              <a:cxnSpLocks/>
              <a:stCxn id="4107" idx="4"/>
              <a:endCxn id="4107" idx="0"/>
            </p:cNvCxnSpPr>
            <p:nvPr/>
          </p:nvCxnSpPr>
          <p:spPr>
            <a:xfrm flipV="1">
              <a:off x="2048543" y="2765293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7" name="직선 연결선 4156">
              <a:extLst>
                <a:ext uri="{FF2B5EF4-FFF2-40B4-BE49-F238E27FC236}">
                  <a16:creationId xmlns:a16="http://schemas.microsoft.com/office/drawing/2014/main" id="{F6CD39DA-8EA1-499C-B3EF-99417AB5223E}"/>
                </a:ext>
              </a:extLst>
            </p:cNvPr>
            <p:cNvCxnSpPr>
              <a:cxnSpLocks/>
              <a:stCxn id="4108" idx="2"/>
              <a:endCxn id="4108" idx="6"/>
            </p:cNvCxnSpPr>
            <p:nvPr/>
          </p:nvCxnSpPr>
          <p:spPr>
            <a:xfrm>
              <a:off x="2226482" y="2861047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8" name="직선 연결선 4157">
              <a:extLst>
                <a:ext uri="{FF2B5EF4-FFF2-40B4-BE49-F238E27FC236}">
                  <a16:creationId xmlns:a16="http://schemas.microsoft.com/office/drawing/2014/main" id="{7B501DF6-CEF1-4487-92C6-C3FB69BF1AC5}"/>
                </a:ext>
              </a:extLst>
            </p:cNvPr>
            <p:cNvCxnSpPr>
              <a:cxnSpLocks/>
              <a:stCxn id="4108" idx="4"/>
              <a:endCxn id="4108" idx="0"/>
            </p:cNvCxnSpPr>
            <p:nvPr/>
          </p:nvCxnSpPr>
          <p:spPr>
            <a:xfrm flipV="1">
              <a:off x="2322236" y="2765293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9" name="직선 연결선 4158">
              <a:extLst>
                <a:ext uri="{FF2B5EF4-FFF2-40B4-BE49-F238E27FC236}">
                  <a16:creationId xmlns:a16="http://schemas.microsoft.com/office/drawing/2014/main" id="{982BF8B9-F613-47FB-B90B-487AC8BD9211}"/>
                </a:ext>
              </a:extLst>
            </p:cNvPr>
            <p:cNvCxnSpPr>
              <a:cxnSpLocks/>
              <a:stCxn id="4109" idx="2"/>
              <a:endCxn id="4109" idx="6"/>
            </p:cNvCxnSpPr>
            <p:nvPr/>
          </p:nvCxnSpPr>
          <p:spPr>
            <a:xfrm>
              <a:off x="2500175" y="2861047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0" name="직선 연결선 4159">
              <a:extLst>
                <a:ext uri="{FF2B5EF4-FFF2-40B4-BE49-F238E27FC236}">
                  <a16:creationId xmlns:a16="http://schemas.microsoft.com/office/drawing/2014/main" id="{3E0A132E-50E1-4931-ADF0-FA1182B0A601}"/>
                </a:ext>
              </a:extLst>
            </p:cNvPr>
            <p:cNvCxnSpPr>
              <a:cxnSpLocks/>
              <a:stCxn id="4109" idx="4"/>
              <a:endCxn id="4109" idx="0"/>
            </p:cNvCxnSpPr>
            <p:nvPr/>
          </p:nvCxnSpPr>
          <p:spPr>
            <a:xfrm flipV="1">
              <a:off x="2595929" y="2765293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1" name="직선 연결선 4160">
              <a:extLst>
                <a:ext uri="{FF2B5EF4-FFF2-40B4-BE49-F238E27FC236}">
                  <a16:creationId xmlns:a16="http://schemas.microsoft.com/office/drawing/2014/main" id="{58497573-D671-4AE2-883C-8B6021AF37E4}"/>
                </a:ext>
              </a:extLst>
            </p:cNvPr>
            <p:cNvCxnSpPr>
              <a:cxnSpLocks/>
              <a:stCxn id="4110" idx="2"/>
              <a:endCxn id="4110" idx="6"/>
            </p:cNvCxnSpPr>
            <p:nvPr/>
          </p:nvCxnSpPr>
          <p:spPr>
            <a:xfrm>
              <a:off x="2773868" y="2861047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2" name="직선 연결선 4161">
              <a:extLst>
                <a:ext uri="{FF2B5EF4-FFF2-40B4-BE49-F238E27FC236}">
                  <a16:creationId xmlns:a16="http://schemas.microsoft.com/office/drawing/2014/main" id="{F651C93A-F63C-4101-B1E5-9F74414F0A54}"/>
                </a:ext>
              </a:extLst>
            </p:cNvPr>
            <p:cNvCxnSpPr>
              <a:cxnSpLocks/>
              <a:stCxn id="4110" idx="4"/>
              <a:endCxn id="4110" idx="0"/>
            </p:cNvCxnSpPr>
            <p:nvPr/>
          </p:nvCxnSpPr>
          <p:spPr>
            <a:xfrm flipV="1">
              <a:off x="2869622" y="2765293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3" name="직선 연결선 4162">
              <a:extLst>
                <a:ext uri="{FF2B5EF4-FFF2-40B4-BE49-F238E27FC236}">
                  <a16:creationId xmlns:a16="http://schemas.microsoft.com/office/drawing/2014/main" id="{DDA206FC-6DDD-4565-8D60-AB39B1D4C26B}"/>
                </a:ext>
              </a:extLst>
            </p:cNvPr>
            <p:cNvCxnSpPr>
              <a:cxnSpLocks/>
              <a:stCxn id="4111" idx="2"/>
              <a:endCxn id="4111" idx="6"/>
            </p:cNvCxnSpPr>
            <p:nvPr/>
          </p:nvCxnSpPr>
          <p:spPr>
            <a:xfrm>
              <a:off x="3047561" y="2861047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4" name="직선 연결선 4163">
              <a:extLst>
                <a:ext uri="{FF2B5EF4-FFF2-40B4-BE49-F238E27FC236}">
                  <a16:creationId xmlns:a16="http://schemas.microsoft.com/office/drawing/2014/main" id="{A7378F0A-8DC5-49C8-918A-CCA6B11119A1}"/>
                </a:ext>
              </a:extLst>
            </p:cNvPr>
            <p:cNvCxnSpPr>
              <a:cxnSpLocks/>
              <a:stCxn id="4111" idx="4"/>
              <a:endCxn id="4111" idx="0"/>
            </p:cNvCxnSpPr>
            <p:nvPr/>
          </p:nvCxnSpPr>
          <p:spPr>
            <a:xfrm flipV="1">
              <a:off x="3143315" y="2765293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5" name="직선 연결선 4164">
              <a:extLst>
                <a:ext uri="{FF2B5EF4-FFF2-40B4-BE49-F238E27FC236}">
                  <a16:creationId xmlns:a16="http://schemas.microsoft.com/office/drawing/2014/main" id="{C0AE39C6-08BD-47A4-90D7-0C35C9488A6A}"/>
                </a:ext>
              </a:extLst>
            </p:cNvPr>
            <p:cNvCxnSpPr>
              <a:cxnSpLocks/>
              <a:stCxn id="4112" idx="2"/>
              <a:endCxn id="4112" idx="6"/>
            </p:cNvCxnSpPr>
            <p:nvPr/>
          </p:nvCxnSpPr>
          <p:spPr>
            <a:xfrm>
              <a:off x="3321254" y="2861047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6" name="직선 연결선 4165">
              <a:extLst>
                <a:ext uri="{FF2B5EF4-FFF2-40B4-BE49-F238E27FC236}">
                  <a16:creationId xmlns:a16="http://schemas.microsoft.com/office/drawing/2014/main" id="{B157BB5B-0E4C-485F-BB8D-933FFF22E10B}"/>
                </a:ext>
              </a:extLst>
            </p:cNvPr>
            <p:cNvCxnSpPr>
              <a:cxnSpLocks/>
              <a:stCxn id="4112" idx="4"/>
              <a:endCxn id="4112" idx="0"/>
            </p:cNvCxnSpPr>
            <p:nvPr/>
          </p:nvCxnSpPr>
          <p:spPr>
            <a:xfrm flipV="1">
              <a:off x="3417008" y="2765293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7" name="직선 연결선 4166">
              <a:extLst>
                <a:ext uri="{FF2B5EF4-FFF2-40B4-BE49-F238E27FC236}">
                  <a16:creationId xmlns:a16="http://schemas.microsoft.com/office/drawing/2014/main" id="{068F0BD6-BB03-4AB4-968B-BCC4DFCBB193}"/>
                </a:ext>
              </a:extLst>
            </p:cNvPr>
            <p:cNvCxnSpPr>
              <a:cxnSpLocks/>
              <a:stCxn id="4113" idx="2"/>
              <a:endCxn id="4113" idx="6"/>
            </p:cNvCxnSpPr>
            <p:nvPr/>
          </p:nvCxnSpPr>
          <p:spPr>
            <a:xfrm>
              <a:off x="3594947" y="2861047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8" name="직선 연결선 4167">
              <a:extLst>
                <a:ext uri="{FF2B5EF4-FFF2-40B4-BE49-F238E27FC236}">
                  <a16:creationId xmlns:a16="http://schemas.microsoft.com/office/drawing/2014/main" id="{95148DE7-4F04-4268-B2E1-12D6BE58E4DA}"/>
                </a:ext>
              </a:extLst>
            </p:cNvPr>
            <p:cNvCxnSpPr>
              <a:cxnSpLocks/>
              <a:stCxn id="4113" idx="4"/>
              <a:endCxn id="4113" idx="0"/>
            </p:cNvCxnSpPr>
            <p:nvPr/>
          </p:nvCxnSpPr>
          <p:spPr>
            <a:xfrm flipV="1">
              <a:off x="3690701" y="2765293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9" name="직선 연결선 4168">
              <a:extLst>
                <a:ext uri="{FF2B5EF4-FFF2-40B4-BE49-F238E27FC236}">
                  <a16:creationId xmlns:a16="http://schemas.microsoft.com/office/drawing/2014/main" id="{EF34A739-C71C-4361-AD5C-B46BB24E22CD}"/>
                </a:ext>
              </a:extLst>
            </p:cNvPr>
            <p:cNvCxnSpPr>
              <a:cxnSpLocks/>
              <a:stCxn id="4114" idx="2"/>
              <a:endCxn id="4114" idx="6"/>
            </p:cNvCxnSpPr>
            <p:nvPr/>
          </p:nvCxnSpPr>
          <p:spPr>
            <a:xfrm>
              <a:off x="3868640" y="2861047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0" name="직선 연결선 4169">
              <a:extLst>
                <a:ext uri="{FF2B5EF4-FFF2-40B4-BE49-F238E27FC236}">
                  <a16:creationId xmlns:a16="http://schemas.microsoft.com/office/drawing/2014/main" id="{C9806D64-F0B4-4A13-A97C-38B62DAC9480}"/>
                </a:ext>
              </a:extLst>
            </p:cNvPr>
            <p:cNvCxnSpPr>
              <a:cxnSpLocks/>
              <a:stCxn id="4114" idx="4"/>
              <a:endCxn id="4114" idx="0"/>
            </p:cNvCxnSpPr>
            <p:nvPr/>
          </p:nvCxnSpPr>
          <p:spPr>
            <a:xfrm flipV="1">
              <a:off x="3964394" y="2765293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1" name="직선 연결선 4170">
              <a:extLst>
                <a:ext uri="{FF2B5EF4-FFF2-40B4-BE49-F238E27FC236}">
                  <a16:creationId xmlns:a16="http://schemas.microsoft.com/office/drawing/2014/main" id="{F2F77588-EA6E-4A67-BECF-DFEBE8A7B989}"/>
                </a:ext>
              </a:extLst>
            </p:cNvPr>
            <p:cNvCxnSpPr>
              <a:cxnSpLocks/>
              <a:stCxn id="4115" idx="2"/>
              <a:endCxn id="4115" idx="6"/>
            </p:cNvCxnSpPr>
            <p:nvPr/>
          </p:nvCxnSpPr>
          <p:spPr>
            <a:xfrm>
              <a:off x="4142333" y="2861047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2" name="직선 연결선 4171">
              <a:extLst>
                <a:ext uri="{FF2B5EF4-FFF2-40B4-BE49-F238E27FC236}">
                  <a16:creationId xmlns:a16="http://schemas.microsoft.com/office/drawing/2014/main" id="{FD401E58-2092-4A68-A39C-97EB43D137A2}"/>
                </a:ext>
              </a:extLst>
            </p:cNvPr>
            <p:cNvCxnSpPr>
              <a:cxnSpLocks/>
              <a:stCxn id="4115" idx="4"/>
              <a:endCxn id="4115" idx="0"/>
            </p:cNvCxnSpPr>
            <p:nvPr/>
          </p:nvCxnSpPr>
          <p:spPr>
            <a:xfrm flipV="1">
              <a:off x="4238087" y="2765293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3" name="직선 연결선 4172">
              <a:extLst>
                <a:ext uri="{FF2B5EF4-FFF2-40B4-BE49-F238E27FC236}">
                  <a16:creationId xmlns:a16="http://schemas.microsoft.com/office/drawing/2014/main" id="{C5DFAE82-67C0-46DE-BB84-D91FBE91B222}"/>
                </a:ext>
              </a:extLst>
            </p:cNvPr>
            <p:cNvCxnSpPr>
              <a:cxnSpLocks/>
              <a:stCxn id="4116" idx="2"/>
              <a:endCxn id="4116" idx="6"/>
            </p:cNvCxnSpPr>
            <p:nvPr/>
          </p:nvCxnSpPr>
          <p:spPr>
            <a:xfrm>
              <a:off x="4416026" y="2861047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4" name="직선 연결선 4173">
              <a:extLst>
                <a:ext uri="{FF2B5EF4-FFF2-40B4-BE49-F238E27FC236}">
                  <a16:creationId xmlns:a16="http://schemas.microsoft.com/office/drawing/2014/main" id="{CDC3FCF1-9641-4BEA-BC77-EF59254DE4A3}"/>
                </a:ext>
              </a:extLst>
            </p:cNvPr>
            <p:cNvCxnSpPr>
              <a:cxnSpLocks/>
              <a:stCxn id="4116" idx="4"/>
              <a:endCxn id="4116" idx="0"/>
            </p:cNvCxnSpPr>
            <p:nvPr/>
          </p:nvCxnSpPr>
          <p:spPr>
            <a:xfrm flipV="1">
              <a:off x="4511780" y="2765293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5" name="직선 연결선 4174">
              <a:extLst>
                <a:ext uri="{FF2B5EF4-FFF2-40B4-BE49-F238E27FC236}">
                  <a16:creationId xmlns:a16="http://schemas.microsoft.com/office/drawing/2014/main" id="{03D3BA99-D71F-484F-9EE4-29B3708913A4}"/>
                </a:ext>
              </a:extLst>
            </p:cNvPr>
            <p:cNvCxnSpPr>
              <a:cxnSpLocks/>
              <a:stCxn id="4117" idx="2"/>
              <a:endCxn id="4117" idx="6"/>
            </p:cNvCxnSpPr>
            <p:nvPr/>
          </p:nvCxnSpPr>
          <p:spPr>
            <a:xfrm>
              <a:off x="4689719" y="2861047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6" name="직선 연결선 4175">
              <a:extLst>
                <a:ext uri="{FF2B5EF4-FFF2-40B4-BE49-F238E27FC236}">
                  <a16:creationId xmlns:a16="http://schemas.microsoft.com/office/drawing/2014/main" id="{4BF7BB5D-B02B-4A5D-80A6-7A4AD7637596}"/>
                </a:ext>
              </a:extLst>
            </p:cNvPr>
            <p:cNvCxnSpPr>
              <a:cxnSpLocks/>
              <a:stCxn id="4117" idx="4"/>
              <a:endCxn id="4117" idx="0"/>
            </p:cNvCxnSpPr>
            <p:nvPr/>
          </p:nvCxnSpPr>
          <p:spPr>
            <a:xfrm flipV="1">
              <a:off x="4785473" y="2765293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7" name="직선 연결선 4176">
              <a:extLst>
                <a:ext uri="{FF2B5EF4-FFF2-40B4-BE49-F238E27FC236}">
                  <a16:creationId xmlns:a16="http://schemas.microsoft.com/office/drawing/2014/main" id="{963FE4B8-830D-4CFD-957E-4DC1336A3C97}"/>
                </a:ext>
              </a:extLst>
            </p:cNvPr>
            <p:cNvCxnSpPr>
              <a:cxnSpLocks/>
              <a:stCxn id="4118" idx="2"/>
              <a:endCxn id="4118" idx="6"/>
            </p:cNvCxnSpPr>
            <p:nvPr/>
          </p:nvCxnSpPr>
          <p:spPr>
            <a:xfrm>
              <a:off x="4963412" y="2861047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8" name="직선 연결선 4177">
              <a:extLst>
                <a:ext uri="{FF2B5EF4-FFF2-40B4-BE49-F238E27FC236}">
                  <a16:creationId xmlns:a16="http://schemas.microsoft.com/office/drawing/2014/main" id="{D44C784D-28A0-4DCC-9A4B-018A731A26AB}"/>
                </a:ext>
              </a:extLst>
            </p:cNvPr>
            <p:cNvCxnSpPr>
              <a:cxnSpLocks/>
              <a:stCxn id="4118" idx="4"/>
              <a:endCxn id="4118" idx="0"/>
            </p:cNvCxnSpPr>
            <p:nvPr/>
          </p:nvCxnSpPr>
          <p:spPr>
            <a:xfrm flipV="1">
              <a:off x="5059166" y="2765293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9" name="직선 연결선 4178">
              <a:extLst>
                <a:ext uri="{FF2B5EF4-FFF2-40B4-BE49-F238E27FC236}">
                  <a16:creationId xmlns:a16="http://schemas.microsoft.com/office/drawing/2014/main" id="{81DF75A7-5527-4FF7-8CA1-400882AAF14D}"/>
                </a:ext>
              </a:extLst>
            </p:cNvPr>
            <p:cNvCxnSpPr>
              <a:cxnSpLocks/>
              <a:stCxn id="4119" idx="2"/>
              <a:endCxn id="4119" idx="6"/>
            </p:cNvCxnSpPr>
            <p:nvPr/>
          </p:nvCxnSpPr>
          <p:spPr>
            <a:xfrm>
              <a:off x="5237105" y="2861047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0" name="직선 연결선 4179">
              <a:extLst>
                <a:ext uri="{FF2B5EF4-FFF2-40B4-BE49-F238E27FC236}">
                  <a16:creationId xmlns:a16="http://schemas.microsoft.com/office/drawing/2014/main" id="{913E42D3-5AFB-43AC-870B-5D355C5BB80C}"/>
                </a:ext>
              </a:extLst>
            </p:cNvPr>
            <p:cNvCxnSpPr>
              <a:cxnSpLocks/>
              <a:stCxn id="4119" idx="4"/>
              <a:endCxn id="4119" idx="0"/>
            </p:cNvCxnSpPr>
            <p:nvPr/>
          </p:nvCxnSpPr>
          <p:spPr>
            <a:xfrm flipV="1">
              <a:off x="5332859" y="2765293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1" name="직선 연결선 4180">
              <a:extLst>
                <a:ext uri="{FF2B5EF4-FFF2-40B4-BE49-F238E27FC236}">
                  <a16:creationId xmlns:a16="http://schemas.microsoft.com/office/drawing/2014/main" id="{7C28EF39-8CBF-4397-B25E-C56612F592E9}"/>
                </a:ext>
              </a:extLst>
            </p:cNvPr>
            <p:cNvCxnSpPr>
              <a:cxnSpLocks/>
              <a:stCxn id="4120" idx="2"/>
              <a:endCxn id="4120" idx="6"/>
            </p:cNvCxnSpPr>
            <p:nvPr/>
          </p:nvCxnSpPr>
          <p:spPr>
            <a:xfrm>
              <a:off x="5510793" y="2861047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2" name="직선 연결선 4181">
              <a:extLst>
                <a:ext uri="{FF2B5EF4-FFF2-40B4-BE49-F238E27FC236}">
                  <a16:creationId xmlns:a16="http://schemas.microsoft.com/office/drawing/2014/main" id="{10D5CAF5-2442-4532-845E-C85275F3499B}"/>
                </a:ext>
              </a:extLst>
            </p:cNvPr>
            <p:cNvCxnSpPr>
              <a:cxnSpLocks/>
              <a:stCxn id="4120" idx="4"/>
              <a:endCxn id="4120" idx="0"/>
            </p:cNvCxnSpPr>
            <p:nvPr/>
          </p:nvCxnSpPr>
          <p:spPr>
            <a:xfrm flipV="1">
              <a:off x="5606547" y="2765293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83" name="TextBox 4182">
              <a:extLst>
                <a:ext uri="{FF2B5EF4-FFF2-40B4-BE49-F238E27FC236}">
                  <a16:creationId xmlns:a16="http://schemas.microsoft.com/office/drawing/2014/main" id="{BBF53F56-D553-47C7-A4F7-011500F8CA0E}"/>
                </a:ext>
              </a:extLst>
            </p:cNvPr>
            <p:cNvSpPr txBox="1"/>
            <p:nvPr/>
          </p:nvSpPr>
          <p:spPr>
            <a:xfrm>
              <a:off x="230188" y="3029622"/>
              <a:ext cx="564338" cy="1306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4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April</a:t>
              </a:r>
              <a:endParaRPr lang="ko-KR" altLang="en-US" sz="84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4184" name="타원 4183">
              <a:extLst>
                <a:ext uri="{FF2B5EF4-FFF2-40B4-BE49-F238E27FC236}">
                  <a16:creationId xmlns:a16="http://schemas.microsoft.com/office/drawing/2014/main" id="{83DED976-37C5-4652-B30D-F315DE5888F6}"/>
                </a:ext>
              </a:extLst>
            </p:cNvPr>
            <p:cNvSpPr/>
            <p:nvPr/>
          </p:nvSpPr>
          <p:spPr>
            <a:xfrm>
              <a:off x="1405405" y="3029622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185" name="타원 4184">
              <a:extLst>
                <a:ext uri="{FF2B5EF4-FFF2-40B4-BE49-F238E27FC236}">
                  <a16:creationId xmlns:a16="http://schemas.microsoft.com/office/drawing/2014/main" id="{2AB5D9B0-D2BF-4CBC-BB15-8031B5C125F3}"/>
                </a:ext>
              </a:extLst>
            </p:cNvPr>
            <p:cNvSpPr/>
            <p:nvPr/>
          </p:nvSpPr>
          <p:spPr>
            <a:xfrm>
              <a:off x="1679097" y="3029622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186" name="타원 4185">
              <a:extLst>
                <a:ext uri="{FF2B5EF4-FFF2-40B4-BE49-F238E27FC236}">
                  <a16:creationId xmlns:a16="http://schemas.microsoft.com/office/drawing/2014/main" id="{1A48656A-6AEE-4CA6-AB28-8B7A307326BE}"/>
                </a:ext>
              </a:extLst>
            </p:cNvPr>
            <p:cNvSpPr/>
            <p:nvPr/>
          </p:nvSpPr>
          <p:spPr>
            <a:xfrm>
              <a:off x="1952789" y="3029622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187" name="타원 4186">
              <a:extLst>
                <a:ext uri="{FF2B5EF4-FFF2-40B4-BE49-F238E27FC236}">
                  <a16:creationId xmlns:a16="http://schemas.microsoft.com/office/drawing/2014/main" id="{E125758A-1DC6-4F2A-9C1E-9586C3892C3B}"/>
                </a:ext>
              </a:extLst>
            </p:cNvPr>
            <p:cNvSpPr/>
            <p:nvPr/>
          </p:nvSpPr>
          <p:spPr>
            <a:xfrm>
              <a:off x="2226481" y="3029622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4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188" name="타원 4187">
              <a:extLst>
                <a:ext uri="{FF2B5EF4-FFF2-40B4-BE49-F238E27FC236}">
                  <a16:creationId xmlns:a16="http://schemas.microsoft.com/office/drawing/2014/main" id="{7B309DB4-FEC0-4B20-8FE3-481681A9D9A6}"/>
                </a:ext>
              </a:extLst>
            </p:cNvPr>
            <p:cNvSpPr/>
            <p:nvPr/>
          </p:nvSpPr>
          <p:spPr>
            <a:xfrm>
              <a:off x="2500173" y="3029622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5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189" name="타원 4188">
              <a:extLst>
                <a:ext uri="{FF2B5EF4-FFF2-40B4-BE49-F238E27FC236}">
                  <a16:creationId xmlns:a16="http://schemas.microsoft.com/office/drawing/2014/main" id="{C74B3C0D-F610-4736-B35D-9BC22B567C03}"/>
                </a:ext>
              </a:extLst>
            </p:cNvPr>
            <p:cNvSpPr/>
            <p:nvPr/>
          </p:nvSpPr>
          <p:spPr>
            <a:xfrm>
              <a:off x="2773865" y="3029622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6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190" name="타원 4189">
              <a:extLst>
                <a:ext uri="{FF2B5EF4-FFF2-40B4-BE49-F238E27FC236}">
                  <a16:creationId xmlns:a16="http://schemas.microsoft.com/office/drawing/2014/main" id="{9255E310-444B-40C7-9B83-F557493B4117}"/>
                </a:ext>
              </a:extLst>
            </p:cNvPr>
            <p:cNvSpPr/>
            <p:nvPr/>
          </p:nvSpPr>
          <p:spPr>
            <a:xfrm>
              <a:off x="3047557" y="3029622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7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191" name="타원 4190">
              <a:extLst>
                <a:ext uri="{FF2B5EF4-FFF2-40B4-BE49-F238E27FC236}">
                  <a16:creationId xmlns:a16="http://schemas.microsoft.com/office/drawing/2014/main" id="{3EB61170-126E-4C02-986F-06821DF51881}"/>
                </a:ext>
              </a:extLst>
            </p:cNvPr>
            <p:cNvSpPr/>
            <p:nvPr/>
          </p:nvSpPr>
          <p:spPr>
            <a:xfrm>
              <a:off x="3321249" y="3029622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8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192" name="타원 4191">
              <a:extLst>
                <a:ext uri="{FF2B5EF4-FFF2-40B4-BE49-F238E27FC236}">
                  <a16:creationId xmlns:a16="http://schemas.microsoft.com/office/drawing/2014/main" id="{49D8D216-2972-473D-B424-95B5BD3BF8B5}"/>
                </a:ext>
              </a:extLst>
            </p:cNvPr>
            <p:cNvSpPr/>
            <p:nvPr/>
          </p:nvSpPr>
          <p:spPr>
            <a:xfrm>
              <a:off x="3594941" y="3029622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9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193" name="타원 4192">
              <a:extLst>
                <a:ext uri="{FF2B5EF4-FFF2-40B4-BE49-F238E27FC236}">
                  <a16:creationId xmlns:a16="http://schemas.microsoft.com/office/drawing/2014/main" id="{D8DC97DA-C6A6-4378-A33C-C234BAC2CB4A}"/>
                </a:ext>
              </a:extLst>
            </p:cNvPr>
            <p:cNvSpPr/>
            <p:nvPr/>
          </p:nvSpPr>
          <p:spPr>
            <a:xfrm>
              <a:off x="3868633" y="3029622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10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194" name="타원 4193">
              <a:extLst>
                <a:ext uri="{FF2B5EF4-FFF2-40B4-BE49-F238E27FC236}">
                  <a16:creationId xmlns:a16="http://schemas.microsoft.com/office/drawing/2014/main" id="{A498F413-E369-4D63-8594-A6B4AE6AFC1B}"/>
                </a:ext>
              </a:extLst>
            </p:cNvPr>
            <p:cNvSpPr/>
            <p:nvPr/>
          </p:nvSpPr>
          <p:spPr>
            <a:xfrm>
              <a:off x="4142325" y="3029622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11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195" name="타원 4194">
              <a:extLst>
                <a:ext uri="{FF2B5EF4-FFF2-40B4-BE49-F238E27FC236}">
                  <a16:creationId xmlns:a16="http://schemas.microsoft.com/office/drawing/2014/main" id="{8FF415C4-62D8-4412-8953-7BA7433C8FB9}"/>
                </a:ext>
              </a:extLst>
            </p:cNvPr>
            <p:cNvSpPr/>
            <p:nvPr/>
          </p:nvSpPr>
          <p:spPr>
            <a:xfrm>
              <a:off x="4416017" y="3029622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12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196" name="타원 4195">
              <a:extLst>
                <a:ext uri="{FF2B5EF4-FFF2-40B4-BE49-F238E27FC236}">
                  <a16:creationId xmlns:a16="http://schemas.microsoft.com/office/drawing/2014/main" id="{C9233367-11E0-42AB-A4E3-535E380F0BB6}"/>
                </a:ext>
              </a:extLst>
            </p:cNvPr>
            <p:cNvSpPr/>
            <p:nvPr/>
          </p:nvSpPr>
          <p:spPr>
            <a:xfrm>
              <a:off x="4689709" y="3029622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13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197" name="타원 4196">
              <a:extLst>
                <a:ext uri="{FF2B5EF4-FFF2-40B4-BE49-F238E27FC236}">
                  <a16:creationId xmlns:a16="http://schemas.microsoft.com/office/drawing/2014/main" id="{0AED7C75-1A1B-4D81-9D9B-6A931F707C4D}"/>
                </a:ext>
              </a:extLst>
            </p:cNvPr>
            <p:cNvSpPr/>
            <p:nvPr/>
          </p:nvSpPr>
          <p:spPr>
            <a:xfrm>
              <a:off x="4963401" y="3029622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14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198" name="타원 4197">
              <a:extLst>
                <a:ext uri="{FF2B5EF4-FFF2-40B4-BE49-F238E27FC236}">
                  <a16:creationId xmlns:a16="http://schemas.microsoft.com/office/drawing/2014/main" id="{650B1965-E6E5-440A-865F-A79698E75041}"/>
                </a:ext>
              </a:extLst>
            </p:cNvPr>
            <p:cNvSpPr/>
            <p:nvPr/>
          </p:nvSpPr>
          <p:spPr>
            <a:xfrm>
              <a:off x="5237095" y="3029622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15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199" name="타원 4198">
              <a:extLst>
                <a:ext uri="{FF2B5EF4-FFF2-40B4-BE49-F238E27FC236}">
                  <a16:creationId xmlns:a16="http://schemas.microsoft.com/office/drawing/2014/main" id="{FBD59E1C-256F-41B3-B8F0-47AB6414BAF7}"/>
                </a:ext>
              </a:extLst>
            </p:cNvPr>
            <p:cNvSpPr/>
            <p:nvPr/>
          </p:nvSpPr>
          <p:spPr>
            <a:xfrm>
              <a:off x="1405403" y="3264035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16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200" name="타원 4199">
              <a:extLst>
                <a:ext uri="{FF2B5EF4-FFF2-40B4-BE49-F238E27FC236}">
                  <a16:creationId xmlns:a16="http://schemas.microsoft.com/office/drawing/2014/main" id="{317052B6-423C-44E0-A2EC-FC43CDE2772D}"/>
                </a:ext>
              </a:extLst>
            </p:cNvPr>
            <p:cNvSpPr/>
            <p:nvPr/>
          </p:nvSpPr>
          <p:spPr>
            <a:xfrm>
              <a:off x="1679096" y="3264035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17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201" name="타원 4200">
              <a:extLst>
                <a:ext uri="{FF2B5EF4-FFF2-40B4-BE49-F238E27FC236}">
                  <a16:creationId xmlns:a16="http://schemas.microsoft.com/office/drawing/2014/main" id="{AEDC05E7-6E39-4A71-A3BC-89ABAC8633B7}"/>
                </a:ext>
              </a:extLst>
            </p:cNvPr>
            <p:cNvSpPr/>
            <p:nvPr/>
          </p:nvSpPr>
          <p:spPr>
            <a:xfrm>
              <a:off x="1952789" y="3264035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18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202" name="타원 4201">
              <a:extLst>
                <a:ext uri="{FF2B5EF4-FFF2-40B4-BE49-F238E27FC236}">
                  <a16:creationId xmlns:a16="http://schemas.microsoft.com/office/drawing/2014/main" id="{E9BF9B6C-ADF3-47E4-876F-3D256EC3DB18}"/>
                </a:ext>
              </a:extLst>
            </p:cNvPr>
            <p:cNvSpPr/>
            <p:nvPr/>
          </p:nvSpPr>
          <p:spPr>
            <a:xfrm>
              <a:off x="2226482" y="3264035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19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203" name="타원 4202">
              <a:extLst>
                <a:ext uri="{FF2B5EF4-FFF2-40B4-BE49-F238E27FC236}">
                  <a16:creationId xmlns:a16="http://schemas.microsoft.com/office/drawing/2014/main" id="{979416A4-9F55-4856-B517-C8FB15375311}"/>
                </a:ext>
              </a:extLst>
            </p:cNvPr>
            <p:cNvSpPr/>
            <p:nvPr/>
          </p:nvSpPr>
          <p:spPr>
            <a:xfrm>
              <a:off x="2500175" y="3264035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20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204" name="타원 4203">
              <a:extLst>
                <a:ext uri="{FF2B5EF4-FFF2-40B4-BE49-F238E27FC236}">
                  <a16:creationId xmlns:a16="http://schemas.microsoft.com/office/drawing/2014/main" id="{69E8660B-DF5F-4E92-9E7F-9FB495A6E14B}"/>
                </a:ext>
              </a:extLst>
            </p:cNvPr>
            <p:cNvSpPr/>
            <p:nvPr/>
          </p:nvSpPr>
          <p:spPr>
            <a:xfrm>
              <a:off x="2773868" y="3264035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21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205" name="타원 4204">
              <a:extLst>
                <a:ext uri="{FF2B5EF4-FFF2-40B4-BE49-F238E27FC236}">
                  <a16:creationId xmlns:a16="http://schemas.microsoft.com/office/drawing/2014/main" id="{F68F0DAB-773B-4856-B44D-5E84BC39AF2E}"/>
                </a:ext>
              </a:extLst>
            </p:cNvPr>
            <p:cNvSpPr/>
            <p:nvPr/>
          </p:nvSpPr>
          <p:spPr>
            <a:xfrm>
              <a:off x="3047561" y="3264035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22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206" name="타원 4205">
              <a:extLst>
                <a:ext uri="{FF2B5EF4-FFF2-40B4-BE49-F238E27FC236}">
                  <a16:creationId xmlns:a16="http://schemas.microsoft.com/office/drawing/2014/main" id="{338FBD81-2B48-4A39-B207-3FAE55DCDAE4}"/>
                </a:ext>
              </a:extLst>
            </p:cNvPr>
            <p:cNvSpPr/>
            <p:nvPr/>
          </p:nvSpPr>
          <p:spPr>
            <a:xfrm>
              <a:off x="3321254" y="3264035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23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207" name="타원 4206">
              <a:extLst>
                <a:ext uri="{FF2B5EF4-FFF2-40B4-BE49-F238E27FC236}">
                  <a16:creationId xmlns:a16="http://schemas.microsoft.com/office/drawing/2014/main" id="{DB775B31-2055-4700-BE8B-3FCD6516A651}"/>
                </a:ext>
              </a:extLst>
            </p:cNvPr>
            <p:cNvSpPr/>
            <p:nvPr/>
          </p:nvSpPr>
          <p:spPr>
            <a:xfrm>
              <a:off x="3594947" y="3264035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24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208" name="타원 4207">
              <a:extLst>
                <a:ext uri="{FF2B5EF4-FFF2-40B4-BE49-F238E27FC236}">
                  <a16:creationId xmlns:a16="http://schemas.microsoft.com/office/drawing/2014/main" id="{8169C487-BE8F-4502-BB67-F6BA33D00D99}"/>
                </a:ext>
              </a:extLst>
            </p:cNvPr>
            <p:cNvSpPr/>
            <p:nvPr/>
          </p:nvSpPr>
          <p:spPr>
            <a:xfrm>
              <a:off x="3868640" y="3264035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25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209" name="타원 4208">
              <a:extLst>
                <a:ext uri="{FF2B5EF4-FFF2-40B4-BE49-F238E27FC236}">
                  <a16:creationId xmlns:a16="http://schemas.microsoft.com/office/drawing/2014/main" id="{D17E785B-598E-49F0-8441-B232AEE7C646}"/>
                </a:ext>
              </a:extLst>
            </p:cNvPr>
            <p:cNvSpPr/>
            <p:nvPr/>
          </p:nvSpPr>
          <p:spPr>
            <a:xfrm>
              <a:off x="4142333" y="3264035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26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210" name="타원 4209">
              <a:extLst>
                <a:ext uri="{FF2B5EF4-FFF2-40B4-BE49-F238E27FC236}">
                  <a16:creationId xmlns:a16="http://schemas.microsoft.com/office/drawing/2014/main" id="{402DA49C-7C22-4471-8AC4-E5C499DF3BC3}"/>
                </a:ext>
              </a:extLst>
            </p:cNvPr>
            <p:cNvSpPr/>
            <p:nvPr/>
          </p:nvSpPr>
          <p:spPr>
            <a:xfrm>
              <a:off x="4416026" y="3264035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27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211" name="타원 4210">
              <a:extLst>
                <a:ext uri="{FF2B5EF4-FFF2-40B4-BE49-F238E27FC236}">
                  <a16:creationId xmlns:a16="http://schemas.microsoft.com/office/drawing/2014/main" id="{C0D5CA50-887A-4BB5-861A-2E9FE179C8D8}"/>
                </a:ext>
              </a:extLst>
            </p:cNvPr>
            <p:cNvSpPr/>
            <p:nvPr/>
          </p:nvSpPr>
          <p:spPr>
            <a:xfrm>
              <a:off x="4689719" y="3264035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28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212" name="타원 4211">
              <a:extLst>
                <a:ext uri="{FF2B5EF4-FFF2-40B4-BE49-F238E27FC236}">
                  <a16:creationId xmlns:a16="http://schemas.microsoft.com/office/drawing/2014/main" id="{2CF39C48-3FEB-48A9-80B0-706FCF7F8D81}"/>
                </a:ext>
              </a:extLst>
            </p:cNvPr>
            <p:cNvSpPr/>
            <p:nvPr/>
          </p:nvSpPr>
          <p:spPr>
            <a:xfrm>
              <a:off x="4963412" y="3264035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29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213" name="타원 4212">
              <a:extLst>
                <a:ext uri="{FF2B5EF4-FFF2-40B4-BE49-F238E27FC236}">
                  <a16:creationId xmlns:a16="http://schemas.microsoft.com/office/drawing/2014/main" id="{B1C7B341-83FA-4911-94FC-74E20483475B}"/>
                </a:ext>
              </a:extLst>
            </p:cNvPr>
            <p:cNvSpPr/>
            <p:nvPr/>
          </p:nvSpPr>
          <p:spPr>
            <a:xfrm>
              <a:off x="5237105" y="3264035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30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cxnSp>
          <p:nvCxnSpPr>
            <p:cNvPr id="4214" name="직선 연결선 4213">
              <a:extLst>
                <a:ext uri="{FF2B5EF4-FFF2-40B4-BE49-F238E27FC236}">
                  <a16:creationId xmlns:a16="http://schemas.microsoft.com/office/drawing/2014/main" id="{F8D55C2D-E0DD-4080-A4D8-711DC47F5986}"/>
                </a:ext>
              </a:extLst>
            </p:cNvPr>
            <p:cNvCxnSpPr>
              <a:cxnSpLocks/>
              <a:stCxn id="4184" idx="2"/>
              <a:endCxn id="4184" idx="6"/>
            </p:cNvCxnSpPr>
            <p:nvPr/>
          </p:nvCxnSpPr>
          <p:spPr>
            <a:xfrm>
              <a:off x="1405405" y="3125376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5" name="직선 연결선 4214">
              <a:extLst>
                <a:ext uri="{FF2B5EF4-FFF2-40B4-BE49-F238E27FC236}">
                  <a16:creationId xmlns:a16="http://schemas.microsoft.com/office/drawing/2014/main" id="{1E8270A4-4EC8-41F6-9837-566B6F4DEE08}"/>
                </a:ext>
              </a:extLst>
            </p:cNvPr>
            <p:cNvCxnSpPr>
              <a:cxnSpLocks/>
              <a:stCxn id="4184" idx="4"/>
              <a:endCxn id="4184" idx="0"/>
            </p:cNvCxnSpPr>
            <p:nvPr/>
          </p:nvCxnSpPr>
          <p:spPr>
            <a:xfrm flipV="1">
              <a:off x="1501159" y="3029622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6" name="직선 연결선 4215">
              <a:extLst>
                <a:ext uri="{FF2B5EF4-FFF2-40B4-BE49-F238E27FC236}">
                  <a16:creationId xmlns:a16="http://schemas.microsoft.com/office/drawing/2014/main" id="{6EC22B68-4A57-4FC0-AC66-D747B9BB79AB}"/>
                </a:ext>
              </a:extLst>
            </p:cNvPr>
            <p:cNvCxnSpPr>
              <a:cxnSpLocks/>
              <a:stCxn id="4185" idx="2"/>
              <a:endCxn id="4185" idx="6"/>
            </p:cNvCxnSpPr>
            <p:nvPr/>
          </p:nvCxnSpPr>
          <p:spPr>
            <a:xfrm>
              <a:off x="1679097" y="3125376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7" name="직선 연결선 4216">
              <a:extLst>
                <a:ext uri="{FF2B5EF4-FFF2-40B4-BE49-F238E27FC236}">
                  <a16:creationId xmlns:a16="http://schemas.microsoft.com/office/drawing/2014/main" id="{02E4EBB9-340A-45F7-8E50-8F7FF6792616}"/>
                </a:ext>
              </a:extLst>
            </p:cNvPr>
            <p:cNvCxnSpPr>
              <a:cxnSpLocks/>
              <a:stCxn id="4185" idx="4"/>
              <a:endCxn id="4185" idx="0"/>
            </p:cNvCxnSpPr>
            <p:nvPr/>
          </p:nvCxnSpPr>
          <p:spPr>
            <a:xfrm flipV="1">
              <a:off x="1774851" y="3029622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8" name="직선 연결선 4217">
              <a:extLst>
                <a:ext uri="{FF2B5EF4-FFF2-40B4-BE49-F238E27FC236}">
                  <a16:creationId xmlns:a16="http://schemas.microsoft.com/office/drawing/2014/main" id="{401008D9-9FFB-4FAD-A10C-C3583D019E59}"/>
                </a:ext>
              </a:extLst>
            </p:cNvPr>
            <p:cNvCxnSpPr>
              <a:cxnSpLocks/>
              <a:stCxn id="4186" idx="2"/>
              <a:endCxn id="4186" idx="6"/>
            </p:cNvCxnSpPr>
            <p:nvPr/>
          </p:nvCxnSpPr>
          <p:spPr>
            <a:xfrm>
              <a:off x="1952789" y="3125376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9" name="직선 연결선 4218">
              <a:extLst>
                <a:ext uri="{FF2B5EF4-FFF2-40B4-BE49-F238E27FC236}">
                  <a16:creationId xmlns:a16="http://schemas.microsoft.com/office/drawing/2014/main" id="{6DDA9193-057A-41A6-A2BA-723ABD1E7521}"/>
                </a:ext>
              </a:extLst>
            </p:cNvPr>
            <p:cNvCxnSpPr>
              <a:cxnSpLocks/>
              <a:stCxn id="4186" idx="4"/>
              <a:endCxn id="4186" idx="0"/>
            </p:cNvCxnSpPr>
            <p:nvPr/>
          </p:nvCxnSpPr>
          <p:spPr>
            <a:xfrm flipV="1">
              <a:off x="2048543" y="3029622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0" name="직선 연결선 4219">
              <a:extLst>
                <a:ext uri="{FF2B5EF4-FFF2-40B4-BE49-F238E27FC236}">
                  <a16:creationId xmlns:a16="http://schemas.microsoft.com/office/drawing/2014/main" id="{AC5A1DF9-DC66-4B07-9F28-35EF5596B3BC}"/>
                </a:ext>
              </a:extLst>
            </p:cNvPr>
            <p:cNvCxnSpPr>
              <a:cxnSpLocks/>
              <a:stCxn id="4187" idx="2"/>
              <a:endCxn id="4187" idx="6"/>
            </p:cNvCxnSpPr>
            <p:nvPr/>
          </p:nvCxnSpPr>
          <p:spPr>
            <a:xfrm>
              <a:off x="2226481" y="3125376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1" name="직선 연결선 4220">
              <a:extLst>
                <a:ext uri="{FF2B5EF4-FFF2-40B4-BE49-F238E27FC236}">
                  <a16:creationId xmlns:a16="http://schemas.microsoft.com/office/drawing/2014/main" id="{EA6D0CCA-3754-4996-8FEA-D1EE629C4F35}"/>
                </a:ext>
              </a:extLst>
            </p:cNvPr>
            <p:cNvCxnSpPr>
              <a:cxnSpLocks/>
              <a:stCxn id="4187" idx="4"/>
              <a:endCxn id="4187" idx="0"/>
            </p:cNvCxnSpPr>
            <p:nvPr/>
          </p:nvCxnSpPr>
          <p:spPr>
            <a:xfrm flipV="1">
              <a:off x="2322235" y="3029622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2" name="직선 연결선 4221">
              <a:extLst>
                <a:ext uri="{FF2B5EF4-FFF2-40B4-BE49-F238E27FC236}">
                  <a16:creationId xmlns:a16="http://schemas.microsoft.com/office/drawing/2014/main" id="{E9478E64-6250-42C4-BBF4-223427B76525}"/>
                </a:ext>
              </a:extLst>
            </p:cNvPr>
            <p:cNvCxnSpPr>
              <a:cxnSpLocks/>
              <a:stCxn id="4188" idx="2"/>
              <a:endCxn id="4188" idx="6"/>
            </p:cNvCxnSpPr>
            <p:nvPr/>
          </p:nvCxnSpPr>
          <p:spPr>
            <a:xfrm>
              <a:off x="2500173" y="3125376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3" name="직선 연결선 4222">
              <a:extLst>
                <a:ext uri="{FF2B5EF4-FFF2-40B4-BE49-F238E27FC236}">
                  <a16:creationId xmlns:a16="http://schemas.microsoft.com/office/drawing/2014/main" id="{73BBA3FE-621A-4292-A361-80F217DF4D9F}"/>
                </a:ext>
              </a:extLst>
            </p:cNvPr>
            <p:cNvCxnSpPr>
              <a:cxnSpLocks/>
              <a:stCxn id="4188" idx="4"/>
              <a:endCxn id="4188" idx="0"/>
            </p:cNvCxnSpPr>
            <p:nvPr/>
          </p:nvCxnSpPr>
          <p:spPr>
            <a:xfrm flipV="1">
              <a:off x="2595927" y="3029622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4" name="직선 연결선 4223">
              <a:extLst>
                <a:ext uri="{FF2B5EF4-FFF2-40B4-BE49-F238E27FC236}">
                  <a16:creationId xmlns:a16="http://schemas.microsoft.com/office/drawing/2014/main" id="{F30A6B83-AA90-413B-B1F7-4F18646355B4}"/>
                </a:ext>
              </a:extLst>
            </p:cNvPr>
            <p:cNvCxnSpPr>
              <a:cxnSpLocks/>
              <a:stCxn id="4189" idx="2"/>
              <a:endCxn id="4189" idx="6"/>
            </p:cNvCxnSpPr>
            <p:nvPr/>
          </p:nvCxnSpPr>
          <p:spPr>
            <a:xfrm>
              <a:off x="2773865" y="3125376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5" name="직선 연결선 4224">
              <a:extLst>
                <a:ext uri="{FF2B5EF4-FFF2-40B4-BE49-F238E27FC236}">
                  <a16:creationId xmlns:a16="http://schemas.microsoft.com/office/drawing/2014/main" id="{EFF8988A-9E47-4B20-B39E-8312C0526D18}"/>
                </a:ext>
              </a:extLst>
            </p:cNvPr>
            <p:cNvCxnSpPr>
              <a:cxnSpLocks/>
              <a:stCxn id="4189" idx="4"/>
              <a:endCxn id="4189" idx="0"/>
            </p:cNvCxnSpPr>
            <p:nvPr/>
          </p:nvCxnSpPr>
          <p:spPr>
            <a:xfrm flipV="1">
              <a:off x="2869619" y="3029622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6" name="직선 연결선 4225">
              <a:extLst>
                <a:ext uri="{FF2B5EF4-FFF2-40B4-BE49-F238E27FC236}">
                  <a16:creationId xmlns:a16="http://schemas.microsoft.com/office/drawing/2014/main" id="{02967D02-F0AE-46D1-AB19-661AF189395A}"/>
                </a:ext>
              </a:extLst>
            </p:cNvPr>
            <p:cNvCxnSpPr>
              <a:cxnSpLocks/>
              <a:stCxn id="4190" idx="2"/>
              <a:endCxn id="4190" idx="6"/>
            </p:cNvCxnSpPr>
            <p:nvPr/>
          </p:nvCxnSpPr>
          <p:spPr>
            <a:xfrm>
              <a:off x="3047557" y="3125376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7" name="직선 연결선 4226">
              <a:extLst>
                <a:ext uri="{FF2B5EF4-FFF2-40B4-BE49-F238E27FC236}">
                  <a16:creationId xmlns:a16="http://schemas.microsoft.com/office/drawing/2014/main" id="{702811B5-A25E-4212-81C1-D6632ABFB185}"/>
                </a:ext>
              </a:extLst>
            </p:cNvPr>
            <p:cNvCxnSpPr>
              <a:cxnSpLocks/>
              <a:stCxn id="4190" idx="4"/>
              <a:endCxn id="4190" idx="0"/>
            </p:cNvCxnSpPr>
            <p:nvPr/>
          </p:nvCxnSpPr>
          <p:spPr>
            <a:xfrm flipV="1">
              <a:off x="3143311" y="3029622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8" name="직선 연결선 4227">
              <a:extLst>
                <a:ext uri="{FF2B5EF4-FFF2-40B4-BE49-F238E27FC236}">
                  <a16:creationId xmlns:a16="http://schemas.microsoft.com/office/drawing/2014/main" id="{7E8FDD1B-81BB-4367-84E7-761D6F4057B5}"/>
                </a:ext>
              </a:extLst>
            </p:cNvPr>
            <p:cNvCxnSpPr>
              <a:cxnSpLocks/>
              <a:stCxn id="4191" idx="2"/>
              <a:endCxn id="4191" idx="6"/>
            </p:cNvCxnSpPr>
            <p:nvPr/>
          </p:nvCxnSpPr>
          <p:spPr>
            <a:xfrm>
              <a:off x="3321249" y="3125376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9" name="직선 연결선 4228">
              <a:extLst>
                <a:ext uri="{FF2B5EF4-FFF2-40B4-BE49-F238E27FC236}">
                  <a16:creationId xmlns:a16="http://schemas.microsoft.com/office/drawing/2014/main" id="{1BA4FDF2-0F51-48BD-93A0-1FAA39AAFCBD}"/>
                </a:ext>
              </a:extLst>
            </p:cNvPr>
            <p:cNvCxnSpPr>
              <a:cxnSpLocks/>
              <a:stCxn id="4191" idx="4"/>
              <a:endCxn id="4191" idx="0"/>
            </p:cNvCxnSpPr>
            <p:nvPr/>
          </p:nvCxnSpPr>
          <p:spPr>
            <a:xfrm flipV="1">
              <a:off x="3417003" y="3029622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0" name="직선 연결선 4229">
              <a:extLst>
                <a:ext uri="{FF2B5EF4-FFF2-40B4-BE49-F238E27FC236}">
                  <a16:creationId xmlns:a16="http://schemas.microsoft.com/office/drawing/2014/main" id="{37178073-2FF0-40AE-B3BE-638033ED9C75}"/>
                </a:ext>
              </a:extLst>
            </p:cNvPr>
            <p:cNvCxnSpPr>
              <a:cxnSpLocks/>
              <a:stCxn id="4192" idx="2"/>
              <a:endCxn id="4192" idx="6"/>
            </p:cNvCxnSpPr>
            <p:nvPr/>
          </p:nvCxnSpPr>
          <p:spPr>
            <a:xfrm>
              <a:off x="3594941" y="3125376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1" name="직선 연결선 4230">
              <a:extLst>
                <a:ext uri="{FF2B5EF4-FFF2-40B4-BE49-F238E27FC236}">
                  <a16:creationId xmlns:a16="http://schemas.microsoft.com/office/drawing/2014/main" id="{09C2720B-2168-4865-864F-455D93CD777F}"/>
                </a:ext>
              </a:extLst>
            </p:cNvPr>
            <p:cNvCxnSpPr>
              <a:cxnSpLocks/>
              <a:stCxn id="4192" idx="4"/>
              <a:endCxn id="4192" idx="0"/>
            </p:cNvCxnSpPr>
            <p:nvPr/>
          </p:nvCxnSpPr>
          <p:spPr>
            <a:xfrm flipV="1">
              <a:off x="3690695" y="3029622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2" name="직선 연결선 4231">
              <a:extLst>
                <a:ext uri="{FF2B5EF4-FFF2-40B4-BE49-F238E27FC236}">
                  <a16:creationId xmlns:a16="http://schemas.microsoft.com/office/drawing/2014/main" id="{3041F30D-D80D-42BD-918D-1CD40C8368F0}"/>
                </a:ext>
              </a:extLst>
            </p:cNvPr>
            <p:cNvCxnSpPr>
              <a:cxnSpLocks/>
              <a:stCxn id="4193" idx="2"/>
              <a:endCxn id="4193" idx="6"/>
            </p:cNvCxnSpPr>
            <p:nvPr/>
          </p:nvCxnSpPr>
          <p:spPr>
            <a:xfrm>
              <a:off x="3868633" y="3125376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3" name="직선 연결선 4232">
              <a:extLst>
                <a:ext uri="{FF2B5EF4-FFF2-40B4-BE49-F238E27FC236}">
                  <a16:creationId xmlns:a16="http://schemas.microsoft.com/office/drawing/2014/main" id="{2CBC2CCF-A4A0-4C0A-A8E9-124BB6B410CA}"/>
                </a:ext>
              </a:extLst>
            </p:cNvPr>
            <p:cNvCxnSpPr>
              <a:cxnSpLocks/>
              <a:stCxn id="4193" idx="4"/>
              <a:endCxn id="4193" idx="0"/>
            </p:cNvCxnSpPr>
            <p:nvPr/>
          </p:nvCxnSpPr>
          <p:spPr>
            <a:xfrm flipV="1">
              <a:off x="3964387" y="3029622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4" name="직선 연결선 4233">
              <a:extLst>
                <a:ext uri="{FF2B5EF4-FFF2-40B4-BE49-F238E27FC236}">
                  <a16:creationId xmlns:a16="http://schemas.microsoft.com/office/drawing/2014/main" id="{27A4445C-1211-472F-A4A4-7CB259B475F0}"/>
                </a:ext>
              </a:extLst>
            </p:cNvPr>
            <p:cNvCxnSpPr>
              <a:cxnSpLocks/>
              <a:stCxn id="4194" idx="2"/>
              <a:endCxn id="4194" idx="6"/>
            </p:cNvCxnSpPr>
            <p:nvPr/>
          </p:nvCxnSpPr>
          <p:spPr>
            <a:xfrm>
              <a:off x="4142325" y="3125376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5" name="직선 연결선 4234">
              <a:extLst>
                <a:ext uri="{FF2B5EF4-FFF2-40B4-BE49-F238E27FC236}">
                  <a16:creationId xmlns:a16="http://schemas.microsoft.com/office/drawing/2014/main" id="{A7D9EE59-376A-4FEB-8BD9-E4E77250A3F8}"/>
                </a:ext>
              </a:extLst>
            </p:cNvPr>
            <p:cNvCxnSpPr>
              <a:cxnSpLocks/>
              <a:stCxn id="4194" idx="4"/>
              <a:endCxn id="4194" idx="0"/>
            </p:cNvCxnSpPr>
            <p:nvPr/>
          </p:nvCxnSpPr>
          <p:spPr>
            <a:xfrm flipV="1">
              <a:off x="4238079" y="3029622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6" name="직선 연결선 4235">
              <a:extLst>
                <a:ext uri="{FF2B5EF4-FFF2-40B4-BE49-F238E27FC236}">
                  <a16:creationId xmlns:a16="http://schemas.microsoft.com/office/drawing/2014/main" id="{79FD851B-266F-45E5-9128-8B44623466FE}"/>
                </a:ext>
              </a:extLst>
            </p:cNvPr>
            <p:cNvCxnSpPr>
              <a:cxnSpLocks/>
              <a:stCxn id="4195" idx="2"/>
              <a:endCxn id="4195" idx="6"/>
            </p:cNvCxnSpPr>
            <p:nvPr/>
          </p:nvCxnSpPr>
          <p:spPr>
            <a:xfrm>
              <a:off x="4416017" y="3125376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7" name="직선 연결선 4236">
              <a:extLst>
                <a:ext uri="{FF2B5EF4-FFF2-40B4-BE49-F238E27FC236}">
                  <a16:creationId xmlns:a16="http://schemas.microsoft.com/office/drawing/2014/main" id="{1CA80FB0-1758-465E-A799-1E1DB54202BF}"/>
                </a:ext>
              </a:extLst>
            </p:cNvPr>
            <p:cNvCxnSpPr>
              <a:cxnSpLocks/>
              <a:stCxn id="4195" idx="4"/>
              <a:endCxn id="4195" idx="0"/>
            </p:cNvCxnSpPr>
            <p:nvPr/>
          </p:nvCxnSpPr>
          <p:spPr>
            <a:xfrm flipV="1">
              <a:off x="4511771" y="3029622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8" name="직선 연결선 4237">
              <a:extLst>
                <a:ext uri="{FF2B5EF4-FFF2-40B4-BE49-F238E27FC236}">
                  <a16:creationId xmlns:a16="http://schemas.microsoft.com/office/drawing/2014/main" id="{BB6F8E64-1D07-49A0-A52B-87AFCBC234E3}"/>
                </a:ext>
              </a:extLst>
            </p:cNvPr>
            <p:cNvCxnSpPr>
              <a:cxnSpLocks/>
              <a:stCxn id="4196" idx="2"/>
              <a:endCxn id="4196" idx="6"/>
            </p:cNvCxnSpPr>
            <p:nvPr/>
          </p:nvCxnSpPr>
          <p:spPr>
            <a:xfrm>
              <a:off x="4689709" y="3125376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9" name="직선 연결선 4238">
              <a:extLst>
                <a:ext uri="{FF2B5EF4-FFF2-40B4-BE49-F238E27FC236}">
                  <a16:creationId xmlns:a16="http://schemas.microsoft.com/office/drawing/2014/main" id="{87D63792-3631-4873-BC7C-55DDFD1BC358}"/>
                </a:ext>
              </a:extLst>
            </p:cNvPr>
            <p:cNvCxnSpPr>
              <a:cxnSpLocks/>
              <a:stCxn id="4196" idx="4"/>
              <a:endCxn id="4196" idx="0"/>
            </p:cNvCxnSpPr>
            <p:nvPr/>
          </p:nvCxnSpPr>
          <p:spPr>
            <a:xfrm flipV="1">
              <a:off x="4785463" y="3029622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0" name="직선 연결선 4239">
              <a:extLst>
                <a:ext uri="{FF2B5EF4-FFF2-40B4-BE49-F238E27FC236}">
                  <a16:creationId xmlns:a16="http://schemas.microsoft.com/office/drawing/2014/main" id="{0AEF5A95-16AD-4100-BF47-052B01A70B10}"/>
                </a:ext>
              </a:extLst>
            </p:cNvPr>
            <p:cNvCxnSpPr>
              <a:cxnSpLocks/>
              <a:stCxn id="4197" idx="2"/>
              <a:endCxn id="4197" idx="6"/>
            </p:cNvCxnSpPr>
            <p:nvPr/>
          </p:nvCxnSpPr>
          <p:spPr>
            <a:xfrm>
              <a:off x="4963401" y="3125376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1" name="직선 연결선 4240">
              <a:extLst>
                <a:ext uri="{FF2B5EF4-FFF2-40B4-BE49-F238E27FC236}">
                  <a16:creationId xmlns:a16="http://schemas.microsoft.com/office/drawing/2014/main" id="{4428FA1C-C79F-4EE3-A49F-2467D86B62A9}"/>
                </a:ext>
              </a:extLst>
            </p:cNvPr>
            <p:cNvCxnSpPr>
              <a:cxnSpLocks/>
              <a:stCxn id="4197" idx="4"/>
              <a:endCxn id="4197" idx="0"/>
            </p:cNvCxnSpPr>
            <p:nvPr/>
          </p:nvCxnSpPr>
          <p:spPr>
            <a:xfrm flipV="1">
              <a:off x="5059155" y="3029622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2" name="직선 연결선 4241">
              <a:extLst>
                <a:ext uri="{FF2B5EF4-FFF2-40B4-BE49-F238E27FC236}">
                  <a16:creationId xmlns:a16="http://schemas.microsoft.com/office/drawing/2014/main" id="{D98C28B6-406F-4E80-8877-7951437EA4EB}"/>
                </a:ext>
              </a:extLst>
            </p:cNvPr>
            <p:cNvCxnSpPr>
              <a:cxnSpLocks/>
              <a:stCxn id="4198" idx="2"/>
              <a:endCxn id="4198" idx="6"/>
            </p:cNvCxnSpPr>
            <p:nvPr/>
          </p:nvCxnSpPr>
          <p:spPr>
            <a:xfrm>
              <a:off x="5237095" y="3125376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3" name="직선 연결선 4242">
              <a:extLst>
                <a:ext uri="{FF2B5EF4-FFF2-40B4-BE49-F238E27FC236}">
                  <a16:creationId xmlns:a16="http://schemas.microsoft.com/office/drawing/2014/main" id="{25F382D4-EA21-44B5-BE02-761C5F1033B5}"/>
                </a:ext>
              </a:extLst>
            </p:cNvPr>
            <p:cNvCxnSpPr>
              <a:cxnSpLocks/>
              <a:stCxn id="4198" idx="4"/>
              <a:endCxn id="4198" idx="0"/>
            </p:cNvCxnSpPr>
            <p:nvPr/>
          </p:nvCxnSpPr>
          <p:spPr>
            <a:xfrm flipV="1">
              <a:off x="5332849" y="3029622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4" name="직선 연결선 4243">
              <a:extLst>
                <a:ext uri="{FF2B5EF4-FFF2-40B4-BE49-F238E27FC236}">
                  <a16:creationId xmlns:a16="http://schemas.microsoft.com/office/drawing/2014/main" id="{64FAB8E9-CDE4-499A-927B-2778A8398BB7}"/>
                </a:ext>
              </a:extLst>
            </p:cNvPr>
            <p:cNvCxnSpPr>
              <a:cxnSpLocks/>
              <a:stCxn id="4199" idx="2"/>
              <a:endCxn id="4199" idx="6"/>
            </p:cNvCxnSpPr>
            <p:nvPr/>
          </p:nvCxnSpPr>
          <p:spPr>
            <a:xfrm>
              <a:off x="1405403" y="3359789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5" name="직선 연결선 4244">
              <a:extLst>
                <a:ext uri="{FF2B5EF4-FFF2-40B4-BE49-F238E27FC236}">
                  <a16:creationId xmlns:a16="http://schemas.microsoft.com/office/drawing/2014/main" id="{A5758D59-2DFF-47A0-B6D5-5D54C43B7A85}"/>
                </a:ext>
              </a:extLst>
            </p:cNvPr>
            <p:cNvCxnSpPr>
              <a:cxnSpLocks/>
              <a:stCxn id="4199" idx="4"/>
              <a:endCxn id="4199" idx="0"/>
            </p:cNvCxnSpPr>
            <p:nvPr/>
          </p:nvCxnSpPr>
          <p:spPr>
            <a:xfrm flipV="1">
              <a:off x="1501157" y="3264035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6" name="직선 연결선 4245">
              <a:extLst>
                <a:ext uri="{FF2B5EF4-FFF2-40B4-BE49-F238E27FC236}">
                  <a16:creationId xmlns:a16="http://schemas.microsoft.com/office/drawing/2014/main" id="{2032884A-F25C-4421-938A-99DE60361C9B}"/>
                </a:ext>
              </a:extLst>
            </p:cNvPr>
            <p:cNvCxnSpPr>
              <a:cxnSpLocks/>
              <a:stCxn id="4200" idx="2"/>
              <a:endCxn id="4200" idx="6"/>
            </p:cNvCxnSpPr>
            <p:nvPr/>
          </p:nvCxnSpPr>
          <p:spPr>
            <a:xfrm>
              <a:off x="1679096" y="3359789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7" name="직선 연결선 4246">
              <a:extLst>
                <a:ext uri="{FF2B5EF4-FFF2-40B4-BE49-F238E27FC236}">
                  <a16:creationId xmlns:a16="http://schemas.microsoft.com/office/drawing/2014/main" id="{0F2F2E27-4396-4836-AD93-67C197CCE24C}"/>
                </a:ext>
              </a:extLst>
            </p:cNvPr>
            <p:cNvCxnSpPr>
              <a:cxnSpLocks/>
              <a:stCxn id="4200" idx="4"/>
              <a:endCxn id="4200" idx="0"/>
            </p:cNvCxnSpPr>
            <p:nvPr/>
          </p:nvCxnSpPr>
          <p:spPr>
            <a:xfrm flipV="1">
              <a:off x="1774850" y="3264035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8" name="직선 연결선 4247">
              <a:extLst>
                <a:ext uri="{FF2B5EF4-FFF2-40B4-BE49-F238E27FC236}">
                  <a16:creationId xmlns:a16="http://schemas.microsoft.com/office/drawing/2014/main" id="{CFBD4073-5EDA-4950-9CA6-777BE83CF719}"/>
                </a:ext>
              </a:extLst>
            </p:cNvPr>
            <p:cNvCxnSpPr>
              <a:cxnSpLocks/>
              <a:stCxn id="4201" idx="2"/>
              <a:endCxn id="4201" idx="6"/>
            </p:cNvCxnSpPr>
            <p:nvPr/>
          </p:nvCxnSpPr>
          <p:spPr>
            <a:xfrm>
              <a:off x="1952789" y="3359789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9" name="직선 연결선 4248">
              <a:extLst>
                <a:ext uri="{FF2B5EF4-FFF2-40B4-BE49-F238E27FC236}">
                  <a16:creationId xmlns:a16="http://schemas.microsoft.com/office/drawing/2014/main" id="{5A1583C4-231A-4BDC-B7A7-CC9E5006C91F}"/>
                </a:ext>
              </a:extLst>
            </p:cNvPr>
            <p:cNvCxnSpPr>
              <a:cxnSpLocks/>
              <a:stCxn id="4201" idx="4"/>
              <a:endCxn id="4201" idx="0"/>
            </p:cNvCxnSpPr>
            <p:nvPr/>
          </p:nvCxnSpPr>
          <p:spPr>
            <a:xfrm flipV="1">
              <a:off x="2048543" y="3264035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0" name="직선 연결선 4249">
              <a:extLst>
                <a:ext uri="{FF2B5EF4-FFF2-40B4-BE49-F238E27FC236}">
                  <a16:creationId xmlns:a16="http://schemas.microsoft.com/office/drawing/2014/main" id="{0075B028-640E-42DC-AE43-C68C7077FF4A}"/>
                </a:ext>
              </a:extLst>
            </p:cNvPr>
            <p:cNvCxnSpPr>
              <a:cxnSpLocks/>
              <a:stCxn id="4202" idx="2"/>
              <a:endCxn id="4202" idx="6"/>
            </p:cNvCxnSpPr>
            <p:nvPr/>
          </p:nvCxnSpPr>
          <p:spPr>
            <a:xfrm>
              <a:off x="2226482" y="3359789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1" name="직선 연결선 4250">
              <a:extLst>
                <a:ext uri="{FF2B5EF4-FFF2-40B4-BE49-F238E27FC236}">
                  <a16:creationId xmlns:a16="http://schemas.microsoft.com/office/drawing/2014/main" id="{AFF813A0-3AAA-4F8C-8E84-ECF477688C1B}"/>
                </a:ext>
              </a:extLst>
            </p:cNvPr>
            <p:cNvCxnSpPr>
              <a:cxnSpLocks/>
              <a:stCxn id="4202" idx="4"/>
              <a:endCxn id="4202" idx="0"/>
            </p:cNvCxnSpPr>
            <p:nvPr/>
          </p:nvCxnSpPr>
          <p:spPr>
            <a:xfrm flipV="1">
              <a:off x="2322236" y="3264035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2" name="직선 연결선 4251">
              <a:extLst>
                <a:ext uri="{FF2B5EF4-FFF2-40B4-BE49-F238E27FC236}">
                  <a16:creationId xmlns:a16="http://schemas.microsoft.com/office/drawing/2014/main" id="{62300320-20C2-4508-91FB-276EEAF32A38}"/>
                </a:ext>
              </a:extLst>
            </p:cNvPr>
            <p:cNvCxnSpPr>
              <a:cxnSpLocks/>
              <a:stCxn id="4203" idx="2"/>
              <a:endCxn id="4203" idx="6"/>
            </p:cNvCxnSpPr>
            <p:nvPr/>
          </p:nvCxnSpPr>
          <p:spPr>
            <a:xfrm>
              <a:off x="2500175" y="3359789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3" name="직선 연결선 4252">
              <a:extLst>
                <a:ext uri="{FF2B5EF4-FFF2-40B4-BE49-F238E27FC236}">
                  <a16:creationId xmlns:a16="http://schemas.microsoft.com/office/drawing/2014/main" id="{4FE138E7-2251-4C57-ACB0-DDEBAE93FCCD}"/>
                </a:ext>
              </a:extLst>
            </p:cNvPr>
            <p:cNvCxnSpPr>
              <a:cxnSpLocks/>
              <a:stCxn id="4203" idx="4"/>
              <a:endCxn id="4203" idx="0"/>
            </p:cNvCxnSpPr>
            <p:nvPr/>
          </p:nvCxnSpPr>
          <p:spPr>
            <a:xfrm flipV="1">
              <a:off x="2595929" y="3264035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4" name="직선 연결선 4253">
              <a:extLst>
                <a:ext uri="{FF2B5EF4-FFF2-40B4-BE49-F238E27FC236}">
                  <a16:creationId xmlns:a16="http://schemas.microsoft.com/office/drawing/2014/main" id="{805D2FA2-E16B-45A6-AC1F-9E96D3B8FAB0}"/>
                </a:ext>
              </a:extLst>
            </p:cNvPr>
            <p:cNvCxnSpPr>
              <a:cxnSpLocks/>
              <a:stCxn id="4204" idx="2"/>
              <a:endCxn id="4204" idx="6"/>
            </p:cNvCxnSpPr>
            <p:nvPr/>
          </p:nvCxnSpPr>
          <p:spPr>
            <a:xfrm>
              <a:off x="2773868" y="3359789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5" name="직선 연결선 4254">
              <a:extLst>
                <a:ext uri="{FF2B5EF4-FFF2-40B4-BE49-F238E27FC236}">
                  <a16:creationId xmlns:a16="http://schemas.microsoft.com/office/drawing/2014/main" id="{CCA53042-C187-4410-8528-7B62B2359E6D}"/>
                </a:ext>
              </a:extLst>
            </p:cNvPr>
            <p:cNvCxnSpPr>
              <a:cxnSpLocks/>
              <a:stCxn id="4204" idx="4"/>
              <a:endCxn id="4204" idx="0"/>
            </p:cNvCxnSpPr>
            <p:nvPr/>
          </p:nvCxnSpPr>
          <p:spPr>
            <a:xfrm flipV="1">
              <a:off x="2869622" y="3264035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6" name="직선 연결선 4255">
              <a:extLst>
                <a:ext uri="{FF2B5EF4-FFF2-40B4-BE49-F238E27FC236}">
                  <a16:creationId xmlns:a16="http://schemas.microsoft.com/office/drawing/2014/main" id="{C4E3F1A8-9503-4BCC-93D6-843D44A1518E}"/>
                </a:ext>
              </a:extLst>
            </p:cNvPr>
            <p:cNvCxnSpPr>
              <a:cxnSpLocks/>
              <a:stCxn id="4205" idx="2"/>
              <a:endCxn id="4205" idx="6"/>
            </p:cNvCxnSpPr>
            <p:nvPr/>
          </p:nvCxnSpPr>
          <p:spPr>
            <a:xfrm>
              <a:off x="3047561" y="3359789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7" name="직선 연결선 4256">
              <a:extLst>
                <a:ext uri="{FF2B5EF4-FFF2-40B4-BE49-F238E27FC236}">
                  <a16:creationId xmlns:a16="http://schemas.microsoft.com/office/drawing/2014/main" id="{F90BBFAF-D54B-4AAD-85CC-A6A0A7F52E48}"/>
                </a:ext>
              </a:extLst>
            </p:cNvPr>
            <p:cNvCxnSpPr>
              <a:cxnSpLocks/>
              <a:stCxn id="4205" idx="4"/>
              <a:endCxn id="4205" idx="0"/>
            </p:cNvCxnSpPr>
            <p:nvPr/>
          </p:nvCxnSpPr>
          <p:spPr>
            <a:xfrm flipV="1">
              <a:off x="3143315" y="3264035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8" name="직선 연결선 4257">
              <a:extLst>
                <a:ext uri="{FF2B5EF4-FFF2-40B4-BE49-F238E27FC236}">
                  <a16:creationId xmlns:a16="http://schemas.microsoft.com/office/drawing/2014/main" id="{7D0F3E4C-6950-4615-918F-E0C120000B2E}"/>
                </a:ext>
              </a:extLst>
            </p:cNvPr>
            <p:cNvCxnSpPr>
              <a:cxnSpLocks/>
              <a:stCxn id="4206" idx="2"/>
              <a:endCxn id="4206" idx="6"/>
            </p:cNvCxnSpPr>
            <p:nvPr/>
          </p:nvCxnSpPr>
          <p:spPr>
            <a:xfrm>
              <a:off x="3321254" y="3359789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9" name="직선 연결선 4258">
              <a:extLst>
                <a:ext uri="{FF2B5EF4-FFF2-40B4-BE49-F238E27FC236}">
                  <a16:creationId xmlns:a16="http://schemas.microsoft.com/office/drawing/2014/main" id="{C09515A0-7B6E-4173-9FE8-34268BC28C55}"/>
                </a:ext>
              </a:extLst>
            </p:cNvPr>
            <p:cNvCxnSpPr>
              <a:cxnSpLocks/>
              <a:stCxn id="4206" idx="4"/>
              <a:endCxn id="4206" idx="0"/>
            </p:cNvCxnSpPr>
            <p:nvPr/>
          </p:nvCxnSpPr>
          <p:spPr>
            <a:xfrm flipV="1">
              <a:off x="3417008" y="3264035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0" name="직선 연결선 4259">
              <a:extLst>
                <a:ext uri="{FF2B5EF4-FFF2-40B4-BE49-F238E27FC236}">
                  <a16:creationId xmlns:a16="http://schemas.microsoft.com/office/drawing/2014/main" id="{9E05483C-FEA0-4D43-8B5A-E5F11650F06E}"/>
                </a:ext>
              </a:extLst>
            </p:cNvPr>
            <p:cNvCxnSpPr>
              <a:cxnSpLocks/>
              <a:stCxn id="4207" idx="2"/>
              <a:endCxn id="4207" idx="6"/>
            </p:cNvCxnSpPr>
            <p:nvPr/>
          </p:nvCxnSpPr>
          <p:spPr>
            <a:xfrm>
              <a:off x="3594947" y="3359789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1" name="직선 연결선 4260">
              <a:extLst>
                <a:ext uri="{FF2B5EF4-FFF2-40B4-BE49-F238E27FC236}">
                  <a16:creationId xmlns:a16="http://schemas.microsoft.com/office/drawing/2014/main" id="{B08B218E-8E3D-48C1-AC9E-1C8B7FDE8F60}"/>
                </a:ext>
              </a:extLst>
            </p:cNvPr>
            <p:cNvCxnSpPr>
              <a:cxnSpLocks/>
              <a:stCxn id="4207" idx="4"/>
              <a:endCxn id="4207" idx="0"/>
            </p:cNvCxnSpPr>
            <p:nvPr/>
          </p:nvCxnSpPr>
          <p:spPr>
            <a:xfrm flipV="1">
              <a:off x="3690701" y="3264035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2" name="직선 연결선 4261">
              <a:extLst>
                <a:ext uri="{FF2B5EF4-FFF2-40B4-BE49-F238E27FC236}">
                  <a16:creationId xmlns:a16="http://schemas.microsoft.com/office/drawing/2014/main" id="{2654770D-D17D-497E-A326-1DA83112FC57}"/>
                </a:ext>
              </a:extLst>
            </p:cNvPr>
            <p:cNvCxnSpPr>
              <a:cxnSpLocks/>
              <a:stCxn id="4208" idx="2"/>
              <a:endCxn id="4208" idx="6"/>
            </p:cNvCxnSpPr>
            <p:nvPr/>
          </p:nvCxnSpPr>
          <p:spPr>
            <a:xfrm>
              <a:off x="3868640" y="3359789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3" name="직선 연결선 4262">
              <a:extLst>
                <a:ext uri="{FF2B5EF4-FFF2-40B4-BE49-F238E27FC236}">
                  <a16:creationId xmlns:a16="http://schemas.microsoft.com/office/drawing/2014/main" id="{4C61699C-1676-4801-BD0F-6D61FE5D6270}"/>
                </a:ext>
              </a:extLst>
            </p:cNvPr>
            <p:cNvCxnSpPr>
              <a:cxnSpLocks/>
              <a:stCxn id="4208" idx="4"/>
              <a:endCxn id="4208" idx="0"/>
            </p:cNvCxnSpPr>
            <p:nvPr/>
          </p:nvCxnSpPr>
          <p:spPr>
            <a:xfrm flipV="1">
              <a:off x="3964394" y="3264035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4" name="직선 연결선 4263">
              <a:extLst>
                <a:ext uri="{FF2B5EF4-FFF2-40B4-BE49-F238E27FC236}">
                  <a16:creationId xmlns:a16="http://schemas.microsoft.com/office/drawing/2014/main" id="{AAC6FBB1-30E9-4C99-93C0-C800C8C12E0E}"/>
                </a:ext>
              </a:extLst>
            </p:cNvPr>
            <p:cNvCxnSpPr>
              <a:cxnSpLocks/>
              <a:stCxn id="4209" idx="2"/>
              <a:endCxn id="4209" idx="6"/>
            </p:cNvCxnSpPr>
            <p:nvPr/>
          </p:nvCxnSpPr>
          <p:spPr>
            <a:xfrm>
              <a:off x="4142333" y="3359789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5" name="직선 연결선 4264">
              <a:extLst>
                <a:ext uri="{FF2B5EF4-FFF2-40B4-BE49-F238E27FC236}">
                  <a16:creationId xmlns:a16="http://schemas.microsoft.com/office/drawing/2014/main" id="{4C29F948-9F98-4B13-A79F-6CB97480F843}"/>
                </a:ext>
              </a:extLst>
            </p:cNvPr>
            <p:cNvCxnSpPr>
              <a:cxnSpLocks/>
              <a:stCxn id="4209" idx="4"/>
              <a:endCxn id="4209" idx="0"/>
            </p:cNvCxnSpPr>
            <p:nvPr/>
          </p:nvCxnSpPr>
          <p:spPr>
            <a:xfrm flipV="1">
              <a:off x="4238087" y="3264035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6" name="직선 연결선 4265">
              <a:extLst>
                <a:ext uri="{FF2B5EF4-FFF2-40B4-BE49-F238E27FC236}">
                  <a16:creationId xmlns:a16="http://schemas.microsoft.com/office/drawing/2014/main" id="{4276ABEE-4D85-48B6-9BAF-573A8B82239B}"/>
                </a:ext>
              </a:extLst>
            </p:cNvPr>
            <p:cNvCxnSpPr>
              <a:cxnSpLocks/>
              <a:stCxn id="4210" idx="2"/>
              <a:endCxn id="4210" idx="6"/>
            </p:cNvCxnSpPr>
            <p:nvPr/>
          </p:nvCxnSpPr>
          <p:spPr>
            <a:xfrm>
              <a:off x="4416026" y="3359789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7" name="직선 연결선 4266">
              <a:extLst>
                <a:ext uri="{FF2B5EF4-FFF2-40B4-BE49-F238E27FC236}">
                  <a16:creationId xmlns:a16="http://schemas.microsoft.com/office/drawing/2014/main" id="{582C7D1E-B461-4AB0-8A1A-7E51D7369E73}"/>
                </a:ext>
              </a:extLst>
            </p:cNvPr>
            <p:cNvCxnSpPr>
              <a:cxnSpLocks/>
              <a:stCxn id="4210" idx="4"/>
              <a:endCxn id="4210" idx="0"/>
            </p:cNvCxnSpPr>
            <p:nvPr/>
          </p:nvCxnSpPr>
          <p:spPr>
            <a:xfrm flipV="1">
              <a:off x="4511780" y="3264035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8" name="직선 연결선 4267">
              <a:extLst>
                <a:ext uri="{FF2B5EF4-FFF2-40B4-BE49-F238E27FC236}">
                  <a16:creationId xmlns:a16="http://schemas.microsoft.com/office/drawing/2014/main" id="{BFEF788B-4EF9-4628-9EAD-7CD9F9250D7E}"/>
                </a:ext>
              </a:extLst>
            </p:cNvPr>
            <p:cNvCxnSpPr>
              <a:cxnSpLocks/>
              <a:stCxn id="4211" idx="2"/>
              <a:endCxn id="4211" idx="6"/>
            </p:cNvCxnSpPr>
            <p:nvPr/>
          </p:nvCxnSpPr>
          <p:spPr>
            <a:xfrm>
              <a:off x="4689719" y="3359789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9" name="직선 연결선 4268">
              <a:extLst>
                <a:ext uri="{FF2B5EF4-FFF2-40B4-BE49-F238E27FC236}">
                  <a16:creationId xmlns:a16="http://schemas.microsoft.com/office/drawing/2014/main" id="{697075E9-1E3C-47CE-8DC0-0E55FDB5D382}"/>
                </a:ext>
              </a:extLst>
            </p:cNvPr>
            <p:cNvCxnSpPr>
              <a:cxnSpLocks/>
              <a:stCxn id="4211" idx="4"/>
              <a:endCxn id="4211" idx="0"/>
            </p:cNvCxnSpPr>
            <p:nvPr/>
          </p:nvCxnSpPr>
          <p:spPr>
            <a:xfrm flipV="1">
              <a:off x="4785473" y="3264035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0" name="직선 연결선 4269">
              <a:extLst>
                <a:ext uri="{FF2B5EF4-FFF2-40B4-BE49-F238E27FC236}">
                  <a16:creationId xmlns:a16="http://schemas.microsoft.com/office/drawing/2014/main" id="{712B16D8-95AD-4969-8A04-D7BBDFFB2792}"/>
                </a:ext>
              </a:extLst>
            </p:cNvPr>
            <p:cNvCxnSpPr>
              <a:cxnSpLocks/>
              <a:stCxn id="4212" idx="2"/>
              <a:endCxn id="4212" idx="6"/>
            </p:cNvCxnSpPr>
            <p:nvPr/>
          </p:nvCxnSpPr>
          <p:spPr>
            <a:xfrm>
              <a:off x="4963412" y="3359789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1" name="직선 연결선 4270">
              <a:extLst>
                <a:ext uri="{FF2B5EF4-FFF2-40B4-BE49-F238E27FC236}">
                  <a16:creationId xmlns:a16="http://schemas.microsoft.com/office/drawing/2014/main" id="{8956349F-3F09-4FE6-95C0-43DF07DA3641}"/>
                </a:ext>
              </a:extLst>
            </p:cNvPr>
            <p:cNvCxnSpPr>
              <a:cxnSpLocks/>
              <a:stCxn id="4212" idx="4"/>
              <a:endCxn id="4212" idx="0"/>
            </p:cNvCxnSpPr>
            <p:nvPr/>
          </p:nvCxnSpPr>
          <p:spPr>
            <a:xfrm flipV="1">
              <a:off x="5059166" y="3264035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2" name="직선 연결선 4271">
              <a:extLst>
                <a:ext uri="{FF2B5EF4-FFF2-40B4-BE49-F238E27FC236}">
                  <a16:creationId xmlns:a16="http://schemas.microsoft.com/office/drawing/2014/main" id="{1C42FB84-B425-4DE8-A6AD-6B5E82439CEF}"/>
                </a:ext>
              </a:extLst>
            </p:cNvPr>
            <p:cNvCxnSpPr>
              <a:cxnSpLocks/>
              <a:stCxn id="4213" idx="2"/>
              <a:endCxn id="4213" idx="6"/>
            </p:cNvCxnSpPr>
            <p:nvPr/>
          </p:nvCxnSpPr>
          <p:spPr>
            <a:xfrm>
              <a:off x="5237105" y="3359789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3" name="직선 연결선 4272">
              <a:extLst>
                <a:ext uri="{FF2B5EF4-FFF2-40B4-BE49-F238E27FC236}">
                  <a16:creationId xmlns:a16="http://schemas.microsoft.com/office/drawing/2014/main" id="{D0415E24-5A21-41AA-BA79-56F0C5B0A8CE}"/>
                </a:ext>
              </a:extLst>
            </p:cNvPr>
            <p:cNvCxnSpPr>
              <a:cxnSpLocks/>
              <a:stCxn id="4213" idx="4"/>
              <a:endCxn id="4213" idx="0"/>
            </p:cNvCxnSpPr>
            <p:nvPr/>
          </p:nvCxnSpPr>
          <p:spPr>
            <a:xfrm flipV="1">
              <a:off x="5332859" y="3264035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74" name="TextBox 4273">
              <a:extLst>
                <a:ext uri="{FF2B5EF4-FFF2-40B4-BE49-F238E27FC236}">
                  <a16:creationId xmlns:a16="http://schemas.microsoft.com/office/drawing/2014/main" id="{473F0004-0D7E-4650-9F2A-2BEF3E049292}"/>
                </a:ext>
              </a:extLst>
            </p:cNvPr>
            <p:cNvSpPr txBox="1"/>
            <p:nvPr/>
          </p:nvSpPr>
          <p:spPr>
            <a:xfrm>
              <a:off x="230188" y="3528364"/>
              <a:ext cx="564338" cy="1306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4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May</a:t>
              </a:r>
              <a:endParaRPr lang="ko-KR" altLang="en-US" sz="84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4275" name="타원 4274">
              <a:extLst>
                <a:ext uri="{FF2B5EF4-FFF2-40B4-BE49-F238E27FC236}">
                  <a16:creationId xmlns:a16="http://schemas.microsoft.com/office/drawing/2014/main" id="{589228B1-62F2-4BB5-ABD9-4FA96619C49E}"/>
                </a:ext>
              </a:extLst>
            </p:cNvPr>
            <p:cNvSpPr/>
            <p:nvPr/>
          </p:nvSpPr>
          <p:spPr>
            <a:xfrm>
              <a:off x="1405405" y="3528364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276" name="타원 4275">
              <a:extLst>
                <a:ext uri="{FF2B5EF4-FFF2-40B4-BE49-F238E27FC236}">
                  <a16:creationId xmlns:a16="http://schemas.microsoft.com/office/drawing/2014/main" id="{6DDB6F43-3F95-444F-8DE1-68B66F033E75}"/>
                </a:ext>
              </a:extLst>
            </p:cNvPr>
            <p:cNvSpPr/>
            <p:nvPr/>
          </p:nvSpPr>
          <p:spPr>
            <a:xfrm>
              <a:off x="1679097" y="3528364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277" name="타원 4276">
              <a:extLst>
                <a:ext uri="{FF2B5EF4-FFF2-40B4-BE49-F238E27FC236}">
                  <a16:creationId xmlns:a16="http://schemas.microsoft.com/office/drawing/2014/main" id="{2C1D03CB-BF27-435F-8BC7-389298E32D96}"/>
                </a:ext>
              </a:extLst>
            </p:cNvPr>
            <p:cNvSpPr/>
            <p:nvPr/>
          </p:nvSpPr>
          <p:spPr>
            <a:xfrm>
              <a:off x="1952789" y="3528364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278" name="타원 4277">
              <a:extLst>
                <a:ext uri="{FF2B5EF4-FFF2-40B4-BE49-F238E27FC236}">
                  <a16:creationId xmlns:a16="http://schemas.microsoft.com/office/drawing/2014/main" id="{497F23F6-6468-4860-A9B4-126C98019968}"/>
                </a:ext>
              </a:extLst>
            </p:cNvPr>
            <p:cNvSpPr/>
            <p:nvPr/>
          </p:nvSpPr>
          <p:spPr>
            <a:xfrm>
              <a:off x="2226481" y="3528364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4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279" name="타원 4278">
              <a:extLst>
                <a:ext uri="{FF2B5EF4-FFF2-40B4-BE49-F238E27FC236}">
                  <a16:creationId xmlns:a16="http://schemas.microsoft.com/office/drawing/2014/main" id="{C1D1CFD0-3ED0-43B1-9904-33C55DD20339}"/>
                </a:ext>
              </a:extLst>
            </p:cNvPr>
            <p:cNvSpPr/>
            <p:nvPr/>
          </p:nvSpPr>
          <p:spPr>
            <a:xfrm>
              <a:off x="2500173" y="3528364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5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280" name="타원 4279">
              <a:extLst>
                <a:ext uri="{FF2B5EF4-FFF2-40B4-BE49-F238E27FC236}">
                  <a16:creationId xmlns:a16="http://schemas.microsoft.com/office/drawing/2014/main" id="{BF74C0D2-6FF7-4044-A4E1-3313DFB60CDE}"/>
                </a:ext>
              </a:extLst>
            </p:cNvPr>
            <p:cNvSpPr/>
            <p:nvPr/>
          </p:nvSpPr>
          <p:spPr>
            <a:xfrm>
              <a:off x="2773865" y="3528364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6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281" name="타원 4280">
              <a:extLst>
                <a:ext uri="{FF2B5EF4-FFF2-40B4-BE49-F238E27FC236}">
                  <a16:creationId xmlns:a16="http://schemas.microsoft.com/office/drawing/2014/main" id="{B0200691-F87F-4F08-902B-19C2E02186F1}"/>
                </a:ext>
              </a:extLst>
            </p:cNvPr>
            <p:cNvSpPr/>
            <p:nvPr/>
          </p:nvSpPr>
          <p:spPr>
            <a:xfrm>
              <a:off x="3047557" y="3528364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7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282" name="타원 4281">
              <a:extLst>
                <a:ext uri="{FF2B5EF4-FFF2-40B4-BE49-F238E27FC236}">
                  <a16:creationId xmlns:a16="http://schemas.microsoft.com/office/drawing/2014/main" id="{DF9AC1DC-29CD-497D-AF38-8EC10D94EA81}"/>
                </a:ext>
              </a:extLst>
            </p:cNvPr>
            <p:cNvSpPr/>
            <p:nvPr/>
          </p:nvSpPr>
          <p:spPr>
            <a:xfrm>
              <a:off x="3321249" y="3528364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8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283" name="타원 4282">
              <a:extLst>
                <a:ext uri="{FF2B5EF4-FFF2-40B4-BE49-F238E27FC236}">
                  <a16:creationId xmlns:a16="http://schemas.microsoft.com/office/drawing/2014/main" id="{AA07EEE0-56B4-409B-B70D-CAD24FC11844}"/>
                </a:ext>
              </a:extLst>
            </p:cNvPr>
            <p:cNvSpPr/>
            <p:nvPr/>
          </p:nvSpPr>
          <p:spPr>
            <a:xfrm>
              <a:off x="3594941" y="3528364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9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284" name="타원 4283">
              <a:extLst>
                <a:ext uri="{FF2B5EF4-FFF2-40B4-BE49-F238E27FC236}">
                  <a16:creationId xmlns:a16="http://schemas.microsoft.com/office/drawing/2014/main" id="{88D0EB24-8C71-4806-86FF-36C5E90679C2}"/>
                </a:ext>
              </a:extLst>
            </p:cNvPr>
            <p:cNvSpPr/>
            <p:nvPr/>
          </p:nvSpPr>
          <p:spPr>
            <a:xfrm>
              <a:off x="3868633" y="3528364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10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285" name="타원 4284">
              <a:extLst>
                <a:ext uri="{FF2B5EF4-FFF2-40B4-BE49-F238E27FC236}">
                  <a16:creationId xmlns:a16="http://schemas.microsoft.com/office/drawing/2014/main" id="{3C2C1FB4-AD25-4A95-B0D5-D814CCB8FBC1}"/>
                </a:ext>
              </a:extLst>
            </p:cNvPr>
            <p:cNvSpPr/>
            <p:nvPr/>
          </p:nvSpPr>
          <p:spPr>
            <a:xfrm>
              <a:off x="4142325" y="3528364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11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286" name="타원 4285">
              <a:extLst>
                <a:ext uri="{FF2B5EF4-FFF2-40B4-BE49-F238E27FC236}">
                  <a16:creationId xmlns:a16="http://schemas.microsoft.com/office/drawing/2014/main" id="{88DC3425-C066-4F57-9CCC-E8F6B8C92D86}"/>
                </a:ext>
              </a:extLst>
            </p:cNvPr>
            <p:cNvSpPr/>
            <p:nvPr/>
          </p:nvSpPr>
          <p:spPr>
            <a:xfrm>
              <a:off x="4416017" y="3528364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12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287" name="타원 4286">
              <a:extLst>
                <a:ext uri="{FF2B5EF4-FFF2-40B4-BE49-F238E27FC236}">
                  <a16:creationId xmlns:a16="http://schemas.microsoft.com/office/drawing/2014/main" id="{3FCBF633-CF46-4F57-8BC4-8080D2990791}"/>
                </a:ext>
              </a:extLst>
            </p:cNvPr>
            <p:cNvSpPr/>
            <p:nvPr/>
          </p:nvSpPr>
          <p:spPr>
            <a:xfrm>
              <a:off x="4689709" y="3528364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13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288" name="타원 4287">
              <a:extLst>
                <a:ext uri="{FF2B5EF4-FFF2-40B4-BE49-F238E27FC236}">
                  <a16:creationId xmlns:a16="http://schemas.microsoft.com/office/drawing/2014/main" id="{E0F39F57-57DC-4E29-B7D9-A11A9CC03467}"/>
                </a:ext>
              </a:extLst>
            </p:cNvPr>
            <p:cNvSpPr/>
            <p:nvPr/>
          </p:nvSpPr>
          <p:spPr>
            <a:xfrm>
              <a:off x="4963401" y="3528364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14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289" name="타원 4288">
              <a:extLst>
                <a:ext uri="{FF2B5EF4-FFF2-40B4-BE49-F238E27FC236}">
                  <a16:creationId xmlns:a16="http://schemas.microsoft.com/office/drawing/2014/main" id="{D4796300-5005-4F29-AD50-B352C229AB9B}"/>
                </a:ext>
              </a:extLst>
            </p:cNvPr>
            <p:cNvSpPr/>
            <p:nvPr/>
          </p:nvSpPr>
          <p:spPr>
            <a:xfrm>
              <a:off x="5237095" y="3528364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15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290" name="타원 4289">
              <a:extLst>
                <a:ext uri="{FF2B5EF4-FFF2-40B4-BE49-F238E27FC236}">
                  <a16:creationId xmlns:a16="http://schemas.microsoft.com/office/drawing/2014/main" id="{DB045396-4AFF-4EE5-A8B8-8E6C6CB11F08}"/>
                </a:ext>
              </a:extLst>
            </p:cNvPr>
            <p:cNvSpPr/>
            <p:nvPr/>
          </p:nvSpPr>
          <p:spPr>
            <a:xfrm>
              <a:off x="1405403" y="3762777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16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291" name="타원 4290">
              <a:extLst>
                <a:ext uri="{FF2B5EF4-FFF2-40B4-BE49-F238E27FC236}">
                  <a16:creationId xmlns:a16="http://schemas.microsoft.com/office/drawing/2014/main" id="{BAF935BC-3B6A-49E8-BFFF-3AE734219054}"/>
                </a:ext>
              </a:extLst>
            </p:cNvPr>
            <p:cNvSpPr/>
            <p:nvPr/>
          </p:nvSpPr>
          <p:spPr>
            <a:xfrm>
              <a:off x="1679096" y="3762777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17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292" name="타원 4291">
              <a:extLst>
                <a:ext uri="{FF2B5EF4-FFF2-40B4-BE49-F238E27FC236}">
                  <a16:creationId xmlns:a16="http://schemas.microsoft.com/office/drawing/2014/main" id="{AEC0C973-1BB7-4D73-A026-5E28FF8A83FE}"/>
                </a:ext>
              </a:extLst>
            </p:cNvPr>
            <p:cNvSpPr/>
            <p:nvPr/>
          </p:nvSpPr>
          <p:spPr>
            <a:xfrm>
              <a:off x="1952789" y="3762777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18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293" name="타원 4292">
              <a:extLst>
                <a:ext uri="{FF2B5EF4-FFF2-40B4-BE49-F238E27FC236}">
                  <a16:creationId xmlns:a16="http://schemas.microsoft.com/office/drawing/2014/main" id="{F414BFEE-E56C-4E6D-BDB4-716671D9D9DF}"/>
                </a:ext>
              </a:extLst>
            </p:cNvPr>
            <p:cNvSpPr/>
            <p:nvPr/>
          </p:nvSpPr>
          <p:spPr>
            <a:xfrm>
              <a:off x="2226482" y="3762777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19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294" name="타원 4293">
              <a:extLst>
                <a:ext uri="{FF2B5EF4-FFF2-40B4-BE49-F238E27FC236}">
                  <a16:creationId xmlns:a16="http://schemas.microsoft.com/office/drawing/2014/main" id="{1BDCE65C-C7C8-45DD-BA42-8EBABFB3A6AF}"/>
                </a:ext>
              </a:extLst>
            </p:cNvPr>
            <p:cNvSpPr/>
            <p:nvPr/>
          </p:nvSpPr>
          <p:spPr>
            <a:xfrm>
              <a:off x="2500175" y="3762777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20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295" name="타원 4294">
              <a:extLst>
                <a:ext uri="{FF2B5EF4-FFF2-40B4-BE49-F238E27FC236}">
                  <a16:creationId xmlns:a16="http://schemas.microsoft.com/office/drawing/2014/main" id="{2EAFB734-865B-4E06-A729-05CFF19B033B}"/>
                </a:ext>
              </a:extLst>
            </p:cNvPr>
            <p:cNvSpPr/>
            <p:nvPr/>
          </p:nvSpPr>
          <p:spPr>
            <a:xfrm>
              <a:off x="2773868" y="3762777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21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296" name="타원 4295">
              <a:extLst>
                <a:ext uri="{FF2B5EF4-FFF2-40B4-BE49-F238E27FC236}">
                  <a16:creationId xmlns:a16="http://schemas.microsoft.com/office/drawing/2014/main" id="{46D6BFAF-9B97-49A3-B93C-3247534E9834}"/>
                </a:ext>
              </a:extLst>
            </p:cNvPr>
            <p:cNvSpPr/>
            <p:nvPr/>
          </p:nvSpPr>
          <p:spPr>
            <a:xfrm>
              <a:off x="3047561" y="3762777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22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297" name="타원 4296">
              <a:extLst>
                <a:ext uri="{FF2B5EF4-FFF2-40B4-BE49-F238E27FC236}">
                  <a16:creationId xmlns:a16="http://schemas.microsoft.com/office/drawing/2014/main" id="{6A416FBC-4DEB-4BDC-BCF0-D34FA61FDD1C}"/>
                </a:ext>
              </a:extLst>
            </p:cNvPr>
            <p:cNvSpPr/>
            <p:nvPr/>
          </p:nvSpPr>
          <p:spPr>
            <a:xfrm>
              <a:off x="3321254" y="3762777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23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298" name="타원 4297">
              <a:extLst>
                <a:ext uri="{FF2B5EF4-FFF2-40B4-BE49-F238E27FC236}">
                  <a16:creationId xmlns:a16="http://schemas.microsoft.com/office/drawing/2014/main" id="{ADCE6F46-C232-43FF-8874-C3979033DCDB}"/>
                </a:ext>
              </a:extLst>
            </p:cNvPr>
            <p:cNvSpPr/>
            <p:nvPr/>
          </p:nvSpPr>
          <p:spPr>
            <a:xfrm>
              <a:off x="3594947" y="3762777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24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299" name="타원 4298">
              <a:extLst>
                <a:ext uri="{FF2B5EF4-FFF2-40B4-BE49-F238E27FC236}">
                  <a16:creationId xmlns:a16="http://schemas.microsoft.com/office/drawing/2014/main" id="{F3DC0CCA-F52C-45F5-8C15-81469C8A1064}"/>
                </a:ext>
              </a:extLst>
            </p:cNvPr>
            <p:cNvSpPr/>
            <p:nvPr/>
          </p:nvSpPr>
          <p:spPr>
            <a:xfrm>
              <a:off x="3868640" y="3762777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25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300" name="타원 4299">
              <a:extLst>
                <a:ext uri="{FF2B5EF4-FFF2-40B4-BE49-F238E27FC236}">
                  <a16:creationId xmlns:a16="http://schemas.microsoft.com/office/drawing/2014/main" id="{C1B47323-1D2A-4DD7-A496-46A067A3F2FA}"/>
                </a:ext>
              </a:extLst>
            </p:cNvPr>
            <p:cNvSpPr/>
            <p:nvPr/>
          </p:nvSpPr>
          <p:spPr>
            <a:xfrm>
              <a:off x="4142333" y="3762777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26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301" name="타원 4300">
              <a:extLst>
                <a:ext uri="{FF2B5EF4-FFF2-40B4-BE49-F238E27FC236}">
                  <a16:creationId xmlns:a16="http://schemas.microsoft.com/office/drawing/2014/main" id="{B163629E-837A-455F-BBE9-D6C88074D068}"/>
                </a:ext>
              </a:extLst>
            </p:cNvPr>
            <p:cNvSpPr/>
            <p:nvPr/>
          </p:nvSpPr>
          <p:spPr>
            <a:xfrm>
              <a:off x="4416026" y="3762777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27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302" name="타원 4301">
              <a:extLst>
                <a:ext uri="{FF2B5EF4-FFF2-40B4-BE49-F238E27FC236}">
                  <a16:creationId xmlns:a16="http://schemas.microsoft.com/office/drawing/2014/main" id="{56D455F5-7DC6-4EA6-9238-D7D0A00937A4}"/>
                </a:ext>
              </a:extLst>
            </p:cNvPr>
            <p:cNvSpPr/>
            <p:nvPr/>
          </p:nvSpPr>
          <p:spPr>
            <a:xfrm>
              <a:off x="4689719" y="3762777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28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303" name="타원 4302">
              <a:extLst>
                <a:ext uri="{FF2B5EF4-FFF2-40B4-BE49-F238E27FC236}">
                  <a16:creationId xmlns:a16="http://schemas.microsoft.com/office/drawing/2014/main" id="{912F63B7-7631-4F09-BC82-172E90ECB410}"/>
                </a:ext>
              </a:extLst>
            </p:cNvPr>
            <p:cNvSpPr/>
            <p:nvPr/>
          </p:nvSpPr>
          <p:spPr>
            <a:xfrm>
              <a:off x="4963412" y="3762777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29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304" name="타원 4303">
              <a:extLst>
                <a:ext uri="{FF2B5EF4-FFF2-40B4-BE49-F238E27FC236}">
                  <a16:creationId xmlns:a16="http://schemas.microsoft.com/office/drawing/2014/main" id="{A68CB4B0-FE92-4FA6-89C0-102359E271FD}"/>
                </a:ext>
              </a:extLst>
            </p:cNvPr>
            <p:cNvSpPr/>
            <p:nvPr/>
          </p:nvSpPr>
          <p:spPr>
            <a:xfrm>
              <a:off x="5237105" y="3762777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30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305" name="타원 4304">
              <a:extLst>
                <a:ext uri="{FF2B5EF4-FFF2-40B4-BE49-F238E27FC236}">
                  <a16:creationId xmlns:a16="http://schemas.microsoft.com/office/drawing/2014/main" id="{7E7590CD-CB86-4ED1-81C4-1D64CDA3CC94}"/>
                </a:ext>
              </a:extLst>
            </p:cNvPr>
            <p:cNvSpPr/>
            <p:nvPr/>
          </p:nvSpPr>
          <p:spPr>
            <a:xfrm>
              <a:off x="5510793" y="3762777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31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cxnSp>
          <p:nvCxnSpPr>
            <p:cNvPr id="4306" name="직선 연결선 4305">
              <a:extLst>
                <a:ext uri="{FF2B5EF4-FFF2-40B4-BE49-F238E27FC236}">
                  <a16:creationId xmlns:a16="http://schemas.microsoft.com/office/drawing/2014/main" id="{54EAD36C-0B7B-4C60-A0F0-AF1173F61988}"/>
                </a:ext>
              </a:extLst>
            </p:cNvPr>
            <p:cNvCxnSpPr>
              <a:cxnSpLocks/>
              <a:stCxn id="4275" idx="2"/>
              <a:endCxn id="4275" idx="6"/>
            </p:cNvCxnSpPr>
            <p:nvPr/>
          </p:nvCxnSpPr>
          <p:spPr>
            <a:xfrm>
              <a:off x="1405405" y="3624118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7" name="직선 연결선 4306">
              <a:extLst>
                <a:ext uri="{FF2B5EF4-FFF2-40B4-BE49-F238E27FC236}">
                  <a16:creationId xmlns:a16="http://schemas.microsoft.com/office/drawing/2014/main" id="{6B3D9671-A2EE-4EBB-B654-43089D5129C1}"/>
                </a:ext>
              </a:extLst>
            </p:cNvPr>
            <p:cNvCxnSpPr>
              <a:cxnSpLocks/>
              <a:stCxn id="4275" idx="4"/>
              <a:endCxn id="4275" idx="0"/>
            </p:cNvCxnSpPr>
            <p:nvPr/>
          </p:nvCxnSpPr>
          <p:spPr>
            <a:xfrm flipV="1">
              <a:off x="1501159" y="3528364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8" name="직선 연결선 4307">
              <a:extLst>
                <a:ext uri="{FF2B5EF4-FFF2-40B4-BE49-F238E27FC236}">
                  <a16:creationId xmlns:a16="http://schemas.microsoft.com/office/drawing/2014/main" id="{197168C0-D59E-409A-91A4-595721C52890}"/>
                </a:ext>
              </a:extLst>
            </p:cNvPr>
            <p:cNvCxnSpPr>
              <a:cxnSpLocks/>
              <a:stCxn id="4276" idx="2"/>
              <a:endCxn id="4276" idx="6"/>
            </p:cNvCxnSpPr>
            <p:nvPr/>
          </p:nvCxnSpPr>
          <p:spPr>
            <a:xfrm>
              <a:off x="1679097" y="3624118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9" name="직선 연결선 4308">
              <a:extLst>
                <a:ext uri="{FF2B5EF4-FFF2-40B4-BE49-F238E27FC236}">
                  <a16:creationId xmlns:a16="http://schemas.microsoft.com/office/drawing/2014/main" id="{2CABB5F4-12C4-419C-862E-B46DA332AE35}"/>
                </a:ext>
              </a:extLst>
            </p:cNvPr>
            <p:cNvCxnSpPr>
              <a:cxnSpLocks/>
              <a:stCxn id="4276" idx="4"/>
              <a:endCxn id="4276" idx="0"/>
            </p:cNvCxnSpPr>
            <p:nvPr/>
          </p:nvCxnSpPr>
          <p:spPr>
            <a:xfrm flipV="1">
              <a:off x="1774851" y="3528364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0" name="직선 연결선 4309">
              <a:extLst>
                <a:ext uri="{FF2B5EF4-FFF2-40B4-BE49-F238E27FC236}">
                  <a16:creationId xmlns:a16="http://schemas.microsoft.com/office/drawing/2014/main" id="{29D21C68-457C-4478-86F9-02CACE2F5901}"/>
                </a:ext>
              </a:extLst>
            </p:cNvPr>
            <p:cNvCxnSpPr>
              <a:cxnSpLocks/>
              <a:stCxn id="4277" idx="2"/>
              <a:endCxn id="4277" idx="6"/>
            </p:cNvCxnSpPr>
            <p:nvPr/>
          </p:nvCxnSpPr>
          <p:spPr>
            <a:xfrm>
              <a:off x="1952789" y="3624118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1" name="직선 연결선 4310">
              <a:extLst>
                <a:ext uri="{FF2B5EF4-FFF2-40B4-BE49-F238E27FC236}">
                  <a16:creationId xmlns:a16="http://schemas.microsoft.com/office/drawing/2014/main" id="{81986218-6172-4B0A-B12E-7E6C16BDF485}"/>
                </a:ext>
              </a:extLst>
            </p:cNvPr>
            <p:cNvCxnSpPr>
              <a:cxnSpLocks/>
              <a:stCxn id="4277" idx="4"/>
              <a:endCxn id="4277" idx="0"/>
            </p:cNvCxnSpPr>
            <p:nvPr/>
          </p:nvCxnSpPr>
          <p:spPr>
            <a:xfrm flipV="1">
              <a:off x="2048543" y="3528364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2" name="직선 연결선 4311">
              <a:extLst>
                <a:ext uri="{FF2B5EF4-FFF2-40B4-BE49-F238E27FC236}">
                  <a16:creationId xmlns:a16="http://schemas.microsoft.com/office/drawing/2014/main" id="{8C3D8E3C-C422-4354-9299-E086F258BF48}"/>
                </a:ext>
              </a:extLst>
            </p:cNvPr>
            <p:cNvCxnSpPr>
              <a:cxnSpLocks/>
              <a:stCxn id="4278" idx="2"/>
              <a:endCxn id="4278" idx="6"/>
            </p:cNvCxnSpPr>
            <p:nvPr/>
          </p:nvCxnSpPr>
          <p:spPr>
            <a:xfrm>
              <a:off x="2226481" y="3624118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3" name="직선 연결선 4312">
              <a:extLst>
                <a:ext uri="{FF2B5EF4-FFF2-40B4-BE49-F238E27FC236}">
                  <a16:creationId xmlns:a16="http://schemas.microsoft.com/office/drawing/2014/main" id="{71FFFCC7-C2C3-4809-AC6C-07CE561C9119}"/>
                </a:ext>
              </a:extLst>
            </p:cNvPr>
            <p:cNvCxnSpPr>
              <a:cxnSpLocks/>
              <a:stCxn id="4278" idx="4"/>
              <a:endCxn id="4278" idx="0"/>
            </p:cNvCxnSpPr>
            <p:nvPr/>
          </p:nvCxnSpPr>
          <p:spPr>
            <a:xfrm flipV="1">
              <a:off x="2322235" y="3528364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4" name="직선 연결선 4313">
              <a:extLst>
                <a:ext uri="{FF2B5EF4-FFF2-40B4-BE49-F238E27FC236}">
                  <a16:creationId xmlns:a16="http://schemas.microsoft.com/office/drawing/2014/main" id="{4E736186-66A3-407D-9414-749F44091942}"/>
                </a:ext>
              </a:extLst>
            </p:cNvPr>
            <p:cNvCxnSpPr>
              <a:cxnSpLocks/>
              <a:stCxn id="4279" idx="2"/>
              <a:endCxn id="4279" idx="6"/>
            </p:cNvCxnSpPr>
            <p:nvPr/>
          </p:nvCxnSpPr>
          <p:spPr>
            <a:xfrm>
              <a:off x="2500173" y="3624118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5" name="직선 연결선 4314">
              <a:extLst>
                <a:ext uri="{FF2B5EF4-FFF2-40B4-BE49-F238E27FC236}">
                  <a16:creationId xmlns:a16="http://schemas.microsoft.com/office/drawing/2014/main" id="{FE201023-A0C1-4619-8C5F-04441EBEB37C}"/>
                </a:ext>
              </a:extLst>
            </p:cNvPr>
            <p:cNvCxnSpPr>
              <a:cxnSpLocks/>
              <a:stCxn id="4279" idx="4"/>
              <a:endCxn id="4279" idx="0"/>
            </p:cNvCxnSpPr>
            <p:nvPr/>
          </p:nvCxnSpPr>
          <p:spPr>
            <a:xfrm flipV="1">
              <a:off x="2595927" y="3528364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6" name="직선 연결선 4315">
              <a:extLst>
                <a:ext uri="{FF2B5EF4-FFF2-40B4-BE49-F238E27FC236}">
                  <a16:creationId xmlns:a16="http://schemas.microsoft.com/office/drawing/2014/main" id="{697CA6A3-A594-44D7-8728-D7802605E1A5}"/>
                </a:ext>
              </a:extLst>
            </p:cNvPr>
            <p:cNvCxnSpPr>
              <a:cxnSpLocks/>
              <a:stCxn id="4280" idx="2"/>
              <a:endCxn id="4280" idx="6"/>
            </p:cNvCxnSpPr>
            <p:nvPr/>
          </p:nvCxnSpPr>
          <p:spPr>
            <a:xfrm>
              <a:off x="2773865" y="3624118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7" name="직선 연결선 4316">
              <a:extLst>
                <a:ext uri="{FF2B5EF4-FFF2-40B4-BE49-F238E27FC236}">
                  <a16:creationId xmlns:a16="http://schemas.microsoft.com/office/drawing/2014/main" id="{C5174ADF-25AE-4AF0-B913-0B4BC31FF6A5}"/>
                </a:ext>
              </a:extLst>
            </p:cNvPr>
            <p:cNvCxnSpPr>
              <a:cxnSpLocks/>
              <a:stCxn id="4280" idx="4"/>
              <a:endCxn id="4280" idx="0"/>
            </p:cNvCxnSpPr>
            <p:nvPr/>
          </p:nvCxnSpPr>
          <p:spPr>
            <a:xfrm flipV="1">
              <a:off x="2869619" y="3528364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8" name="직선 연결선 4317">
              <a:extLst>
                <a:ext uri="{FF2B5EF4-FFF2-40B4-BE49-F238E27FC236}">
                  <a16:creationId xmlns:a16="http://schemas.microsoft.com/office/drawing/2014/main" id="{B33CC185-CBA4-43BA-A622-64D58A341F77}"/>
                </a:ext>
              </a:extLst>
            </p:cNvPr>
            <p:cNvCxnSpPr>
              <a:cxnSpLocks/>
              <a:stCxn id="4281" idx="2"/>
              <a:endCxn id="4281" idx="6"/>
            </p:cNvCxnSpPr>
            <p:nvPr/>
          </p:nvCxnSpPr>
          <p:spPr>
            <a:xfrm>
              <a:off x="3047557" y="3624118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9" name="직선 연결선 4318">
              <a:extLst>
                <a:ext uri="{FF2B5EF4-FFF2-40B4-BE49-F238E27FC236}">
                  <a16:creationId xmlns:a16="http://schemas.microsoft.com/office/drawing/2014/main" id="{7E76B6B3-7F16-4886-B247-C4C652DE7658}"/>
                </a:ext>
              </a:extLst>
            </p:cNvPr>
            <p:cNvCxnSpPr>
              <a:cxnSpLocks/>
              <a:stCxn id="4281" idx="4"/>
              <a:endCxn id="4281" idx="0"/>
            </p:cNvCxnSpPr>
            <p:nvPr/>
          </p:nvCxnSpPr>
          <p:spPr>
            <a:xfrm flipV="1">
              <a:off x="3143311" y="3528364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0" name="직선 연결선 4319">
              <a:extLst>
                <a:ext uri="{FF2B5EF4-FFF2-40B4-BE49-F238E27FC236}">
                  <a16:creationId xmlns:a16="http://schemas.microsoft.com/office/drawing/2014/main" id="{83132BB7-B2C2-44D2-AC05-13E54B296010}"/>
                </a:ext>
              </a:extLst>
            </p:cNvPr>
            <p:cNvCxnSpPr>
              <a:cxnSpLocks/>
              <a:stCxn id="4282" idx="2"/>
              <a:endCxn id="4282" idx="6"/>
            </p:cNvCxnSpPr>
            <p:nvPr/>
          </p:nvCxnSpPr>
          <p:spPr>
            <a:xfrm>
              <a:off x="3321249" y="3624118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1" name="직선 연결선 4320">
              <a:extLst>
                <a:ext uri="{FF2B5EF4-FFF2-40B4-BE49-F238E27FC236}">
                  <a16:creationId xmlns:a16="http://schemas.microsoft.com/office/drawing/2014/main" id="{A60614FC-F6B8-4C64-B4A1-93D78F2CA507}"/>
                </a:ext>
              </a:extLst>
            </p:cNvPr>
            <p:cNvCxnSpPr>
              <a:cxnSpLocks/>
              <a:stCxn id="4282" idx="4"/>
              <a:endCxn id="4282" idx="0"/>
            </p:cNvCxnSpPr>
            <p:nvPr/>
          </p:nvCxnSpPr>
          <p:spPr>
            <a:xfrm flipV="1">
              <a:off x="3417003" y="3528364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2" name="직선 연결선 4321">
              <a:extLst>
                <a:ext uri="{FF2B5EF4-FFF2-40B4-BE49-F238E27FC236}">
                  <a16:creationId xmlns:a16="http://schemas.microsoft.com/office/drawing/2014/main" id="{68A3B54F-4658-4A9D-AB5A-F621F768979A}"/>
                </a:ext>
              </a:extLst>
            </p:cNvPr>
            <p:cNvCxnSpPr>
              <a:cxnSpLocks/>
              <a:stCxn id="4283" idx="2"/>
              <a:endCxn id="4283" idx="6"/>
            </p:cNvCxnSpPr>
            <p:nvPr/>
          </p:nvCxnSpPr>
          <p:spPr>
            <a:xfrm>
              <a:off x="3594941" y="3624118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3" name="직선 연결선 4322">
              <a:extLst>
                <a:ext uri="{FF2B5EF4-FFF2-40B4-BE49-F238E27FC236}">
                  <a16:creationId xmlns:a16="http://schemas.microsoft.com/office/drawing/2014/main" id="{DB2C6DB3-834C-44FC-8E37-A8ACFFECB8E6}"/>
                </a:ext>
              </a:extLst>
            </p:cNvPr>
            <p:cNvCxnSpPr>
              <a:cxnSpLocks/>
              <a:stCxn id="4283" idx="4"/>
              <a:endCxn id="4283" idx="0"/>
            </p:cNvCxnSpPr>
            <p:nvPr/>
          </p:nvCxnSpPr>
          <p:spPr>
            <a:xfrm flipV="1">
              <a:off x="3690695" y="3528364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4" name="직선 연결선 4323">
              <a:extLst>
                <a:ext uri="{FF2B5EF4-FFF2-40B4-BE49-F238E27FC236}">
                  <a16:creationId xmlns:a16="http://schemas.microsoft.com/office/drawing/2014/main" id="{E5087E3C-E2B2-45EA-8586-F9941C4B9317}"/>
                </a:ext>
              </a:extLst>
            </p:cNvPr>
            <p:cNvCxnSpPr>
              <a:cxnSpLocks/>
              <a:stCxn id="4284" idx="2"/>
              <a:endCxn id="4284" idx="6"/>
            </p:cNvCxnSpPr>
            <p:nvPr/>
          </p:nvCxnSpPr>
          <p:spPr>
            <a:xfrm>
              <a:off x="3868633" y="3624118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5" name="직선 연결선 4324">
              <a:extLst>
                <a:ext uri="{FF2B5EF4-FFF2-40B4-BE49-F238E27FC236}">
                  <a16:creationId xmlns:a16="http://schemas.microsoft.com/office/drawing/2014/main" id="{431A3AB0-0FB9-40D3-A847-62B5151487A7}"/>
                </a:ext>
              </a:extLst>
            </p:cNvPr>
            <p:cNvCxnSpPr>
              <a:cxnSpLocks/>
              <a:stCxn id="4284" idx="4"/>
              <a:endCxn id="4284" idx="0"/>
            </p:cNvCxnSpPr>
            <p:nvPr/>
          </p:nvCxnSpPr>
          <p:spPr>
            <a:xfrm flipV="1">
              <a:off x="3964387" y="3528364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6" name="직선 연결선 4325">
              <a:extLst>
                <a:ext uri="{FF2B5EF4-FFF2-40B4-BE49-F238E27FC236}">
                  <a16:creationId xmlns:a16="http://schemas.microsoft.com/office/drawing/2014/main" id="{1D14A77E-3A95-4350-AD77-4C52B33F4F1B}"/>
                </a:ext>
              </a:extLst>
            </p:cNvPr>
            <p:cNvCxnSpPr>
              <a:cxnSpLocks/>
              <a:stCxn id="4285" idx="2"/>
              <a:endCxn id="4285" idx="6"/>
            </p:cNvCxnSpPr>
            <p:nvPr/>
          </p:nvCxnSpPr>
          <p:spPr>
            <a:xfrm>
              <a:off x="4142325" y="3624118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7" name="직선 연결선 4326">
              <a:extLst>
                <a:ext uri="{FF2B5EF4-FFF2-40B4-BE49-F238E27FC236}">
                  <a16:creationId xmlns:a16="http://schemas.microsoft.com/office/drawing/2014/main" id="{1B60294F-4A5D-4A05-B080-8EDD8F517127}"/>
                </a:ext>
              </a:extLst>
            </p:cNvPr>
            <p:cNvCxnSpPr>
              <a:cxnSpLocks/>
              <a:stCxn id="4285" idx="4"/>
              <a:endCxn id="4285" idx="0"/>
            </p:cNvCxnSpPr>
            <p:nvPr/>
          </p:nvCxnSpPr>
          <p:spPr>
            <a:xfrm flipV="1">
              <a:off x="4238079" y="3528364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8" name="직선 연결선 4327">
              <a:extLst>
                <a:ext uri="{FF2B5EF4-FFF2-40B4-BE49-F238E27FC236}">
                  <a16:creationId xmlns:a16="http://schemas.microsoft.com/office/drawing/2014/main" id="{98439F34-D7CA-44B9-A1A5-EE9BB6B9F24C}"/>
                </a:ext>
              </a:extLst>
            </p:cNvPr>
            <p:cNvCxnSpPr>
              <a:cxnSpLocks/>
              <a:stCxn id="4286" idx="2"/>
              <a:endCxn id="4286" idx="6"/>
            </p:cNvCxnSpPr>
            <p:nvPr/>
          </p:nvCxnSpPr>
          <p:spPr>
            <a:xfrm>
              <a:off x="4416017" y="3624118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9" name="직선 연결선 4328">
              <a:extLst>
                <a:ext uri="{FF2B5EF4-FFF2-40B4-BE49-F238E27FC236}">
                  <a16:creationId xmlns:a16="http://schemas.microsoft.com/office/drawing/2014/main" id="{F379B79F-D489-4365-B393-7A4ED03BF94A}"/>
                </a:ext>
              </a:extLst>
            </p:cNvPr>
            <p:cNvCxnSpPr>
              <a:cxnSpLocks/>
              <a:stCxn id="4286" idx="4"/>
              <a:endCxn id="4286" idx="0"/>
            </p:cNvCxnSpPr>
            <p:nvPr/>
          </p:nvCxnSpPr>
          <p:spPr>
            <a:xfrm flipV="1">
              <a:off x="4511771" y="3528364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30" name="직선 연결선 4329">
              <a:extLst>
                <a:ext uri="{FF2B5EF4-FFF2-40B4-BE49-F238E27FC236}">
                  <a16:creationId xmlns:a16="http://schemas.microsoft.com/office/drawing/2014/main" id="{C461B5F8-D14F-42C5-A752-875B387E4544}"/>
                </a:ext>
              </a:extLst>
            </p:cNvPr>
            <p:cNvCxnSpPr>
              <a:cxnSpLocks/>
              <a:stCxn id="4287" idx="2"/>
              <a:endCxn id="4287" idx="6"/>
            </p:cNvCxnSpPr>
            <p:nvPr/>
          </p:nvCxnSpPr>
          <p:spPr>
            <a:xfrm>
              <a:off x="4689709" y="3624118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31" name="직선 연결선 4330">
              <a:extLst>
                <a:ext uri="{FF2B5EF4-FFF2-40B4-BE49-F238E27FC236}">
                  <a16:creationId xmlns:a16="http://schemas.microsoft.com/office/drawing/2014/main" id="{F3465423-9AB4-448C-AE2C-924CB7F107AE}"/>
                </a:ext>
              </a:extLst>
            </p:cNvPr>
            <p:cNvCxnSpPr>
              <a:cxnSpLocks/>
              <a:stCxn id="4287" idx="4"/>
              <a:endCxn id="4287" idx="0"/>
            </p:cNvCxnSpPr>
            <p:nvPr/>
          </p:nvCxnSpPr>
          <p:spPr>
            <a:xfrm flipV="1">
              <a:off x="4785463" y="3528364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32" name="직선 연결선 4331">
              <a:extLst>
                <a:ext uri="{FF2B5EF4-FFF2-40B4-BE49-F238E27FC236}">
                  <a16:creationId xmlns:a16="http://schemas.microsoft.com/office/drawing/2014/main" id="{B16E65FA-A825-467C-8A8D-0A5B25D5E1CE}"/>
                </a:ext>
              </a:extLst>
            </p:cNvPr>
            <p:cNvCxnSpPr>
              <a:cxnSpLocks/>
              <a:stCxn id="4288" idx="2"/>
              <a:endCxn id="4288" idx="6"/>
            </p:cNvCxnSpPr>
            <p:nvPr/>
          </p:nvCxnSpPr>
          <p:spPr>
            <a:xfrm>
              <a:off x="4963401" y="3624118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33" name="직선 연결선 4332">
              <a:extLst>
                <a:ext uri="{FF2B5EF4-FFF2-40B4-BE49-F238E27FC236}">
                  <a16:creationId xmlns:a16="http://schemas.microsoft.com/office/drawing/2014/main" id="{2B4582D1-924E-4486-BF5B-93F507598E7A}"/>
                </a:ext>
              </a:extLst>
            </p:cNvPr>
            <p:cNvCxnSpPr>
              <a:cxnSpLocks/>
              <a:stCxn id="4288" idx="4"/>
              <a:endCxn id="4288" idx="0"/>
            </p:cNvCxnSpPr>
            <p:nvPr/>
          </p:nvCxnSpPr>
          <p:spPr>
            <a:xfrm flipV="1">
              <a:off x="5059155" y="3528364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34" name="직선 연결선 4333">
              <a:extLst>
                <a:ext uri="{FF2B5EF4-FFF2-40B4-BE49-F238E27FC236}">
                  <a16:creationId xmlns:a16="http://schemas.microsoft.com/office/drawing/2014/main" id="{F77B0124-35B1-4F0B-A689-6DA17D2A09F1}"/>
                </a:ext>
              </a:extLst>
            </p:cNvPr>
            <p:cNvCxnSpPr>
              <a:cxnSpLocks/>
              <a:stCxn id="4289" idx="2"/>
              <a:endCxn id="4289" idx="6"/>
            </p:cNvCxnSpPr>
            <p:nvPr/>
          </p:nvCxnSpPr>
          <p:spPr>
            <a:xfrm>
              <a:off x="5237095" y="3624118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35" name="직선 연결선 4334">
              <a:extLst>
                <a:ext uri="{FF2B5EF4-FFF2-40B4-BE49-F238E27FC236}">
                  <a16:creationId xmlns:a16="http://schemas.microsoft.com/office/drawing/2014/main" id="{C1F3E2EF-A2FC-48E5-9114-C6351B05064F}"/>
                </a:ext>
              </a:extLst>
            </p:cNvPr>
            <p:cNvCxnSpPr>
              <a:cxnSpLocks/>
              <a:stCxn id="4289" idx="4"/>
              <a:endCxn id="4289" idx="0"/>
            </p:cNvCxnSpPr>
            <p:nvPr/>
          </p:nvCxnSpPr>
          <p:spPr>
            <a:xfrm flipV="1">
              <a:off x="5332849" y="3528364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36" name="직선 연결선 4335">
              <a:extLst>
                <a:ext uri="{FF2B5EF4-FFF2-40B4-BE49-F238E27FC236}">
                  <a16:creationId xmlns:a16="http://schemas.microsoft.com/office/drawing/2014/main" id="{DE3FAA7B-079C-4CFC-AE84-9E1426F06ABC}"/>
                </a:ext>
              </a:extLst>
            </p:cNvPr>
            <p:cNvCxnSpPr>
              <a:cxnSpLocks/>
              <a:stCxn id="4290" idx="2"/>
              <a:endCxn id="4290" idx="6"/>
            </p:cNvCxnSpPr>
            <p:nvPr/>
          </p:nvCxnSpPr>
          <p:spPr>
            <a:xfrm>
              <a:off x="1405403" y="3858531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37" name="직선 연결선 4336">
              <a:extLst>
                <a:ext uri="{FF2B5EF4-FFF2-40B4-BE49-F238E27FC236}">
                  <a16:creationId xmlns:a16="http://schemas.microsoft.com/office/drawing/2014/main" id="{6FFF9396-4743-481A-ADA7-5AFEC3E23ACF}"/>
                </a:ext>
              </a:extLst>
            </p:cNvPr>
            <p:cNvCxnSpPr>
              <a:cxnSpLocks/>
              <a:stCxn id="4290" idx="4"/>
              <a:endCxn id="4290" idx="0"/>
            </p:cNvCxnSpPr>
            <p:nvPr/>
          </p:nvCxnSpPr>
          <p:spPr>
            <a:xfrm flipV="1">
              <a:off x="1501157" y="3762777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38" name="직선 연결선 4337">
              <a:extLst>
                <a:ext uri="{FF2B5EF4-FFF2-40B4-BE49-F238E27FC236}">
                  <a16:creationId xmlns:a16="http://schemas.microsoft.com/office/drawing/2014/main" id="{1526C09C-5E7B-4D5F-938A-67C84FF14F0B}"/>
                </a:ext>
              </a:extLst>
            </p:cNvPr>
            <p:cNvCxnSpPr>
              <a:cxnSpLocks/>
              <a:stCxn id="4291" idx="2"/>
              <a:endCxn id="4291" idx="6"/>
            </p:cNvCxnSpPr>
            <p:nvPr/>
          </p:nvCxnSpPr>
          <p:spPr>
            <a:xfrm>
              <a:off x="1679096" y="3858531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39" name="직선 연결선 4338">
              <a:extLst>
                <a:ext uri="{FF2B5EF4-FFF2-40B4-BE49-F238E27FC236}">
                  <a16:creationId xmlns:a16="http://schemas.microsoft.com/office/drawing/2014/main" id="{00AE01EA-6F21-488A-9295-DDABB11C0279}"/>
                </a:ext>
              </a:extLst>
            </p:cNvPr>
            <p:cNvCxnSpPr>
              <a:cxnSpLocks/>
              <a:stCxn id="4291" idx="4"/>
              <a:endCxn id="4291" idx="0"/>
            </p:cNvCxnSpPr>
            <p:nvPr/>
          </p:nvCxnSpPr>
          <p:spPr>
            <a:xfrm flipV="1">
              <a:off x="1774850" y="3762777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0" name="직선 연결선 4339">
              <a:extLst>
                <a:ext uri="{FF2B5EF4-FFF2-40B4-BE49-F238E27FC236}">
                  <a16:creationId xmlns:a16="http://schemas.microsoft.com/office/drawing/2014/main" id="{9C9A0EBB-D555-4203-8CF8-76A3A486E86C}"/>
                </a:ext>
              </a:extLst>
            </p:cNvPr>
            <p:cNvCxnSpPr>
              <a:cxnSpLocks/>
              <a:stCxn id="4292" idx="2"/>
              <a:endCxn id="4292" idx="6"/>
            </p:cNvCxnSpPr>
            <p:nvPr/>
          </p:nvCxnSpPr>
          <p:spPr>
            <a:xfrm>
              <a:off x="1952789" y="3858531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1" name="직선 연결선 4340">
              <a:extLst>
                <a:ext uri="{FF2B5EF4-FFF2-40B4-BE49-F238E27FC236}">
                  <a16:creationId xmlns:a16="http://schemas.microsoft.com/office/drawing/2014/main" id="{A0609E24-EBA2-457B-A165-4557C2D09CFB}"/>
                </a:ext>
              </a:extLst>
            </p:cNvPr>
            <p:cNvCxnSpPr>
              <a:cxnSpLocks/>
              <a:stCxn id="4292" idx="4"/>
              <a:endCxn id="4292" idx="0"/>
            </p:cNvCxnSpPr>
            <p:nvPr/>
          </p:nvCxnSpPr>
          <p:spPr>
            <a:xfrm flipV="1">
              <a:off x="2048543" y="3762777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2" name="직선 연결선 4341">
              <a:extLst>
                <a:ext uri="{FF2B5EF4-FFF2-40B4-BE49-F238E27FC236}">
                  <a16:creationId xmlns:a16="http://schemas.microsoft.com/office/drawing/2014/main" id="{8266CD31-535E-4EC8-A992-B66917C14DC3}"/>
                </a:ext>
              </a:extLst>
            </p:cNvPr>
            <p:cNvCxnSpPr>
              <a:cxnSpLocks/>
              <a:stCxn id="4293" idx="2"/>
              <a:endCxn id="4293" idx="6"/>
            </p:cNvCxnSpPr>
            <p:nvPr/>
          </p:nvCxnSpPr>
          <p:spPr>
            <a:xfrm>
              <a:off x="2226482" y="3858531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3" name="직선 연결선 4342">
              <a:extLst>
                <a:ext uri="{FF2B5EF4-FFF2-40B4-BE49-F238E27FC236}">
                  <a16:creationId xmlns:a16="http://schemas.microsoft.com/office/drawing/2014/main" id="{D42BAFB7-DC1B-4FDB-A083-7027141EDB7A}"/>
                </a:ext>
              </a:extLst>
            </p:cNvPr>
            <p:cNvCxnSpPr>
              <a:cxnSpLocks/>
              <a:stCxn id="4293" idx="4"/>
              <a:endCxn id="4293" idx="0"/>
            </p:cNvCxnSpPr>
            <p:nvPr/>
          </p:nvCxnSpPr>
          <p:spPr>
            <a:xfrm flipV="1">
              <a:off x="2322236" y="3762777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4" name="직선 연결선 4343">
              <a:extLst>
                <a:ext uri="{FF2B5EF4-FFF2-40B4-BE49-F238E27FC236}">
                  <a16:creationId xmlns:a16="http://schemas.microsoft.com/office/drawing/2014/main" id="{8634FE35-BAE1-4576-9A8B-0244386AE18E}"/>
                </a:ext>
              </a:extLst>
            </p:cNvPr>
            <p:cNvCxnSpPr>
              <a:cxnSpLocks/>
              <a:stCxn id="4294" idx="2"/>
              <a:endCxn id="4294" idx="6"/>
            </p:cNvCxnSpPr>
            <p:nvPr/>
          </p:nvCxnSpPr>
          <p:spPr>
            <a:xfrm>
              <a:off x="2500175" y="3858531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5" name="직선 연결선 4344">
              <a:extLst>
                <a:ext uri="{FF2B5EF4-FFF2-40B4-BE49-F238E27FC236}">
                  <a16:creationId xmlns:a16="http://schemas.microsoft.com/office/drawing/2014/main" id="{DF85A789-DA0D-476B-B470-E2728BBC0568}"/>
                </a:ext>
              </a:extLst>
            </p:cNvPr>
            <p:cNvCxnSpPr>
              <a:cxnSpLocks/>
              <a:stCxn id="4294" idx="4"/>
              <a:endCxn id="4294" idx="0"/>
            </p:cNvCxnSpPr>
            <p:nvPr/>
          </p:nvCxnSpPr>
          <p:spPr>
            <a:xfrm flipV="1">
              <a:off x="2595929" y="3762777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6" name="직선 연결선 4345">
              <a:extLst>
                <a:ext uri="{FF2B5EF4-FFF2-40B4-BE49-F238E27FC236}">
                  <a16:creationId xmlns:a16="http://schemas.microsoft.com/office/drawing/2014/main" id="{3FED1FE1-F6FB-4010-96A2-6C51DBE05A28}"/>
                </a:ext>
              </a:extLst>
            </p:cNvPr>
            <p:cNvCxnSpPr>
              <a:cxnSpLocks/>
              <a:stCxn id="4295" idx="2"/>
              <a:endCxn id="4295" idx="6"/>
            </p:cNvCxnSpPr>
            <p:nvPr/>
          </p:nvCxnSpPr>
          <p:spPr>
            <a:xfrm>
              <a:off x="2773868" y="3858531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7" name="직선 연결선 4346">
              <a:extLst>
                <a:ext uri="{FF2B5EF4-FFF2-40B4-BE49-F238E27FC236}">
                  <a16:creationId xmlns:a16="http://schemas.microsoft.com/office/drawing/2014/main" id="{FB1475F2-87B7-43D8-AD5E-4750085D1E9A}"/>
                </a:ext>
              </a:extLst>
            </p:cNvPr>
            <p:cNvCxnSpPr>
              <a:cxnSpLocks/>
              <a:stCxn id="4295" idx="4"/>
              <a:endCxn id="4295" idx="0"/>
            </p:cNvCxnSpPr>
            <p:nvPr/>
          </p:nvCxnSpPr>
          <p:spPr>
            <a:xfrm flipV="1">
              <a:off x="2869622" y="3762777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8" name="직선 연결선 4347">
              <a:extLst>
                <a:ext uri="{FF2B5EF4-FFF2-40B4-BE49-F238E27FC236}">
                  <a16:creationId xmlns:a16="http://schemas.microsoft.com/office/drawing/2014/main" id="{2DA64DE7-BFDF-4E31-87AE-6F5756B37D31}"/>
                </a:ext>
              </a:extLst>
            </p:cNvPr>
            <p:cNvCxnSpPr>
              <a:cxnSpLocks/>
              <a:stCxn id="4296" idx="2"/>
              <a:endCxn id="4296" idx="6"/>
            </p:cNvCxnSpPr>
            <p:nvPr/>
          </p:nvCxnSpPr>
          <p:spPr>
            <a:xfrm>
              <a:off x="3047561" y="3858531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9" name="직선 연결선 4348">
              <a:extLst>
                <a:ext uri="{FF2B5EF4-FFF2-40B4-BE49-F238E27FC236}">
                  <a16:creationId xmlns:a16="http://schemas.microsoft.com/office/drawing/2014/main" id="{75ACB506-C016-4CF9-8189-BCBB35DAB21B}"/>
                </a:ext>
              </a:extLst>
            </p:cNvPr>
            <p:cNvCxnSpPr>
              <a:cxnSpLocks/>
              <a:stCxn id="4296" idx="4"/>
              <a:endCxn id="4296" idx="0"/>
            </p:cNvCxnSpPr>
            <p:nvPr/>
          </p:nvCxnSpPr>
          <p:spPr>
            <a:xfrm flipV="1">
              <a:off x="3143315" y="3762777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50" name="직선 연결선 4349">
              <a:extLst>
                <a:ext uri="{FF2B5EF4-FFF2-40B4-BE49-F238E27FC236}">
                  <a16:creationId xmlns:a16="http://schemas.microsoft.com/office/drawing/2014/main" id="{AC04411E-A969-488F-9E11-0DCD8A86BC47}"/>
                </a:ext>
              </a:extLst>
            </p:cNvPr>
            <p:cNvCxnSpPr>
              <a:cxnSpLocks/>
              <a:stCxn id="4297" idx="2"/>
              <a:endCxn id="4297" idx="6"/>
            </p:cNvCxnSpPr>
            <p:nvPr/>
          </p:nvCxnSpPr>
          <p:spPr>
            <a:xfrm>
              <a:off x="3321254" y="3858531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51" name="직선 연결선 4350">
              <a:extLst>
                <a:ext uri="{FF2B5EF4-FFF2-40B4-BE49-F238E27FC236}">
                  <a16:creationId xmlns:a16="http://schemas.microsoft.com/office/drawing/2014/main" id="{E140DF7F-0C90-4B9E-90D9-96EF68FF6554}"/>
                </a:ext>
              </a:extLst>
            </p:cNvPr>
            <p:cNvCxnSpPr>
              <a:cxnSpLocks/>
              <a:stCxn id="4297" idx="4"/>
              <a:endCxn id="4297" idx="0"/>
            </p:cNvCxnSpPr>
            <p:nvPr/>
          </p:nvCxnSpPr>
          <p:spPr>
            <a:xfrm flipV="1">
              <a:off x="3417008" y="3762777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52" name="직선 연결선 4351">
              <a:extLst>
                <a:ext uri="{FF2B5EF4-FFF2-40B4-BE49-F238E27FC236}">
                  <a16:creationId xmlns:a16="http://schemas.microsoft.com/office/drawing/2014/main" id="{88DEF738-BCE0-4BFF-A628-909AA55E1100}"/>
                </a:ext>
              </a:extLst>
            </p:cNvPr>
            <p:cNvCxnSpPr>
              <a:cxnSpLocks/>
              <a:stCxn id="4298" idx="2"/>
              <a:endCxn id="4298" idx="6"/>
            </p:cNvCxnSpPr>
            <p:nvPr/>
          </p:nvCxnSpPr>
          <p:spPr>
            <a:xfrm>
              <a:off x="3594947" y="3858531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53" name="직선 연결선 4352">
              <a:extLst>
                <a:ext uri="{FF2B5EF4-FFF2-40B4-BE49-F238E27FC236}">
                  <a16:creationId xmlns:a16="http://schemas.microsoft.com/office/drawing/2014/main" id="{5BC1C051-08DC-4D49-8823-23C94F5510D8}"/>
                </a:ext>
              </a:extLst>
            </p:cNvPr>
            <p:cNvCxnSpPr>
              <a:cxnSpLocks/>
              <a:stCxn id="4298" idx="4"/>
              <a:endCxn id="4298" idx="0"/>
            </p:cNvCxnSpPr>
            <p:nvPr/>
          </p:nvCxnSpPr>
          <p:spPr>
            <a:xfrm flipV="1">
              <a:off x="3690701" y="3762777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54" name="직선 연결선 4353">
              <a:extLst>
                <a:ext uri="{FF2B5EF4-FFF2-40B4-BE49-F238E27FC236}">
                  <a16:creationId xmlns:a16="http://schemas.microsoft.com/office/drawing/2014/main" id="{9E1A6615-85B0-4268-B61C-743BA13D8B42}"/>
                </a:ext>
              </a:extLst>
            </p:cNvPr>
            <p:cNvCxnSpPr>
              <a:cxnSpLocks/>
              <a:stCxn id="4299" idx="2"/>
              <a:endCxn id="4299" idx="6"/>
            </p:cNvCxnSpPr>
            <p:nvPr/>
          </p:nvCxnSpPr>
          <p:spPr>
            <a:xfrm>
              <a:off x="3868640" y="3858531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55" name="직선 연결선 4354">
              <a:extLst>
                <a:ext uri="{FF2B5EF4-FFF2-40B4-BE49-F238E27FC236}">
                  <a16:creationId xmlns:a16="http://schemas.microsoft.com/office/drawing/2014/main" id="{74C11083-40C2-4B97-9E96-0D91B89EEE90}"/>
                </a:ext>
              </a:extLst>
            </p:cNvPr>
            <p:cNvCxnSpPr>
              <a:cxnSpLocks/>
              <a:stCxn id="4299" idx="4"/>
              <a:endCxn id="4299" idx="0"/>
            </p:cNvCxnSpPr>
            <p:nvPr/>
          </p:nvCxnSpPr>
          <p:spPr>
            <a:xfrm flipV="1">
              <a:off x="3964394" y="3762777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56" name="직선 연결선 4355">
              <a:extLst>
                <a:ext uri="{FF2B5EF4-FFF2-40B4-BE49-F238E27FC236}">
                  <a16:creationId xmlns:a16="http://schemas.microsoft.com/office/drawing/2014/main" id="{5D881C06-1E0E-4821-AEF3-8B88BB22D6D7}"/>
                </a:ext>
              </a:extLst>
            </p:cNvPr>
            <p:cNvCxnSpPr>
              <a:cxnSpLocks/>
              <a:stCxn id="4300" idx="2"/>
              <a:endCxn id="4300" idx="6"/>
            </p:cNvCxnSpPr>
            <p:nvPr/>
          </p:nvCxnSpPr>
          <p:spPr>
            <a:xfrm>
              <a:off x="4142333" y="3858531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57" name="직선 연결선 4356">
              <a:extLst>
                <a:ext uri="{FF2B5EF4-FFF2-40B4-BE49-F238E27FC236}">
                  <a16:creationId xmlns:a16="http://schemas.microsoft.com/office/drawing/2014/main" id="{BFE0DA9E-85BB-4E75-8A8E-420773720921}"/>
                </a:ext>
              </a:extLst>
            </p:cNvPr>
            <p:cNvCxnSpPr>
              <a:cxnSpLocks/>
              <a:stCxn id="4300" idx="4"/>
              <a:endCxn id="4300" idx="0"/>
            </p:cNvCxnSpPr>
            <p:nvPr/>
          </p:nvCxnSpPr>
          <p:spPr>
            <a:xfrm flipV="1">
              <a:off x="4238087" y="3762777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58" name="직선 연결선 4357">
              <a:extLst>
                <a:ext uri="{FF2B5EF4-FFF2-40B4-BE49-F238E27FC236}">
                  <a16:creationId xmlns:a16="http://schemas.microsoft.com/office/drawing/2014/main" id="{9BAF0A36-5794-49B5-A209-CA4F7C1A6040}"/>
                </a:ext>
              </a:extLst>
            </p:cNvPr>
            <p:cNvCxnSpPr>
              <a:cxnSpLocks/>
              <a:stCxn id="4301" idx="2"/>
              <a:endCxn id="4301" idx="6"/>
            </p:cNvCxnSpPr>
            <p:nvPr/>
          </p:nvCxnSpPr>
          <p:spPr>
            <a:xfrm>
              <a:off x="4416026" y="3858531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59" name="직선 연결선 4358">
              <a:extLst>
                <a:ext uri="{FF2B5EF4-FFF2-40B4-BE49-F238E27FC236}">
                  <a16:creationId xmlns:a16="http://schemas.microsoft.com/office/drawing/2014/main" id="{5BF8EAB8-EC94-40A3-A59A-0131DEC70B34}"/>
                </a:ext>
              </a:extLst>
            </p:cNvPr>
            <p:cNvCxnSpPr>
              <a:cxnSpLocks/>
              <a:stCxn id="4301" idx="4"/>
              <a:endCxn id="4301" idx="0"/>
            </p:cNvCxnSpPr>
            <p:nvPr/>
          </p:nvCxnSpPr>
          <p:spPr>
            <a:xfrm flipV="1">
              <a:off x="4511780" y="3762777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0" name="직선 연결선 4359">
              <a:extLst>
                <a:ext uri="{FF2B5EF4-FFF2-40B4-BE49-F238E27FC236}">
                  <a16:creationId xmlns:a16="http://schemas.microsoft.com/office/drawing/2014/main" id="{3202FF4C-F119-4B97-B6C7-BE983C4BC463}"/>
                </a:ext>
              </a:extLst>
            </p:cNvPr>
            <p:cNvCxnSpPr>
              <a:cxnSpLocks/>
              <a:stCxn id="4302" idx="2"/>
              <a:endCxn id="4302" idx="6"/>
            </p:cNvCxnSpPr>
            <p:nvPr/>
          </p:nvCxnSpPr>
          <p:spPr>
            <a:xfrm>
              <a:off x="4689719" y="3858531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1" name="직선 연결선 4360">
              <a:extLst>
                <a:ext uri="{FF2B5EF4-FFF2-40B4-BE49-F238E27FC236}">
                  <a16:creationId xmlns:a16="http://schemas.microsoft.com/office/drawing/2014/main" id="{FD83FF71-EEA3-453F-9B96-730642369EEF}"/>
                </a:ext>
              </a:extLst>
            </p:cNvPr>
            <p:cNvCxnSpPr>
              <a:cxnSpLocks/>
              <a:stCxn id="4302" idx="4"/>
              <a:endCxn id="4302" idx="0"/>
            </p:cNvCxnSpPr>
            <p:nvPr/>
          </p:nvCxnSpPr>
          <p:spPr>
            <a:xfrm flipV="1">
              <a:off x="4785473" y="3762777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2" name="직선 연결선 4361">
              <a:extLst>
                <a:ext uri="{FF2B5EF4-FFF2-40B4-BE49-F238E27FC236}">
                  <a16:creationId xmlns:a16="http://schemas.microsoft.com/office/drawing/2014/main" id="{FED4D24D-8408-4A81-8932-E2AEC6533F97}"/>
                </a:ext>
              </a:extLst>
            </p:cNvPr>
            <p:cNvCxnSpPr>
              <a:cxnSpLocks/>
              <a:stCxn id="4303" idx="2"/>
              <a:endCxn id="4303" idx="6"/>
            </p:cNvCxnSpPr>
            <p:nvPr/>
          </p:nvCxnSpPr>
          <p:spPr>
            <a:xfrm>
              <a:off x="4963412" y="3858531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3" name="직선 연결선 4362">
              <a:extLst>
                <a:ext uri="{FF2B5EF4-FFF2-40B4-BE49-F238E27FC236}">
                  <a16:creationId xmlns:a16="http://schemas.microsoft.com/office/drawing/2014/main" id="{EB68DF25-15B1-45A1-8052-F7BE4E03F2F5}"/>
                </a:ext>
              </a:extLst>
            </p:cNvPr>
            <p:cNvCxnSpPr>
              <a:cxnSpLocks/>
              <a:stCxn id="4303" idx="4"/>
              <a:endCxn id="4303" idx="0"/>
            </p:cNvCxnSpPr>
            <p:nvPr/>
          </p:nvCxnSpPr>
          <p:spPr>
            <a:xfrm flipV="1">
              <a:off x="5059166" y="3762777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4" name="직선 연결선 4363">
              <a:extLst>
                <a:ext uri="{FF2B5EF4-FFF2-40B4-BE49-F238E27FC236}">
                  <a16:creationId xmlns:a16="http://schemas.microsoft.com/office/drawing/2014/main" id="{444BD04E-C827-44AC-92EC-2F471FE99BFA}"/>
                </a:ext>
              </a:extLst>
            </p:cNvPr>
            <p:cNvCxnSpPr>
              <a:cxnSpLocks/>
              <a:stCxn id="4304" idx="2"/>
              <a:endCxn id="4304" idx="6"/>
            </p:cNvCxnSpPr>
            <p:nvPr/>
          </p:nvCxnSpPr>
          <p:spPr>
            <a:xfrm>
              <a:off x="5237105" y="3858531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5" name="직선 연결선 4364">
              <a:extLst>
                <a:ext uri="{FF2B5EF4-FFF2-40B4-BE49-F238E27FC236}">
                  <a16:creationId xmlns:a16="http://schemas.microsoft.com/office/drawing/2014/main" id="{19BAAE74-EAA5-43B4-8AF4-B744C5364183}"/>
                </a:ext>
              </a:extLst>
            </p:cNvPr>
            <p:cNvCxnSpPr>
              <a:cxnSpLocks/>
              <a:stCxn id="4304" idx="4"/>
              <a:endCxn id="4304" idx="0"/>
            </p:cNvCxnSpPr>
            <p:nvPr/>
          </p:nvCxnSpPr>
          <p:spPr>
            <a:xfrm flipV="1">
              <a:off x="5332859" y="3762777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6" name="직선 연결선 4365">
              <a:extLst>
                <a:ext uri="{FF2B5EF4-FFF2-40B4-BE49-F238E27FC236}">
                  <a16:creationId xmlns:a16="http://schemas.microsoft.com/office/drawing/2014/main" id="{987D62BF-FF3F-4327-B12C-4F0E7B7D7689}"/>
                </a:ext>
              </a:extLst>
            </p:cNvPr>
            <p:cNvCxnSpPr>
              <a:cxnSpLocks/>
              <a:stCxn id="4305" idx="2"/>
              <a:endCxn id="4305" idx="6"/>
            </p:cNvCxnSpPr>
            <p:nvPr/>
          </p:nvCxnSpPr>
          <p:spPr>
            <a:xfrm>
              <a:off x="5510793" y="3858531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7" name="직선 연결선 4366">
              <a:extLst>
                <a:ext uri="{FF2B5EF4-FFF2-40B4-BE49-F238E27FC236}">
                  <a16:creationId xmlns:a16="http://schemas.microsoft.com/office/drawing/2014/main" id="{038CC734-961A-45D0-90F9-9779264824CE}"/>
                </a:ext>
              </a:extLst>
            </p:cNvPr>
            <p:cNvCxnSpPr>
              <a:cxnSpLocks/>
              <a:stCxn id="4305" idx="4"/>
              <a:endCxn id="4305" idx="0"/>
            </p:cNvCxnSpPr>
            <p:nvPr/>
          </p:nvCxnSpPr>
          <p:spPr>
            <a:xfrm flipV="1">
              <a:off x="5606547" y="3762777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68" name="TextBox 4367">
              <a:extLst>
                <a:ext uri="{FF2B5EF4-FFF2-40B4-BE49-F238E27FC236}">
                  <a16:creationId xmlns:a16="http://schemas.microsoft.com/office/drawing/2014/main" id="{0C2E1900-AB1C-4A40-BE78-1BC4A1E4DA9E}"/>
                </a:ext>
              </a:extLst>
            </p:cNvPr>
            <p:cNvSpPr txBox="1"/>
            <p:nvPr/>
          </p:nvSpPr>
          <p:spPr>
            <a:xfrm>
              <a:off x="230188" y="4027106"/>
              <a:ext cx="564338" cy="1306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4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June</a:t>
              </a:r>
              <a:endParaRPr lang="ko-KR" altLang="en-US" sz="84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4369" name="타원 4368">
              <a:extLst>
                <a:ext uri="{FF2B5EF4-FFF2-40B4-BE49-F238E27FC236}">
                  <a16:creationId xmlns:a16="http://schemas.microsoft.com/office/drawing/2014/main" id="{A92064AC-A4E8-4FBD-AC42-017B372863FE}"/>
                </a:ext>
              </a:extLst>
            </p:cNvPr>
            <p:cNvSpPr/>
            <p:nvPr/>
          </p:nvSpPr>
          <p:spPr>
            <a:xfrm>
              <a:off x="1405405" y="4027106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370" name="타원 4369">
              <a:extLst>
                <a:ext uri="{FF2B5EF4-FFF2-40B4-BE49-F238E27FC236}">
                  <a16:creationId xmlns:a16="http://schemas.microsoft.com/office/drawing/2014/main" id="{37EE071F-AB45-463A-828B-31A6F3AFE156}"/>
                </a:ext>
              </a:extLst>
            </p:cNvPr>
            <p:cNvSpPr/>
            <p:nvPr/>
          </p:nvSpPr>
          <p:spPr>
            <a:xfrm>
              <a:off x="1679097" y="4027106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371" name="타원 4370">
              <a:extLst>
                <a:ext uri="{FF2B5EF4-FFF2-40B4-BE49-F238E27FC236}">
                  <a16:creationId xmlns:a16="http://schemas.microsoft.com/office/drawing/2014/main" id="{1358B010-F75C-46D0-9E47-BEF973747DBE}"/>
                </a:ext>
              </a:extLst>
            </p:cNvPr>
            <p:cNvSpPr/>
            <p:nvPr/>
          </p:nvSpPr>
          <p:spPr>
            <a:xfrm>
              <a:off x="1952789" y="4027106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372" name="타원 4371">
              <a:extLst>
                <a:ext uri="{FF2B5EF4-FFF2-40B4-BE49-F238E27FC236}">
                  <a16:creationId xmlns:a16="http://schemas.microsoft.com/office/drawing/2014/main" id="{DD2B759F-0F5D-47CC-A086-2F47CFF08B24}"/>
                </a:ext>
              </a:extLst>
            </p:cNvPr>
            <p:cNvSpPr/>
            <p:nvPr/>
          </p:nvSpPr>
          <p:spPr>
            <a:xfrm>
              <a:off x="2226481" y="4027106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4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373" name="타원 4372">
              <a:extLst>
                <a:ext uri="{FF2B5EF4-FFF2-40B4-BE49-F238E27FC236}">
                  <a16:creationId xmlns:a16="http://schemas.microsoft.com/office/drawing/2014/main" id="{FEDB2C97-9138-4E99-940D-250D20B98CB1}"/>
                </a:ext>
              </a:extLst>
            </p:cNvPr>
            <p:cNvSpPr/>
            <p:nvPr/>
          </p:nvSpPr>
          <p:spPr>
            <a:xfrm>
              <a:off x="2500173" y="4027106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5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374" name="타원 4373">
              <a:extLst>
                <a:ext uri="{FF2B5EF4-FFF2-40B4-BE49-F238E27FC236}">
                  <a16:creationId xmlns:a16="http://schemas.microsoft.com/office/drawing/2014/main" id="{AF2A8A0E-33E0-43EC-BF3E-A8A2CEAF8C3C}"/>
                </a:ext>
              </a:extLst>
            </p:cNvPr>
            <p:cNvSpPr/>
            <p:nvPr/>
          </p:nvSpPr>
          <p:spPr>
            <a:xfrm>
              <a:off x="2773865" y="4027106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6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375" name="타원 4374">
              <a:extLst>
                <a:ext uri="{FF2B5EF4-FFF2-40B4-BE49-F238E27FC236}">
                  <a16:creationId xmlns:a16="http://schemas.microsoft.com/office/drawing/2014/main" id="{9BA28D63-9AE9-4B9E-AE4D-20DA3186A90F}"/>
                </a:ext>
              </a:extLst>
            </p:cNvPr>
            <p:cNvSpPr/>
            <p:nvPr/>
          </p:nvSpPr>
          <p:spPr>
            <a:xfrm>
              <a:off x="3047557" y="4027106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7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376" name="타원 4375">
              <a:extLst>
                <a:ext uri="{FF2B5EF4-FFF2-40B4-BE49-F238E27FC236}">
                  <a16:creationId xmlns:a16="http://schemas.microsoft.com/office/drawing/2014/main" id="{E70D9BC4-D210-4F4C-9335-3C3595AD7F4C}"/>
                </a:ext>
              </a:extLst>
            </p:cNvPr>
            <p:cNvSpPr/>
            <p:nvPr/>
          </p:nvSpPr>
          <p:spPr>
            <a:xfrm>
              <a:off x="3321249" y="4027106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8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377" name="타원 4376">
              <a:extLst>
                <a:ext uri="{FF2B5EF4-FFF2-40B4-BE49-F238E27FC236}">
                  <a16:creationId xmlns:a16="http://schemas.microsoft.com/office/drawing/2014/main" id="{DBD71518-55BF-4B32-8317-C27050CB3662}"/>
                </a:ext>
              </a:extLst>
            </p:cNvPr>
            <p:cNvSpPr/>
            <p:nvPr/>
          </p:nvSpPr>
          <p:spPr>
            <a:xfrm>
              <a:off x="3594941" y="4027106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9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378" name="타원 4377">
              <a:extLst>
                <a:ext uri="{FF2B5EF4-FFF2-40B4-BE49-F238E27FC236}">
                  <a16:creationId xmlns:a16="http://schemas.microsoft.com/office/drawing/2014/main" id="{1AC4ECA2-0197-4823-8A1B-E1BF6C43A46F}"/>
                </a:ext>
              </a:extLst>
            </p:cNvPr>
            <p:cNvSpPr/>
            <p:nvPr/>
          </p:nvSpPr>
          <p:spPr>
            <a:xfrm>
              <a:off x="3868633" y="4027106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10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379" name="타원 4378">
              <a:extLst>
                <a:ext uri="{FF2B5EF4-FFF2-40B4-BE49-F238E27FC236}">
                  <a16:creationId xmlns:a16="http://schemas.microsoft.com/office/drawing/2014/main" id="{175C7C68-B11C-4448-8144-D8357D9AEF64}"/>
                </a:ext>
              </a:extLst>
            </p:cNvPr>
            <p:cNvSpPr/>
            <p:nvPr/>
          </p:nvSpPr>
          <p:spPr>
            <a:xfrm>
              <a:off x="4142325" y="4027106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11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380" name="타원 4379">
              <a:extLst>
                <a:ext uri="{FF2B5EF4-FFF2-40B4-BE49-F238E27FC236}">
                  <a16:creationId xmlns:a16="http://schemas.microsoft.com/office/drawing/2014/main" id="{BCAE7FFE-A927-45C2-BEDA-19FAC79CBD8D}"/>
                </a:ext>
              </a:extLst>
            </p:cNvPr>
            <p:cNvSpPr/>
            <p:nvPr/>
          </p:nvSpPr>
          <p:spPr>
            <a:xfrm>
              <a:off x="4416017" y="4027106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12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381" name="타원 4380">
              <a:extLst>
                <a:ext uri="{FF2B5EF4-FFF2-40B4-BE49-F238E27FC236}">
                  <a16:creationId xmlns:a16="http://schemas.microsoft.com/office/drawing/2014/main" id="{A9E5B6A1-B673-4BA0-BC40-F5AA22848FBD}"/>
                </a:ext>
              </a:extLst>
            </p:cNvPr>
            <p:cNvSpPr/>
            <p:nvPr/>
          </p:nvSpPr>
          <p:spPr>
            <a:xfrm>
              <a:off x="4689709" y="4027106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13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382" name="타원 4381">
              <a:extLst>
                <a:ext uri="{FF2B5EF4-FFF2-40B4-BE49-F238E27FC236}">
                  <a16:creationId xmlns:a16="http://schemas.microsoft.com/office/drawing/2014/main" id="{ED1A2B2F-00FD-4329-A66E-AAE756972893}"/>
                </a:ext>
              </a:extLst>
            </p:cNvPr>
            <p:cNvSpPr/>
            <p:nvPr/>
          </p:nvSpPr>
          <p:spPr>
            <a:xfrm>
              <a:off x="4963401" y="4027106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14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383" name="타원 4382">
              <a:extLst>
                <a:ext uri="{FF2B5EF4-FFF2-40B4-BE49-F238E27FC236}">
                  <a16:creationId xmlns:a16="http://schemas.microsoft.com/office/drawing/2014/main" id="{85C51118-6536-446D-8032-8624658BE4BC}"/>
                </a:ext>
              </a:extLst>
            </p:cNvPr>
            <p:cNvSpPr/>
            <p:nvPr/>
          </p:nvSpPr>
          <p:spPr>
            <a:xfrm>
              <a:off x="5237095" y="4027106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15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384" name="타원 4383">
              <a:extLst>
                <a:ext uri="{FF2B5EF4-FFF2-40B4-BE49-F238E27FC236}">
                  <a16:creationId xmlns:a16="http://schemas.microsoft.com/office/drawing/2014/main" id="{494903B3-11AD-46DD-A616-CFD31280F09F}"/>
                </a:ext>
              </a:extLst>
            </p:cNvPr>
            <p:cNvSpPr/>
            <p:nvPr/>
          </p:nvSpPr>
          <p:spPr>
            <a:xfrm>
              <a:off x="1405403" y="4261519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16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385" name="타원 4384">
              <a:extLst>
                <a:ext uri="{FF2B5EF4-FFF2-40B4-BE49-F238E27FC236}">
                  <a16:creationId xmlns:a16="http://schemas.microsoft.com/office/drawing/2014/main" id="{C0CDD20A-6426-48A0-96D0-490C7BF97042}"/>
                </a:ext>
              </a:extLst>
            </p:cNvPr>
            <p:cNvSpPr/>
            <p:nvPr/>
          </p:nvSpPr>
          <p:spPr>
            <a:xfrm>
              <a:off x="1679096" y="4261519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17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386" name="타원 4385">
              <a:extLst>
                <a:ext uri="{FF2B5EF4-FFF2-40B4-BE49-F238E27FC236}">
                  <a16:creationId xmlns:a16="http://schemas.microsoft.com/office/drawing/2014/main" id="{6291FFF5-95A7-4EB0-A1DB-AEFF9EB5BED6}"/>
                </a:ext>
              </a:extLst>
            </p:cNvPr>
            <p:cNvSpPr/>
            <p:nvPr/>
          </p:nvSpPr>
          <p:spPr>
            <a:xfrm>
              <a:off x="1952789" y="4261519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18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387" name="타원 4386">
              <a:extLst>
                <a:ext uri="{FF2B5EF4-FFF2-40B4-BE49-F238E27FC236}">
                  <a16:creationId xmlns:a16="http://schemas.microsoft.com/office/drawing/2014/main" id="{1FB8C249-FC0B-4A4E-8760-9DB179A1D5DE}"/>
                </a:ext>
              </a:extLst>
            </p:cNvPr>
            <p:cNvSpPr/>
            <p:nvPr/>
          </p:nvSpPr>
          <p:spPr>
            <a:xfrm>
              <a:off x="2226482" y="4261519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19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388" name="타원 4387">
              <a:extLst>
                <a:ext uri="{FF2B5EF4-FFF2-40B4-BE49-F238E27FC236}">
                  <a16:creationId xmlns:a16="http://schemas.microsoft.com/office/drawing/2014/main" id="{5CA13E25-0FBE-4B22-8F2A-CCA4D0926BE8}"/>
                </a:ext>
              </a:extLst>
            </p:cNvPr>
            <p:cNvSpPr/>
            <p:nvPr/>
          </p:nvSpPr>
          <p:spPr>
            <a:xfrm>
              <a:off x="2500175" y="4261519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20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389" name="타원 4388">
              <a:extLst>
                <a:ext uri="{FF2B5EF4-FFF2-40B4-BE49-F238E27FC236}">
                  <a16:creationId xmlns:a16="http://schemas.microsoft.com/office/drawing/2014/main" id="{3F3AF822-2039-4F53-9D96-4970B993E5B8}"/>
                </a:ext>
              </a:extLst>
            </p:cNvPr>
            <p:cNvSpPr/>
            <p:nvPr/>
          </p:nvSpPr>
          <p:spPr>
            <a:xfrm>
              <a:off x="2773868" y="4261519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21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390" name="타원 4389">
              <a:extLst>
                <a:ext uri="{FF2B5EF4-FFF2-40B4-BE49-F238E27FC236}">
                  <a16:creationId xmlns:a16="http://schemas.microsoft.com/office/drawing/2014/main" id="{91364541-06FF-4928-995B-D68E691EE7F1}"/>
                </a:ext>
              </a:extLst>
            </p:cNvPr>
            <p:cNvSpPr/>
            <p:nvPr/>
          </p:nvSpPr>
          <p:spPr>
            <a:xfrm>
              <a:off x="3047561" y="4261519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22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391" name="타원 4390">
              <a:extLst>
                <a:ext uri="{FF2B5EF4-FFF2-40B4-BE49-F238E27FC236}">
                  <a16:creationId xmlns:a16="http://schemas.microsoft.com/office/drawing/2014/main" id="{226C1607-EBC4-4CAC-AC30-910DCF806CEE}"/>
                </a:ext>
              </a:extLst>
            </p:cNvPr>
            <p:cNvSpPr/>
            <p:nvPr/>
          </p:nvSpPr>
          <p:spPr>
            <a:xfrm>
              <a:off x="3321254" y="4261519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23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392" name="타원 4391">
              <a:extLst>
                <a:ext uri="{FF2B5EF4-FFF2-40B4-BE49-F238E27FC236}">
                  <a16:creationId xmlns:a16="http://schemas.microsoft.com/office/drawing/2014/main" id="{6BFEBD46-E768-4D5C-B7E1-02C463F7AF8E}"/>
                </a:ext>
              </a:extLst>
            </p:cNvPr>
            <p:cNvSpPr/>
            <p:nvPr/>
          </p:nvSpPr>
          <p:spPr>
            <a:xfrm>
              <a:off x="3594947" y="4261519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24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393" name="타원 4392">
              <a:extLst>
                <a:ext uri="{FF2B5EF4-FFF2-40B4-BE49-F238E27FC236}">
                  <a16:creationId xmlns:a16="http://schemas.microsoft.com/office/drawing/2014/main" id="{A92EF926-BDEA-46B9-936E-2B186D3A63E9}"/>
                </a:ext>
              </a:extLst>
            </p:cNvPr>
            <p:cNvSpPr/>
            <p:nvPr/>
          </p:nvSpPr>
          <p:spPr>
            <a:xfrm>
              <a:off x="3868640" y="4261519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25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394" name="타원 4393">
              <a:extLst>
                <a:ext uri="{FF2B5EF4-FFF2-40B4-BE49-F238E27FC236}">
                  <a16:creationId xmlns:a16="http://schemas.microsoft.com/office/drawing/2014/main" id="{4A4B7092-78E1-4249-BEAD-F8FCFAC8A400}"/>
                </a:ext>
              </a:extLst>
            </p:cNvPr>
            <p:cNvSpPr/>
            <p:nvPr/>
          </p:nvSpPr>
          <p:spPr>
            <a:xfrm>
              <a:off x="4142333" y="4261519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26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395" name="타원 4394">
              <a:extLst>
                <a:ext uri="{FF2B5EF4-FFF2-40B4-BE49-F238E27FC236}">
                  <a16:creationId xmlns:a16="http://schemas.microsoft.com/office/drawing/2014/main" id="{27388B4A-E450-4652-B837-1931AFDAA157}"/>
                </a:ext>
              </a:extLst>
            </p:cNvPr>
            <p:cNvSpPr/>
            <p:nvPr/>
          </p:nvSpPr>
          <p:spPr>
            <a:xfrm>
              <a:off x="4416026" y="4261519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27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396" name="타원 4395">
              <a:extLst>
                <a:ext uri="{FF2B5EF4-FFF2-40B4-BE49-F238E27FC236}">
                  <a16:creationId xmlns:a16="http://schemas.microsoft.com/office/drawing/2014/main" id="{0B42DF1A-1712-4151-B95E-D701E645C7A9}"/>
                </a:ext>
              </a:extLst>
            </p:cNvPr>
            <p:cNvSpPr/>
            <p:nvPr/>
          </p:nvSpPr>
          <p:spPr>
            <a:xfrm>
              <a:off x="4689719" y="4261519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28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397" name="타원 4396">
              <a:extLst>
                <a:ext uri="{FF2B5EF4-FFF2-40B4-BE49-F238E27FC236}">
                  <a16:creationId xmlns:a16="http://schemas.microsoft.com/office/drawing/2014/main" id="{DAA37FE7-155A-4954-A510-901087E52C71}"/>
                </a:ext>
              </a:extLst>
            </p:cNvPr>
            <p:cNvSpPr/>
            <p:nvPr/>
          </p:nvSpPr>
          <p:spPr>
            <a:xfrm>
              <a:off x="4963412" y="4261519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29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398" name="타원 4397">
              <a:extLst>
                <a:ext uri="{FF2B5EF4-FFF2-40B4-BE49-F238E27FC236}">
                  <a16:creationId xmlns:a16="http://schemas.microsoft.com/office/drawing/2014/main" id="{E33D2B47-286D-4098-9E37-26EAEE5D7482}"/>
                </a:ext>
              </a:extLst>
            </p:cNvPr>
            <p:cNvSpPr/>
            <p:nvPr/>
          </p:nvSpPr>
          <p:spPr>
            <a:xfrm>
              <a:off x="5237105" y="4261519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30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cxnSp>
          <p:nvCxnSpPr>
            <p:cNvPr id="4399" name="직선 연결선 4398">
              <a:extLst>
                <a:ext uri="{FF2B5EF4-FFF2-40B4-BE49-F238E27FC236}">
                  <a16:creationId xmlns:a16="http://schemas.microsoft.com/office/drawing/2014/main" id="{F2948146-64AF-4C34-A74D-6B3AB6EE202F}"/>
                </a:ext>
              </a:extLst>
            </p:cNvPr>
            <p:cNvCxnSpPr>
              <a:cxnSpLocks/>
              <a:stCxn id="4369" idx="2"/>
              <a:endCxn id="4369" idx="6"/>
            </p:cNvCxnSpPr>
            <p:nvPr/>
          </p:nvCxnSpPr>
          <p:spPr>
            <a:xfrm>
              <a:off x="1405405" y="4122860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0" name="직선 연결선 4399">
              <a:extLst>
                <a:ext uri="{FF2B5EF4-FFF2-40B4-BE49-F238E27FC236}">
                  <a16:creationId xmlns:a16="http://schemas.microsoft.com/office/drawing/2014/main" id="{7A095984-B453-4093-80DC-6D9BB4343F61}"/>
                </a:ext>
              </a:extLst>
            </p:cNvPr>
            <p:cNvCxnSpPr>
              <a:cxnSpLocks/>
              <a:stCxn id="4369" idx="4"/>
              <a:endCxn id="4369" idx="0"/>
            </p:cNvCxnSpPr>
            <p:nvPr/>
          </p:nvCxnSpPr>
          <p:spPr>
            <a:xfrm flipV="1">
              <a:off x="1501159" y="4027106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1" name="직선 연결선 4400">
              <a:extLst>
                <a:ext uri="{FF2B5EF4-FFF2-40B4-BE49-F238E27FC236}">
                  <a16:creationId xmlns:a16="http://schemas.microsoft.com/office/drawing/2014/main" id="{92EA33FC-4376-4CCC-A98F-C03D5ECE3134}"/>
                </a:ext>
              </a:extLst>
            </p:cNvPr>
            <p:cNvCxnSpPr>
              <a:cxnSpLocks/>
              <a:stCxn id="4370" idx="2"/>
              <a:endCxn id="4370" idx="6"/>
            </p:cNvCxnSpPr>
            <p:nvPr/>
          </p:nvCxnSpPr>
          <p:spPr>
            <a:xfrm>
              <a:off x="1679097" y="4122860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2" name="직선 연결선 4401">
              <a:extLst>
                <a:ext uri="{FF2B5EF4-FFF2-40B4-BE49-F238E27FC236}">
                  <a16:creationId xmlns:a16="http://schemas.microsoft.com/office/drawing/2014/main" id="{BE3C96FF-9B1E-4D36-8EE3-B8BAB5706B0C}"/>
                </a:ext>
              </a:extLst>
            </p:cNvPr>
            <p:cNvCxnSpPr>
              <a:cxnSpLocks/>
              <a:stCxn id="4370" idx="4"/>
              <a:endCxn id="4370" idx="0"/>
            </p:cNvCxnSpPr>
            <p:nvPr/>
          </p:nvCxnSpPr>
          <p:spPr>
            <a:xfrm flipV="1">
              <a:off x="1774851" y="4027106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3" name="직선 연결선 4402">
              <a:extLst>
                <a:ext uri="{FF2B5EF4-FFF2-40B4-BE49-F238E27FC236}">
                  <a16:creationId xmlns:a16="http://schemas.microsoft.com/office/drawing/2014/main" id="{D04A1E58-4314-4E52-B393-F80C8098D942}"/>
                </a:ext>
              </a:extLst>
            </p:cNvPr>
            <p:cNvCxnSpPr>
              <a:cxnSpLocks/>
              <a:stCxn id="4371" idx="2"/>
              <a:endCxn id="4371" idx="6"/>
            </p:cNvCxnSpPr>
            <p:nvPr/>
          </p:nvCxnSpPr>
          <p:spPr>
            <a:xfrm>
              <a:off x="1952789" y="4122860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4" name="직선 연결선 4403">
              <a:extLst>
                <a:ext uri="{FF2B5EF4-FFF2-40B4-BE49-F238E27FC236}">
                  <a16:creationId xmlns:a16="http://schemas.microsoft.com/office/drawing/2014/main" id="{EBA1596E-31C8-49BC-905C-236640A6C144}"/>
                </a:ext>
              </a:extLst>
            </p:cNvPr>
            <p:cNvCxnSpPr>
              <a:cxnSpLocks/>
              <a:stCxn id="4371" idx="4"/>
              <a:endCxn id="4371" idx="0"/>
            </p:cNvCxnSpPr>
            <p:nvPr/>
          </p:nvCxnSpPr>
          <p:spPr>
            <a:xfrm flipV="1">
              <a:off x="2048543" y="4027106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5" name="직선 연결선 4404">
              <a:extLst>
                <a:ext uri="{FF2B5EF4-FFF2-40B4-BE49-F238E27FC236}">
                  <a16:creationId xmlns:a16="http://schemas.microsoft.com/office/drawing/2014/main" id="{1C628BB6-4667-463F-B001-3A22042F6B79}"/>
                </a:ext>
              </a:extLst>
            </p:cNvPr>
            <p:cNvCxnSpPr>
              <a:cxnSpLocks/>
              <a:stCxn id="4372" idx="2"/>
              <a:endCxn id="4372" idx="6"/>
            </p:cNvCxnSpPr>
            <p:nvPr/>
          </p:nvCxnSpPr>
          <p:spPr>
            <a:xfrm>
              <a:off x="2226481" y="4122860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6" name="직선 연결선 4405">
              <a:extLst>
                <a:ext uri="{FF2B5EF4-FFF2-40B4-BE49-F238E27FC236}">
                  <a16:creationId xmlns:a16="http://schemas.microsoft.com/office/drawing/2014/main" id="{F86F8444-651D-4141-BCBD-A3943F244605}"/>
                </a:ext>
              </a:extLst>
            </p:cNvPr>
            <p:cNvCxnSpPr>
              <a:cxnSpLocks/>
              <a:stCxn id="4372" idx="4"/>
              <a:endCxn id="4372" idx="0"/>
            </p:cNvCxnSpPr>
            <p:nvPr/>
          </p:nvCxnSpPr>
          <p:spPr>
            <a:xfrm flipV="1">
              <a:off x="2322235" y="4027106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7" name="직선 연결선 4406">
              <a:extLst>
                <a:ext uri="{FF2B5EF4-FFF2-40B4-BE49-F238E27FC236}">
                  <a16:creationId xmlns:a16="http://schemas.microsoft.com/office/drawing/2014/main" id="{4DB5D1D6-2375-4B60-88AC-16D40AE00770}"/>
                </a:ext>
              </a:extLst>
            </p:cNvPr>
            <p:cNvCxnSpPr>
              <a:cxnSpLocks/>
              <a:stCxn id="4373" idx="2"/>
              <a:endCxn id="4373" idx="6"/>
            </p:cNvCxnSpPr>
            <p:nvPr/>
          </p:nvCxnSpPr>
          <p:spPr>
            <a:xfrm>
              <a:off x="2500173" y="4122860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8" name="직선 연결선 4407">
              <a:extLst>
                <a:ext uri="{FF2B5EF4-FFF2-40B4-BE49-F238E27FC236}">
                  <a16:creationId xmlns:a16="http://schemas.microsoft.com/office/drawing/2014/main" id="{A59507AF-C002-4E18-8EC5-1B2E0EE1D8C0}"/>
                </a:ext>
              </a:extLst>
            </p:cNvPr>
            <p:cNvCxnSpPr>
              <a:cxnSpLocks/>
              <a:stCxn id="4373" idx="4"/>
              <a:endCxn id="4373" idx="0"/>
            </p:cNvCxnSpPr>
            <p:nvPr/>
          </p:nvCxnSpPr>
          <p:spPr>
            <a:xfrm flipV="1">
              <a:off x="2595927" y="4027106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9" name="직선 연결선 4408">
              <a:extLst>
                <a:ext uri="{FF2B5EF4-FFF2-40B4-BE49-F238E27FC236}">
                  <a16:creationId xmlns:a16="http://schemas.microsoft.com/office/drawing/2014/main" id="{F1E384E8-01C0-4B4B-A390-85F347ACC58A}"/>
                </a:ext>
              </a:extLst>
            </p:cNvPr>
            <p:cNvCxnSpPr>
              <a:cxnSpLocks/>
              <a:stCxn id="4374" idx="2"/>
              <a:endCxn id="4374" idx="6"/>
            </p:cNvCxnSpPr>
            <p:nvPr/>
          </p:nvCxnSpPr>
          <p:spPr>
            <a:xfrm>
              <a:off x="2773865" y="4122860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0" name="직선 연결선 4409">
              <a:extLst>
                <a:ext uri="{FF2B5EF4-FFF2-40B4-BE49-F238E27FC236}">
                  <a16:creationId xmlns:a16="http://schemas.microsoft.com/office/drawing/2014/main" id="{E919E9DB-EC0C-4776-8ED4-793789710DD8}"/>
                </a:ext>
              </a:extLst>
            </p:cNvPr>
            <p:cNvCxnSpPr>
              <a:cxnSpLocks/>
              <a:stCxn id="4374" idx="4"/>
              <a:endCxn id="4374" idx="0"/>
            </p:cNvCxnSpPr>
            <p:nvPr/>
          </p:nvCxnSpPr>
          <p:spPr>
            <a:xfrm flipV="1">
              <a:off x="2869619" y="4027106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1" name="직선 연결선 4410">
              <a:extLst>
                <a:ext uri="{FF2B5EF4-FFF2-40B4-BE49-F238E27FC236}">
                  <a16:creationId xmlns:a16="http://schemas.microsoft.com/office/drawing/2014/main" id="{421226B4-CEED-4813-A93A-A5C74D55C012}"/>
                </a:ext>
              </a:extLst>
            </p:cNvPr>
            <p:cNvCxnSpPr>
              <a:cxnSpLocks/>
              <a:stCxn id="4375" idx="2"/>
              <a:endCxn id="4375" idx="6"/>
            </p:cNvCxnSpPr>
            <p:nvPr/>
          </p:nvCxnSpPr>
          <p:spPr>
            <a:xfrm>
              <a:off x="3047557" y="4122860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2" name="직선 연결선 4411">
              <a:extLst>
                <a:ext uri="{FF2B5EF4-FFF2-40B4-BE49-F238E27FC236}">
                  <a16:creationId xmlns:a16="http://schemas.microsoft.com/office/drawing/2014/main" id="{91D0EA0A-E7C8-4F9E-A4DA-A5F9EEC221F0}"/>
                </a:ext>
              </a:extLst>
            </p:cNvPr>
            <p:cNvCxnSpPr>
              <a:cxnSpLocks/>
              <a:stCxn id="4375" idx="4"/>
              <a:endCxn id="4375" idx="0"/>
            </p:cNvCxnSpPr>
            <p:nvPr/>
          </p:nvCxnSpPr>
          <p:spPr>
            <a:xfrm flipV="1">
              <a:off x="3143311" y="4027106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3" name="직선 연결선 4412">
              <a:extLst>
                <a:ext uri="{FF2B5EF4-FFF2-40B4-BE49-F238E27FC236}">
                  <a16:creationId xmlns:a16="http://schemas.microsoft.com/office/drawing/2014/main" id="{86E2CE09-F22F-463E-9183-024B787446C9}"/>
                </a:ext>
              </a:extLst>
            </p:cNvPr>
            <p:cNvCxnSpPr>
              <a:cxnSpLocks/>
              <a:stCxn id="4376" idx="2"/>
              <a:endCxn id="4376" idx="6"/>
            </p:cNvCxnSpPr>
            <p:nvPr/>
          </p:nvCxnSpPr>
          <p:spPr>
            <a:xfrm>
              <a:off x="3321249" y="4122860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4" name="직선 연결선 4413">
              <a:extLst>
                <a:ext uri="{FF2B5EF4-FFF2-40B4-BE49-F238E27FC236}">
                  <a16:creationId xmlns:a16="http://schemas.microsoft.com/office/drawing/2014/main" id="{6A9FF37A-B2CE-4A70-95EE-499D69B317BE}"/>
                </a:ext>
              </a:extLst>
            </p:cNvPr>
            <p:cNvCxnSpPr>
              <a:cxnSpLocks/>
              <a:stCxn id="4376" idx="4"/>
              <a:endCxn id="4376" idx="0"/>
            </p:cNvCxnSpPr>
            <p:nvPr/>
          </p:nvCxnSpPr>
          <p:spPr>
            <a:xfrm flipV="1">
              <a:off x="3417003" y="4027106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5" name="직선 연결선 4414">
              <a:extLst>
                <a:ext uri="{FF2B5EF4-FFF2-40B4-BE49-F238E27FC236}">
                  <a16:creationId xmlns:a16="http://schemas.microsoft.com/office/drawing/2014/main" id="{62DFEFD0-A84C-41D6-B127-30F728A56E17}"/>
                </a:ext>
              </a:extLst>
            </p:cNvPr>
            <p:cNvCxnSpPr>
              <a:cxnSpLocks/>
              <a:stCxn id="4377" idx="2"/>
              <a:endCxn id="4377" idx="6"/>
            </p:cNvCxnSpPr>
            <p:nvPr/>
          </p:nvCxnSpPr>
          <p:spPr>
            <a:xfrm>
              <a:off x="3594941" y="4122860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6" name="직선 연결선 4415">
              <a:extLst>
                <a:ext uri="{FF2B5EF4-FFF2-40B4-BE49-F238E27FC236}">
                  <a16:creationId xmlns:a16="http://schemas.microsoft.com/office/drawing/2014/main" id="{994590EA-EEDF-4FAB-AF6C-B0EF631B3FAC}"/>
                </a:ext>
              </a:extLst>
            </p:cNvPr>
            <p:cNvCxnSpPr>
              <a:cxnSpLocks/>
              <a:stCxn id="4377" idx="4"/>
              <a:endCxn id="4377" idx="0"/>
            </p:cNvCxnSpPr>
            <p:nvPr/>
          </p:nvCxnSpPr>
          <p:spPr>
            <a:xfrm flipV="1">
              <a:off x="3690695" y="4027106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7" name="직선 연결선 4416">
              <a:extLst>
                <a:ext uri="{FF2B5EF4-FFF2-40B4-BE49-F238E27FC236}">
                  <a16:creationId xmlns:a16="http://schemas.microsoft.com/office/drawing/2014/main" id="{E67F8A0B-2D6C-4BDB-8641-7C28641EA360}"/>
                </a:ext>
              </a:extLst>
            </p:cNvPr>
            <p:cNvCxnSpPr>
              <a:cxnSpLocks/>
              <a:stCxn id="4378" idx="2"/>
              <a:endCxn id="4378" idx="6"/>
            </p:cNvCxnSpPr>
            <p:nvPr/>
          </p:nvCxnSpPr>
          <p:spPr>
            <a:xfrm>
              <a:off x="3868633" y="4122860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8" name="직선 연결선 4417">
              <a:extLst>
                <a:ext uri="{FF2B5EF4-FFF2-40B4-BE49-F238E27FC236}">
                  <a16:creationId xmlns:a16="http://schemas.microsoft.com/office/drawing/2014/main" id="{A44B3409-5EEF-4856-A5EF-1D7F15C45C54}"/>
                </a:ext>
              </a:extLst>
            </p:cNvPr>
            <p:cNvCxnSpPr>
              <a:cxnSpLocks/>
              <a:stCxn id="4378" idx="4"/>
              <a:endCxn id="4378" idx="0"/>
            </p:cNvCxnSpPr>
            <p:nvPr/>
          </p:nvCxnSpPr>
          <p:spPr>
            <a:xfrm flipV="1">
              <a:off x="3964387" y="4027106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9" name="직선 연결선 4418">
              <a:extLst>
                <a:ext uri="{FF2B5EF4-FFF2-40B4-BE49-F238E27FC236}">
                  <a16:creationId xmlns:a16="http://schemas.microsoft.com/office/drawing/2014/main" id="{19FDF51D-4E2E-40ED-9D29-E54FCE72AFCB}"/>
                </a:ext>
              </a:extLst>
            </p:cNvPr>
            <p:cNvCxnSpPr>
              <a:cxnSpLocks/>
              <a:stCxn id="4379" idx="2"/>
              <a:endCxn id="4379" idx="6"/>
            </p:cNvCxnSpPr>
            <p:nvPr/>
          </p:nvCxnSpPr>
          <p:spPr>
            <a:xfrm>
              <a:off x="4142325" y="4122860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0" name="직선 연결선 4419">
              <a:extLst>
                <a:ext uri="{FF2B5EF4-FFF2-40B4-BE49-F238E27FC236}">
                  <a16:creationId xmlns:a16="http://schemas.microsoft.com/office/drawing/2014/main" id="{15D48AFE-1584-450D-BB31-91664E43455D}"/>
                </a:ext>
              </a:extLst>
            </p:cNvPr>
            <p:cNvCxnSpPr>
              <a:cxnSpLocks/>
              <a:stCxn id="4379" idx="4"/>
              <a:endCxn id="4379" idx="0"/>
            </p:cNvCxnSpPr>
            <p:nvPr/>
          </p:nvCxnSpPr>
          <p:spPr>
            <a:xfrm flipV="1">
              <a:off x="4238079" y="4027106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1" name="직선 연결선 4420">
              <a:extLst>
                <a:ext uri="{FF2B5EF4-FFF2-40B4-BE49-F238E27FC236}">
                  <a16:creationId xmlns:a16="http://schemas.microsoft.com/office/drawing/2014/main" id="{4A66DB61-20F9-4740-831E-837344BF5A69}"/>
                </a:ext>
              </a:extLst>
            </p:cNvPr>
            <p:cNvCxnSpPr>
              <a:cxnSpLocks/>
              <a:stCxn id="4380" idx="2"/>
              <a:endCxn id="4380" idx="6"/>
            </p:cNvCxnSpPr>
            <p:nvPr/>
          </p:nvCxnSpPr>
          <p:spPr>
            <a:xfrm>
              <a:off x="4416017" y="4122860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2" name="직선 연결선 4421">
              <a:extLst>
                <a:ext uri="{FF2B5EF4-FFF2-40B4-BE49-F238E27FC236}">
                  <a16:creationId xmlns:a16="http://schemas.microsoft.com/office/drawing/2014/main" id="{7D3F13E4-3F95-493A-8606-1AFA4D52A125}"/>
                </a:ext>
              </a:extLst>
            </p:cNvPr>
            <p:cNvCxnSpPr>
              <a:cxnSpLocks/>
              <a:stCxn id="4380" idx="4"/>
              <a:endCxn id="4380" idx="0"/>
            </p:cNvCxnSpPr>
            <p:nvPr/>
          </p:nvCxnSpPr>
          <p:spPr>
            <a:xfrm flipV="1">
              <a:off x="4511771" y="4027106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3" name="직선 연결선 4422">
              <a:extLst>
                <a:ext uri="{FF2B5EF4-FFF2-40B4-BE49-F238E27FC236}">
                  <a16:creationId xmlns:a16="http://schemas.microsoft.com/office/drawing/2014/main" id="{C370918A-A1A4-45D6-AF77-22334F183DC5}"/>
                </a:ext>
              </a:extLst>
            </p:cNvPr>
            <p:cNvCxnSpPr>
              <a:cxnSpLocks/>
              <a:stCxn id="4381" idx="2"/>
              <a:endCxn id="4381" idx="6"/>
            </p:cNvCxnSpPr>
            <p:nvPr/>
          </p:nvCxnSpPr>
          <p:spPr>
            <a:xfrm>
              <a:off x="4689709" y="4122860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4" name="직선 연결선 4423">
              <a:extLst>
                <a:ext uri="{FF2B5EF4-FFF2-40B4-BE49-F238E27FC236}">
                  <a16:creationId xmlns:a16="http://schemas.microsoft.com/office/drawing/2014/main" id="{F42097A0-37F2-4F70-B121-520697FC90BE}"/>
                </a:ext>
              </a:extLst>
            </p:cNvPr>
            <p:cNvCxnSpPr>
              <a:cxnSpLocks/>
              <a:stCxn id="4381" idx="4"/>
              <a:endCxn id="4381" idx="0"/>
            </p:cNvCxnSpPr>
            <p:nvPr/>
          </p:nvCxnSpPr>
          <p:spPr>
            <a:xfrm flipV="1">
              <a:off x="4785463" y="4027106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5" name="직선 연결선 4424">
              <a:extLst>
                <a:ext uri="{FF2B5EF4-FFF2-40B4-BE49-F238E27FC236}">
                  <a16:creationId xmlns:a16="http://schemas.microsoft.com/office/drawing/2014/main" id="{51EB8B80-1B24-422D-831E-90A37C81D197}"/>
                </a:ext>
              </a:extLst>
            </p:cNvPr>
            <p:cNvCxnSpPr>
              <a:cxnSpLocks/>
              <a:stCxn id="4382" idx="2"/>
              <a:endCxn id="4382" idx="6"/>
            </p:cNvCxnSpPr>
            <p:nvPr/>
          </p:nvCxnSpPr>
          <p:spPr>
            <a:xfrm>
              <a:off x="4963401" y="4122860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6" name="직선 연결선 4425">
              <a:extLst>
                <a:ext uri="{FF2B5EF4-FFF2-40B4-BE49-F238E27FC236}">
                  <a16:creationId xmlns:a16="http://schemas.microsoft.com/office/drawing/2014/main" id="{AED9B397-C33B-4D53-A941-A5A62B103360}"/>
                </a:ext>
              </a:extLst>
            </p:cNvPr>
            <p:cNvCxnSpPr>
              <a:cxnSpLocks/>
              <a:stCxn id="4382" idx="4"/>
              <a:endCxn id="4382" idx="0"/>
            </p:cNvCxnSpPr>
            <p:nvPr/>
          </p:nvCxnSpPr>
          <p:spPr>
            <a:xfrm flipV="1">
              <a:off x="5059155" y="4027106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7" name="직선 연결선 4426">
              <a:extLst>
                <a:ext uri="{FF2B5EF4-FFF2-40B4-BE49-F238E27FC236}">
                  <a16:creationId xmlns:a16="http://schemas.microsoft.com/office/drawing/2014/main" id="{CFBC5442-24A6-423D-B2B9-8664059D5533}"/>
                </a:ext>
              </a:extLst>
            </p:cNvPr>
            <p:cNvCxnSpPr>
              <a:cxnSpLocks/>
              <a:stCxn id="4383" idx="2"/>
              <a:endCxn id="4383" idx="6"/>
            </p:cNvCxnSpPr>
            <p:nvPr/>
          </p:nvCxnSpPr>
          <p:spPr>
            <a:xfrm>
              <a:off x="5237095" y="4122860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8" name="직선 연결선 4427">
              <a:extLst>
                <a:ext uri="{FF2B5EF4-FFF2-40B4-BE49-F238E27FC236}">
                  <a16:creationId xmlns:a16="http://schemas.microsoft.com/office/drawing/2014/main" id="{A5EBEA32-3E18-41EE-89C8-640AC9DED8BD}"/>
                </a:ext>
              </a:extLst>
            </p:cNvPr>
            <p:cNvCxnSpPr>
              <a:cxnSpLocks/>
              <a:stCxn id="4383" idx="4"/>
              <a:endCxn id="4383" idx="0"/>
            </p:cNvCxnSpPr>
            <p:nvPr/>
          </p:nvCxnSpPr>
          <p:spPr>
            <a:xfrm flipV="1">
              <a:off x="5332849" y="4027106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9" name="직선 연결선 4428">
              <a:extLst>
                <a:ext uri="{FF2B5EF4-FFF2-40B4-BE49-F238E27FC236}">
                  <a16:creationId xmlns:a16="http://schemas.microsoft.com/office/drawing/2014/main" id="{99405BA3-3CCC-464C-9B03-F54B0D9C9948}"/>
                </a:ext>
              </a:extLst>
            </p:cNvPr>
            <p:cNvCxnSpPr>
              <a:cxnSpLocks/>
              <a:stCxn id="4384" idx="2"/>
              <a:endCxn id="4384" idx="6"/>
            </p:cNvCxnSpPr>
            <p:nvPr/>
          </p:nvCxnSpPr>
          <p:spPr>
            <a:xfrm>
              <a:off x="1405403" y="4357273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0" name="직선 연결선 4429">
              <a:extLst>
                <a:ext uri="{FF2B5EF4-FFF2-40B4-BE49-F238E27FC236}">
                  <a16:creationId xmlns:a16="http://schemas.microsoft.com/office/drawing/2014/main" id="{7A9CFB1B-488D-4B08-9B35-C8370B86B355}"/>
                </a:ext>
              </a:extLst>
            </p:cNvPr>
            <p:cNvCxnSpPr>
              <a:cxnSpLocks/>
              <a:stCxn id="4384" idx="4"/>
              <a:endCxn id="4384" idx="0"/>
            </p:cNvCxnSpPr>
            <p:nvPr/>
          </p:nvCxnSpPr>
          <p:spPr>
            <a:xfrm flipV="1">
              <a:off x="1501157" y="4261519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1" name="직선 연결선 4430">
              <a:extLst>
                <a:ext uri="{FF2B5EF4-FFF2-40B4-BE49-F238E27FC236}">
                  <a16:creationId xmlns:a16="http://schemas.microsoft.com/office/drawing/2014/main" id="{AECCB9CB-AF19-41CF-9F74-9161B08BFBC5}"/>
                </a:ext>
              </a:extLst>
            </p:cNvPr>
            <p:cNvCxnSpPr>
              <a:cxnSpLocks/>
              <a:stCxn id="4385" idx="2"/>
              <a:endCxn id="4385" idx="6"/>
            </p:cNvCxnSpPr>
            <p:nvPr/>
          </p:nvCxnSpPr>
          <p:spPr>
            <a:xfrm>
              <a:off x="1679096" y="4357273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2" name="직선 연결선 4431">
              <a:extLst>
                <a:ext uri="{FF2B5EF4-FFF2-40B4-BE49-F238E27FC236}">
                  <a16:creationId xmlns:a16="http://schemas.microsoft.com/office/drawing/2014/main" id="{72A6AD6C-0AA7-4305-A483-3B8642045A6C}"/>
                </a:ext>
              </a:extLst>
            </p:cNvPr>
            <p:cNvCxnSpPr>
              <a:cxnSpLocks/>
              <a:stCxn id="4385" idx="4"/>
              <a:endCxn id="4385" idx="0"/>
            </p:cNvCxnSpPr>
            <p:nvPr/>
          </p:nvCxnSpPr>
          <p:spPr>
            <a:xfrm flipV="1">
              <a:off x="1774850" y="4261519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3" name="직선 연결선 4432">
              <a:extLst>
                <a:ext uri="{FF2B5EF4-FFF2-40B4-BE49-F238E27FC236}">
                  <a16:creationId xmlns:a16="http://schemas.microsoft.com/office/drawing/2014/main" id="{69EA6E15-190A-4381-B7A6-9C8EA6C6097B}"/>
                </a:ext>
              </a:extLst>
            </p:cNvPr>
            <p:cNvCxnSpPr>
              <a:cxnSpLocks/>
              <a:stCxn id="4386" idx="2"/>
              <a:endCxn id="4386" idx="6"/>
            </p:cNvCxnSpPr>
            <p:nvPr/>
          </p:nvCxnSpPr>
          <p:spPr>
            <a:xfrm>
              <a:off x="1952789" y="4357273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4" name="직선 연결선 4433">
              <a:extLst>
                <a:ext uri="{FF2B5EF4-FFF2-40B4-BE49-F238E27FC236}">
                  <a16:creationId xmlns:a16="http://schemas.microsoft.com/office/drawing/2014/main" id="{FF99620D-6205-418A-9D2E-25769C78D260}"/>
                </a:ext>
              </a:extLst>
            </p:cNvPr>
            <p:cNvCxnSpPr>
              <a:cxnSpLocks/>
              <a:stCxn id="4386" idx="4"/>
              <a:endCxn id="4386" idx="0"/>
            </p:cNvCxnSpPr>
            <p:nvPr/>
          </p:nvCxnSpPr>
          <p:spPr>
            <a:xfrm flipV="1">
              <a:off x="2048543" y="4261519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5" name="직선 연결선 4434">
              <a:extLst>
                <a:ext uri="{FF2B5EF4-FFF2-40B4-BE49-F238E27FC236}">
                  <a16:creationId xmlns:a16="http://schemas.microsoft.com/office/drawing/2014/main" id="{AAA3D9C6-D6B9-46FC-996E-9EAC10B84B77}"/>
                </a:ext>
              </a:extLst>
            </p:cNvPr>
            <p:cNvCxnSpPr>
              <a:cxnSpLocks/>
              <a:stCxn id="4387" idx="2"/>
              <a:endCxn id="4387" idx="6"/>
            </p:cNvCxnSpPr>
            <p:nvPr/>
          </p:nvCxnSpPr>
          <p:spPr>
            <a:xfrm>
              <a:off x="2226482" y="4357273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6" name="직선 연결선 4435">
              <a:extLst>
                <a:ext uri="{FF2B5EF4-FFF2-40B4-BE49-F238E27FC236}">
                  <a16:creationId xmlns:a16="http://schemas.microsoft.com/office/drawing/2014/main" id="{3B0BF354-5AED-4F9E-A7B4-F58284FF331C}"/>
                </a:ext>
              </a:extLst>
            </p:cNvPr>
            <p:cNvCxnSpPr>
              <a:cxnSpLocks/>
              <a:stCxn id="4387" idx="4"/>
              <a:endCxn id="4387" idx="0"/>
            </p:cNvCxnSpPr>
            <p:nvPr/>
          </p:nvCxnSpPr>
          <p:spPr>
            <a:xfrm flipV="1">
              <a:off x="2322236" y="4261519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7" name="직선 연결선 4436">
              <a:extLst>
                <a:ext uri="{FF2B5EF4-FFF2-40B4-BE49-F238E27FC236}">
                  <a16:creationId xmlns:a16="http://schemas.microsoft.com/office/drawing/2014/main" id="{A4E80953-4518-4076-9082-DFA29845C45C}"/>
                </a:ext>
              </a:extLst>
            </p:cNvPr>
            <p:cNvCxnSpPr>
              <a:cxnSpLocks/>
              <a:stCxn id="4388" idx="2"/>
              <a:endCxn id="4388" idx="6"/>
            </p:cNvCxnSpPr>
            <p:nvPr/>
          </p:nvCxnSpPr>
          <p:spPr>
            <a:xfrm>
              <a:off x="2500175" y="4357273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8" name="직선 연결선 4437">
              <a:extLst>
                <a:ext uri="{FF2B5EF4-FFF2-40B4-BE49-F238E27FC236}">
                  <a16:creationId xmlns:a16="http://schemas.microsoft.com/office/drawing/2014/main" id="{69DF87F9-AC9C-40D3-8F2E-978CD32A0069}"/>
                </a:ext>
              </a:extLst>
            </p:cNvPr>
            <p:cNvCxnSpPr>
              <a:cxnSpLocks/>
              <a:stCxn id="4388" idx="4"/>
              <a:endCxn id="4388" idx="0"/>
            </p:cNvCxnSpPr>
            <p:nvPr/>
          </p:nvCxnSpPr>
          <p:spPr>
            <a:xfrm flipV="1">
              <a:off x="2595929" y="4261519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9" name="직선 연결선 4438">
              <a:extLst>
                <a:ext uri="{FF2B5EF4-FFF2-40B4-BE49-F238E27FC236}">
                  <a16:creationId xmlns:a16="http://schemas.microsoft.com/office/drawing/2014/main" id="{EB75EDEA-7DC3-4AD5-AA03-30FCCFC67922}"/>
                </a:ext>
              </a:extLst>
            </p:cNvPr>
            <p:cNvCxnSpPr>
              <a:cxnSpLocks/>
              <a:stCxn id="4389" idx="2"/>
              <a:endCxn id="4389" idx="6"/>
            </p:cNvCxnSpPr>
            <p:nvPr/>
          </p:nvCxnSpPr>
          <p:spPr>
            <a:xfrm>
              <a:off x="2773868" y="4357273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0" name="직선 연결선 4439">
              <a:extLst>
                <a:ext uri="{FF2B5EF4-FFF2-40B4-BE49-F238E27FC236}">
                  <a16:creationId xmlns:a16="http://schemas.microsoft.com/office/drawing/2014/main" id="{349DFDA0-0FB0-42F2-9E7C-363257F808A7}"/>
                </a:ext>
              </a:extLst>
            </p:cNvPr>
            <p:cNvCxnSpPr>
              <a:cxnSpLocks/>
              <a:stCxn id="4389" idx="4"/>
              <a:endCxn id="4389" idx="0"/>
            </p:cNvCxnSpPr>
            <p:nvPr/>
          </p:nvCxnSpPr>
          <p:spPr>
            <a:xfrm flipV="1">
              <a:off x="2869622" y="4261519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1" name="직선 연결선 4440">
              <a:extLst>
                <a:ext uri="{FF2B5EF4-FFF2-40B4-BE49-F238E27FC236}">
                  <a16:creationId xmlns:a16="http://schemas.microsoft.com/office/drawing/2014/main" id="{A94B2294-99CD-4926-AC2A-3FA8629CBDBA}"/>
                </a:ext>
              </a:extLst>
            </p:cNvPr>
            <p:cNvCxnSpPr>
              <a:cxnSpLocks/>
              <a:stCxn id="4390" idx="2"/>
              <a:endCxn id="4390" idx="6"/>
            </p:cNvCxnSpPr>
            <p:nvPr/>
          </p:nvCxnSpPr>
          <p:spPr>
            <a:xfrm>
              <a:off x="3047561" y="4357273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2" name="직선 연결선 4441">
              <a:extLst>
                <a:ext uri="{FF2B5EF4-FFF2-40B4-BE49-F238E27FC236}">
                  <a16:creationId xmlns:a16="http://schemas.microsoft.com/office/drawing/2014/main" id="{580D35C9-87EA-4AE9-9FE7-F77AA141E94A}"/>
                </a:ext>
              </a:extLst>
            </p:cNvPr>
            <p:cNvCxnSpPr>
              <a:cxnSpLocks/>
              <a:stCxn id="4390" idx="4"/>
              <a:endCxn id="4390" idx="0"/>
            </p:cNvCxnSpPr>
            <p:nvPr/>
          </p:nvCxnSpPr>
          <p:spPr>
            <a:xfrm flipV="1">
              <a:off x="3143315" y="4261519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3" name="직선 연결선 4442">
              <a:extLst>
                <a:ext uri="{FF2B5EF4-FFF2-40B4-BE49-F238E27FC236}">
                  <a16:creationId xmlns:a16="http://schemas.microsoft.com/office/drawing/2014/main" id="{DCD36741-9102-4954-9FF3-AADE858C0904}"/>
                </a:ext>
              </a:extLst>
            </p:cNvPr>
            <p:cNvCxnSpPr>
              <a:cxnSpLocks/>
              <a:stCxn id="4391" idx="2"/>
              <a:endCxn id="4391" idx="6"/>
            </p:cNvCxnSpPr>
            <p:nvPr/>
          </p:nvCxnSpPr>
          <p:spPr>
            <a:xfrm>
              <a:off x="3321254" y="4357273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4" name="직선 연결선 4443">
              <a:extLst>
                <a:ext uri="{FF2B5EF4-FFF2-40B4-BE49-F238E27FC236}">
                  <a16:creationId xmlns:a16="http://schemas.microsoft.com/office/drawing/2014/main" id="{205B1F47-096C-4289-9484-C8558BDAE07C}"/>
                </a:ext>
              </a:extLst>
            </p:cNvPr>
            <p:cNvCxnSpPr>
              <a:cxnSpLocks/>
              <a:stCxn id="4391" idx="4"/>
              <a:endCxn id="4391" idx="0"/>
            </p:cNvCxnSpPr>
            <p:nvPr/>
          </p:nvCxnSpPr>
          <p:spPr>
            <a:xfrm flipV="1">
              <a:off x="3417008" y="4261519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5" name="직선 연결선 4444">
              <a:extLst>
                <a:ext uri="{FF2B5EF4-FFF2-40B4-BE49-F238E27FC236}">
                  <a16:creationId xmlns:a16="http://schemas.microsoft.com/office/drawing/2014/main" id="{ED206189-47CE-4003-9EFF-248CC928188F}"/>
                </a:ext>
              </a:extLst>
            </p:cNvPr>
            <p:cNvCxnSpPr>
              <a:cxnSpLocks/>
              <a:stCxn id="4392" idx="2"/>
              <a:endCxn id="4392" idx="6"/>
            </p:cNvCxnSpPr>
            <p:nvPr/>
          </p:nvCxnSpPr>
          <p:spPr>
            <a:xfrm>
              <a:off x="3594947" y="4357273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6" name="직선 연결선 4445">
              <a:extLst>
                <a:ext uri="{FF2B5EF4-FFF2-40B4-BE49-F238E27FC236}">
                  <a16:creationId xmlns:a16="http://schemas.microsoft.com/office/drawing/2014/main" id="{37267C3A-1D51-4FAB-98E6-D5F7FC96CB8F}"/>
                </a:ext>
              </a:extLst>
            </p:cNvPr>
            <p:cNvCxnSpPr>
              <a:cxnSpLocks/>
              <a:stCxn id="4392" idx="4"/>
              <a:endCxn id="4392" idx="0"/>
            </p:cNvCxnSpPr>
            <p:nvPr/>
          </p:nvCxnSpPr>
          <p:spPr>
            <a:xfrm flipV="1">
              <a:off x="3690701" y="4261519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7" name="직선 연결선 4446">
              <a:extLst>
                <a:ext uri="{FF2B5EF4-FFF2-40B4-BE49-F238E27FC236}">
                  <a16:creationId xmlns:a16="http://schemas.microsoft.com/office/drawing/2014/main" id="{088FB1BA-EC17-474B-8E35-4C45A814B03E}"/>
                </a:ext>
              </a:extLst>
            </p:cNvPr>
            <p:cNvCxnSpPr>
              <a:cxnSpLocks/>
              <a:stCxn id="4393" idx="2"/>
              <a:endCxn id="4393" idx="6"/>
            </p:cNvCxnSpPr>
            <p:nvPr/>
          </p:nvCxnSpPr>
          <p:spPr>
            <a:xfrm>
              <a:off x="3868640" y="4357273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8" name="직선 연결선 4447">
              <a:extLst>
                <a:ext uri="{FF2B5EF4-FFF2-40B4-BE49-F238E27FC236}">
                  <a16:creationId xmlns:a16="http://schemas.microsoft.com/office/drawing/2014/main" id="{93762C5D-D076-4796-90D9-8F44C494AC8F}"/>
                </a:ext>
              </a:extLst>
            </p:cNvPr>
            <p:cNvCxnSpPr>
              <a:cxnSpLocks/>
              <a:stCxn id="4393" idx="4"/>
              <a:endCxn id="4393" idx="0"/>
            </p:cNvCxnSpPr>
            <p:nvPr/>
          </p:nvCxnSpPr>
          <p:spPr>
            <a:xfrm flipV="1">
              <a:off x="3964394" y="4261519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9" name="직선 연결선 4448">
              <a:extLst>
                <a:ext uri="{FF2B5EF4-FFF2-40B4-BE49-F238E27FC236}">
                  <a16:creationId xmlns:a16="http://schemas.microsoft.com/office/drawing/2014/main" id="{844A635B-A31A-4A6A-A640-2F0555F3463D}"/>
                </a:ext>
              </a:extLst>
            </p:cNvPr>
            <p:cNvCxnSpPr>
              <a:cxnSpLocks/>
              <a:stCxn id="4394" idx="2"/>
              <a:endCxn id="4394" idx="6"/>
            </p:cNvCxnSpPr>
            <p:nvPr/>
          </p:nvCxnSpPr>
          <p:spPr>
            <a:xfrm>
              <a:off x="4142333" y="4357273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50" name="직선 연결선 4449">
              <a:extLst>
                <a:ext uri="{FF2B5EF4-FFF2-40B4-BE49-F238E27FC236}">
                  <a16:creationId xmlns:a16="http://schemas.microsoft.com/office/drawing/2014/main" id="{A44BF439-E26D-4ACD-9598-9115F9F7FC3C}"/>
                </a:ext>
              </a:extLst>
            </p:cNvPr>
            <p:cNvCxnSpPr>
              <a:cxnSpLocks/>
              <a:stCxn id="4394" idx="4"/>
              <a:endCxn id="4394" idx="0"/>
            </p:cNvCxnSpPr>
            <p:nvPr/>
          </p:nvCxnSpPr>
          <p:spPr>
            <a:xfrm flipV="1">
              <a:off x="4238087" y="4261519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51" name="직선 연결선 4450">
              <a:extLst>
                <a:ext uri="{FF2B5EF4-FFF2-40B4-BE49-F238E27FC236}">
                  <a16:creationId xmlns:a16="http://schemas.microsoft.com/office/drawing/2014/main" id="{DD204D4C-A296-435B-8917-FC839E5E512E}"/>
                </a:ext>
              </a:extLst>
            </p:cNvPr>
            <p:cNvCxnSpPr>
              <a:cxnSpLocks/>
              <a:stCxn id="4395" idx="2"/>
              <a:endCxn id="4395" idx="6"/>
            </p:cNvCxnSpPr>
            <p:nvPr/>
          </p:nvCxnSpPr>
          <p:spPr>
            <a:xfrm>
              <a:off x="4416026" y="4357273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52" name="직선 연결선 4451">
              <a:extLst>
                <a:ext uri="{FF2B5EF4-FFF2-40B4-BE49-F238E27FC236}">
                  <a16:creationId xmlns:a16="http://schemas.microsoft.com/office/drawing/2014/main" id="{590400C9-EB7F-47B8-BF9F-8D873FCA56B3}"/>
                </a:ext>
              </a:extLst>
            </p:cNvPr>
            <p:cNvCxnSpPr>
              <a:cxnSpLocks/>
              <a:stCxn id="4395" idx="4"/>
              <a:endCxn id="4395" idx="0"/>
            </p:cNvCxnSpPr>
            <p:nvPr/>
          </p:nvCxnSpPr>
          <p:spPr>
            <a:xfrm flipV="1">
              <a:off x="4511780" y="4261519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53" name="직선 연결선 4452">
              <a:extLst>
                <a:ext uri="{FF2B5EF4-FFF2-40B4-BE49-F238E27FC236}">
                  <a16:creationId xmlns:a16="http://schemas.microsoft.com/office/drawing/2014/main" id="{DD9ECF18-C765-4A55-8161-A7E9F9DE0E93}"/>
                </a:ext>
              </a:extLst>
            </p:cNvPr>
            <p:cNvCxnSpPr>
              <a:cxnSpLocks/>
              <a:stCxn id="4396" idx="2"/>
              <a:endCxn id="4396" idx="6"/>
            </p:cNvCxnSpPr>
            <p:nvPr/>
          </p:nvCxnSpPr>
          <p:spPr>
            <a:xfrm>
              <a:off x="4689719" y="4357273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54" name="직선 연결선 4453">
              <a:extLst>
                <a:ext uri="{FF2B5EF4-FFF2-40B4-BE49-F238E27FC236}">
                  <a16:creationId xmlns:a16="http://schemas.microsoft.com/office/drawing/2014/main" id="{2AAE4E14-AE0B-4445-B0CF-92ECDA9F68D6}"/>
                </a:ext>
              </a:extLst>
            </p:cNvPr>
            <p:cNvCxnSpPr>
              <a:cxnSpLocks/>
              <a:stCxn id="4396" idx="4"/>
              <a:endCxn id="4396" idx="0"/>
            </p:cNvCxnSpPr>
            <p:nvPr/>
          </p:nvCxnSpPr>
          <p:spPr>
            <a:xfrm flipV="1">
              <a:off x="4785473" y="4261519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55" name="직선 연결선 4454">
              <a:extLst>
                <a:ext uri="{FF2B5EF4-FFF2-40B4-BE49-F238E27FC236}">
                  <a16:creationId xmlns:a16="http://schemas.microsoft.com/office/drawing/2014/main" id="{E366B8A6-1D2A-4BDC-AB83-DA1DF69D6145}"/>
                </a:ext>
              </a:extLst>
            </p:cNvPr>
            <p:cNvCxnSpPr>
              <a:cxnSpLocks/>
              <a:stCxn id="4397" idx="2"/>
              <a:endCxn id="4397" idx="6"/>
            </p:cNvCxnSpPr>
            <p:nvPr/>
          </p:nvCxnSpPr>
          <p:spPr>
            <a:xfrm>
              <a:off x="4963412" y="4357273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56" name="직선 연결선 4455">
              <a:extLst>
                <a:ext uri="{FF2B5EF4-FFF2-40B4-BE49-F238E27FC236}">
                  <a16:creationId xmlns:a16="http://schemas.microsoft.com/office/drawing/2014/main" id="{7C17BD25-1D34-4EA1-A15B-CDE7BB4B7F30}"/>
                </a:ext>
              </a:extLst>
            </p:cNvPr>
            <p:cNvCxnSpPr>
              <a:cxnSpLocks/>
              <a:stCxn id="4397" idx="4"/>
              <a:endCxn id="4397" idx="0"/>
            </p:cNvCxnSpPr>
            <p:nvPr/>
          </p:nvCxnSpPr>
          <p:spPr>
            <a:xfrm flipV="1">
              <a:off x="5059166" y="4261519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57" name="직선 연결선 4456">
              <a:extLst>
                <a:ext uri="{FF2B5EF4-FFF2-40B4-BE49-F238E27FC236}">
                  <a16:creationId xmlns:a16="http://schemas.microsoft.com/office/drawing/2014/main" id="{AA73059B-FD76-4CCE-A6F8-B808F55257FE}"/>
                </a:ext>
              </a:extLst>
            </p:cNvPr>
            <p:cNvCxnSpPr>
              <a:cxnSpLocks/>
              <a:stCxn id="4398" idx="2"/>
              <a:endCxn id="4398" idx="6"/>
            </p:cNvCxnSpPr>
            <p:nvPr/>
          </p:nvCxnSpPr>
          <p:spPr>
            <a:xfrm>
              <a:off x="5237105" y="4357273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58" name="직선 연결선 4457">
              <a:extLst>
                <a:ext uri="{FF2B5EF4-FFF2-40B4-BE49-F238E27FC236}">
                  <a16:creationId xmlns:a16="http://schemas.microsoft.com/office/drawing/2014/main" id="{BF7D1E74-9694-471D-9B8D-6C052F67CE1B}"/>
                </a:ext>
              </a:extLst>
            </p:cNvPr>
            <p:cNvCxnSpPr>
              <a:cxnSpLocks/>
              <a:stCxn id="4398" idx="4"/>
              <a:endCxn id="4398" idx="0"/>
            </p:cNvCxnSpPr>
            <p:nvPr/>
          </p:nvCxnSpPr>
          <p:spPr>
            <a:xfrm flipV="1">
              <a:off x="5332859" y="4261519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59" name="TextBox 4458">
              <a:extLst>
                <a:ext uri="{FF2B5EF4-FFF2-40B4-BE49-F238E27FC236}">
                  <a16:creationId xmlns:a16="http://schemas.microsoft.com/office/drawing/2014/main" id="{7D6726FD-F94D-406F-A7DD-DFA9F9FE4945}"/>
                </a:ext>
              </a:extLst>
            </p:cNvPr>
            <p:cNvSpPr txBox="1"/>
            <p:nvPr/>
          </p:nvSpPr>
          <p:spPr>
            <a:xfrm>
              <a:off x="230188" y="4525848"/>
              <a:ext cx="564338" cy="1306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4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July</a:t>
              </a:r>
              <a:endParaRPr lang="ko-KR" altLang="en-US" sz="84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4460" name="타원 4459">
              <a:extLst>
                <a:ext uri="{FF2B5EF4-FFF2-40B4-BE49-F238E27FC236}">
                  <a16:creationId xmlns:a16="http://schemas.microsoft.com/office/drawing/2014/main" id="{E92FD172-27A9-4E4B-A848-DC8621735DDC}"/>
                </a:ext>
              </a:extLst>
            </p:cNvPr>
            <p:cNvSpPr/>
            <p:nvPr/>
          </p:nvSpPr>
          <p:spPr>
            <a:xfrm>
              <a:off x="1405405" y="4525848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461" name="타원 4460">
              <a:extLst>
                <a:ext uri="{FF2B5EF4-FFF2-40B4-BE49-F238E27FC236}">
                  <a16:creationId xmlns:a16="http://schemas.microsoft.com/office/drawing/2014/main" id="{0FF32110-34BF-49B9-A82A-C4F18A707D3A}"/>
                </a:ext>
              </a:extLst>
            </p:cNvPr>
            <p:cNvSpPr/>
            <p:nvPr/>
          </p:nvSpPr>
          <p:spPr>
            <a:xfrm>
              <a:off x="1679097" y="4525848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462" name="타원 4461">
              <a:extLst>
                <a:ext uri="{FF2B5EF4-FFF2-40B4-BE49-F238E27FC236}">
                  <a16:creationId xmlns:a16="http://schemas.microsoft.com/office/drawing/2014/main" id="{26859CD8-D0D9-4F7B-8810-3F5BD4C22933}"/>
                </a:ext>
              </a:extLst>
            </p:cNvPr>
            <p:cNvSpPr/>
            <p:nvPr/>
          </p:nvSpPr>
          <p:spPr>
            <a:xfrm>
              <a:off x="1952789" y="4525848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463" name="타원 4462">
              <a:extLst>
                <a:ext uri="{FF2B5EF4-FFF2-40B4-BE49-F238E27FC236}">
                  <a16:creationId xmlns:a16="http://schemas.microsoft.com/office/drawing/2014/main" id="{46D84D59-EBF7-41E1-85F5-D4D80D778D51}"/>
                </a:ext>
              </a:extLst>
            </p:cNvPr>
            <p:cNvSpPr/>
            <p:nvPr/>
          </p:nvSpPr>
          <p:spPr>
            <a:xfrm>
              <a:off x="2226481" y="4525848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4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464" name="타원 4463">
              <a:extLst>
                <a:ext uri="{FF2B5EF4-FFF2-40B4-BE49-F238E27FC236}">
                  <a16:creationId xmlns:a16="http://schemas.microsoft.com/office/drawing/2014/main" id="{BE1C80A3-9864-455D-AE11-9A496E6738BE}"/>
                </a:ext>
              </a:extLst>
            </p:cNvPr>
            <p:cNvSpPr/>
            <p:nvPr/>
          </p:nvSpPr>
          <p:spPr>
            <a:xfrm>
              <a:off x="2500173" y="4525848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5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465" name="타원 4464">
              <a:extLst>
                <a:ext uri="{FF2B5EF4-FFF2-40B4-BE49-F238E27FC236}">
                  <a16:creationId xmlns:a16="http://schemas.microsoft.com/office/drawing/2014/main" id="{8D6D155D-5E5E-4F44-807E-D9109F9E0338}"/>
                </a:ext>
              </a:extLst>
            </p:cNvPr>
            <p:cNvSpPr/>
            <p:nvPr/>
          </p:nvSpPr>
          <p:spPr>
            <a:xfrm>
              <a:off x="2773865" y="4525848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6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466" name="타원 4465">
              <a:extLst>
                <a:ext uri="{FF2B5EF4-FFF2-40B4-BE49-F238E27FC236}">
                  <a16:creationId xmlns:a16="http://schemas.microsoft.com/office/drawing/2014/main" id="{07996FD8-25E3-4DA8-B383-AFED74F2B180}"/>
                </a:ext>
              </a:extLst>
            </p:cNvPr>
            <p:cNvSpPr/>
            <p:nvPr/>
          </p:nvSpPr>
          <p:spPr>
            <a:xfrm>
              <a:off x="3047557" y="4525848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7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467" name="타원 4466">
              <a:extLst>
                <a:ext uri="{FF2B5EF4-FFF2-40B4-BE49-F238E27FC236}">
                  <a16:creationId xmlns:a16="http://schemas.microsoft.com/office/drawing/2014/main" id="{6DFE6ED5-146F-46C8-9511-6F0403C58A9E}"/>
                </a:ext>
              </a:extLst>
            </p:cNvPr>
            <p:cNvSpPr/>
            <p:nvPr/>
          </p:nvSpPr>
          <p:spPr>
            <a:xfrm>
              <a:off x="3321249" y="4525848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8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468" name="타원 4467">
              <a:extLst>
                <a:ext uri="{FF2B5EF4-FFF2-40B4-BE49-F238E27FC236}">
                  <a16:creationId xmlns:a16="http://schemas.microsoft.com/office/drawing/2014/main" id="{A099EB22-100C-4013-A9D3-CF729DA120A0}"/>
                </a:ext>
              </a:extLst>
            </p:cNvPr>
            <p:cNvSpPr/>
            <p:nvPr/>
          </p:nvSpPr>
          <p:spPr>
            <a:xfrm>
              <a:off x="3594941" y="4525848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9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469" name="타원 4468">
              <a:extLst>
                <a:ext uri="{FF2B5EF4-FFF2-40B4-BE49-F238E27FC236}">
                  <a16:creationId xmlns:a16="http://schemas.microsoft.com/office/drawing/2014/main" id="{79417243-2475-49D2-8C4A-0E99A060EEDF}"/>
                </a:ext>
              </a:extLst>
            </p:cNvPr>
            <p:cNvSpPr/>
            <p:nvPr/>
          </p:nvSpPr>
          <p:spPr>
            <a:xfrm>
              <a:off x="3868633" y="4525848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10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470" name="타원 4469">
              <a:extLst>
                <a:ext uri="{FF2B5EF4-FFF2-40B4-BE49-F238E27FC236}">
                  <a16:creationId xmlns:a16="http://schemas.microsoft.com/office/drawing/2014/main" id="{0C9EDE37-74F5-4629-AE1E-726CBBEFF1A8}"/>
                </a:ext>
              </a:extLst>
            </p:cNvPr>
            <p:cNvSpPr/>
            <p:nvPr/>
          </p:nvSpPr>
          <p:spPr>
            <a:xfrm>
              <a:off x="4142325" y="4525848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11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471" name="타원 4470">
              <a:extLst>
                <a:ext uri="{FF2B5EF4-FFF2-40B4-BE49-F238E27FC236}">
                  <a16:creationId xmlns:a16="http://schemas.microsoft.com/office/drawing/2014/main" id="{7AE0DB82-1789-4B4E-8EB2-EE640AEFB02B}"/>
                </a:ext>
              </a:extLst>
            </p:cNvPr>
            <p:cNvSpPr/>
            <p:nvPr/>
          </p:nvSpPr>
          <p:spPr>
            <a:xfrm>
              <a:off x="4416017" y="4525848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12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472" name="타원 4471">
              <a:extLst>
                <a:ext uri="{FF2B5EF4-FFF2-40B4-BE49-F238E27FC236}">
                  <a16:creationId xmlns:a16="http://schemas.microsoft.com/office/drawing/2014/main" id="{A1C300F4-21D9-4207-9E69-7A87A1D0CAEE}"/>
                </a:ext>
              </a:extLst>
            </p:cNvPr>
            <p:cNvSpPr/>
            <p:nvPr/>
          </p:nvSpPr>
          <p:spPr>
            <a:xfrm>
              <a:off x="4689709" y="4525848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13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473" name="타원 4472">
              <a:extLst>
                <a:ext uri="{FF2B5EF4-FFF2-40B4-BE49-F238E27FC236}">
                  <a16:creationId xmlns:a16="http://schemas.microsoft.com/office/drawing/2014/main" id="{E994D49A-394B-4096-8CA7-43F26502B5A4}"/>
                </a:ext>
              </a:extLst>
            </p:cNvPr>
            <p:cNvSpPr/>
            <p:nvPr/>
          </p:nvSpPr>
          <p:spPr>
            <a:xfrm>
              <a:off x="4963401" y="4525848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14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474" name="타원 4473">
              <a:extLst>
                <a:ext uri="{FF2B5EF4-FFF2-40B4-BE49-F238E27FC236}">
                  <a16:creationId xmlns:a16="http://schemas.microsoft.com/office/drawing/2014/main" id="{C48D3D83-BBA9-41CE-9616-A0A0E8C48D72}"/>
                </a:ext>
              </a:extLst>
            </p:cNvPr>
            <p:cNvSpPr/>
            <p:nvPr/>
          </p:nvSpPr>
          <p:spPr>
            <a:xfrm>
              <a:off x="5237095" y="4525848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15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475" name="타원 4474">
              <a:extLst>
                <a:ext uri="{FF2B5EF4-FFF2-40B4-BE49-F238E27FC236}">
                  <a16:creationId xmlns:a16="http://schemas.microsoft.com/office/drawing/2014/main" id="{01A960A3-0FD1-4036-A75C-BEDD36A48EFF}"/>
                </a:ext>
              </a:extLst>
            </p:cNvPr>
            <p:cNvSpPr/>
            <p:nvPr/>
          </p:nvSpPr>
          <p:spPr>
            <a:xfrm>
              <a:off x="1405403" y="4760261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16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476" name="타원 4475">
              <a:extLst>
                <a:ext uri="{FF2B5EF4-FFF2-40B4-BE49-F238E27FC236}">
                  <a16:creationId xmlns:a16="http://schemas.microsoft.com/office/drawing/2014/main" id="{4D795E28-7B10-4258-BC1E-4C6E8C48C79D}"/>
                </a:ext>
              </a:extLst>
            </p:cNvPr>
            <p:cNvSpPr/>
            <p:nvPr/>
          </p:nvSpPr>
          <p:spPr>
            <a:xfrm>
              <a:off x="1679096" y="4760261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17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477" name="타원 4476">
              <a:extLst>
                <a:ext uri="{FF2B5EF4-FFF2-40B4-BE49-F238E27FC236}">
                  <a16:creationId xmlns:a16="http://schemas.microsoft.com/office/drawing/2014/main" id="{F8614650-730D-402A-8D52-AB27979EBE00}"/>
                </a:ext>
              </a:extLst>
            </p:cNvPr>
            <p:cNvSpPr/>
            <p:nvPr/>
          </p:nvSpPr>
          <p:spPr>
            <a:xfrm>
              <a:off x="1952789" y="4760261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18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478" name="타원 4477">
              <a:extLst>
                <a:ext uri="{FF2B5EF4-FFF2-40B4-BE49-F238E27FC236}">
                  <a16:creationId xmlns:a16="http://schemas.microsoft.com/office/drawing/2014/main" id="{FB740E69-3290-4D18-814E-96A419D1EFA6}"/>
                </a:ext>
              </a:extLst>
            </p:cNvPr>
            <p:cNvSpPr/>
            <p:nvPr/>
          </p:nvSpPr>
          <p:spPr>
            <a:xfrm>
              <a:off x="2226482" y="4760261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19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479" name="타원 4478">
              <a:extLst>
                <a:ext uri="{FF2B5EF4-FFF2-40B4-BE49-F238E27FC236}">
                  <a16:creationId xmlns:a16="http://schemas.microsoft.com/office/drawing/2014/main" id="{2E318D30-8392-4B0E-9FAC-054DF7085000}"/>
                </a:ext>
              </a:extLst>
            </p:cNvPr>
            <p:cNvSpPr/>
            <p:nvPr/>
          </p:nvSpPr>
          <p:spPr>
            <a:xfrm>
              <a:off x="2500175" y="4760261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20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480" name="타원 4479">
              <a:extLst>
                <a:ext uri="{FF2B5EF4-FFF2-40B4-BE49-F238E27FC236}">
                  <a16:creationId xmlns:a16="http://schemas.microsoft.com/office/drawing/2014/main" id="{452C7612-7236-4D03-B5D3-89347CACE1D0}"/>
                </a:ext>
              </a:extLst>
            </p:cNvPr>
            <p:cNvSpPr/>
            <p:nvPr/>
          </p:nvSpPr>
          <p:spPr>
            <a:xfrm>
              <a:off x="2773868" y="4760261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21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481" name="타원 4480">
              <a:extLst>
                <a:ext uri="{FF2B5EF4-FFF2-40B4-BE49-F238E27FC236}">
                  <a16:creationId xmlns:a16="http://schemas.microsoft.com/office/drawing/2014/main" id="{DC59A41B-F4B8-4A65-A14B-1CB3C77D8E95}"/>
                </a:ext>
              </a:extLst>
            </p:cNvPr>
            <p:cNvSpPr/>
            <p:nvPr/>
          </p:nvSpPr>
          <p:spPr>
            <a:xfrm>
              <a:off x="3047561" y="4760261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22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482" name="타원 4481">
              <a:extLst>
                <a:ext uri="{FF2B5EF4-FFF2-40B4-BE49-F238E27FC236}">
                  <a16:creationId xmlns:a16="http://schemas.microsoft.com/office/drawing/2014/main" id="{91BB7A68-1243-40E4-B4E1-EF034161ABBF}"/>
                </a:ext>
              </a:extLst>
            </p:cNvPr>
            <p:cNvSpPr/>
            <p:nvPr/>
          </p:nvSpPr>
          <p:spPr>
            <a:xfrm>
              <a:off x="3321254" y="4760261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23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483" name="타원 4482">
              <a:extLst>
                <a:ext uri="{FF2B5EF4-FFF2-40B4-BE49-F238E27FC236}">
                  <a16:creationId xmlns:a16="http://schemas.microsoft.com/office/drawing/2014/main" id="{E26427A8-92EF-4E3F-BA3E-6C9FB01D39BF}"/>
                </a:ext>
              </a:extLst>
            </p:cNvPr>
            <p:cNvSpPr/>
            <p:nvPr/>
          </p:nvSpPr>
          <p:spPr>
            <a:xfrm>
              <a:off x="3594947" y="4760261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24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484" name="타원 4483">
              <a:extLst>
                <a:ext uri="{FF2B5EF4-FFF2-40B4-BE49-F238E27FC236}">
                  <a16:creationId xmlns:a16="http://schemas.microsoft.com/office/drawing/2014/main" id="{0E142FC2-0791-4D07-8BD5-A8A724522E5F}"/>
                </a:ext>
              </a:extLst>
            </p:cNvPr>
            <p:cNvSpPr/>
            <p:nvPr/>
          </p:nvSpPr>
          <p:spPr>
            <a:xfrm>
              <a:off x="3868640" y="4760261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25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485" name="타원 4484">
              <a:extLst>
                <a:ext uri="{FF2B5EF4-FFF2-40B4-BE49-F238E27FC236}">
                  <a16:creationId xmlns:a16="http://schemas.microsoft.com/office/drawing/2014/main" id="{8F2DE442-E4BE-4BA8-88D0-EB2C280A163B}"/>
                </a:ext>
              </a:extLst>
            </p:cNvPr>
            <p:cNvSpPr/>
            <p:nvPr/>
          </p:nvSpPr>
          <p:spPr>
            <a:xfrm>
              <a:off x="4142333" y="4760261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26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486" name="타원 4485">
              <a:extLst>
                <a:ext uri="{FF2B5EF4-FFF2-40B4-BE49-F238E27FC236}">
                  <a16:creationId xmlns:a16="http://schemas.microsoft.com/office/drawing/2014/main" id="{052F1CCD-0ECB-4E2A-94AA-5AA9F1A34147}"/>
                </a:ext>
              </a:extLst>
            </p:cNvPr>
            <p:cNvSpPr/>
            <p:nvPr/>
          </p:nvSpPr>
          <p:spPr>
            <a:xfrm>
              <a:off x="4416026" y="4760261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27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487" name="타원 4486">
              <a:extLst>
                <a:ext uri="{FF2B5EF4-FFF2-40B4-BE49-F238E27FC236}">
                  <a16:creationId xmlns:a16="http://schemas.microsoft.com/office/drawing/2014/main" id="{484E8247-BF8A-4A02-8713-5EA6D8287C09}"/>
                </a:ext>
              </a:extLst>
            </p:cNvPr>
            <p:cNvSpPr/>
            <p:nvPr/>
          </p:nvSpPr>
          <p:spPr>
            <a:xfrm>
              <a:off x="4689719" y="4760261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28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488" name="타원 4487">
              <a:extLst>
                <a:ext uri="{FF2B5EF4-FFF2-40B4-BE49-F238E27FC236}">
                  <a16:creationId xmlns:a16="http://schemas.microsoft.com/office/drawing/2014/main" id="{482E1004-39A0-42EE-84CA-2F3FAD4337BD}"/>
                </a:ext>
              </a:extLst>
            </p:cNvPr>
            <p:cNvSpPr/>
            <p:nvPr/>
          </p:nvSpPr>
          <p:spPr>
            <a:xfrm>
              <a:off x="4963412" y="4760261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29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489" name="타원 4488">
              <a:extLst>
                <a:ext uri="{FF2B5EF4-FFF2-40B4-BE49-F238E27FC236}">
                  <a16:creationId xmlns:a16="http://schemas.microsoft.com/office/drawing/2014/main" id="{ED9BB7CD-EB87-4285-8B1D-9B7F76851383}"/>
                </a:ext>
              </a:extLst>
            </p:cNvPr>
            <p:cNvSpPr/>
            <p:nvPr/>
          </p:nvSpPr>
          <p:spPr>
            <a:xfrm>
              <a:off x="5237105" y="4760261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30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490" name="타원 4489">
              <a:extLst>
                <a:ext uri="{FF2B5EF4-FFF2-40B4-BE49-F238E27FC236}">
                  <a16:creationId xmlns:a16="http://schemas.microsoft.com/office/drawing/2014/main" id="{41C1A749-1F4A-40EE-96FF-13E907C4F1AE}"/>
                </a:ext>
              </a:extLst>
            </p:cNvPr>
            <p:cNvSpPr/>
            <p:nvPr/>
          </p:nvSpPr>
          <p:spPr>
            <a:xfrm>
              <a:off x="5510793" y="4760261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31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cxnSp>
          <p:nvCxnSpPr>
            <p:cNvPr id="4491" name="직선 연결선 4490">
              <a:extLst>
                <a:ext uri="{FF2B5EF4-FFF2-40B4-BE49-F238E27FC236}">
                  <a16:creationId xmlns:a16="http://schemas.microsoft.com/office/drawing/2014/main" id="{7625F64E-ADA3-477B-9B7C-14FB566EE27C}"/>
                </a:ext>
              </a:extLst>
            </p:cNvPr>
            <p:cNvCxnSpPr>
              <a:cxnSpLocks/>
              <a:stCxn id="4460" idx="2"/>
              <a:endCxn id="4460" idx="6"/>
            </p:cNvCxnSpPr>
            <p:nvPr/>
          </p:nvCxnSpPr>
          <p:spPr>
            <a:xfrm>
              <a:off x="1405405" y="4621602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92" name="직선 연결선 4491">
              <a:extLst>
                <a:ext uri="{FF2B5EF4-FFF2-40B4-BE49-F238E27FC236}">
                  <a16:creationId xmlns:a16="http://schemas.microsoft.com/office/drawing/2014/main" id="{2D56F0F5-DA61-49E3-B531-F9F66558617D}"/>
                </a:ext>
              </a:extLst>
            </p:cNvPr>
            <p:cNvCxnSpPr>
              <a:cxnSpLocks/>
              <a:stCxn id="4460" idx="4"/>
              <a:endCxn id="4460" idx="0"/>
            </p:cNvCxnSpPr>
            <p:nvPr/>
          </p:nvCxnSpPr>
          <p:spPr>
            <a:xfrm flipV="1">
              <a:off x="1501159" y="4525848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93" name="직선 연결선 4492">
              <a:extLst>
                <a:ext uri="{FF2B5EF4-FFF2-40B4-BE49-F238E27FC236}">
                  <a16:creationId xmlns:a16="http://schemas.microsoft.com/office/drawing/2014/main" id="{B320801D-1277-4704-97FC-A743A71100FC}"/>
                </a:ext>
              </a:extLst>
            </p:cNvPr>
            <p:cNvCxnSpPr>
              <a:cxnSpLocks/>
              <a:stCxn id="4461" idx="2"/>
              <a:endCxn id="4461" idx="6"/>
            </p:cNvCxnSpPr>
            <p:nvPr/>
          </p:nvCxnSpPr>
          <p:spPr>
            <a:xfrm>
              <a:off x="1679097" y="4621602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94" name="직선 연결선 4493">
              <a:extLst>
                <a:ext uri="{FF2B5EF4-FFF2-40B4-BE49-F238E27FC236}">
                  <a16:creationId xmlns:a16="http://schemas.microsoft.com/office/drawing/2014/main" id="{CF20EAB5-36F5-45E9-8B9A-D2378C257170}"/>
                </a:ext>
              </a:extLst>
            </p:cNvPr>
            <p:cNvCxnSpPr>
              <a:cxnSpLocks/>
              <a:stCxn id="4461" idx="4"/>
              <a:endCxn id="4461" idx="0"/>
            </p:cNvCxnSpPr>
            <p:nvPr/>
          </p:nvCxnSpPr>
          <p:spPr>
            <a:xfrm flipV="1">
              <a:off x="1774851" y="4525848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95" name="직선 연결선 4494">
              <a:extLst>
                <a:ext uri="{FF2B5EF4-FFF2-40B4-BE49-F238E27FC236}">
                  <a16:creationId xmlns:a16="http://schemas.microsoft.com/office/drawing/2014/main" id="{9E4D6DA5-27C2-46AC-B1D9-EF27C853D9C5}"/>
                </a:ext>
              </a:extLst>
            </p:cNvPr>
            <p:cNvCxnSpPr>
              <a:cxnSpLocks/>
              <a:stCxn id="4462" idx="2"/>
              <a:endCxn id="4462" idx="6"/>
            </p:cNvCxnSpPr>
            <p:nvPr/>
          </p:nvCxnSpPr>
          <p:spPr>
            <a:xfrm>
              <a:off x="1952789" y="4621602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96" name="직선 연결선 4495">
              <a:extLst>
                <a:ext uri="{FF2B5EF4-FFF2-40B4-BE49-F238E27FC236}">
                  <a16:creationId xmlns:a16="http://schemas.microsoft.com/office/drawing/2014/main" id="{34A5894F-C2AC-452F-B076-32E012B2B22B}"/>
                </a:ext>
              </a:extLst>
            </p:cNvPr>
            <p:cNvCxnSpPr>
              <a:cxnSpLocks/>
              <a:stCxn id="4462" idx="4"/>
              <a:endCxn id="4462" idx="0"/>
            </p:cNvCxnSpPr>
            <p:nvPr/>
          </p:nvCxnSpPr>
          <p:spPr>
            <a:xfrm flipV="1">
              <a:off x="2048543" y="4525848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97" name="직선 연결선 4496">
              <a:extLst>
                <a:ext uri="{FF2B5EF4-FFF2-40B4-BE49-F238E27FC236}">
                  <a16:creationId xmlns:a16="http://schemas.microsoft.com/office/drawing/2014/main" id="{ED332650-0B61-4DB4-AAFE-C095DD757552}"/>
                </a:ext>
              </a:extLst>
            </p:cNvPr>
            <p:cNvCxnSpPr>
              <a:cxnSpLocks/>
              <a:stCxn id="4463" idx="2"/>
              <a:endCxn id="4463" idx="6"/>
            </p:cNvCxnSpPr>
            <p:nvPr/>
          </p:nvCxnSpPr>
          <p:spPr>
            <a:xfrm>
              <a:off x="2226481" y="4621602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98" name="직선 연결선 4497">
              <a:extLst>
                <a:ext uri="{FF2B5EF4-FFF2-40B4-BE49-F238E27FC236}">
                  <a16:creationId xmlns:a16="http://schemas.microsoft.com/office/drawing/2014/main" id="{5CE00827-3918-4625-AD20-AE3BEDC66F91}"/>
                </a:ext>
              </a:extLst>
            </p:cNvPr>
            <p:cNvCxnSpPr>
              <a:cxnSpLocks/>
              <a:stCxn id="4463" idx="4"/>
              <a:endCxn id="4463" idx="0"/>
            </p:cNvCxnSpPr>
            <p:nvPr/>
          </p:nvCxnSpPr>
          <p:spPr>
            <a:xfrm flipV="1">
              <a:off x="2322235" y="4525848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99" name="직선 연결선 4498">
              <a:extLst>
                <a:ext uri="{FF2B5EF4-FFF2-40B4-BE49-F238E27FC236}">
                  <a16:creationId xmlns:a16="http://schemas.microsoft.com/office/drawing/2014/main" id="{96049C1C-7A9C-48F5-83FE-C9A250763017}"/>
                </a:ext>
              </a:extLst>
            </p:cNvPr>
            <p:cNvCxnSpPr>
              <a:cxnSpLocks/>
              <a:stCxn id="4464" idx="2"/>
              <a:endCxn id="4464" idx="6"/>
            </p:cNvCxnSpPr>
            <p:nvPr/>
          </p:nvCxnSpPr>
          <p:spPr>
            <a:xfrm>
              <a:off x="2500173" y="4621602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00" name="직선 연결선 4499">
              <a:extLst>
                <a:ext uri="{FF2B5EF4-FFF2-40B4-BE49-F238E27FC236}">
                  <a16:creationId xmlns:a16="http://schemas.microsoft.com/office/drawing/2014/main" id="{886A1AC5-A5EA-4BF3-BE48-BB6F8D70F75A}"/>
                </a:ext>
              </a:extLst>
            </p:cNvPr>
            <p:cNvCxnSpPr>
              <a:cxnSpLocks/>
              <a:stCxn id="4464" idx="4"/>
              <a:endCxn id="4464" idx="0"/>
            </p:cNvCxnSpPr>
            <p:nvPr/>
          </p:nvCxnSpPr>
          <p:spPr>
            <a:xfrm flipV="1">
              <a:off x="2595927" y="4525848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01" name="직선 연결선 4500">
              <a:extLst>
                <a:ext uri="{FF2B5EF4-FFF2-40B4-BE49-F238E27FC236}">
                  <a16:creationId xmlns:a16="http://schemas.microsoft.com/office/drawing/2014/main" id="{8AA15843-7D73-4A7C-B311-FAA1F7C39747}"/>
                </a:ext>
              </a:extLst>
            </p:cNvPr>
            <p:cNvCxnSpPr>
              <a:cxnSpLocks/>
              <a:stCxn id="4465" idx="2"/>
              <a:endCxn id="4465" idx="6"/>
            </p:cNvCxnSpPr>
            <p:nvPr/>
          </p:nvCxnSpPr>
          <p:spPr>
            <a:xfrm>
              <a:off x="2773865" y="4621602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02" name="직선 연결선 4501">
              <a:extLst>
                <a:ext uri="{FF2B5EF4-FFF2-40B4-BE49-F238E27FC236}">
                  <a16:creationId xmlns:a16="http://schemas.microsoft.com/office/drawing/2014/main" id="{CEFD4775-9A98-46FF-98DB-8C198229BB8B}"/>
                </a:ext>
              </a:extLst>
            </p:cNvPr>
            <p:cNvCxnSpPr>
              <a:cxnSpLocks/>
              <a:stCxn id="4465" idx="4"/>
              <a:endCxn id="4465" idx="0"/>
            </p:cNvCxnSpPr>
            <p:nvPr/>
          </p:nvCxnSpPr>
          <p:spPr>
            <a:xfrm flipV="1">
              <a:off x="2869619" y="4525848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03" name="직선 연결선 4502">
              <a:extLst>
                <a:ext uri="{FF2B5EF4-FFF2-40B4-BE49-F238E27FC236}">
                  <a16:creationId xmlns:a16="http://schemas.microsoft.com/office/drawing/2014/main" id="{0AE5094D-1DD5-4A52-A2D3-C06F29F6EC80}"/>
                </a:ext>
              </a:extLst>
            </p:cNvPr>
            <p:cNvCxnSpPr>
              <a:cxnSpLocks/>
              <a:stCxn id="4466" idx="2"/>
              <a:endCxn id="4466" idx="6"/>
            </p:cNvCxnSpPr>
            <p:nvPr/>
          </p:nvCxnSpPr>
          <p:spPr>
            <a:xfrm>
              <a:off x="3047557" y="4621602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04" name="직선 연결선 4503">
              <a:extLst>
                <a:ext uri="{FF2B5EF4-FFF2-40B4-BE49-F238E27FC236}">
                  <a16:creationId xmlns:a16="http://schemas.microsoft.com/office/drawing/2014/main" id="{3F7B1F56-0D3A-4CBD-A42A-59CEC0D080A5}"/>
                </a:ext>
              </a:extLst>
            </p:cNvPr>
            <p:cNvCxnSpPr>
              <a:cxnSpLocks/>
              <a:stCxn id="4466" idx="4"/>
              <a:endCxn id="4466" idx="0"/>
            </p:cNvCxnSpPr>
            <p:nvPr/>
          </p:nvCxnSpPr>
          <p:spPr>
            <a:xfrm flipV="1">
              <a:off x="3143311" y="4525848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05" name="직선 연결선 4504">
              <a:extLst>
                <a:ext uri="{FF2B5EF4-FFF2-40B4-BE49-F238E27FC236}">
                  <a16:creationId xmlns:a16="http://schemas.microsoft.com/office/drawing/2014/main" id="{6341BC49-3368-4CB3-B93E-EBC0033B6FEB}"/>
                </a:ext>
              </a:extLst>
            </p:cNvPr>
            <p:cNvCxnSpPr>
              <a:cxnSpLocks/>
              <a:stCxn id="4467" idx="2"/>
              <a:endCxn id="4467" idx="6"/>
            </p:cNvCxnSpPr>
            <p:nvPr/>
          </p:nvCxnSpPr>
          <p:spPr>
            <a:xfrm>
              <a:off x="3321249" y="4621602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06" name="직선 연결선 4505">
              <a:extLst>
                <a:ext uri="{FF2B5EF4-FFF2-40B4-BE49-F238E27FC236}">
                  <a16:creationId xmlns:a16="http://schemas.microsoft.com/office/drawing/2014/main" id="{56998EEE-CDC9-45AD-A20F-4A1205F46B6C}"/>
                </a:ext>
              </a:extLst>
            </p:cNvPr>
            <p:cNvCxnSpPr>
              <a:cxnSpLocks/>
              <a:stCxn id="4467" idx="4"/>
              <a:endCxn id="4467" idx="0"/>
            </p:cNvCxnSpPr>
            <p:nvPr/>
          </p:nvCxnSpPr>
          <p:spPr>
            <a:xfrm flipV="1">
              <a:off x="3417003" y="4525848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07" name="직선 연결선 4506">
              <a:extLst>
                <a:ext uri="{FF2B5EF4-FFF2-40B4-BE49-F238E27FC236}">
                  <a16:creationId xmlns:a16="http://schemas.microsoft.com/office/drawing/2014/main" id="{E433738C-7482-4D9F-9D0C-445D61EF5C0E}"/>
                </a:ext>
              </a:extLst>
            </p:cNvPr>
            <p:cNvCxnSpPr>
              <a:cxnSpLocks/>
              <a:stCxn id="4468" idx="2"/>
              <a:endCxn id="4468" idx="6"/>
            </p:cNvCxnSpPr>
            <p:nvPr/>
          </p:nvCxnSpPr>
          <p:spPr>
            <a:xfrm>
              <a:off x="3594941" y="4621602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08" name="직선 연결선 4507">
              <a:extLst>
                <a:ext uri="{FF2B5EF4-FFF2-40B4-BE49-F238E27FC236}">
                  <a16:creationId xmlns:a16="http://schemas.microsoft.com/office/drawing/2014/main" id="{6F2B0733-BAF7-48D1-A6F6-774C913E4D7C}"/>
                </a:ext>
              </a:extLst>
            </p:cNvPr>
            <p:cNvCxnSpPr>
              <a:cxnSpLocks/>
              <a:stCxn id="4468" idx="4"/>
              <a:endCxn id="4468" idx="0"/>
            </p:cNvCxnSpPr>
            <p:nvPr/>
          </p:nvCxnSpPr>
          <p:spPr>
            <a:xfrm flipV="1">
              <a:off x="3690695" y="4525848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09" name="직선 연결선 4508">
              <a:extLst>
                <a:ext uri="{FF2B5EF4-FFF2-40B4-BE49-F238E27FC236}">
                  <a16:creationId xmlns:a16="http://schemas.microsoft.com/office/drawing/2014/main" id="{83AB6226-E83E-4623-9964-6D2640F38FF6}"/>
                </a:ext>
              </a:extLst>
            </p:cNvPr>
            <p:cNvCxnSpPr>
              <a:cxnSpLocks/>
              <a:stCxn id="4469" idx="2"/>
              <a:endCxn id="4469" idx="6"/>
            </p:cNvCxnSpPr>
            <p:nvPr/>
          </p:nvCxnSpPr>
          <p:spPr>
            <a:xfrm>
              <a:off x="3868633" y="4621602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10" name="직선 연결선 4509">
              <a:extLst>
                <a:ext uri="{FF2B5EF4-FFF2-40B4-BE49-F238E27FC236}">
                  <a16:creationId xmlns:a16="http://schemas.microsoft.com/office/drawing/2014/main" id="{E52840F8-A4D3-485D-A89F-6C98A6986EF2}"/>
                </a:ext>
              </a:extLst>
            </p:cNvPr>
            <p:cNvCxnSpPr>
              <a:cxnSpLocks/>
              <a:stCxn id="4469" idx="4"/>
              <a:endCxn id="4469" idx="0"/>
            </p:cNvCxnSpPr>
            <p:nvPr/>
          </p:nvCxnSpPr>
          <p:spPr>
            <a:xfrm flipV="1">
              <a:off x="3964387" y="4525848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11" name="직선 연결선 4510">
              <a:extLst>
                <a:ext uri="{FF2B5EF4-FFF2-40B4-BE49-F238E27FC236}">
                  <a16:creationId xmlns:a16="http://schemas.microsoft.com/office/drawing/2014/main" id="{58200DFD-CAE2-4ABA-A169-31E5C8DC15CC}"/>
                </a:ext>
              </a:extLst>
            </p:cNvPr>
            <p:cNvCxnSpPr>
              <a:cxnSpLocks/>
              <a:stCxn id="4470" idx="2"/>
              <a:endCxn id="4470" idx="6"/>
            </p:cNvCxnSpPr>
            <p:nvPr/>
          </p:nvCxnSpPr>
          <p:spPr>
            <a:xfrm>
              <a:off x="4142325" y="4621602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12" name="직선 연결선 4511">
              <a:extLst>
                <a:ext uri="{FF2B5EF4-FFF2-40B4-BE49-F238E27FC236}">
                  <a16:creationId xmlns:a16="http://schemas.microsoft.com/office/drawing/2014/main" id="{149A16B2-1070-4121-80FF-BFA3F3B3410A}"/>
                </a:ext>
              </a:extLst>
            </p:cNvPr>
            <p:cNvCxnSpPr>
              <a:cxnSpLocks/>
              <a:stCxn id="4470" idx="4"/>
              <a:endCxn id="4470" idx="0"/>
            </p:cNvCxnSpPr>
            <p:nvPr/>
          </p:nvCxnSpPr>
          <p:spPr>
            <a:xfrm flipV="1">
              <a:off x="4238079" y="4525848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13" name="직선 연결선 4512">
              <a:extLst>
                <a:ext uri="{FF2B5EF4-FFF2-40B4-BE49-F238E27FC236}">
                  <a16:creationId xmlns:a16="http://schemas.microsoft.com/office/drawing/2014/main" id="{325A9B81-127A-490C-996B-A54E0FE8B073}"/>
                </a:ext>
              </a:extLst>
            </p:cNvPr>
            <p:cNvCxnSpPr>
              <a:cxnSpLocks/>
              <a:stCxn id="4471" idx="2"/>
              <a:endCxn id="4471" idx="6"/>
            </p:cNvCxnSpPr>
            <p:nvPr/>
          </p:nvCxnSpPr>
          <p:spPr>
            <a:xfrm>
              <a:off x="4416017" y="4621602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14" name="직선 연결선 4513">
              <a:extLst>
                <a:ext uri="{FF2B5EF4-FFF2-40B4-BE49-F238E27FC236}">
                  <a16:creationId xmlns:a16="http://schemas.microsoft.com/office/drawing/2014/main" id="{E8A80304-1C87-42A5-BE1C-6CF00CA11894}"/>
                </a:ext>
              </a:extLst>
            </p:cNvPr>
            <p:cNvCxnSpPr>
              <a:cxnSpLocks/>
              <a:stCxn id="4471" idx="4"/>
              <a:endCxn id="4471" idx="0"/>
            </p:cNvCxnSpPr>
            <p:nvPr/>
          </p:nvCxnSpPr>
          <p:spPr>
            <a:xfrm flipV="1">
              <a:off x="4511771" y="4525848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15" name="직선 연결선 4514">
              <a:extLst>
                <a:ext uri="{FF2B5EF4-FFF2-40B4-BE49-F238E27FC236}">
                  <a16:creationId xmlns:a16="http://schemas.microsoft.com/office/drawing/2014/main" id="{8BA0D633-EE26-42BC-98D8-8A8E60164FCC}"/>
                </a:ext>
              </a:extLst>
            </p:cNvPr>
            <p:cNvCxnSpPr>
              <a:cxnSpLocks/>
              <a:stCxn id="4472" idx="2"/>
              <a:endCxn id="4472" idx="6"/>
            </p:cNvCxnSpPr>
            <p:nvPr/>
          </p:nvCxnSpPr>
          <p:spPr>
            <a:xfrm>
              <a:off x="4689709" y="4621602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16" name="직선 연결선 4515">
              <a:extLst>
                <a:ext uri="{FF2B5EF4-FFF2-40B4-BE49-F238E27FC236}">
                  <a16:creationId xmlns:a16="http://schemas.microsoft.com/office/drawing/2014/main" id="{52CA780E-F4B0-4B8E-A481-BAF522B0B2E4}"/>
                </a:ext>
              </a:extLst>
            </p:cNvPr>
            <p:cNvCxnSpPr>
              <a:cxnSpLocks/>
              <a:stCxn id="4472" idx="4"/>
              <a:endCxn id="4472" idx="0"/>
            </p:cNvCxnSpPr>
            <p:nvPr/>
          </p:nvCxnSpPr>
          <p:spPr>
            <a:xfrm flipV="1">
              <a:off x="4785463" y="4525848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17" name="직선 연결선 4516">
              <a:extLst>
                <a:ext uri="{FF2B5EF4-FFF2-40B4-BE49-F238E27FC236}">
                  <a16:creationId xmlns:a16="http://schemas.microsoft.com/office/drawing/2014/main" id="{DFFB45B0-6721-4FB7-8CD2-1C40C389BE98}"/>
                </a:ext>
              </a:extLst>
            </p:cNvPr>
            <p:cNvCxnSpPr>
              <a:cxnSpLocks/>
              <a:stCxn id="4473" idx="2"/>
              <a:endCxn id="4473" idx="6"/>
            </p:cNvCxnSpPr>
            <p:nvPr/>
          </p:nvCxnSpPr>
          <p:spPr>
            <a:xfrm>
              <a:off x="4963401" y="4621602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18" name="직선 연결선 4517">
              <a:extLst>
                <a:ext uri="{FF2B5EF4-FFF2-40B4-BE49-F238E27FC236}">
                  <a16:creationId xmlns:a16="http://schemas.microsoft.com/office/drawing/2014/main" id="{33566A8F-38BD-4D31-BDFB-D8DFC612371A}"/>
                </a:ext>
              </a:extLst>
            </p:cNvPr>
            <p:cNvCxnSpPr>
              <a:cxnSpLocks/>
              <a:stCxn id="4473" idx="4"/>
              <a:endCxn id="4473" idx="0"/>
            </p:cNvCxnSpPr>
            <p:nvPr/>
          </p:nvCxnSpPr>
          <p:spPr>
            <a:xfrm flipV="1">
              <a:off x="5059155" y="4525848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19" name="직선 연결선 4518">
              <a:extLst>
                <a:ext uri="{FF2B5EF4-FFF2-40B4-BE49-F238E27FC236}">
                  <a16:creationId xmlns:a16="http://schemas.microsoft.com/office/drawing/2014/main" id="{8046ABD5-ABE5-4133-9852-C82CD4C99435}"/>
                </a:ext>
              </a:extLst>
            </p:cNvPr>
            <p:cNvCxnSpPr>
              <a:cxnSpLocks/>
              <a:stCxn id="4474" idx="2"/>
              <a:endCxn id="4474" idx="6"/>
            </p:cNvCxnSpPr>
            <p:nvPr/>
          </p:nvCxnSpPr>
          <p:spPr>
            <a:xfrm>
              <a:off x="5237095" y="4621602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20" name="직선 연결선 4519">
              <a:extLst>
                <a:ext uri="{FF2B5EF4-FFF2-40B4-BE49-F238E27FC236}">
                  <a16:creationId xmlns:a16="http://schemas.microsoft.com/office/drawing/2014/main" id="{D0EBE014-A0DF-4FC0-B854-EE0FA3DC78C2}"/>
                </a:ext>
              </a:extLst>
            </p:cNvPr>
            <p:cNvCxnSpPr>
              <a:cxnSpLocks/>
              <a:stCxn id="4474" idx="4"/>
              <a:endCxn id="4474" idx="0"/>
            </p:cNvCxnSpPr>
            <p:nvPr/>
          </p:nvCxnSpPr>
          <p:spPr>
            <a:xfrm flipV="1">
              <a:off x="5332849" y="4525848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21" name="직선 연결선 4520">
              <a:extLst>
                <a:ext uri="{FF2B5EF4-FFF2-40B4-BE49-F238E27FC236}">
                  <a16:creationId xmlns:a16="http://schemas.microsoft.com/office/drawing/2014/main" id="{E1CA04DF-E7C3-4CD4-9CC7-FA1ADEBC4EEA}"/>
                </a:ext>
              </a:extLst>
            </p:cNvPr>
            <p:cNvCxnSpPr>
              <a:cxnSpLocks/>
              <a:stCxn id="4475" idx="2"/>
              <a:endCxn id="4475" idx="6"/>
            </p:cNvCxnSpPr>
            <p:nvPr/>
          </p:nvCxnSpPr>
          <p:spPr>
            <a:xfrm>
              <a:off x="1405403" y="4856015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22" name="직선 연결선 4521">
              <a:extLst>
                <a:ext uri="{FF2B5EF4-FFF2-40B4-BE49-F238E27FC236}">
                  <a16:creationId xmlns:a16="http://schemas.microsoft.com/office/drawing/2014/main" id="{B219D87E-F474-432A-BA8F-25665225F5F7}"/>
                </a:ext>
              </a:extLst>
            </p:cNvPr>
            <p:cNvCxnSpPr>
              <a:cxnSpLocks/>
              <a:stCxn id="4475" idx="4"/>
              <a:endCxn id="4475" idx="0"/>
            </p:cNvCxnSpPr>
            <p:nvPr/>
          </p:nvCxnSpPr>
          <p:spPr>
            <a:xfrm flipV="1">
              <a:off x="1501157" y="4760261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23" name="직선 연결선 4522">
              <a:extLst>
                <a:ext uri="{FF2B5EF4-FFF2-40B4-BE49-F238E27FC236}">
                  <a16:creationId xmlns:a16="http://schemas.microsoft.com/office/drawing/2014/main" id="{A22198DF-CAF3-4A1A-937D-CA0F00745683}"/>
                </a:ext>
              </a:extLst>
            </p:cNvPr>
            <p:cNvCxnSpPr>
              <a:cxnSpLocks/>
              <a:stCxn id="4476" idx="2"/>
              <a:endCxn id="4476" idx="6"/>
            </p:cNvCxnSpPr>
            <p:nvPr/>
          </p:nvCxnSpPr>
          <p:spPr>
            <a:xfrm>
              <a:off x="1679096" y="4856015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24" name="직선 연결선 4523">
              <a:extLst>
                <a:ext uri="{FF2B5EF4-FFF2-40B4-BE49-F238E27FC236}">
                  <a16:creationId xmlns:a16="http://schemas.microsoft.com/office/drawing/2014/main" id="{781CD514-BCC1-4884-8079-33846ECAEBA0}"/>
                </a:ext>
              </a:extLst>
            </p:cNvPr>
            <p:cNvCxnSpPr>
              <a:cxnSpLocks/>
              <a:stCxn id="4476" idx="4"/>
              <a:endCxn id="4476" idx="0"/>
            </p:cNvCxnSpPr>
            <p:nvPr/>
          </p:nvCxnSpPr>
          <p:spPr>
            <a:xfrm flipV="1">
              <a:off x="1774850" y="4760261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25" name="직선 연결선 4524">
              <a:extLst>
                <a:ext uri="{FF2B5EF4-FFF2-40B4-BE49-F238E27FC236}">
                  <a16:creationId xmlns:a16="http://schemas.microsoft.com/office/drawing/2014/main" id="{19F55921-DD3F-4059-8D7C-49C6654FE4D4}"/>
                </a:ext>
              </a:extLst>
            </p:cNvPr>
            <p:cNvCxnSpPr>
              <a:cxnSpLocks/>
              <a:stCxn id="4477" idx="2"/>
              <a:endCxn id="4477" idx="6"/>
            </p:cNvCxnSpPr>
            <p:nvPr/>
          </p:nvCxnSpPr>
          <p:spPr>
            <a:xfrm>
              <a:off x="1952789" y="4856015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26" name="직선 연결선 4525">
              <a:extLst>
                <a:ext uri="{FF2B5EF4-FFF2-40B4-BE49-F238E27FC236}">
                  <a16:creationId xmlns:a16="http://schemas.microsoft.com/office/drawing/2014/main" id="{286A4001-66B4-4047-960F-4D697A30009A}"/>
                </a:ext>
              </a:extLst>
            </p:cNvPr>
            <p:cNvCxnSpPr>
              <a:cxnSpLocks/>
              <a:stCxn id="4477" idx="4"/>
              <a:endCxn id="4477" idx="0"/>
            </p:cNvCxnSpPr>
            <p:nvPr/>
          </p:nvCxnSpPr>
          <p:spPr>
            <a:xfrm flipV="1">
              <a:off x="2048543" y="4760261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27" name="직선 연결선 4526">
              <a:extLst>
                <a:ext uri="{FF2B5EF4-FFF2-40B4-BE49-F238E27FC236}">
                  <a16:creationId xmlns:a16="http://schemas.microsoft.com/office/drawing/2014/main" id="{89C78DA6-14E9-4D62-AF8B-2200680830AF}"/>
                </a:ext>
              </a:extLst>
            </p:cNvPr>
            <p:cNvCxnSpPr>
              <a:cxnSpLocks/>
              <a:stCxn id="4478" idx="2"/>
              <a:endCxn id="4478" idx="6"/>
            </p:cNvCxnSpPr>
            <p:nvPr/>
          </p:nvCxnSpPr>
          <p:spPr>
            <a:xfrm>
              <a:off x="2226482" y="4856015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28" name="직선 연결선 4527">
              <a:extLst>
                <a:ext uri="{FF2B5EF4-FFF2-40B4-BE49-F238E27FC236}">
                  <a16:creationId xmlns:a16="http://schemas.microsoft.com/office/drawing/2014/main" id="{46ED9AA3-4055-4FD5-BF5A-28C112258F03}"/>
                </a:ext>
              </a:extLst>
            </p:cNvPr>
            <p:cNvCxnSpPr>
              <a:cxnSpLocks/>
              <a:stCxn id="4478" idx="4"/>
              <a:endCxn id="4478" idx="0"/>
            </p:cNvCxnSpPr>
            <p:nvPr/>
          </p:nvCxnSpPr>
          <p:spPr>
            <a:xfrm flipV="1">
              <a:off x="2322236" y="4760261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29" name="직선 연결선 4528">
              <a:extLst>
                <a:ext uri="{FF2B5EF4-FFF2-40B4-BE49-F238E27FC236}">
                  <a16:creationId xmlns:a16="http://schemas.microsoft.com/office/drawing/2014/main" id="{A87B082E-C236-4372-A035-5EBF5026F873}"/>
                </a:ext>
              </a:extLst>
            </p:cNvPr>
            <p:cNvCxnSpPr>
              <a:cxnSpLocks/>
              <a:stCxn id="4479" idx="2"/>
              <a:endCxn id="4479" idx="6"/>
            </p:cNvCxnSpPr>
            <p:nvPr/>
          </p:nvCxnSpPr>
          <p:spPr>
            <a:xfrm>
              <a:off x="2500175" y="4856015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30" name="직선 연결선 4529">
              <a:extLst>
                <a:ext uri="{FF2B5EF4-FFF2-40B4-BE49-F238E27FC236}">
                  <a16:creationId xmlns:a16="http://schemas.microsoft.com/office/drawing/2014/main" id="{DD264705-1851-4431-8F9E-541C2377AF7D}"/>
                </a:ext>
              </a:extLst>
            </p:cNvPr>
            <p:cNvCxnSpPr>
              <a:cxnSpLocks/>
              <a:stCxn id="4479" idx="4"/>
              <a:endCxn id="4479" idx="0"/>
            </p:cNvCxnSpPr>
            <p:nvPr/>
          </p:nvCxnSpPr>
          <p:spPr>
            <a:xfrm flipV="1">
              <a:off x="2595929" y="4760261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31" name="직선 연결선 4530">
              <a:extLst>
                <a:ext uri="{FF2B5EF4-FFF2-40B4-BE49-F238E27FC236}">
                  <a16:creationId xmlns:a16="http://schemas.microsoft.com/office/drawing/2014/main" id="{6EDC7348-5E27-4226-A8A7-1150C0D745E1}"/>
                </a:ext>
              </a:extLst>
            </p:cNvPr>
            <p:cNvCxnSpPr>
              <a:cxnSpLocks/>
              <a:stCxn id="4480" idx="2"/>
              <a:endCxn id="4480" idx="6"/>
            </p:cNvCxnSpPr>
            <p:nvPr/>
          </p:nvCxnSpPr>
          <p:spPr>
            <a:xfrm>
              <a:off x="2773868" y="4856015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32" name="직선 연결선 4531">
              <a:extLst>
                <a:ext uri="{FF2B5EF4-FFF2-40B4-BE49-F238E27FC236}">
                  <a16:creationId xmlns:a16="http://schemas.microsoft.com/office/drawing/2014/main" id="{902EC6DB-7105-49B8-8855-1AAD37A0EA86}"/>
                </a:ext>
              </a:extLst>
            </p:cNvPr>
            <p:cNvCxnSpPr>
              <a:cxnSpLocks/>
              <a:stCxn id="4480" idx="4"/>
              <a:endCxn id="4480" idx="0"/>
            </p:cNvCxnSpPr>
            <p:nvPr/>
          </p:nvCxnSpPr>
          <p:spPr>
            <a:xfrm flipV="1">
              <a:off x="2869622" y="4760261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33" name="직선 연결선 4532">
              <a:extLst>
                <a:ext uri="{FF2B5EF4-FFF2-40B4-BE49-F238E27FC236}">
                  <a16:creationId xmlns:a16="http://schemas.microsoft.com/office/drawing/2014/main" id="{B6F13927-5409-408B-9DF1-88BF49F3F83D}"/>
                </a:ext>
              </a:extLst>
            </p:cNvPr>
            <p:cNvCxnSpPr>
              <a:cxnSpLocks/>
              <a:stCxn id="4481" idx="2"/>
              <a:endCxn id="4481" idx="6"/>
            </p:cNvCxnSpPr>
            <p:nvPr/>
          </p:nvCxnSpPr>
          <p:spPr>
            <a:xfrm>
              <a:off x="3047561" y="4856015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34" name="직선 연결선 4533">
              <a:extLst>
                <a:ext uri="{FF2B5EF4-FFF2-40B4-BE49-F238E27FC236}">
                  <a16:creationId xmlns:a16="http://schemas.microsoft.com/office/drawing/2014/main" id="{AEA5B832-D0A2-4C73-9606-86CB6D2AAF9E}"/>
                </a:ext>
              </a:extLst>
            </p:cNvPr>
            <p:cNvCxnSpPr>
              <a:cxnSpLocks/>
              <a:stCxn id="4481" idx="4"/>
              <a:endCxn id="4481" idx="0"/>
            </p:cNvCxnSpPr>
            <p:nvPr/>
          </p:nvCxnSpPr>
          <p:spPr>
            <a:xfrm flipV="1">
              <a:off x="3143315" y="4760261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35" name="직선 연결선 4534">
              <a:extLst>
                <a:ext uri="{FF2B5EF4-FFF2-40B4-BE49-F238E27FC236}">
                  <a16:creationId xmlns:a16="http://schemas.microsoft.com/office/drawing/2014/main" id="{C195B435-0135-4182-B311-6910A9578147}"/>
                </a:ext>
              </a:extLst>
            </p:cNvPr>
            <p:cNvCxnSpPr>
              <a:cxnSpLocks/>
              <a:stCxn id="4482" idx="2"/>
              <a:endCxn id="4482" idx="6"/>
            </p:cNvCxnSpPr>
            <p:nvPr/>
          </p:nvCxnSpPr>
          <p:spPr>
            <a:xfrm>
              <a:off x="3321254" y="4856015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36" name="직선 연결선 4535">
              <a:extLst>
                <a:ext uri="{FF2B5EF4-FFF2-40B4-BE49-F238E27FC236}">
                  <a16:creationId xmlns:a16="http://schemas.microsoft.com/office/drawing/2014/main" id="{FF25ABB6-F82A-4F75-A5E0-23AE0A568B76}"/>
                </a:ext>
              </a:extLst>
            </p:cNvPr>
            <p:cNvCxnSpPr>
              <a:cxnSpLocks/>
              <a:stCxn id="4482" idx="4"/>
              <a:endCxn id="4482" idx="0"/>
            </p:cNvCxnSpPr>
            <p:nvPr/>
          </p:nvCxnSpPr>
          <p:spPr>
            <a:xfrm flipV="1">
              <a:off x="3417008" y="4760261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37" name="직선 연결선 4536">
              <a:extLst>
                <a:ext uri="{FF2B5EF4-FFF2-40B4-BE49-F238E27FC236}">
                  <a16:creationId xmlns:a16="http://schemas.microsoft.com/office/drawing/2014/main" id="{45C2D635-5713-4A42-B8CB-D13719EBAC1A}"/>
                </a:ext>
              </a:extLst>
            </p:cNvPr>
            <p:cNvCxnSpPr>
              <a:cxnSpLocks/>
              <a:stCxn id="4483" idx="2"/>
              <a:endCxn id="4483" idx="6"/>
            </p:cNvCxnSpPr>
            <p:nvPr/>
          </p:nvCxnSpPr>
          <p:spPr>
            <a:xfrm>
              <a:off x="3594947" y="4856015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38" name="직선 연결선 4537">
              <a:extLst>
                <a:ext uri="{FF2B5EF4-FFF2-40B4-BE49-F238E27FC236}">
                  <a16:creationId xmlns:a16="http://schemas.microsoft.com/office/drawing/2014/main" id="{8942C1C6-2C3C-46FC-A496-767784CFCC22}"/>
                </a:ext>
              </a:extLst>
            </p:cNvPr>
            <p:cNvCxnSpPr>
              <a:cxnSpLocks/>
              <a:stCxn id="4483" idx="4"/>
              <a:endCxn id="4483" idx="0"/>
            </p:cNvCxnSpPr>
            <p:nvPr/>
          </p:nvCxnSpPr>
          <p:spPr>
            <a:xfrm flipV="1">
              <a:off x="3690701" y="4760261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39" name="직선 연결선 4538">
              <a:extLst>
                <a:ext uri="{FF2B5EF4-FFF2-40B4-BE49-F238E27FC236}">
                  <a16:creationId xmlns:a16="http://schemas.microsoft.com/office/drawing/2014/main" id="{35B873FF-386F-4504-BE4C-9F968C465C79}"/>
                </a:ext>
              </a:extLst>
            </p:cNvPr>
            <p:cNvCxnSpPr>
              <a:cxnSpLocks/>
              <a:stCxn id="4484" idx="2"/>
              <a:endCxn id="4484" idx="6"/>
            </p:cNvCxnSpPr>
            <p:nvPr/>
          </p:nvCxnSpPr>
          <p:spPr>
            <a:xfrm>
              <a:off x="3868640" y="4856015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40" name="직선 연결선 4539">
              <a:extLst>
                <a:ext uri="{FF2B5EF4-FFF2-40B4-BE49-F238E27FC236}">
                  <a16:creationId xmlns:a16="http://schemas.microsoft.com/office/drawing/2014/main" id="{94858F4F-9DB7-4AF6-A46E-CCA55E421B60}"/>
                </a:ext>
              </a:extLst>
            </p:cNvPr>
            <p:cNvCxnSpPr>
              <a:cxnSpLocks/>
              <a:stCxn id="4484" idx="4"/>
              <a:endCxn id="4484" idx="0"/>
            </p:cNvCxnSpPr>
            <p:nvPr/>
          </p:nvCxnSpPr>
          <p:spPr>
            <a:xfrm flipV="1">
              <a:off x="3964394" y="4760261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41" name="직선 연결선 4540">
              <a:extLst>
                <a:ext uri="{FF2B5EF4-FFF2-40B4-BE49-F238E27FC236}">
                  <a16:creationId xmlns:a16="http://schemas.microsoft.com/office/drawing/2014/main" id="{E769CD76-8B5D-4700-B067-08EEB1CCA38F}"/>
                </a:ext>
              </a:extLst>
            </p:cNvPr>
            <p:cNvCxnSpPr>
              <a:cxnSpLocks/>
              <a:stCxn id="4485" idx="2"/>
              <a:endCxn id="4485" idx="6"/>
            </p:cNvCxnSpPr>
            <p:nvPr/>
          </p:nvCxnSpPr>
          <p:spPr>
            <a:xfrm>
              <a:off x="4142333" y="4856015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42" name="직선 연결선 4541">
              <a:extLst>
                <a:ext uri="{FF2B5EF4-FFF2-40B4-BE49-F238E27FC236}">
                  <a16:creationId xmlns:a16="http://schemas.microsoft.com/office/drawing/2014/main" id="{90655D90-1C74-4316-A8F0-C6FE5E0E1412}"/>
                </a:ext>
              </a:extLst>
            </p:cNvPr>
            <p:cNvCxnSpPr>
              <a:cxnSpLocks/>
              <a:stCxn id="4485" idx="4"/>
              <a:endCxn id="4485" idx="0"/>
            </p:cNvCxnSpPr>
            <p:nvPr/>
          </p:nvCxnSpPr>
          <p:spPr>
            <a:xfrm flipV="1">
              <a:off x="4238087" y="4760261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43" name="직선 연결선 4542">
              <a:extLst>
                <a:ext uri="{FF2B5EF4-FFF2-40B4-BE49-F238E27FC236}">
                  <a16:creationId xmlns:a16="http://schemas.microsoft.com/office/drawing/2014/main" id="{F7C9776A-71A3-4952-A2D0-BF3CBEFECCBD}"/>
                </a:ext>
              </a:extLst>
            </p:cNvPr>
            <p:cNvCxnSpPr>
              <a:cxnSpLocks/>
              <a:stCxn id="4486" idx="2"/>
              <a:endCxn id="4486" idx="6"/>
            </p:cNvCxnSpPr>
            <p:nvPr/>
          </p:nvCxnSpPr>
          <p:spPr>
            <a:xfrm>
              <a:off x="4416026" y="4856015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44" name="직선 연결선 4543">
              <a:extLst>
                <a:ext uri="{FF2B5EF4-FFF2-40B4-BE49-F238E27FC236}">
                  <a16:creationId xmlns:a16="http://schemas.microsoft.com/office/drawing/2014/main" id="{AA89FD18-467A-4BDB-8F2B-46D0BE86CD53}"/>
                </a:ext>
              </a:extLst>
            </p:cNvPr>
            <p:cNvCxnSpPr>
              <a:cxnSpLocks/>
              <a:stCxn id="4486" idx="4"/>
              <a:endCxn id="4486" idx="0"/>
            </p:cNvCxnSpPr>
            <p:nvPr/>
          </p:nvCxnSpPr>
          <p:spPr>
            <a:xfrm flipV="1">
              <a:off x="4511780" y="4760261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45" name="직선 연결선 4544">
              <a:extLst>
                <a:ext uri="{FF2B5EF4-FFF2-40B4-BE49-F238E27FC236}">
                  <a16:creationId xmlns:a16="http://schemas.microsoft.com/office/drawing/2014/main" id="{B96C2D17-E1FD-4235-AB4D-4C94FF82AD92}"/>
                </a:ext>
              </a:extLst>
            </p:cNvPr>
            <p:cNvCxnSpPr>
              <a:cxnSpLocks/>
              <a:stCxn id="4487" idx="2"/>
              <a:endCxn id="4487" idx="6"/>
            </p:cNvCxnSpPr>
            <p:nvPr/>
          </p:nvCxnSpPr>
          <p:spPr>
            <a:xfrm>
              <a:off x="4689719" y="4856015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46" name="직선 연결선 4545">
              <a:extLst>
                <a:ext uri="{FF2B5EF4-FFF2-40B4-BE49-F238E27FC236}">
                  <a16:creationId xmlns:a16="http://schemas.microsoft.com/office/drawing/2014/main" id="{F3306D3B-486F-4ED9-AF76-35A5185C589C}"/>
                </a:ext>
              </a:extLst>
            </p:cNvPr>
            <p:cNvCxnSpPr>
              <a:cxnSpLocks/>
              <a:stCxn id="4487" idx="4"/>
              <a:endCxn id="4487" idx="0"/>
            </p:cNvCxnSpPr>
            <p:nvPr/>
          </p:nvCxnSpPr>
          <p:spPr>
            <a:xfrm flipV="1">
              <a:off x="4785473" y="4760261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47" name="직선 연결선 4546">
              <a:extLst>
                <a:ext uri="{FF2B5EF4-FFF2-40B4-BE49-F238E27FC236}">
                  <a16:creationId xmlns:a16="http://schemas.microsoft.com/office/drawing/2014/main" id="{7EE73E55-FFC2-4ABD-A723-B9193DDBD65B}"/>
                </a:ext>
              </a:extLst>
            </p:cNvPr>
            <p:cNvCxnSpPr>
              <a:cxnSpLocks/>
              <a:stCxn id="4488" idx="2"/>
              <a:endCxn id="4488" idx="6"/>
            </p:cNvCxnSpPr>
            <p:nvPr/>
          </p:nvCxnSpPr>
          <p:spPr>
            <a:xfrm>
              <a:off x="4963412" y="4856015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48" name="직선 연결선 4547">
              <a:extLst>
                <a:ext uri="{FF2B5EF4-FFF2-40B4-BE49-F238E27FC236}">
                  <a16:creationId xmlns:a16="http://schemas.microsoft.com/office/drawing/2014/main" id="{3849EAFE-89BC-4DE9-BF77-B4AE50FE384D}"/>
                </a:ext>
              </a:extLst>
            </p:cNvPr>
            <p:cNvCxnSpPr>
              <a:cxnSpLocks/>
              <a:stCxn id="4488" idx="4"/>
              <a:endCxn id="4488" idx="0"/>
            </p:cNvCxnSpPr>
            <p:nvPr/>
          </p:nvCxnSpPr>
          <p:spPr>
            <a:xfrm flipV="1">
              <a:off x="5059166" y="4760261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49" name="직선 연결선 4548">
              <a:extLst>
                <a:ext uri="{FF2B5EF4-FFF2-40B4-BE49-F238E27FC236}">
                  <a16:creationId xmlns:a16="http://schemas.microsoft.com/office/drawing/2014/main" id="{93110B37-16E9-4940-86CF-FDEABB5B7E2B}"/>
                </a:ext>
              </a:extLst>
            </p:cNvPr>
            <p:cNvCxnSpPr>
              <a:cxnSpLocks/>
              <a:stCxn id="4489" idx="2"/>
              <a:endCxn id="4489" idx="6"/>
            </p:cNvCxnSpPr>
            <p:nvPr/>
          </p:nvCxnSpPr>
          <p:spPr>
            <a:xfrm>
              <a:off x="5237105" y="4856015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50" name="직선 연결선 4549">
              <a:extLst>
                <a:ext uri="{FF2B5EF4-FFF2-40B4-BE49-F238E27FC236}">
                  <a16:creationId xmlns:a16="http://schemas.microsoft.com/office/drawing/2014/main" id="{18E974C1-C470-4FC1-8464-899224330CE4}"/>
                </a:ext>
              </a:extLst>
            </p:cNvPr>
            <p:cNvCxnSpPr>
              <a:cxnSpLocks/>
              <a:stCxn id="4489" idx="4"/>
              <a:endCxn id="4489" idx="0"/>
            </p:cNvCxnSpPr>
            <p:nvPr/>
          </p:nvCxnSpPr>
          <p:spPr>
            <a:xfrm flipV="1">
              <a:off x="5332859" y="4760261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51" name="직선 연결선 4550">
              <a:extLst>
                <a:ext uri="{FF2B5EF4-FFF2-40B4-BE49-F238E27FC236}">
                  <a16:creationId xmlns:a16="http://schemas.microsoft.com/office/drawing/2014/main" id="{4335F329-5E6A-46E3-BECE-596F1D7DF699}"/>
                </a:ext>
              </a:extLst>
            </p:cNvPr>
            <p:cNvCxnSpPr>
              <a:cxnSpLocks/>
              <a:stCxn id="4490" idx="2"/>
              <a:endCxn id="4490" idx="6"/>
            </p:cNvCxnSpPr>
            <p:nvPr/>
          </p:nvCxnSpPr>
          <p:spPr>
            <a:xfrm>
              <a:off x="5510793" y="4856015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52" name="직선 연결선 4551">
              <a:extLst>
                <a:ext uri="{FF2B5EF4-FFF2-40B4-BE49-F238E27FC236}">
                  <a16:creationId xmlns:a16="http://schemas.microsoft.com/office/drawing/2014/main" id="{5106B24B-01F3-4466-8A4F-CE28001E0B96}"/>
                </a:ext>
              </a:extLst>
            </p:cNvPr>
            <p:cNvCxnSpPr>
              <a:cxnSpLocks/>
              <a:stCxn id="4490" idx="4"/>
              <a:endCxn id="4490" idx="0"/>
            </p:cNvCxnSpPr>
            <p:nvPr/>
          </p:nvCxnSpPr>
          <p:spPr>
            <a:xfrm flipV="1">
              <a:off x="5606547" y="4760261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53" name="TextBox 4552">
              <a:extLst>
                <a:ext uri="{FF2B5EF4-FFF2-40B4-BE49-F238E27FC236}">
                  <a16:creationId xmlns:a16="http://schemas.microsoft.com/office/drawing/2014/main" id="{91DE1644-18F5-428D-9109-385A35005ED5}"/>
                </a:ext>
              </a:extLst>
            </p:cNvPr>
            <p:cNvSpPr txBox="1"/>
            <p:nvPr/>
          </p:nvSpPr>
          <p:spPr>
            <a:xfrm>
              <a:off x="230188" y="5024590"/>
              <a:ext cx="564338" cy="1306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4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August</a:t>
              </a:r>
              <a:endParaRPr lang="ko-KR" altLang="en-US" sz="84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4554" name="타원 4553">
              <a:extLst>
                <a:ext uri="{FF2B5EF4-FFF2-40B4-BE49-F238E27FC236}">
                  <a16:creationId xmlns:a16="http://schemas.microsoft.com/office/drawing/2014/main" id="{46DE2B99-39FE-4B0C-9D0F-62D58A3C74E3}"/>
                </a:ext>
              </a:extLst>
            </p:cNvPr>
            <p:cNvSpPr/>
            <p:nvPr/>
          </p:nvSpPr>
          <p:spPr>
            <a:xfrm>
              <a:off x="1405405" y="5024590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555" name="타원 4554">
              <a:extLst>
                <a:ext uri="{FF2B5EF4-FFF2-40B4-BE49-F238E27FC236}">
                  <a16:creationId xmlns:a16="http://schemas.microsoft.com/office/drawing/2014/main" id="{D4159592-BBDE-4D0B-803D-C0866BCE0A4B}"/>
                </a:ext>
              </a:extLst>
            </p:cNvPr>
            <p:cNvSpPr/>
            <p:nvPr/>
          </p:nvSpPr>
          <p:spPr>
            <a:xfrm>
              <a:off x="1679097" y="5024590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556" name="타원 4555">
              <a:extLst>
                <a:ext uri="{FF2B5EF4-FFF2-40B4-BE49-F238E27FC236}">
                  <a16:creationId xmlns:a16="http://schemas.microsoft.com/office/drawing/2014/main" id="{58FE0301-1C24-47CB-909B-D23C1A26C421}"/>
                </a:ext>
              </a:extLst>
            </p:cNvPr>
            <p:cNvSpPr/>
            <p:nvPr/>
          </p:nvSpPr>
          <p:spPr>
            <a:xfrm>
              <a:off x="1952789" y="5024590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557" name="타원 4556">
              <a:extLst>
                <a:ext uri="{FF2B5EF4-FFF2-40B4-BE49-F238E27FC236}">
                  <a16:creationId xmlns:a16="http://schemas.microsoft.com/office/drawing/2014/main" id="{F5B996E6-8AA1-450D-8D95-E2B0133309E3}"/>
                </a:ext>
              </a:extLst>
            </p:cNvPr>
            <p:cNvSpPr/>
            <p:nvPr/>
          </p:nvSpPr>
          <p:spPr>
            <a:xfrm>
              <a:off x="2226481" y="5024590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4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558" name="타원 4557">
              <a:extLst>
                <a:ext uri="{FF2B5EF4-FFF2-40B4-BE49-F238E27FC236}">
                  <a16:creationId xmlns:a16="http://schemas.microsoft.com/office/drawing/2014/main" id="{1D93EF31-4F29-4495-8939-27E5BAF47DAF}"/>
                </a:ext>
              </a:extLst>
            </p:cNvPr>
            <p:cNvSpPr/>
            <p:nvPr/>
          </p:nvSpPr>
          <p:spPr>
            <a:xfrm>
              <a:off x="2500173" y="5024590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5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559" name="타원 4558">
              <a:extLst>
                <a:ext uri="{FF2B5EF4-FFF2-40B4-BE49-F238E27FC236}">
                  <a16:creationId xmlns:a16="http://schemas.microsoft.com/office/drawing/2014/main" id="{2480FBB0-26A0-4D60-B77F-9B7178F892C4}"/>
                </a:ext>
              </a:extLst>
            </p:cNvPr>
            <p:cNvSpPr/>
            <p:nvPr/>
          </p:nvSpPr>
          <p:spPr>
            <a:xfrm>
              <a:off x="2773865" y="5024590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6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560" name="타원 4559">
              <a:extLst>
                <a:ext uri="{FF2B5EF4-FFF2-40B4-BE49-F238E27FC236}">
                  <a16:creationId xmlns:a16="http://schemas.microsoft.com/office/drawing/2014/main" id="{8C48FC91-6A60-46B9-B4C0-EFE98EF3B9A7}"/>
                </a:ext>
              </a:extLst>
            </p:cNvPr>
            <p:cNvSpPr/>
            <p:nvPr/>
          </p:nvSpPr>
          <p:spPr>
            <a:xfrm>
              <a:off x="3047557" y="5024590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7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561" name="타원 4560">
              <a:extLst>
                <a:ext uri="{FF2B5EF4-FFF2-40B4-BE49-F238E27FC236}">
                  <a16:creationId xmlns:a16="http://schemas.microsoft.com/office/drawing/2014/main" id="{E1999627-2268-4F67-8CA2-75D86CB2459C}"/>
                </a:ext>
              </a:extLst>
            </p:cNvPr>
            <p:cNvSpPr/>
            <p:nvPr/>
          </p:nvSpPr>
          <p:spPr>
            <a:xfrm>
              <a:off x="3321249" y="5024590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8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562" name="타원 4561">
              <a:extLst>
                <a:ext uri="{FF2B5EF4-FFF2-40B4-BE49-F238E27FC236}">
                  <a16:creationId xmlns:a16="http://schemas.microsoft.com/office/drawing/2014/main" id="{C92DEBE6-55D6-480C-97FA-9222CFF5CE16}"/>
                </a:ext>
              </a:extLst>
            </p:cNvPr>
            <p:cNvSpPr/>
            <p:nvPr/>
          </p:nvSpPr>
          <p:spPr>
            <a:xfrm>
              <a:off x="3594941" y="5024590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9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563" name="타원 4562">
              <a:extLst>
                <a:ext uri="{FF2B5EF4-FFF2-40B4-BE49-F238E27FC236}">
                  <a16:creationId xmlns:a16="http://schemas.microsoft.com/office/drawing/2014/main" id="{192BAE63-B72D-4196-89B3-2723195A9D4F}"/>
                </a:ext>
              </a:extLst>
            </p:cNvPr>
            <p:cNvSpPr/>
            <p:nvPr/>
          </p:nvSpPr>
          <p:spPr>
            <a:xfrm>
              <a:off x="3868633" y="5024590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10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564" name="타원 4563">
              <a:extLst>
                <a:ext uri="{FF2B5EF4-FFF2-40B4-BE49-F238E27FC236}">
                  <a16:creationId xmlns:a16="http://schemas.microsoft.com/office/drawing/2014/main" id="{BB0F3E4F-3CD7-4EA4-BEE7-09CDED2AB134}"/>
                </a:ext>
              </a:extLst>
            </p:cNvPr>
            <p:cNvSpPr/>
            <p:nvPr/>
          </p:nvSpPr>
          <p:spPr>
            <a:xfrm>
              <a:off x="4142325" y="5024590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11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565" name="타원 4564">
              <a:extLst>
                <a:ext uri="{FF2B5EF4-FFF2-40B4-BE49-F238E27FC236}">
                  <a16:creationId xmlns:a16="http://schemas.microsoft.com/office/drawing/2014/main" id="{C370C724-C467-4F84-8D6B-9227E010D126}"/>
                </a:ext>
              </a:extLst>
            </p:cNvPr>
            <p:cNvSpPr/>
            <p:nvPr/>
          </p:nvSpPr>
          <p:spPr>
            <a:xfrm>
              <a:off x="4416017" y="5024590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12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566" name="타원 4565">
              <a:extLst>
                <a:ext uri="{FF2B5EF4-FFF2-40B4-BE49-F238E27FC236}">
                  <a16:creationId xmlns:a16="http://schemas.microsoft.com/office/drawing/2014/main" id="{1737BDF7-276A-4543-B09D-E0D68B9EBBC6}"/>
                </a:ext>
              </a:extLst>
            </p:cNvPr>
            <p:cNvSpPr/>
            <p:nvPr/>
          </p:nvSpPr>
          <p:spPr>
            <a:xfrm>
              <a:off x="4689709" y="5024590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13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567" name="타원 4566">
              <a:extLst>
                <a:ext uri="{FF2B5EF4-FFF2-40B4-BE49-F238E27FC236}">
                  <a16:creationId xmlns:a16="http://schemas.microsoft.com/office/drawing/2014/main" id="{F25F853C-EDA7-4E90-B7CB-3610F4B64417}"/>
                </a:ext>
              </a:extLst>
            </p:cNvPr>
            <p:cNvSpPr/>
            <p:nvPr/>
          </p:nvSpPr>
          <p:spPr>
            <a:xfrm>
              <a:off x="4963401" y="5024590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14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568" name="타원 4567">
              <a:extLst>
                <a:ext uri="{FF2B5EF4-FFF2-40B4-BE49-F238E27FC236}">
                  <a16:creationId xmlns:a16="http://schemas.microsoft.com/office/drawing/2014/main" id="{55421E1B-5FF2-4B52-B7B0-AD73B846BE3F}"/>
                </a:ext>
              </a:extLst>
            </p:cNvPr>
            <p:cNvSpPr/>
            <p:nvPr/>
          </p:nvSpPr>
          <p:spPr>
            <a:xfrm>
              <a:off x="5237095" y="5024590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15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569" name="타원 4568">
              <a:extLst>
                <a:ext uri="{FF2B5EF4-FFF2-40B4-BE49-F238E27FC236}">
                  <a16:creationId xmlns:a16="http://schemas.microsoft.com/office/drawing/2014/main" id="{A69C8B27-1686-495D-B54E-835D961CDAE5}"/>
                </a:ext>
              </a:extLst>
            </p:cNvPr>
            <p:cNvSpPr/>
            <p:nvPr/>
          </p:nvSpPr>
          <p:spPr>
            <a:xfrm>
              <a:off x="1405403" y="5259003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16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570" name="타원 4569">
              <a:extLst>
                <a:ext uri="{FF2B5EF4-FFF2-40B4-BE49-F238E27FC236}">
                  <a16:creationId xmlns:a16="http://schemas.microsoft.com/office/drawing/2014/main" id="{E2E57A91-E9D3-407A-BD75-212EAA6A8B54}"/>
                </a:ext>
              </a:extLst>
            </p:cNvPr>
            <p:cNvSpPr/>
            <p:nvPr/>
          </p:nvSpPr>
          <p:spPr>
            <a:xfrm>
              <a:off x="1679096" y="5259003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17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571" name="타원 4570">
              <a:extLst>
                <a:ext uri="{FF2B5EF4-FFF2-40B4-BE49-F238E27FC236}">
                  <a16:creationId xmlns:a16="http://schemas.microsoft.com/office/drawing/2014/main" id="{38EBE528-3F02-44CF-9FFC-62FCA04B6AE6}"/>
                </a:ext>
              </a:extLst>
            </p:cNvPr>
            <p:cNvSpPr/>
            <p:nvPr/>
          </p:nvSpPr>
          <p:spPr>
            <a:xfrm>
              <a:off x="1952789" y="5259003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18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572" name="타원 4571">
              <a:extLst>
                <a:ext uri="{FF2B5EF4-FFF2-40B4-BE49-F238E27FC236}">
                  <a16:creationId xmlns:a16="http://schemas.microsoft.com/office/drawing/2014/main" id="{CE629D61-32C2-4812-955D-2CEB66CABD7A}"/>
                </a:ext>
              </a:extLst>
            </p:cNvPr>
            <p:cNvSpPr/>
            <p:nvPr/>
          </p:nvSpPr>
          <p:spPr>
            <a:xfrm>
              <a:off x="2226482" y="5259003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19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573" name="타원 4572">
              <a:extLst>
                <a:ext uri="{FF2B5EF4-FFF2-40B4-BE49-F238E27FC236}">
                  <a16:creationId xmlns:a16="http://schemas.microsoft.com/office/drawing/2014/main" id="{3189BB5B-0267-4227-A5BD-D9362B1D247E}"/>
                </a:ext>
              </a:extLst>
            </p:cNvPr>
            <p:cNvSpPr/>
            <p:nvPr/>
          </p:nvSpPr>
          <p:spPr>
            <a:xfrm>
              <a:off x="2500175" y="5259003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20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574" name="타원 4573">
              <a:extLst>
                <a:ext uri="{FF2B5EF4-FFF2-40B4-BE49-F238E27FC236}">
                  <a16:creationId xmlns:a16="http://schemas.microsoft.com/office/drawing/2014/main" id="{778D4D20-DC6C-4888-AEC2-FAF8E67EC249}"/>
                </a:ext>
              </a:extLst>
            </p:cNvPr>
            <p:cNvSpPr/>
            <p:nvPr/>
          </p:nvSpPr>
          <p:spPr>
            <a:xfrm>
              <a:off x="2773868" y="5259003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21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575" name="타원 4574">
              <a:extLst>
                <a:ext uri="{FF2B5EF4-FFF2-40B4-BE49-F238E27FC236}">
                  <a16:creationId xmlns:a16="http://schemas.microsoft.com/office/drawing/2014/main" id="{3E73F053-F45C-42CB-A051-16E8495B72BB}"/>
                </a:ext>
              </a:extLst>
            </p:cNvPr>
            <p:cNvSpPr/>
            <p:nvPr/>
          </p:nvSpPr>
          <p:spPr>
            <a:xfrm>
              <a:off x="3047561" y="5259003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22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576" name="타원 4575">
              <a:extLst>
                <a:ext uri="{FF2B5EF4-FFF2-40B4-BE49-F238E27FC236}">
                  <a16:creationId xmlns:a16="http://schemas.microsoft.com/office/drawing/2014/main" id="{445E97ED-AFD8-440C-80B2-D48857BA4DA8}"/>
                </a:ext>
              </a:extLst>
            </p:cNvPr>
            <p:cNvSpPr/>
            <p:nvPr/>
          </p:nvSpPr>
          <p:spPr>
            <a:xfrm>
              <a:off x="3321254" y="5259003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23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577" name="타원 4576">
              <a:extLst>
                <a:ext uri="{FF2B5EF4-FFF2-40B4-BE49-F238E27FC236}">
                  <a16:creationId xmlns:a16="http://schemas.microsoft.com/office/drawing/2014/main" id="{24CAB1B5-E379-4C8A-BA31-971E27F18CD8}"/>
                </a:ext>
              </a:extLst>
            </p:cNvPr>
            <p:cNvSpPr/>
            <p:nvPr/>
          </p:nvSpPr>
          <p:spPr>
            <a:xfrm>
              <a:off x="3594947" y="5259003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24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578" name="타원 4577">
              <a:extLst>
                <a:ext uri="{FF2B5EF4-FFF2-40B4-BE49-F238E27FC236}">
                  <a16:creationId xmlns:a16="http://schemas.microsoft.com/office/drawing/2014/main" id="{93794D12-FC4B-4CBB-84CD-A04B33AD2457}"/>
                </a:ext>
              </a:extLst>
            </p:cNvPr>
            <p:cNvSpPr/>
            <p:nvPr/>
          </p:nvSpPr>
          <p:spPr>
            <a:xfrm>
              <a:off x="3868640" y="5259003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25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579" name="타원 4578">
              <a:extLst>
                <a:ext uri="{FF2B5EF4-FFF2-40B4-BE49-F238E27FC236}">
                  <a16:creationId xmlns:a16="http://schemas.microsoft.com/office/drawing/2014/main" id="{D699869E-47B4-48E6-9E3E-276E8C6C20D2}"/>
                </a:ext>
              </a:extLst>
            </p:cNvPr>
            <p:cNvSpPr/>
            <p:nvPr/>
          </p:nvSpPr>
          <p:spPr>
            <a:xfrm>
              <a:off x="4142333" y="5259003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26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580" name="타원 4579">
              <a:extLst>
                <a:ext uri="{FF2B5EF4-FFF2-40B4-BE49-F238E27FC236}">
                  <a16:creationId xmlns:a16="http://schemas.microsoft.com/office/drawing/2014/main" id="{AB87A19C-DF04-4D9D-BC8F-D28D8F4B313D}"/>
                </a:ext>
              </a:extLst>
            </p:cNvPr>
            <p:cNvSpPr/>
            <p:nvPr/>
          </p:nvSpPr>
          <p:spPr>
            <a:xfrm>
              <a:off x="4416026" y="5259003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27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581" name="타원 4580">
              <a:extLst>
                <a:ext uri="{FF2B5EF4-FFF2-40B4-BE49-F238E27FC236}">
                  <a16:creationId xmlns:a16="http://schemas.microsoft.com/office/drawing/2014/main" id="{699F9427-2702-42EC-93E1-16DD830133E4}"/>
                </a:ext>
              </a:extLst>
            </p:cNvPr>
            <p:cNvSpPr/>
            <p:nvPr/>
          </p:nvSpPr>
          <p:spPr>
            <a:xfrm>
              <a:off x="4689719" y="5259003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28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582" name="타원 4581">
              <a:extLst>
                <a:ext uri="{FF2B5EF4-FFF2-40B4-BE49-F238E27FC236}">
                  <a16:creationId xmlns:a16="http://schemas.microsoft.com/office/drawing/2014/main" id="{BF858F49-7250-4386-8A1B-F515FB5A9253}"/>
                </a:ext>
              </a:extLst>
            </p:cNvPr>
            <p:cNvSpPr/>
            <p:nvPr/>
          </p:nvSpPr>
          <p:spPr>
            <a:xfrm>
              <a:off x="4963412" y="5259003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29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583" name="타원 4582">
              <a:extLst>
                <a:ext uri="{FF2B5EF4-FFF2-40B4-BE49-F238E27FC236}">
                  <a16:creationId xmlns:a16="http://schemas.microsoft.com/office/drawing/2014/main" id="{D86317FF-A461-4168-BA6F-D728CD4006FD}"/>
                </a:ext>
              </a:extLst>
            </p:cNvPr>
            <p:cNvSpPr/>
            <p:nvPr/>
          </p:nvSpPr>
          <p:spPr>
            <a:xfrm>
              <a:off x="5237105" y="5259003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30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584" name="타원 4583">
              <a:extLst>
                <a:ext uri="{FF2B5EF4-FFF2-40B4-BE49-F238E27FC236}">
                  <a16:creationId xmlns:a16="http://schemas.microsoft.com/office/drawing/2014/main" id="{376D3E0D-F56F-4EB0-A85F-C0CF376BD588}"/>
                </a:ext>
              </a:extLst>
            </p:cNvPr>
            <p:cNvSpPr/>
            <p:nvPr/>
          </p:nvSpPr>
          <p:spPr>
            <a:xfrm>
              <a:off x="5510793" y="5259003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31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cxnSp>
          <p:nvCxnSpPr>
            <p:cNvPr id="4585" name="직선 연결선 4584">
              <a:extLst>
                <a:ext uri="{FF2B5EF4-FFF2-40B4-BE49-F238E27FC236}">
                  <a16:creationId xmlns:a16="http://schemas.microsoft.com/office/drawing/2014/main" id="{EAB5F90D-4E8C-4091-AE28-F12D9E2356E5}"/>
                </a:ext>
              </a:extLst>
            </p:cNvPr>
            <p:cNvCxnSpPr>
              <a:cxnSpLocks/>
              <a:stCxn id="4554" idx="2"/>
              <a:endCxn id="4554" idx="6"/>
            </p:cNvCxnSpPr>
            <p:nvPr/>
          </p:nvCxnSpPr>
          <p:spPr>
            <a:xfrm>
              <a:off x="1405405" y="5120344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86" name="직선 연결선 4585">
              <a:extLst>
                <a:ext uri="{FF2B5EF4-FFF2-40B4-BE49-F238E27FC236}">
                  <a16:creationId xmlns:a16="http://schemas.microsoft.com/office/drawing/2014/main" id="{0CD7952C-E1A2-411E-8B21-235AB201FAEB}"/>
                </a:ext>
              </a:extLst>
            </p:cNvPr>
            <p:cNvCxnSpPr>
              <a:cxnSpLocks/>
              <a:stCxn id="4554" idx="4"/>
              <a:endCxn id="4554" idx="0"/>
            </p:cNvCxnSpPr>
            <p:nvPr/>
          </p:nvCxnSpPr>
          <p:spPr>
            <a:xfrm flipV="1">
              <a:off x="1501159" y="5024590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87" name="직선 연결선 4586">
              <a:extLst>
                <a:ext uri="{FF2B5EF4-FFF2-40B4-BE49-F238E27FC236}">
                  <a16:creationId xmlns:a16="http://schemas.microsoft.com/office/drawing/2014/main" id="{24AEAF84-9209-4DFC-B847-4C6BF520113F}"/>
                </a:ext>
              </a:extLst>
            </p:cNvPr>
            <p:cNvCxnSpPr>
              <a:cxnSpLocks/>
              <a:stCxn id="4555" idx="2"/>
              <a:endCxn id="4555" idx="6"/>
            </p:cNvCxnSpPr>
            <p:nvPr/>
          </p:nvCxnSpPr>
          <p:spPr>
            <a:xfrm>
              <a:off x="1679097" y="5120344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88" name="직선 연결선 4587">
              <a:extLst>
                <a:ext uri="{FF2B5EF4-FFF2-40B4-BE49-F238E27FC236}">
                  <a16:creationId xmlns:a16="http://schemas.microsoft.com/office/drawing/2014/main" id="{34C211BB-505F-4A2C-8C81-CC6D56A5E0AA}"/>
                </a:ext>
              </a:extLst>
            </p:cNvPr>
            <p:cNvCxnSpPr>
              <a:cxnSpLocks/>
              <a:stCxn id="4555" idx="4"/>
              <a:endCxn id="4555" idx="0"/>
            </p:cNvCxnSpPr>
            <p:nvPr/>
          </p:nvCxnSpPr>
          <p:spPr>
            <a:xfrm flipV="1">
              <a:off x="1774851" y="5024590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89" name="직선 연결선 4588">
              <a:extLst>
                <a:ext uri="{FF2B5EF4-FFF2-40B4-BE49-F238E27FC236}">
                  <a16:creationId xmlns:a16="http://schemas.microsoft.com/office/drawing/2014/main" id="{CC6C02EF-C5A8-4B0A-9EA6-A4845B920C9F}"/>
                </a:ext>
              </a:extLst>
            </p:cNvPr>
            <p:cNvCxnSpPr>
              <a:cxnSpLocks/>
              <a:stCxn id="4556" idx="2"/>
              <a:endCxn id="4556" idx="6"/>
            </p:cNvCxnSpPr>
            <p:nvPr/>
          </p:nvCxnSpPr>
          <p:spPr>
            <a:xfrm>
              <a:off x="1952789" y="5120344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90" name="직선 연결선 4589">
              <a:extLst>
                <a:ext uri="{FF2B5EF4-FFF2-40B4-BE49-F238E27FC236}">
                  <a16:creationId xmlns:a16="http://schemas.microsoft.com/office/drawing/2014/main" id="{93DC29F0-9B10-4987-8F5C-48F352F5EADE}"/>
                </a:ext>
              </a:extLst>
            </p:cNvPr>
            <p:cNvCxnSpPr>
              <a:cxnSpLocks/>
              <a:stCxn id="4556" idx="4"/>
              <a:endCxn id="4556" idx="0"/>
            </p:cNvCxnSpPr>
            <p:nvPr/>
          </p:nvCxnSpPr>
          <p:spPr>
            <a:xfrm flipV="1">
              <a:off x="2048543" y="5024590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91" name="직선 연결선 4590">
              <a:extLst>
                <a:ext uri="{FF2B5EF4-FFF2-40B4-BE49-F238E27FC236}">
                  <a16:creationId xmlns:a16="http://schemas.microsoft.com/office/drawing/2014/main" id="{42900358-031E-42AD-B318-8302A26B2DE0}"/>
                </a:ext>
              </a:extLst>
            </p:cNvPr>
            <p:cNvCxnSpPr>
              <a:cxnSpLocks/>
              <a:stCxn id="4557" idx="2"/>
              <a:endCxn id="4557" idx="6"/>
            </p:cNvCxnSpPr>
            <p:nvPr/>
          </p:nvCxnSpPr>
          <p:spPr>
            <a:xfrm>
              <a:off x="2226481" y="5120344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92" name="직선 연결선 4591">
              <a:extLst>
                <a:ext uri="{FF2B5EF4-FFF2-40B4-BE49-F238E27FC236}">
                  <a16:creationId xmlns:a16="http://schemas.microsoft.com/office/drawing/2014/main" id="{930C604E-65CF-4BF8-8DC5-C54424522A3F}"/>
                </a:ext>
              </a:extLst>
            </p:cNvPr>
            <p:cNvCxnSpPr>
              <a:cxnSpLocks/>
              <a:stCxn id="4557" idx="4"/>
              <a:endCxn id="4557" idx="0"/>
            </p:cNvCxnSpPr>
            <p:nvPr/>
          </p:nvCxnSpPr>
          <p:spPr>
            <a:xfrm flipV="1">
              <a:off x="2322235" y="5024590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93" name="직선 연결선 4592">
              <a:extLst>
                <a:ext uri="{FF2B5EF4-FFF2-40B4-BE49-F238E27FC236}">
                  <a16:creationId xmlns:a16="http://schemas.microsoft.com/office/drawing/2014/main" id="{840A00F8-45BF-4E17-B941-D84693E995A8}"/>
                </a:ext>
              </a:extLst>
            </p:cNvPr>
            <p:cNvCxnSpPr>
              <a:cxnSpLocks/>
              <a:stCxn id="4558" idx="2"/>
              <a:endCxn id="4558" idx="6"/>
            </p:cNvCxnSpPr>
            <p:nvPr/>
          </p:nvCxnSpPr>
          <p:spPr>
            <a:xfrm>
              <a:off x="2500173" y="5120344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94" name="직선 연결선 4593">
              <a:extLst>
                <a:ext uri="{FF2B5EF4-FFF2-40B4-BE49-F238E27FC236}">
                  <a16:creationId xmlns:a16="http://schemas.microsoft.com/office/drawing/2014/main" id="{5E90880E-E938-4331-96AB-C0B3AF7F5878}"/>
                </a:ext>
              </a:extLst>
            </p:cNvPr>
            <p:cNvCxnSpPr>
              <a:cxnSpLocks/>
              <a:stCxn id="4558" idx="4"/>
              <a:endCxn id="4558" idx="0"/>
            </p:cNvCxnSpPr>
            <p:nvPr/>
          </p:nvCxnSpPr>
          <p:spPr>
            <a:xfrm flipV="1">
              <a:off x="2595927" y="5024590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95" name="직선 연결선 4594">
              <a:extLst>
                <a:ext uri="{FF2B5EF4-FFF2-40B4-BE49-F238E27FC236}">
                  <a16:creationId xmlns:a16="http://schemas.microsoft.com/office/drawing/2014/main" id="{971A56D8-6A55-4466-B8FF-1B0659D88EE1}"/>
                </a:ext>
              </a:extLst>
            </p:cNvPr>
            <p:cNvCxnSpPr>
              <a:cxnSpLocks/>
              <a:stCxn id="4559" idx="2"/>
              <a:endCxn id="4559" idx="6"/>
            </p:cNvCxnSpPr>
            <p:nvPr/>
          </p:nvCxnSpPr>
          <p:spPr>
            <a:xfrm>
              <a:off x="2773865" y="5120344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96" name="직선 연결선 4595">
              <a:extLst>
                <a:ext uri="{FF2B5EF4-FFF2-40B4-BE49-F238E27FC236}">
                  <a16:creationId xmlns:a16="http://schemas.microsoft.com/office/drawing/2014/main" id="{6C9203E3-E7E0-4417-B053-0D5ACC549B93}"/>
                </a:ext>
              </a:extLst>
            </p:cNvPr>
            <p:cNvCxnSpPr>
              <a:cxnSpLocks/>
              <a:stCxn id="4559" idx="4"/>
              <a:endCxn id="4559" idx="0"/>
            </p:cNvCxnSpPr>
            <p:nvPr/>
          </p:nvCxnSpPr>
          <p:spPr>
            <a:xfrm flipV="1">
              <a:off x="2869619" y="5024590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97" name="직선 연결선 4596">
              <a:extLst>
                <a:ext uri="{FF2B5EF4-FFF2-40B4-BE49-F238E27FC236}">
                  <a16:creationId xmlns:a16="http://schemas.microsoft.com/office/drawing/2014/main" id="{FE16072E-CA10-4594-A54E-77C0CFE07FF7}"/>
                </a:ext>
              </a:extLst>
            </p:cNvPr>
            <p:cNvCxnSpPr>
              <a:cxnSpLocks/>
              <a:stCxn id="4560" idx="2"/>
              <a:endCxn id="4560" idx="6"/>
            </p:cNvCxnSpPr>
            <p:nvPr/>
          </p:nvCxnSpPr>
          <p:spPr>
            <a:xfrm>
              <a:off x="3047557" y="5120344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98" name="직선 연결선 4597">
              <a:extLst>
                <a:ext uri="{FF2B5EF4-FFF2-40B4-BE49-F238E27FC236}">
                  <a16:creationId xmlns:a16="http://schemas.microsoft.com/office/drawing/2014/main" id="{9505DCF5-561F-44BB-963F-19F0D43F4A03}"/>
                </a:ext>
              </a:extLst>
            </p:cNvPr>
            <p:cNvCxnSpPr>
              <a:cxnSpLocks/>
              <a:stCxn id="4560" idx="4"/>
              <a:endCxn id="4560" idx="0"/>
            </p:cNvCxnSpPr>
            <p:nvPr/>
          </p:nvCxnSpPr>
          <p:spPr>
            <a:xfrm flipV="1">
              <a:off x="3143311" y="5024590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99" name="직선 연결선 4598">
              <a:extLst>
                <a:ext uri="{FF2B5EF4-FFF2-40B4-BE49-F238E27FC236}">
                  <a16:creationId xmlns:a16="http://schemas.microsoft.com/office/drawing/2014/main" id="{C796D019-3AAE-48DB-910A-3FB8BC0CF7BC}"/>
                </a:ext>
              </a:extLst>
            </p:cNvPr>
            <p:cNvCxnSpPr>
              <a:cxnSpLocks/>
              <a:stCxn id="4561" idx="2"/>
              <a:endCxn id="4561" idx="6"/>
            </p:cNvCxnSpPr>
            <p:nvPr/>
          </p:nvCxnSpPr>
          <p:spPr>
            <a:xfrm>
              <a:off x="3321249" y="5120344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00" name="직선 연결선 4599">
              <a:extLst>
                <a:ext uri="{FF2B5EF4-FFF2-40B4-BE49-F238E27FC236}">
                  <a16:creationId xmlns:a16="http://schemas.microsoft.com/office/drawing/2014/main" id="{CAD411A3-11B0-4022-A404-D597E1F4623D}"/>
                </a:ext>
              </a:extLst>
            </p:cNvPr>
            <p:cNvCxnSpPr>
              <a:cxnSpLocks/>
              <a:stCxn id="4561" idx="4"/>
              <a:endCxn id="4561" idx="0"/>
            </p:cNvCxnSpPr>
            <p:nvPr/>
          </p:nvCxnSpPr>
          <p:spPr>
            <a:xfrm flipV="1">
              <a:off x="3417003" y="5024590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01" name="직선 연결선 4600">
              <a:extLst>
                <a:ext uri="{FF2B5EF4-FFF2-40B4-BE49-F238E27FC236}">
                  <a16:creationId xmlns:a16="http://schemas.microsoft.com/office/drawing/2014/main" id="{080595F2-737D-4F06-9CE0-B1B9EE88144D}"/>
                </a:ext>
              </a:extLst>
            </p:cNvPr>
            <p:cNvCxnSpPr>
              <a:cxnSpLocks/>
              <a:stCxn id="4562" idx="2"/>
              <a:endCxn id="4562" idx="6"/>
            </p:cNvCxnSpPr>
            <p:nvPr/>
          </p:nvCxnSpPr>
          <p:spPr>
            <a:xfrm>
              <a:off x="3594941" y="5120344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02" name="직선 연결선 4601">
              <a:extLst>
                <a:ext uri="{FF2B5EF4-FFF2-40B4-BE49-F238E27FC236}">
                  <a16:creationId xmlns:a16="http://schemas.microsoft.com/office/drawing/2014/main" id="{345E109F-0CE7-41CD-AEC9-E4A7C5848466}"/>
                </a:ext>
              </a:extLst>
            </p:cNvPr>
            <p:cNvCxnSpPr>
              <a:cxnSpLocks/>
              <a:stCxn id="4562" idx="4"/>
              <a:endCxn id="4562" idx="0"/>
            </p:cNvCxnSpPr>
            <p:nvPr/>
          </p:nvCxnSpPr>
          <p:spPr>
            <a:xfrm flipV="1">
              <a:off x="3690695" y="5024590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03" name="직선 연결선 4602">
              <a:extLst>
                <a:ext uri="{FF2B5EF4-FFF2-40B4-BE49-F238E27FC236}">
                  <a16:creationId xmlns:a16="http://schemas.microsoft.com/office/drawing/2014/main" id="{CB6554CE-6816-40AB-ACA5-4D366E045AE3}"/>
                </a:ext>
              </a:extLst>
            </p:cNvPr>
            <p:cNvCxnSpPr>
              <a:cxnSpLocks/>
              <a:stCxn id="4563" idx="2"/>
              <a:endCxn id="4563" idx="6"/>
            </p:cNvCxnSpPr>
            <p:nvPr/>
          </p:nvCxnSpPr>
          <p:spPr>
            <a:xfrm>
              <a:off x="3868633" y="5120344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04" name="직선 연결선 4603">
              <a:extLst>
                <a:ext uri="{FF2B5EF4-FFF2-40B4-BE49-F238E27FC236}">
                  <a16:creationId xmlns:a16="http://schemas.microsoft.com/office/drawing/2014/main" id="{B563D826-CDD5-48CF-A7E4-91F34A90D9CC}"/>
                </a:ext>
              </a:extLst>
            </p:cNvPr>
            <p:cNvCxnSpPr>
              <a:cxnSpLocks/>
              <a:stCxn id="4563" idx="4"/>
              <a:endCxn id="4563" idx="0"/>
            </p:cNvCxnSpPr>
            <p:nvPr/>
          </p:nvCxnSpPr>
          <p:spPr>
            <a:xfrm flipV="1">
              <a:off x="3964387" y="5024590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05" name="직선 연결선 4604">
              <a:extLst>
                <a:ext uri="{FF2B5EF4-FFF2-40B4-BE49-F238E27FC236}">
                  <a16:creationId xmlns:a16="http://schemas.microsoft.com/office/drawing/2014/main" id="{65677EB5-FDD6-4D39-8D34-66D46F4099EA}"/>
                </a:ext>
              </a:extLst>
            </p:cNvPr>
            <p:cNvCxnSpPr>
              <a:cxnSpLocks/>
              <a:stCxn id="4564" idx="2"/>
              <a:endCxn id="4564" idx="6"/>
            </p:cNvCxnSpPr>
            <p:nvPr/>
          </p:nvCxnSpPr>
          <p:spPr>
            <a:xfrm>
              <a:off x="4142325" y="5120344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06" name="직선 연결선 4605">
              <a:extLst>
                <a:ext uri="{FF2B5EF4-FFF2-40B4-BE49-F238E27FC236}">
                  <a16:creationId xmlns:a16="http://schemas.microsoft.com/office/drawing/2014/main" id="{1AEFF466-D0EA-41E4-AF07-69C81FCA64B1}"/>
                </a:ext>
              </a:extLst>
            </p:cNvPr>
            <p:cNvCxnSpPr>
              <a:cxnSpLocks/>
              <a:stCxn id="4564" idx="4"/>
              <a:endCxn id="4564" idx="0"/>
            </p:cNvCxnSpPr>
            <p:nvPr/>
          </p:nvCxnSpPr>
          <p:spPr>
            <a:xfrm flipV="1">
              <a:off x="4238079" y="5024590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07" name="직선 연결선 4606">
              <a:extLst>
                <a:ext uri="{FF2B5EF4-FFF2-40B4-BE49-F238E27FC236}">
                  <a16:creationId xmlns:a16="http://schemas.microsoft.com/office/drawing/2014/main" id="{39EB6380-6243-4AC7-AF4C-3DEFC2B2B112}"/>
                </a:ext>
              </a:extLst>
            </p:cNvPr>
            <p:cNvCxnSpPr>
              <a:cxnSpLocks/>
              <a:stCxn id="4565" idx="2"/>
              <a:endCxn id="4565" idx="6"/>
            </p:cNvCxnSpPr>
            <p:nvPr/>
          </p:nvCxnSpPr>
          <p:spPr>
            <a:xfrm>
              <a:off x="4416017" y="5120344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08" name="직선 연결선 4607">
              <a:extLst>
                <a:ext uri="{FF2B5EF4-FFF2-40B4-BE49-F238E27FC236}">
                  <a16:creationId xmlns:a16="http://schemas.microsoft.com/office/drawing/2014/main" id="{8B611E88-78E8-4F8C-ACAA-40829C2CEDEA}"/>
                </a:ext>
              </a:extLst>
            </p:cNvPr>
            <p:cNvCxnSpPr>
              <a:cxnSpLocks/>
              <a:stCxn id="4565" idx="4"/>
              <a:endCxn id="4565" idx="0"/>
            </p:cNvCxnSpPr>
            <p:nvPr/>
          </p:nvCxnSpPr>
          <p:spPr>
            <a:xfrm flipV="1">
              <a:off x="4511771" y="5024590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09" name="직선 연결선 4608">
              <a:extLst>
                <a:ext uri="{FF2B5EF4-FFF2-40B4-BE49-F238E27FC236}">
                  <a16:creationId xmlns:a16="http://schemas.microsoft.com/office/drawing/2014/main" id="{6207C2FE-1E9C-4BF8-ACD7-F16FA73EA8C6}"/>
                </a:ext>
              </a:extLst>
            </p:cNvPr>
            <p:cNvCxnSpPr>
              <a:cxnSpLocks/>
              <a:stCxn id="4566" idx="2"/>
              <a:endCxn id="4566" idx="6"/>
            </p:cNvCxnSpPr>
            <p:nvPr/>
          </p:nvCxnSpPr>
          <p:spPr>
            <a:xfrm>
              <a:off x="4689709" y="5120344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10" name="직선 연결선 4609">
              <a:extLst>
                <a:ext uri="{FF2B5EF4-FFF2-40B4-BE49-F238E27FC236}">
                  <a16:creationId xmlns:a16="http://schemas.microsoft.com/office/drawing/2014/main" id="{852301E4-5DE8-4889-95D3-7EE9479D7757}"/>
                </a:ext>
              </a:extLst>
            </p:cNvPr>
            <p:cNvCxnSpPr>
              <a:cxnSpLocks/>
              <a:stCxn id="4566" idx="4"/>
              <a:endCxn id="4566" idx="0"/>
            </p:cNvCxnSpPr>
            <p:nvPr/>
          </p:nvCxnSpPr>
          <p:spPr>
            <a:xfrm flipV="1">
              <a:off x="4785463" y="5024590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11" name="직선 연결선 4610">
              <a:extLst>
                <a:ext uri="{FF2B5EF4-FFF2-40B4-BE49-F238E27FC236}">
                  <a16:creationId xmlns:a16="http://schemas.microsoft.com/office/drawing/2014/main" id="{BD3CC276-BCDF-4451-972C-A628F4011D82}"/>
                </a:ext>
              </a:extLst>
            </p:cNvPr>
            <p:cNvCxnSpPr>
              <a:cxnSpLocks/>
              <a:stCxn id="4567" idx="2"/>
              <a:endCxn id="4567" idx="6"/>
            </p:cNvCxnSpPr>
            <p:nvPr/>
          </p:nvCxnSpPr>
          <p:spPr>
            <a:xfrm>
              <a:off x="4963401" y="5120344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12" name="직선 연결선 4611">
              <a:extLst>
                <a:ext uri="{FF2B5EF4-FFF2-40B4-BE49-F238E27FC236}">
                  <a16:creationId xmlns:a16="http://schemas.microsoft.com/office/drawing/2014/main" id="{6C37DB21-D645-4E33-90B1-20A65121E770}"/>
                </a:ext>
              </a:extLst>
            </p:cNvPr>
            <p:cNvCxnSpPr>
              <a:cxnSpLocks/>
              <a:stCxn id="4567" idx="4"/>
              <a:endCxn id="4567" idx="0"/>
            </p:cNvCxnSpPr>
            <p:nvPr/>
          </p:nvCxnSpPr>
          <p:spPr>
            <a:xfrm flipV="1">
              <a:off x="5059155" y="5024590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13" name="직선 연결선 4612">
              <a:extLst>
                <a:ext uri="{FF2B5EF4-FFF2-40B4-BE49-F238E27FC236}">
                  <a16:creationId xmlns:a16="http://schemas.microsoft.com/office/drawing/2014/main" id="{15C8C2CA-31CF-46E7-B263-721A1C6774BB}"/>
                </a:ext>
              </a:extLst>
            </p:cNvPr>
            <p:cNvCxnSpPr>
              <a:cxnSpLocks/>
              <a:stCxn id="4568" idx="2"/>
              <a:endCxn id="4568" idx="6"/>
            </p:cNvCxnSpPr>
            <p:nvPr/>
          </p:nvCxnSpPr>
          <p:spPr>
            <a:xfrm>
              <a:off x="5237095" y="5120344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14" name="직선 연결선 4613">
              <a:extLst>
                <a:ext uri="{FF2B5EF4-FFF2-40B4-BE49-F238E27FC236}">
                  <a16:creationId xmlns:a16="http://schemas.microsoft.com/office/drawing/2014/main" id="{9DF88F86-377F-4827-840E-E110F0C42D52}"/>
                </a:ext>
              </a:extLst>
            </p:cNvPr>
            <p:cNvCxnSpPr>
              <a:cxnSpLocks/>
              <a:stCxn id="4568" idx="4"/>
              <a:endCxn id="4568" idx="0"/>
            </p:cNvCxnSpPr>
            <p:nvPr/>
          </p:nvCxnSpPr>
          <p:spPr>
            <a:xfrm flipV="1">
              <a:off x="5332849" y="5024590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15" name="직선 연결선 4614">
              <a:extLst>
                <a:ext uri="{FF2B5EF4-FFF2-40B4-BE49-F238E27FC236}">
                  <a16:creationId xmlns:a16="http://schemas.microsoft.com/office/drawing/2014/main" id="{24551559-FD2A-4015-AD4D-EE2C4292FE7E}"/>
                </a:ext>
              </a:extLst>
            </p:cNvPr>
            <p:cNvCxnSpPr>
              <a:cxnSpLocks/>
              <a:stCxn id="4569" idx="2"/>
              <a:endCxn id="4569" idx="6"/>
            </p:cNvCxnSpPr>
            <p:nvPr/>
          </p:nvCxnSpPr>
          <p:spPr>
            <a:xfrm>
              <a:off x="1405403" y="5354757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16" name="직선 연결선 4615">
              <a:extLst>
                <a:ext uri="{FF2B5EF4-FFF2-40B4-BE49-F238E27FC236}">
                  <a16:creationId xmlns:a16="http://schemas.microsoft.com/office/drawing/2014/main" id="{B9E5F81A-FC82-41EA-93E5-FC984C4C8897}"/>
                </a:ext>
              </a:extLst>
            </p:cNvPr>
            <p:cNvCxnSpPr>
              <a:cxnSpLocks/>
              <a:stCxn id="4569" idx="4"/>
              <a:endCxn id="4569" idx="0"/>
            </p:cNvCxnSpPr>
            <p:nvPr/>
          </p:nvCxnSpPr>
          <p:spPr>
            <a:xfrm flipV="1">
              <a:off x="1501157" y="5259003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17" name="직선 연결선 4616">
              <a:extLst>
                <a:ext uri="{FF2B5EF4-FFF2-40B4-BE49-F238E27FC236}">
                  <a16:creationId xmlns:a16="http://schemas.microsoft.com/office/drawing/2014/main" id="{3FC84AAD-CEA3-454A-9223-973A908EE298}"/>
                </a:ext>
              </a:extLst>
            </p:cNvPr>
            <p:cNvCxnSpPr>
              <a:cxnSpLocks/>
              <a:stCxn id="4570" idx="2"/>
              <a:endCxn id="4570" idx="6"/>
            </p:cNvCxnSpPr>
            <p:nvPr/>
          </p:nvCxnSpPr>
          <p:spPr>
            <a:xfrm>
              <a:off x="1679096" y="5354757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18" name="직선 연결선 4617">
              <a:extLst>
                <a:ext uri="{FF2B5EF4-FFF2-40B4-BE49-F238E27FC236}">
                  <a16:creationId xmlns:a16="http://schemas.microsoft.com/office/drawing/2014/main" id="{2C8F4E45-98E8-460B-97AF-550F7A5ADC93}"/>
                </a:ext>
              </a:extLst>
            </p:cNvPr>
            <p:cNvCxnSpPr>
              <a:cxnSpLocks/>
              <a:stCxn id="4570" idx="4"/>
              <a:endCxn id="4570" idx="0"/>
            </p:cNvCxnSpPr>
            <p:nvPr/>
          </p:nvCxnSpPr>
          <p:spPr>
            <a:xfrm flipV="1">
              <a:off x="1774850" y="5259003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19" name="직선 연결선 4618">
              <a:extLst>
                <a:ext uri="{FF2B5EF4-FFF2-40B4-BE49-F238E27FC236}">
                  <a16:creationId xmlns:a16="http://schemas.microsoft.com/office/drawing/2014/main" id="{79AC9C16-0BA2-49F5-8478-585D0EB78695}"/>
                </a:ext>
              </a:extLst>
            </p:cNvPr>
            <p:cNvCxnSpPr>
              <a:cxnSpLocks/>
              <a:stCxn id="4571" idx="2"/>
              <a:endCxn id="4571" idx="6"/>
            </p:cNvCxnSpPr>
            <p:nvPr/>
          </p:nvCxnSpPr>
          <p:spPr>
            <a:xfrm>
              <a:off x="1952789" y="5354757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20" name="직선 연결선 4619">
              <a:extLst>
                <a:ext uri="{FF2B5EF4-FFF2-40B4-BE49-F238E27FC236}">
                  <a16:creationId xmlns:a16="http://schemas.microsoft.com/office/drawing/2014/main" id="{BF98BF04-C683-4707-A32C-80AEF16CA4D6}"/>
                </a:ext>
              </a:extLst>
            </p:cNvPr>
            <p:cNvCxnSpPr>
              <a:cxnSpLocks/>
              <a:stCxn id="4571" idx="4"/>
              <a:endCxn id="4571" idx="0"/>
            </p:cNvCxnSpPr>
            <p:nvPr/>
          </p:nvCxnSpPr>
          <p:spPr>
            <a:xfrm flipV="1">
              <a:off x="2048543" y="5259003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21" name="직선 연결선 4620">
              <a:extLst>
                <a:ext uri="{FF2B5EF4-FFF2-40B4-BE49-F238E27FC236}">
                  <a16:creationId xmlns:a16="http://schemas.microsoft.com/office/drawing/2014/main" id="{12E1FBDF-0E0C-4632-9FB8-9A40E353BBF0}"/>
                </a:ext>
              </a:extLst>
            </p:cNvPr>
            <p:cNvCxnSpPr>
              <a:cxnSpLocks/>
              <a:stCxn id="4572" idx="2"/>
              <a:endCxn id="4572" idx="6"/>
            </p:cNvCxnSpPr>
            <p:nvPr/>
          </p:nvCxnSpPr>
          <p:spPr>
            <a:xfrm>
              <a:off x="2226482" y="5354757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22" name="직선 연결선 4621">
              <a:extLst>
                <a:ext uri="{FF2B5EF4-FFF2-40B4-BE49-F238E27FC236}">
                  <a16:creationId xmlns:a16="http://schemas.microsoft.com/office/drawing/2014/main" id="{6EDEAA6A-C97D-4877-8B25-C8C7F8D2CEAB}"/>
                </a:ext>
              </a:extLst>
            </p:cNvPr>
            <p:cNvCxnSpPr>
              <a:cxnSpLocks/>
              <a:stCxn id="4572" idx="4"/>
              <a:endCxn id="4572" idx="0"/>
            </p:cNvCxnSpPr>
            <p:nvPr/>
          </p:nvCxnSpPr>
          <p:spPr>
            <a:xfrm flipV="1">
              <a:off x="2322236" y="5259003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23" name="직선 연결선 4622">
              <a:extLst>
                <a:ext uri="{FF2B5EF4-FFF2-40B4-BE49-F238E27FC236}">
                  <a16:creationId xmlns:a16="http://schemas.microsoft.com/office/drawing/2014/main" id="{4A003F5F-775E-4B3C-AD31-9F66BC5B0D8F}"/>
                </a:ext>
              </a:extLst>
            </p:cNvPr>
            <p:cNvCxnSpPr>
              <a:cxnSpLocks/>
              <a:stCxn id="4573" idx="2"/>
              <a:endCxn id="4573" idx="6"/>
            </p:cNvCxnSpPr>
            <p:nvPr/>
          </p:nvCxnSpPr>
          <p:spPr>
            <a:xfrm>
              <a:off x="2500175" y="5354757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24" name="직선 연결선 4623">
              <a:extLst>
                <a:ext uri="{FF2B5EF4-FFF2-40B4-BE49-F238E27FC236}">
                  <a16:creationId xmlns:a16="http://schemas.microsoft.com/office/drawing/2014/main" id="{7C9395D0-609A-4AB8-8EFA-3FD3147D975F}"/>
                </a:ext>
              </a:extLst>
            </p:cNvPr>
            <p:cNvCxnSpPr>
              <a:cxnSpLocks/>
              <a:stCxn id="4573" idx="4"/>
              <a:endCxn id="4573" idx="0"/>
            </p:cNvCxnSpPr>
            <p:nvPr/>
          </p:nvCxnSpPr>
          <p:spPr>
            <a:xfrm flipV="1">
              <a:off x="2595929" y="5259003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25" name="직선 연결선 4624">
              <a:extLst>
                <a:ext uri="{FF2B5EF4-FFF2-40B4-BE49-F238E27FC236}">
                  <a16:creationId xmlns:a16="http://schemas.microsoft.com/office/drawing/2014/main" id="{CE09DDB7-3987-4E58-8EA6-8A31F682E7A5}"/>
                </a:ext>
              </a:extLst>
            </p:cNvPr>
            <p:cNvCxnSpPr>
              <a:cxnSpLocks/>
              <a:stCxn id="4574" idx="2"/>
              <a:endCxn id="4574" idx="6"/>
            </p:cNvCxnSpPr>
            <p:nvPr/>
          </p:nvCxnSpPr>
          <p:spPr>
            <a:xfrm>
              <a:off x="2773868" y="5354757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26" name="직선 연결선 4625">
              <a:extLst>
                <a:ext uri="{FF2B5EF4-FFF2-40B4-BE49-F238E27FC236}">
                  <a16:creationId xmlns:a16="http://schemas.microsoft.com/office/drawing/2014/main" id="{7968D0DF-3CE4-48A3-853D-81FED8937942}"/>
                </a:ext>
              </a:extLst>
            </p:cNvPr>
            <p:cNvCxnSpPr>
              <a:cxnSpLocks/>
              <a:stCxn id="4574" idx="4"/>
              <a:endCxn id="4574" idx="0"/>
            </p:cNvCxnSpPr>
            <p:nvPr/>
          </p:nvCxnSpPr>
          <p:spPr>
            <a:xfrm flipV="1">
              <a:off x="2869622" y="5259003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27" name="직선 연결선 4626">
              <a:extLst>
                <a:ext uri="{FF2B5EF4-FFF2-40B4-BE49-F238E27FC236}">
                  <a16:creationId xmlns:a16="http://schemas.microsoft.com/office/drawing/2014/main" id="{675D9B2E-83AF-4425-8A4A-E61C800BB30B}"/>
                </a:ext>
              </a:extLst>
            </p:cNvPr>
            <p:cNvCxnSpPr>
              <a:cxnSpLocks/>
              <a:stCxn id="4575" idx="2"/>
              <a:endCxn id="4575" idx="6"/>
            </p:cNvCxnSpPr>
            <p:nvPr/>
          </p:nvCxnSpPr>
          <p:spPr>
            <a:xfrm>
              <a:off x="3047561" y="5354757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28" name="직선 연결선 4627">
              <a:extLst>
                <a:ext uri="{FF2B5EF4-FFF2-40B4-BE49-F238E27FC236}">
                  <a16:creationId xmlns:a16="http://schemas.microsoft.com/office/drawing/2014/main" id="{42A438D9-E612-4091-9FA6-1A393893FD80}"/>
                </a:ext>
              </a:extLst>
            </p:cNvPr>
            <p:cNvCxnSpPr>
              <a:cxnSpLocks/>
              <a:stCxn id="4575" idx="4"/>
              <a:endCxn id="4575" idx="0"/>
            </p:cNvCxnSpPr>
            <p:nvPr/>
          </p:nvCxnSpPr>
          <p:spPr>
            <a:xfrm flipV="1">
              <a:off x="3143315" y="5259003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29" name="직선 연결선 4628">
              <a:extLst>
                <a:ext uri="{FF2B5EF4-FFF2-40B4-BE49-F238E27FC236}">
                  <a16:creationId xmlns:a16="http://schemas.microsoft.com/office/drawing/2014/main" id="{B10C25B1-26A2-4C7F-8575-9D6B74524468}"/>
                </a:ext>
              </a:extLst>
            </p:cNvPr>
            <p:cNvCxnSpPr>
              <a:cxnSpLocks/>
              <a:stCxn id="4576" idx="2"/>
              <a:endCxn id="4576" idx="6"/>
            </p:cNvCxnSpPr>
            <p:nvPr/>
          </p:nvCxnSpPr>
          <p:spPr>
            <a:xfrm>
              <a:off x="3321254" y="5354757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30" name="직선 연결선 4629">
              <a:extLst>
                <a:ext uri="{FF2B5EF4-FFF2-40B4-BE49-F238E27FC236}">
                  <a16:creationId xmlns:a16="http://schemas.microsoft.com/office/drawing/2014/main" id="{9763EF72-48F9-477B-AD25-69B5E14F00D5}"/>
                </a:ext>
              </a:extLst>
            </p:cNvPr>
            <p:cNvCxnSpPr>
              <a:cxnSpLocks/>
              <a:stCxn id="4576" idx="4"/>
              <a:endCxn id="4576" idx="0"/>
            </p:cNvCxnSpPr>
            <p:nvPr/>
          </p:nvCxnSpPr>
          <p:spPr>
            <a:xfrm flipV="1">
              <a:off x="3417008" y="5259003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31" name="직선 연결선 4630">
              <a:extLst>
                <a:ext uri="{FF2B5EF4-FFF2-40B4-BE49-F238E27FC236}">
                  <a16:creationId xmlns:a16="http://schemas.microsoft.com/office/drawing/2014/main" id="{709FD3F4-5AF4-4844-919E-C1C5B46A9E78}"/>
                </a:ext>
              </a:extLst>
            </p:cNvPr>
            <p:cNvCxnSpPr>
              <a:cxnSpLocks/>
              <a:stCxn id="4577" idx="2"/>
              <a:endCxn id="4577" idx="6"/>
            </p:cNvCxnSpPr>
            <p:nvPr/>
          </p:nvCxnSpPr>
          <p:spPr>
            <a:xfrm>
              <a:off x="3594947" y="5354757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32" name="직선 연결선 4631">
              <a:extLst>
                <a:ext uri="{FF2B5EF4-FFF2-40B4-BE49-F238E27FC236}">
                  <a16:creationId xmlns:a16="http://schemas.microsoft.com/office/drawing/2014/main" id="{B3EEA80E-5478-4467-8115-DB8A859123B3}"/>
                </a:ext>
              </a:extLst>
            </p:cNvPr>
            <p:cNvCxnSpPr>
              <a:cxnSpLocks/>
              <a:stCxn id="4577" idx="4"/>
              <a:endCxn id="4577" idx="0"/>
            </p:cNvCxnSpPr>
            <p:nvPr/>
          </p:nvCxnSpPr>
          <p:spPr>
            <a:xfrm flipV="1">
              <a:off x="3690701" y="5259003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33" name="직선 연결선 4632">
              <a:extLst>
                <a:ext uri="{FF2B5EF4-FFF2-40B4-BE49-F238E27FC236}">
                  <a16:creationId xmlns:a16="http://schemas.microsoft.com/office/drawing/2014/main" id="{668FE7FF-3CCF-4EB8-B7D7-34363B1A4676}"/>
                </a:ext>
              </a:extLst>
            </p:cNvPr>
            <p:cNvCxnSpPr>
              <a:cxnSpLocks/>
              <a:stCxn id="4578" idx="2"/>
              <a:endCxn id="4578" idx="6"/>
            </p:cNvCxnSpPr>
            <p:nvPr/>
          </p:nvCxnSpPr>
          <p:spPr>
            <a:xfrm>
              <a:off x="3868640" y="5354757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34" name="직선 연결선 4633">
              <a:extLst>
                <a:ext uri="{FF2B5EF4-FFF2-40B4-BE49-F238E27FC236}">
                  <a16:creationId xmlns:a16="http://schemas.microsoft.com/office/drawing/2014/main" id="{D8631593-625D-4849-8ECE-2A17E8533634}"/>
                </a:ext>
              </a:extLst>
            </p:cNvPr>
            <p:cNvCxnSpPr>
              <a:cxnSpLocks/>
              <a:stCxn id="4578" idx="4"/>
              <a:endCxn id="4578" idx="0"/>
            </p:cNvCxnSpPr>
            <p:nvPr/>
          </p:nvCxnSpPr>
          <p:spPr>
            <a:xfrm flipV="1">
              <a:off x="3964394" y="5259003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35" name="직선 연결선 4634">
              <a:extLst>
                <a:ext uri="{FF2B5EF4-FFF2-40B4-BE49-F238E27FC236}">
                  <a16:creationId xmlns:a16="http://schemas.microsoft.com/office/drawing/2014/main" id="{160B4120-9D23-4130-80DE-50803BB627B9}"/>
                </a:ext>
              </a:extLst>
            </p:cNvPr>
            <p:cNvCxnSpPr>
              <a:cxnSpLocks/>
              <a:stCxn id="4579" idx="2"/>
              <a:endCxn id="4579" idx="6"/>
            </p:cNvCxnSpPr>
            <p:nvPr/>
          </p:nvCxnSpPr>
          <p:spPr>
            <a:xfrm>
              <a:off x="4142333" y="5354757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36" name="직선 연결선 4635">
              <a:extLst>
                <a:ext uri="{FF2B5EF4-FFF2-40B4-BE49-F238E27FC236}">
                  <a16:creationId xmlns:a16="http://schemas.microsoft.com/office/drawing/2014/main" id="{FAF51759-DDAB-407F-AE47-6D25EDAAA80C}"/>
                </a:ext>
              </a:extLst>
            </p:cNvPr>
            <p:cNvCxnSpPr>
              <a:cxnSpLocks/>
              <a:stCxn id="4579" idx="4"/>
              <a:endCxn id="4579" idx="0"/>
            </p:cNvCxnSpPr>
            <p:nvPr/>
          </p:nvCxnSpPr>
          <p:spPr>
            <a:xfrm flipV="1">
              <a:off x="4238087" y="5259003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37" name="직선 연결선 4636">
              <a:extLst>
                <a:ext uri="{FF2B5EF4-FFF2-40B4-BE49-F238E27FC236}">
                  <a16:creationId xmlns:a16="http://schemas.microsoft.com/office/drawing/2014/main" id="{18BE53C5-C8B2-4D27-85B6-643CCC69336B}"/>
                </a:ext>
              </a:extLst>
            </p:cNvPr>
            <p:cNvCxnSpPr>
              <a:cxnSpLocks/>
              <a:stCxn id="4580" idx="2"/>
              <a:endCxn id="4580" idx="6"/>
            </p:cNvCxnSpPr>
            <p:nvPr/>
          </p:nvCxnSpPr>
          <p:spPr>
            <a:xfrm>
              <a:off x="4416026" y="5354757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38" name="직선 연결선 4637">
              <a:extLst>
                <a:ext uri="{FF2B5EF4-FFF2-40B4-BE49-F238E27FC236}">
                  <a16:creationId xmlns:a16="http://schemas.microsoft.com/office/drawing/2014/main" id="{45032E54-7AF4-4206-9C55-2EEAB98FFAC7}"/>
                </a:ext>
              </a:extLst>
            </p:cNvPr>
            <p:cNvCxnSpPr>
              <a:cxnSpLocks/>
              <a:stCxn id="4580" idx="4"/>
              <a:endCxn id="4580" idx="0"/>
            </p:cNvCxnSpPr>
            <p:nvPr/>
          </p:nvCxnSpPr>
          <p:spPr>
            <a:xfrm flipV="1">
              <a:off x="4511780" y="5259003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39" name="직선 연결선 4638">
              <a:extLst>
                <a:ext uri="{FF2B5EF4-FFF2-40B4-BE49-F238E27FC236}">
                  <a16:creationId xmlns:a16="http://schemas.microsoft.com/office/drawing/2014/main" id="{4ADEF5F8-98DC-475C-9205-F5FD7F49C781}"/>
                </a:ext>
              </a:extLst>
            </p:cNvPr>
            <p:cNvCxnSpPr>
              <a:cxnSpLocks/>
              <a:stCxn id="4581" idx="2"/>
              <a:endCxn id="4581" idx="6"/>
            </p:cNvCxnSpPr>
            <p:nvPr/>
          </p:nvCxnSpPr>
          <p:spPr>
            <a:xfrm>
              <a:off x="4689719" y="5354757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40" name="직선 연결선 4639">
              <a:extLst>
                <a:ext uri="{FF2B5EF4-FFF2-40B4-BE49-F238E27FC236}">
                  <a16:creationId xmlns:a16="http://schemas.microsoft.com/office/drawing/2014/main" id="{4407442E-919A-4EEA-8CCE-A0348DF27F3F}"/>
                </a:ext>
              </a:extLst>
            </p:cNvPr>
            <p:cNvCxnSpPr>
              <a:cxnSpLocks/>
              <a:stCxn id="4581" idx="4"/>
              <a:endCxn id="4581" idx="0"/>
            </p:cNvCxnSpPr>
            <p:nvPr/>
          </p:nvCxnSpPr>
          <p:spPr>
            <a:xfrm flipV="1">
              <a:off x="4785473" y="5259003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41" name="직선 연결선 4640">
              <a:extLst>
                <a:ext uri="{FF2B5EF4-FFF2-40B4-BE49-F238E27FC236}">
                  <a16:creationId xmlns:a16="http://schemas.microsoft.com/office/drawing/2014/main" id="{60AA8910-8738-432E-8B7B-001E679AF77E}"/>
                </a:ext>
              </a:extLst>
            </p:cNvPr>
            <p:cNvCxnSpPr>
              <a:cxnSpLocks/>
              <a:stCxn id="4582" idx="2"/>
              <a:endCxn id="4582" idx="6"/>
            </p:cNvCxnSpPr>
            <p:nvPr/>
          </p:nvCxnSpPr>
          <p:spPr>
            <a:xfrm>
              <a:off x="4963412" y="5354757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42" name="직선 연결선 4641">
              <a:extLst>
                <a:ext uri="{FF2B5EF4-FFF2-40B4-BE49-F238E27FC236}">
                  <a16:creationId xmlns:a16="http://schemas.microsoft.com/office/drawing/2014/main" id="{8FCF2917-D3CD-4AD0-8961-D06E8970085B}"/>
                </a:ext>
              </a:extLst>
            </p:cNvPr>
            <p:cNvCxnSpPr>
              <a:cxnSpLocks/>
              <a:stCxn id="4582" idx="4"/>
              <a:endCxn id="4582" idx="0"/>
            </p:cNvCxnSpPr>
            <p:nvPr/>
          </p:nvCxnSpPr>
          <p:spPr>
            <a:xfrm flipV="1">
              <a:off x="5059166" y="5259003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43" name="직선 연결선 4642">
              <a:extLst>
                <a:ext uri="{FF2B5EF4-FFF2-40B4-BE49-F238E27FC236}">
                  <a16:creationId xmlns:a16="http://schemas.microsoft.com/office/drawing/2014/main" id="{4DD29317-74BD-4AA0-9DBB-114FCFBC17D2}"/>
                </a:ext>
              </a:extLst>
            </p:cNvPr>
            <p:cNvCxnSpPr>
              <a:cxnSpLocks/>
              <a:stCxn id="4583" idx="2"/>
              <a:endCxn id="4583" idx="6"/>
            </p:cNvCxnSpPr>
            <p:nvPr/>
          </p:nvCxnSpPr>
          <p:spPr>
            <a:xfrm>
              <a:off x="5237105" y="5354757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44" name="직선 연결선 4643">
              <a:extLst>
                <a:ext uri="{FF2B5EF4-FFF2-40B4-BE49-F238E27FC236}">
                  <a16:creationId xmlns:a16="http://schemas.microsoft.com/office/drawing/2014/main" id="{9E484E8B-5BF6-41BD-911C-24C98AB5E153}"/>
                </a:ext>
              </a:extLst>
            </p:cNvPr>
            <p:cNvCxnSpPr>
              <a:cxnSpLocks/>
              <a:stCxn id="4583" idx="4"/>
              <a:endCxn id="4583" idx="0"/>
            </p:cNvCxnSpPr>
            <p:nvPr/>
          </p:nvCxnSpPr>
          <p:spPr>
            <a:xfrm flipV="1">
              <a:off x="5332859" y="5259003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45" name="직선 연결선 4644">
              <a:extLst>
                <a:ext uri="{FF2B5EF4-FFF2-40B4-BE49-F238E27FC236}">
                  <a16:creationId xmlns:a16="http://schemas.microsoft.com/office/drawing/2014/main" id="{CB98F6CB-54E3-47BA-B111-87A9C7CDE709}"/>
                </a:ext>
              </a:extLst>
            </p:cNvPr>
            <p:cNvCxnSpPr>
              <a:cxnSpLocks/>
              <a:stCxn id="4584" idx="2"/>
              <a:endCxn id="4584" idx="6"/>
            </p:cNvCxnSpPr>
            <p:nvPr/>
          </p:nvCxnSpPr>
          <p:spPr>
            <a:xfrm>
              <a:off x="5510793" y="5354757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46" name="직선 연결선 4645">
              <a:extLst>
                <a:ext uri="{FF2B5EF4-FFF2-40B4-BE49-F238E27FC236}">
                  <a16:creationId xmlns:a16="http://schemas.microsoft.com/office/drawing/2014/main" id="{9330EA62-137C-4337-B690-17A2644D1284}"/>
                </a:ext>
              </a:extLst>
            </p:cNvPr>
            <p:cNvCxnSpPr>
              <a:cxnSpLocks/>
              <a:stCxn id="4584" idx="4"/>
              <a:endCxn id="4584" idx="0"/>
            </p:cNvCxnSpPr>
            <p:nvPr/>
          </p:nvCxnSpPr>
          <p:spPr>
            <a:xfrm flipV="1">
              <a:off x="5606547" y="5259003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47" name="TextBox 4646">
              <a:extLst>
                <a:ext uri="{FF2B5EF4-FFF2-40B4-BE49-F238E27FC236}">
                  <a16:creationId xmlns:a16="http://schemas.microsoft.com/office/drawing/2014/main" id="{EC35851A-9A56-4B18-BAD6-E062B9E411FB}"/>
                </a:ext>
              </a:extLst>
            </p:cNvPr>
            <p:cNvSpPr txBox="1"/>
            <p:nvPr/>
          </p:nvSpPr>
          <p:spPr>
            <a:xfrm>
              <a:off x="230188" y="5523332"/>
              <a:ext cx="564338" cy="1306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4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September</a:t>
              </a:r>
              <a:endParaRPr lang="ko-KR" altLang="en-US" sz="84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4648" name="타원 4647">
              <a:extLst>
                <a:ext uri="{FF2B5EF4-FFF2-40B4-BE49-F238E27FC236}">
                  <a16:creationId xmlns:a16="http://schemas.microsoft.com/office/drawing/2014/main" id="{34ACC8D6-2A35-4A34-8045-CBBB3F0D887E}"/>
                </a:ext>
              </a:extLst>
            </p:cNvPr>
            <p:cNvSpPr/>
            <p:nvPr/>
          </p:nvSpPr>
          <p:spPr>
            <a:xfrm>
              <a:off x="1405405" y="5523332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649" name="타원 4648">
              <a:extLst>
                <a:ext uri="{FF2B5EF4-FFF2-40B4-BE49-F238E27FC236}">
                  <a16:creationId xmlns:a16="http://schemas.microsoft.com/office/drawing/2014/main" id="{CBA15394-7B84-400B-9A1B-4A13127E7B8C}"/>
                </a:ext>
              </a:extLst>
            </p:cNvPr>
            <p:cNvSpPr/>
            <p:nvPr/>
          </p:nvSpPr>
          <p:spPr>
            <a:xfrm>
              <a:off x="1679097" y="5523332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650" name="타원 4649">
              <a:extLst>
                <a:ext uri="{FF2B5EF4-FFF2-40B4-BE49-F238E27FC236}">
                  <a16:creationId xmlns:a16="http://schemas.microsoft.com/office/drawing/2014/main" id="{B24682D1-5A63-48BA-95A9-CC1C15DB6535}"/>
                </a:ext>
              </a:extLst>
            </p:cNvPr>
            <p:cNvSpPr/>
            <p:nvPr/>
          </p:nvSpPr>
          <p:spPr>
            <a:xfrm>
              <a:off x="1952789" y="5523332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651" name="타원 4650">
              <a:extLst>
                <a:ext uri="{FF2B5EF4-FFF2-40B4-BE49-F238E27FC236}">
                  <a16:creationId xmlns:a16="http://schemas.microsoft.com/office/drawing/2014/main" id="{303025F3-A56C-414E-A6E5-4D958E2A60DC}"/>
                </a:ext>
              </a:extLst>
            </p:cNvPr>
            <p:cNvSpPr/>
            <p:nvPr/>
          </p:nvSpPr>
          <p:spPr>
            <a:xfrm>
              <a:off x="2226481" y="5523332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4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652" name="타원 4651">
              <a:extLst>
                <a:ext uri="{FF2B5EF4-FFF2-40B4-BE49-F238E27FC236}">
                  <a16:creationId xmlns:a16="http://schemas.microsoft.com/office/drawing/2014/main" id="{E10E780E-FF3E-4EF4-A742-EE3CDC016DE8}"/>
                </a:ext>
              </a:extLst>
            </p:cNvPr>
            <p:cNvSpPr/>
            <p:nvPr/>
          </p:nvSpPr>
          <p:spPr>
            <a:xfrm>
              <a:off x="2500173" y="5523332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5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653" name="타원 4652">
              <a:extLst>
                <a:ext uri="{FF2B5EF4-FFF2-40B4-BE49-F238E27FC236}">
                  <a16:creationId xmlns:a16="http://schemas.microsoft.com/office/drawing/2014/main" id="{FCCE1069-5D05-4140-938F-58D9FD40D7B1}"/>
                </a:ext>
              </a:extLst>
            </p:cNvPr>
            <p:cNvSpPr/>
            <p:nvPr/>
          </p:nvSpPr>
          <p:spPr>
            <a:xfrm>
              <a:off x="2773865" y="5523332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6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654" name="타원 4653">
              <a:extLst>
                <a:ext uri="{FF2B5EF4-FFF2-40B4-BE49-F238E27FC236}">
                  <a16:creationId xmlns:a16="http://schemas.microsoft.com/office/drawing/2014/main" id="{35B570B7-7AE4-456A-BE52-5B2BB633D49A}"/>
                </a:ext>
              </a:extLst>
            </p:cNvPr>
            <p:cNvSpPr/>
            <p:nvPr/>
          </p:nvSpPr>
          <p:spPr>
            <a:xfrm>
              <a:off x="3047557" y="5523332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7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655" name="타원 4654">
              <a:extLst>
                <a:ext uri="{FF2B5EF4-FFF2-40B4-BE49-F238E27FC236}">
                  <a16:creationId xmlns:a16="http://schemas.microsoft.com/office/drawing/2014/main" id="{4349F87E-5C5D-44B6-86EC-422B8913B361}"/>
                </a:ext>
              </a:extLst>
            </p:cNvPr>
            <p:cNvSpPr/>
            <p:nvPr/>
          </p:nvSpPr>
          <p:spPr>
            <a:xfrm>
              <a:off x="3321249" y="5523332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8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656" name="타원 4655">
              <a:extLst>
                <a:ext uri="{FF2B5EF4-FFF2-40B4-BE49-F238E27FC236}">
                  <a16:creationId xmlns:a16="http://schemas.microsoft.com/office/drawing/2014/main" id="{CA293187-C7DA-4418-973C-87C6383F3A8A}"/>
                </a:ext>
              </a:extLst>
            </p:cNvPr>
            <p:cNvSpPr/>
            <p:nvPr/>
          </p:nvSpPr>
          <p:spPr>
            <a:xfrm>
              <a:off x="3594941" y="5523332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9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657" name="타원 4656">
              <a:extLst>
                <a:ext uri="{FF2B5EF4-FFF2-40B4-BE49-F238E27FC236}">
                  <a16:creationId xmlns:a16="http://schemas.microsoft.com/office/drawing/2014/main" id="{F1705164-7780-47BE-8013-1DAEB6168834}"/>
                </a:ext>
              </a:extLst>
            </p:cNvPr>
            <p:cNvSpPr/>
            <p:nvPr/>
          </p:nvSpPr>
          <p:spPr>
            <a:xfrm>
              <a:off x="3868633" y="5523332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10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658" name="타원 4657">
              <a:extLst>
                <a:ext uri="{FF2B5EF4-FFF2-40B4-BE49-F238E27FC236}">
                  <a16:creationId xmlns:a16="http://schemas.microsoft.com/office/drawing/2014/main" id="{CA1F7839-B8CA-46D7-A965-C72AF78506B4}"/>
                </a:ext>
              </a:extLst>
            </p:cNvPr>
            <p:cNvSpPr/>
            <p:nvPr/>
          </p:nvSpPr>
          <p:spPr>
            <a:xfrm>
              <a:off x="4142325" y="5523332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11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659" name="타원 4658">
              <a:extLst>
                <a:ext uri="{FF2B5EF4-FFF2-40B4-BE49-F238E27FC236}">
                  <a16:creationId xmlns:a16="http://schemas.microsoft.com/office/drawing/2014/main" id="{B2C9BE11-3649-4111-864C-A4B51B48AD16}"/>
                </a:ext>
              </a:extLst>
            </p:cNvPr>
            <p:cNvSpPr/>
            <p:nvPr/>
          </p:nvSpPr>
          <p:spPr>
            <a:xfrm>
              <a:off x="4416017" y="5523332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12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660" name="타원 4659">
              <a:extLst>
                <a:ext uri="{FF2B5EF4-FFF2-40B4-BE49-F238E27FC236}">
                  <a16:creationId xmlns:a16="http://schemas.microsoft.com/office/drawing/2014/main" id="{852829D8-BF48-44A4-898D-9303EB45ECC9}"/>
                </a:ext>
              </a:extLst>
            </p:cNvPr>
            <p:cNvSpPr/>
            <p:nvPr/>
          </p:nvSpPr>
          <p:spPr>
            <a:xfrm>
              <a:off x="4689709" y="5523332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13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661" name="타원 4660">
              <a:extLst>
                <a:ext uri="{FF2B5EF4-FFF2-40B4-BE49-F238E27FC236}">
                  <a16:creationId xmlns:a16="http://schemas.microsoft.com/office/drawing/2014/main" id="{16F652FE-DEF5-4BB4-9164-460014E1723C}"/>
                </a:ext>
              </a:extLst>
            </p:cNvPr>
            <p:cNvSpPr/>
            <p:nvPr/>
          </p:nvSpPr>
          <p:spPr>
            <a:xfrm>
              <a:off x="4963401" y="5523332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14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662" name="타원 4661">
              <a:extLst>
                <a:ext uri="{FF2B5EF4-FFF2-40B4-BE49-F238E27FC236}">
                  <a16:creationId xmlns:a16="http://schemas.microsoft.com/office/drawing/2014/main" id="{2BB918E9-06C5-44D7-B22F-89AF547AA2D3}"/>
                </a:ext>
              </a:extLst>
            </p:cNvPr>
            <p:cNvSpPr/>
            <p:nvPr/>
          </p:nvSpPr>
          <p:spPr>
            <a:xfrm>
              <a:off x="5237095" y="5523332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15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663" name="타원 4662">
              <a:extLst>
                <a:ext uri="{FF2B5EF4-FFF2-40B4-BE49-F238E27FC236}">
                  <a16:creationId xmlns:a16="http://schemas.microsoft.com/office/drawing/2014/main" id="{6C2F5EC8-BCDE-4D35-8616-85EDAA754F67}"/>
                </a:ext>
              </a:extLst>
            </p:cNvPr>
            <p:cNvSpPr/>
            <p:nvPr/>
          </p:nvSpPr>
          <p:spPr>
            <a:xfrm>
              <a:off x="1405403" y="5757745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16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664" name="타원 4663">
              <a:extLst>
                <a:ext uri="{FF2B5EF4-FFF2-40B4-BE49-F238E27FC236}">
                  <a16:creationId xmlns:a16="http://schemas.microsoft.com/office/drawing/2014/main" id="{D7E2F99C-6E75-44A6-99D0-FDB4317C67C3}"/>
                </a:ext>
              </a:extLst>
            </p:cNvPr>
            <p:cNvSpPr/>
            <p:nvPr/>
          </p:nvSpPr>
          <p:spPr>
            <a:xfrm>
              <a:off x="1679096" y="5757745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17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665" name="타원 4664">
              <a:extLst>
                <a:ext uri="{FF2B5EF4-FFF2-40B4-BE49-F238E27FC236}">
                  <a16:creationId xmlns:a16="http://schemas.microsoft.com/office/drawing/2014/main" id="{877787B9-C328-4835-AC6B-3038A5E34A5E}"/>
                </a:ext>
              </a:extLst>
            </p:cNvPr>
            <p:cNvSpPr/>
            <p:nvPr/>
          </p:nvSpPr>
          <p:spPr>
            <a:xfrm>
              <a:off x="1952789" y="5757745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18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666" name="타원 4665">
              <a:extLst>
                <a:ext uri="{FF2B5EF4-FFF2-40B4-BE49-F238E27FC236}">
                  <a16:creationId xmlns:a16="http://schemas.microsoft.com/office/drawing/2014/main" id="{74B73D8C-AC14-40B4-B792-40E8ECD6C2EA}"/>
                </a:ext>
              </a:extLst>
            </p:cNvPr>
            <p:cNvSpPr/>
            <p:nvPr/>
          </p:nvSpPr>
          <p:spPr>
            <a:xfrm>
              <a:off x="2226482" y="5757745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19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667" name="타원 4666">
              <a:extLst>
                <a:ext uri="{FF2B5EF4-FFF2-40B4-BE49-F238E27FC236}">
                  <a16:creationId xmlns:a16="http://schemas.microsoft.com/office/drawing/2014/main" id="{389468B5-E9D6-4FB0-BFA4-BBE71B1A250F}"/>
                </a:ext>
              </a:extLst>
            </p:cNvPr>
            <p:cNvSpPr/>
            <p:nvPr/>
          </p:nvSpPr>
          <p:spPr>
            <a:xfrm>
              <a:off x="2500175" y="5757745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20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668" name="타원 4667">
              <a:extLst>
                <a:ext uri="{FF2B5EF4-FFF2-40B4-BE49-F238E27FC236}">
                  <a16:creationId xmlns:a16="http://schemas.microsoft.com/office/drawing/2014/main" id="{087633E1-FF9F-4501-8F21-A8FB04FAE003}"/>
                </a:ext>
              </a:extLst>
            </p:cNvPr>
            <p:cNvSpPr/>
            <p:nvPr/>
          </p:nvSpPr>
          <p:spPr>
            <a:xfrm>
              <a:off x="2773868" y="5757745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21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669" name="타원 4668">
              <a:extLst>
                <a:ext uri="{FF2B5EF4-FFF2-40B4-BE49-F238E27FC236}">
                  <a16:creationId xmlns:a16="http://schemas.microsoft.com/office/drawing/2014/main" id="{6D4294B3-37F6-4872-BB53-D2C921D5B326}"/>
                </a:ext>
              </a:extLst>
            </p:cNvPr>
            <p:cNvSpPr/>
            <p:nvPr/>
          </p:nvSpPr>
          <p:spPr>
            <a:xfrm>
              <a:off x="3047561" y="5757745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22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670" name="타원 4669">
              <a:extLst>
                <a:ext uri="{FF2B5EF4-FFF2-40B4-BE49-F238E27FC236}">
                  <a16:creationId xmlns:a16="http://schemas.microsoft.com/office/drawing/2014/main" id="{26A1E4DD-0631-4936-B10A-3B080C720F86}"/>
                </a:ext>
              </a:extLst>
            </p:cNvPr>
            <p:cNvSpPr/>
            <p:nvPr/>
          </p:nvSpPr>
          <p:spPr>
            <a:xfrm>
              <a:off x="3321254" y="5757745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23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671" name="타원 4670">
              <a:extLst>
                <a:ext uri="{FF2B5EF4-FFF2-40B4-BE49-F238E27FC236}">
                  <a16:creationId xmlns:a16="http://schemas.microsoft.com/office/drawing/2014/main" id="{557FDEA7-A5BA-4E56-9E09-E5EBBFA046C9}"/>
                </a:ext>
              </a:extLst>
            </p:cNvPr>
            <p:cNvSpPr/>
            <p:nvPr/>
          </p:nvSpPr>
          <p:spPr>
            <a:xfrm>
              <a:off x="3594947" y="5757745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24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672" name="타원 4671">
              <a:extLst>
                <a:ext uri="{FF2B5EF4-FFF2-40B4-BE49-F238E27FC236}">
                  <a16:creationId xmlns:a16="http://schemas.microsoft.com/office/drawing/2014/main" id="{96CA6F19-7EE4-4CA4-9788-8BDD04C622E0}"/>
                </a:ext>
              </a:extLst>
            </p:cNvPr>
            <p:cNvSpPr/>
            <p:nvPr/>
          </p:nvSpPr>
          <p:spPr>
            <a:xfrm>
              <a:off x="3868640" y="5757745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25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673" name="타원 4672">
              <a:extLst>
                <a:ext uri="{FF2B5EF4-FFF2-40B4-BE49-F238E27FC236}">
                  <a16:creationId xmlns:a16="http://schemas.microsoft.com/office/drawing/2014/main" id="{688DF6DB-60AC-49CF-854D-345C3174E5E2}"/>
                </a:ext>
              </a:extLst>
            </p:cNvPr>
            <p:cNvSpPr/>
            <p:nvPr/>
          </p:nvSpPr>
          <p:spPr>
            <a:xfrm>
              <a:off x="4142333" y="5757745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26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674" name="타원 4673">
              <a:extLst>
                <a:ext uri="{FF2B5EF4-FFF2-40B4-BE49-F238E27FC236}">
                  <a16:creationId xmlns:a16="http://schemas.microsoft.com/office/drawing/2014/main" id="{9800061C-CB83-447B-8AE1-F695091023E9}"/>
                </a:ext>
              </a:extLst>
            </p:cNvPr>
            <p:cNvSpPr/>
            <p:nvPr/>
          </p:nvSpPr>
          <p:spPr>
            <a:xfrm>
              <a:off x="4416026" y="5757745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27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675" name="타원 4674">
              <a:extLst>
                <a:ext uri="{FF2B5EF4-FFF2-40B4-BE49-F238E27FC236}">
                  <a16:creationId xmlns:a16="http://schemas.microsoft.com/office/drawing/2014/main" id="{3837683F-82D1-4E99-8C88-D67AC5AA7D26}"/>
                </a:ext>
              </a:extLst>
            </p:cNvPr>
            <p:cNvSpPr/>
            <p:nvPr/>
          </p:nvSpPr>
          <p:spPr>
            <a:xfrm>
              <a:off x="4689719" y="5757745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28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676" name="타원 4675">
              <a:extLst>
                <a:ext uri="{FF2B5EF4-FFF2-40B4-BE49-F238E27FC236}">
                  <a16:creationId xmlns:a16="http://schemas.microsoft.com/office/drawing/2014/main" id="{BB6436E9-331F-4CFF-991D-9D6FF66EAAD8}"/>
                </a:ext>
              </a:extLst>
            </p:cNvPr>
            <p:cNvSpPr/>
            <p:nvPr/>
          </p:nvSpPr>
          <p:spPr>
            <a:xfrm>
              <a:off x="4963412" y="5757745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29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677" name="타원 4676">
              <a:extLst>
                <a:ext uri="{FF2B5EF4-FFF2-40B4-BE49-F238E27FC236}">
                  <a16:creationId xmlns:a16="http://schemas.microsoft.com/office/drawing/2014/main" id="{363318ED-92C0-448A-A16F-67C2ABD300AA}"/>
                </a:ext>
              </a:extLst>
            </p:cNvPr>
            <p:cNvSpPr/>
            <p:nvPr/>
          </p:nvSpPr>
          <p:spPr>
            <a:xfrm>
              <a:off x="5237105" y="5757745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30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cxnSp>
          <p:nvCxnSpPr>
            <p:cNvPr id="4678" name="직선 연결선 4677">
              <a:extLst>
                <a:ext uri="{FF2B5EF4-FFF2-40B4-BE49-F238E27FC236}">
                  <a16:creationId xmlns:a16="http://schemas.microsoft.com/office/drawing/2014/main" id="{646A040C-2E43-491D-880C-E07EBBCED52A}"/>
                </a:ext>
              </a:extLst>
            </p:cNvPr>
            <p:cNvCxnSpPr>
              <a:cxnSpLocks/>
              <a:stCxn id="4648" idx="2"/>
              <a:endCxn id="4648" idx="6"/>
            </p:cNvCxnSpPr>
            <p:nvPr/>
          </p:nvCxnSpPr>
          <p:spPr>
            <a:xfrm>
              <a:off x="1405405" y="5619086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79" name="직선 연결선 4678">
              <a:extLst>
                <a:ext uri="{FF2B5EF4-FFF2-40B4-BE49-F238E27FC236}">
                  <a16:creationId xmlns:a16="http://schemas.microsoft.com/office/drawing/2014/main" id="{8316689C-1245-4625-8A43-C9BAEE646DFF}"/>
                </a:ext>
              </a:extLst>
            </p:cNvPr>
            <p:cNvCxnSpPr>
              <a:cxnSpLocks/>
              <a:stCxn id="4648" idx="4"/>
              <a:endCxn id="4648" idx="0"/>
            </p:cNvCxnSpPr>
            <p:nvPr/>
          </p:nvCxnSpPr>
          <p:spPr>
            <a:xfrm flipV="1">
              <a:off x="1501159" y="5523332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80" name="직선 연결선 4679">
              <a:extLst>
                <a:ext uri="{FF2B5EF4-FFF2-40B4-BE49-F238E27FC236}">
                  <a16:creationId xmlns:a16="http://schemas.microsoft.com/office/drawing/2014/main" id="{B6302EB4-DDBF-4A56-A628-660449CA1F6D}"/>
                </a:ext>
              </a:extLst>
            </p:cNvPr>
            <p:cNvCxnSpPr>
              <a:cxnSpLocks/>
              <a:stCxn id="4649" idx="2"/>
              <a:endCxn id="4649" idx="6"/>
            </p:cNvCxnSpPr>
            <p:nvPr/>
          </p:nvCxnSpPr>
          <p:spPr>
            <a:xfrm>
              <a:off x="1679097" y="5619086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81" name="직선 연결선 4680">
              <a:extLst>
                <a:ext uri="{FF2B5EF4-FFF2-40B4-BE49-F238E27FC236}">
                  <a16:creationId xmlns:a16="http://schemas.microsoft.com/office/drawing/2014/main" id="{8BF546A9-E229-4A7A-BCE3-3A8FF86487BC}"/>
                </a:ext>
              </a:extLst>
            </p:cNvPr>
            <p:cNvCxnSpPr>
              <a:cxnSpLocks/>
              <a:stCxn id="4649" idx="4"/>
              <a:endCxn id="4649" idx="0"/>
            </p:cNvCxnSpPr>
            <p:nvPr/>
          </p:nvCxnSpPr>
          <p:spPr>
            <a:xfrm flipV="1">
              <a:off x="1774851" y="5523332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82" name="직선 연결선 4681">
              <a:extLst>
                <a:ext uri="{FF2B5EF4-FFF2-40B4-BE49-F238E27FC236}">
                  <a16:creationId xmlns:a16="http://schemas.microsoft.com/office/drawing/2014/main" id="{598651DF-876E-4647-B594-B2FAA5A0AE64}"/>
                </a:ext>
              </a:extLst>
            </p:cNvPr>
            <p:cNvCxnSpPr>
              <a:cxnSpLocks/>
              <a:stCxn id="4650" idx="2"/>
              <a:endCxn id="4650" idx="6"/>
            </p:cNvCxnSpPr>
            <p:nvPr/>
          </p:nvCxnSpPr>
          <p:spPr>
            <a:xfrm>
              <a:off x="1952789" y="5619086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83" name="직선 연결선 4682">
              <a:extLst>
                <a:ext uri="{FF2B5EF4-FFF2-40B4-BE49-F238E27FC236}">
                  <a16:creationId xmlns:a16="http://schemas.microsoft.com/office/drawing/2014/main" id="{F88CD2EB-E7BF-4C29-8852-484B7B594213}"/>
                </a:ext>
              </a:extLst>
            </p:cNvPr>
            <p:cNvCxnSpPr>
              <a:cxnSpLocks/>
              <a:stCxn id="4650" idx="4"/>
              <a:endCxn id="4650" idx="0"/>
            </p:cNvCxnSpPr>
            <p:nvPr/>
          </p:nvCxnSpPr>
          <p:spPr>
            <a:xfrm flipV="1">
              <a:off x="2048543" y="5523332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84" name="직선 연결선 4683">
              <a:extLst>
                <a:ext uri="{FF2B5EF4-FFF2-40B4-BE49-F238E27FC236}">
                  <a16:creationId xmlns:a16="http://schemas.microsoft.com/office/drawing/2014/main" id="{60EEFA04-01B8-4836-9258-65DED3B58F95}"/>
                </a:ext>
              </a:extLst>
            </p:cNvPr>
            <p:cNvCxnSpPr>
              <a:cxnSpLocks/>
              <a:stCxn id="4651" idx="2"/>
              <a:endCxn id="4651" idx="6"/>
            </p:cNvCxnSpPr>
            <p:nvPr/>
          </p:nvCxnSpPr>
          <p:spPr>
            <a:xfrm>
              <a:off x="2226481" y="5619086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85" name="직선 연결선 4684">
              <a:extLst>
                <a:ext uri="{FF2B5EF4-FFF2-40B4-BE49-F238E27FC236}">
                  <a16:creationId xmlns:a16="http://schemas.microsoft.com/office/drawing/2014/main" id="{6F0B4558-1F10-434B-8859-5C021E215CC6}"/>
                </a:ext>
              </a:extLst>
            </p:cNvPr>
            <p:cNvCxnSpPr>
              <a:cxnSpLocks/>
              <a:stCxn id="4651" idx="4"/>
              <a:endCxn id="4651" idx="0"/>
            </p:cNvCxnSpPr>
            <p:nvPr/>
          </p:nvCxnSpPr>
          <p:spPr>
            <a:xfrm flipV="1">
              <a:off x="2322235" y="5523332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86" name="직선 연결선 4685">
              <a:extLst>
                <a:ext uri="{FF2B5EF4-FFF2-40B4-BE49-F238E27FC236}">
                  <a16:creationId xmlns:a16="http://schemas.microsoft.com/office/drawing/2014/main" id="{86792F39-99B6-4E56-83BA-0DE28C974A04}"/>
                </a:ext>
              </a:extLst>
            </p:cNvPr>
            <p:cNvCxnSpPr>
              <a:cxnSpLocks/>
              <a:stCxn id="4652" idx="2"/>
              <a:endCxn id="4652" idx="6"/>
            </p:cNvCxnSpPr>
            <p:nvPr/>
          </p:nvCxnSpPr>
          <p:spPr>
            <a:xfrm>
              <a:off x="2500173" y="5619086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87" name="직선 연결선 4686">
              <a:extLst>
                <a:ext uri="{FF2B5EF4-FFF2-40B4-BE49-F238E27FC236}">
                  <a16:creationId xmlns:a16="http://schemas.microsoft.com/office/drawing/2014/main" id="{90D9C738-57E9-4DF8-9B88-5B5DAF7CB0E3}"/>
                </a:ext>
              </a:extLst>
            </p:cNvPr>
            <p:cNvCxnSpPr>
              <a:cxnSpLocks/>
              <a:stCxn id="4652" idx="4"/>
              <a:endCxn id="4652" idx="0"/>
            </p:cNvCxnSpPr>
            <p:nvPr/>
          </p:nvCxnSpPr>
          <p:spPr>
            <a:xfrm flipV="1">
              <a:off x="2595927" y="5523332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88" name="직선 연결선 4687">
              <a:extLst>
                <a:ext uri="{FF2B5EF4-FFF2-40B4-BE49-F238E27FC236}">
                  <a16:creationId xmlns:a16="http://schemas.microsoft.com/office/drawing/2014/main" id="{EF7EBDF5-3A3D-4C7A-A084-63D0DD5BE954}"/>
                </a:ext>
              </a:extLst>
            </p:cNvPr>
            <p:cNvCxnSpPr>
              <a:cxnSpLocks/>
              <a:stCxn id="4653" idx="2"/>
              <a:endCxn id="4653" idx="6"/>
            </p:cNvCxnSpPr>
            <p:nvPr/>
          </p:nvCxnSpPr>
          <p:spPr>
            <a:xfrm>
              <a:off x="2773865" y="5619086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89" name="직선 연결선 4688">
              <a:extLst>
                <a:ext uri="{FF2B5EF4-FFF2-40B4-BE49-F238E27FC236}">
                  <a16:creationId xmlns:a16="http://schemas.microsoft.com/office/drawing/2014/main" id="{C7B525B9-AD6C-434B-A216-105D1583A2BB}"/>
                </a:ext>
              </a:extLst>
            </p:cNvPr>
            <p:cNvCxnSpPr>
              <a:cxnSpLocks/>
              <a:stCxn id="4653" idx="4"/>
              <a:endCxn id="4653" idx="0"/>
            </p:cNvCxnSpPr>
            <p:nvPr/>
          </p:nvCxnSpPr>
          <p:spPr>
            <a:xfrm flipV="1">
              <a:off x="2869619" y="5523332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90" name="직선 연결선 4689">
              <a:extLst>
                <a:ext uri="{FF2B5EF4-FFF2-40B4-BE49-F238E27FC236}">
                  <a16:creationId xmlns:a16="http://schemas.microsoft.com/office/drawing/2014/main" id="{8CF36C08-FD86-42E2-8398-D4CF8A044FEB}"/>
                </a:ext>
              </a:extLst>
            </p:cNvPr>
            <p:cNvCxnSpPr>
              <a:cxnSpLocks/>
              <a:stCxn id="4654" idx="2"/>
              <a:endCxn id="4654" idx="6"/>
            </p:cNvCxnSpPr>
            <p:nvPr/>
          </p:nvCxnSpPr>
          <p:spPr>
            <a:xfrm>
              <a:off x="3047557" y="5619086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91" name="직선 연결선 4690">
              <a:extLst>
                <a:ext uri="{FF2B5EF4-FFF2-40B4-BE49-F238E27FC236}">
                  <a16:creationId xmlns:a16="http://schemas.microsoft.com/office/drawing/2014/main" id="{FC8A22AB-2112-44B9-8AF6-84F38FEBFA6E}"/>
                </a:ext>
              </a:extLst>
            </p:cNvPr>
            <p:cNvCxnSpPr>
              <a:cxnSpLocks/>
              <a:stCxn id="4654" idx="4"/>
              <a:endCxn id="4654" idx="0"/>
            </p:cNvCxnSpPr>
            <p:nvPr/>
          </p:nvCxnSpPr>
          <p:spPr>
            <a:xfrm flipV="1">
              <a:off x="3143311" y="5523332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92" name="직선 연결선 4691">
              <a:extLst>
                <a:ext uri="{FF2B5EF4-FFF2-40B4-BE49-F238E27FC236}">
                  <a16:creationId xmlns:a16="http://schemas.microsoft.com/office/drawing/2014/main" id="{DC1AD1C7-0673-4655-9873-A65348E7EB7D}"/>
                </a:ext>
              </a:extLst>
            </p:cNvPr>
            <p:cNvCxnSpPr>
              <a:cxnSpLocks/>
              <a:stCxn id="4655" idx="2"/>
              <a:endCxn id="4655" idx="6"/>
            </p:cNvCxnSpPr>
            <p:nvPr/>
          </p:nvCxnSpPr>
          <p:spPr>
            <a:xfrm>
              <a:off x="3321249" y="5619086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93" name="직선 연결선 4692">
              <a:extLst>
                <a:ext uri="{FF2B5EF4-FFF2-40B4-BE49-F238E27FC236}">
                  <a16:creationId xmlns:a16="http://schemas.microsoft.com/office/drawing/2014/main" id="{DEFF95AC-BFAF-4B5F-B490-52DE29FD4C24}"/>
                </a:ext>
              </a:extLst>
            </p:cNvPr>
            <p:cNvCxnSpPr>
              <a:cxnSpLocks/>
              <a:stCxn id="4655" idx="4"/>
              <a:endCxn id="4655" idx="0"/>
            </p:cNvCxnSpPr>
            <p:nvPr/>
          </p:nvCxnSpPr>
          <p:spPr>
            <a:xfrm flipV="1">
              <a:off x="3417003" y="5523332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94" name="직선 연결선 4693">
              <a:extLst>
                <a:ext uri="{FF2B5EF4-FFF2-40B4-BE49-F238E27FC236}">
                  <a16:creationId xmlns:a16="http://schemas.microsoft.com/office/drawing/2014/main" id="{783BF1CC-FEF3-43DA-9AE0-0B4C20B16FA2}"/>
                </a:ext>
              </a:extLst>
            </p:cNvPr>
            <p:cNvCxnSpPr>
              <a:cxnSpLocks/>
              <a:stCxn id="4656" idx="2"/>
              <a:endCxn id="4656" idx="6"/>
            </p:cNvCxnSpPr>
            <p:nvPr/>
          </p:nvCxnSpPr>
          <p:spPr>
            <a:xfrm>
              <a:off x="3594941" y="5619086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95" name="직선 연결선 4694">
              <a:extLst>
                <a:ext uri="{FF2B5EF4-FFF2-40B4-BE49-F238E27FC236}">
                  <a16:creationId xmlns:a16="http://schemas.microsoft.com/office/drawing/2014/main" id="{2C1A9977-38C0-4AE6-91B2-4AF8EE8E831D}"/>
                </a:ext>
              </a:extLst>
            </p:cNvPr>
            <p:cNvCxnSpPr>
              <a:cxnSpLocks/>
              <a:stCxn id="4656" idx="4"/>
              <a:endCxn id="4656" idx="0"/>
            </p:cNvCxnSpPr>
            <p:nvPr/>
          </p:nvCxnSpPr>
          <p:spPr>
            <a:xfrm flipV="1">
              <a:off x="3690695" y="5523332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96" name="직선 연결선 4695">
              <a:extLst>
                <a:ext uri="{FF2B5EF4-FFF2-40B4-BE49-F238E27FC236}">
                  <a16:creationId xmlns:a16="http://schemas.microsoft.com/office/drawing/2014/main" id="{7D84BED5-08B2-48F9-BE1F-D4C0744CCE5E}"/>
                </a:ext>
              </a:extLst>
            </p:cNvPr>
            <p:cNvCxnSpPr>
              <a:cxnSpLocks/>
              <a:stCxn id="4657" idx="2"/>
              <a:endCxn id="4657" idx="6"/>
            </p:cNvCxnSpPr>
            <p:nvPr/>
          </p:nvCxnSpPr>
          <p:spPr>
            <a:xfrm>
              <a:off x="3868633" y="5619086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97" name="직선 연결선 4696">
              <a:extLst>
                <a:ext uri="{FF2B5EF4-FFF2-40B4-BE49-F238E27FC236}">
                  <a16:creationId xmlns:a16="http://schemas.microsoft.com/office/drawing/2014/main" id="{0ED7F563-3C69-4C45-8134-B373C05671D4}"/>
                </a:ext>
              </a:extLst>
            </p:cNvPr>
            <p:cNvCxnSpPr>
              <a:cxnSpLocks/>
              <a:stCxn id="4657" idx="4"/>
              <a:endCxn id="4657" idx="0"/>
            </p:cNvCxnSpPr>
            <p:nvPr/>
          </p:nvCxnSpPr>
          <p:spPr>
            <a:xfrm flipV="1">
              <a:off x="3964387" y="5523332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98" name="직선 연결선 4697">
              <a:extLst>
                <a:ext uri="{FF2B5EF4-FFF2-40B4-BE49-F238E27FC236}">
                  <a16:creationId xmlns:a16="http://schemas.microsoft.com/office/drawing/2014/main" id="{3A635386-B613-47DC-AEBD-661119153088}"/>
                </a:ext>
              </a:extLst>
            </p:cNvPr>
            <p:cNvCxnSpPr>
              <a:cxnSpLocks/>
              <a:stCxn id="4658" idx="2"/>
              <a:endCxn id="4658" idx="6"/>
            </p:cNvCxnSpPr>
            <p:nvPr/>
          </p:nvCxnSpPr>
          <p:spPr>
            <a:xfrm>
              <a:off x="4142325" y="5619086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99" name="직선 연결선 4698">
              <a:extLst>
                <a:ext uri="{FF2B5EF4-FFF2-40B4-BE49-F238E27FC236}">
                  <a16:creationId xmlns:a16="http://schemas.microsoft.com/office/drawing/2014/main" id="{DE276E91-E1F1-4D06-8CD0-3B2D5CD42161}"/>
                </a:ext>
              </a:extLst>
            </p:cNvPr>
            <p:cNvCxnSpPr>
              <a:cxnSpLocks/>
              <a:stCxn id="4658" idx="4"/>
              <a:endCxn id="4658" idx="0"/>
            </p:cNvCxnSpPr>
            <p:nvPr/>
          </p:nvCxnSpPr>
          <p:spPr>
            <a:xfrm flipV="1">
              <a:off x="4238079" y="5523332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00" name="직선 연결선 4699">
              <a:extLst>
                <a:ext uri="{FF2B5EF4-FFF2-40B4-BE49-F238E27FC236}">
                  <a16:creationId xmlns:a16="http://schemas.microsoft.com/office/drawing/2014/main" id="{09598E05-BBE2-404D-A074-F47E6A5949E8}"/>
                </a:ext>
              </a:extLst>
            </p:cNvPr>
            <p:cNvCxnSpPr>
              <a:cxnSpLocks/>
              <a:stCxn id="4659" idx="2"/>
              <a:endCxn id="4659" idx="6"/>
            </p:cNvCxnSpPr>
            <p:nvPr/>
          </p:nvCxnSpPr>
          <p:spPr>
            <a:xfrm>
              <a:off x="4416017" y="5619086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01" name="직선 연결선 4700">
              <a:extLst>
                <a:ext uri="{FF2B5EF4-FFF2-40B4-BE49-F238E27FC236}">
                  <a16:creationId xmlns:a16="http://schemas.microsoft.com/office/drawing/2014/main" id="{A90CAE92-A643-43D4-9195-B3FE6D187B51}"/>
                </a:ext>
              </a:extLst>
            </p:cNvPr>
            <p:cNvCxnSpPr>
              <a:cxnSpLocks/>
              <a:stCxn id="4659" idx="4"/>
              <a:endCxn id="4659" idx="0"/>
            </p:cNvCxnSpPr>
            <p:nvPr/>
          </p:nvCxnSpPr>
          <p:spPr>
            <a:xfrm flipV="1">
              <a:off x="4511771" y="5523332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02" name="직선 연결선 4701">
              <a:extLst>
                <a:ext uri="{FF2B5EF4-FFF2-40B4-BE49-F238E27FC236}">
                  <a16:creationId xmlns:a16="http://schemas.microsoft.com/office/drawing/2014/main" id="{07868B37-BB1E-49AB-AF66-49E34D493C49}"/>
                </a:ext>
              </a:extLst>
            </p:cNvPr>
            <p:cNvCxnSpPr>
              <a:cxnSpLocks/>
              <a:stCxn id="4660" idx="2"/>
              <a:endCxn id="4660" idx="6"/>
            </p:cNvCxnSpPr>
            <p:nvPr/>
          </p:nvCxnSpPr>
          <p:spPr>
            <a:xfrm>
              <a:off x="4689709" y="5619086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03" name="직선 연결선 4702">
              <a:extLst>
                <a:ext uri="{FF2B5EF4-FFF2-40B4-BE49-F238E27FC236}">
                  <a16:creationId xmlns:a16="http://schemas.microsoft.com/office/drawing/2014/main" id="{F2675766-A66E-4A06-9274-2EFECDE0B0B0}"/>
                </a:ext>
              </a:extLst>
            </p:cNvPr>
            <p:cNvCxnSpPr>
              <a:cxnSpLocks/>
              <a:stCxn id="4660" idx="4"/>
              <a:endCxn id="4660" idx="0"/>
            </p:cNvCxnSpPr>
            <p:nvPr/>
          </p:nvCxnSpPr>
          <p:spPr>
            <a:xfrm flipV="1">
              <a:off x="4785463" y="5523332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04" name="직선 연결선 4703">
              <a:extLst>
                <a:ext uri="{FF2B5EF4-FFF2-40B4-BE49-F238E27FC236}">
                  <a16:creationId xmlns:a16="http://schemas.microsoft.com/office/drawing/2014/main" id="{3771B34A-A1EB-4514-918E-F45CA53B08C8}"/>
                </a:ext>
              </a:extLst>
            </p:cNvPr>
            <p:cNvCxnSpPr>
              <a:cxnSpLocks/>
              <a:stCxn id="4661" idx="2"/>
              <a:endCxn id="4661" idx="6"/>
            </p:cNvCxnSpPr>
            <p:nvPr/>
          </p:nvCxnSpPr>
          <p:spPr>
            <a:xfrm>
              <a:off x="4963401" y="5619086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05" name="직선 연결선 4704">
              <a:extLst>
                <a:ext uri="{FF2B5EF4-FFF2-40B4-BE49-F238E27FC236}">
                  <a16:creationId xmlns:a16="http://schemas.microsoft.com/office/drawing/2014/main" id="{8F94FD6D-CE11-43AB-BB37-F90F00205856}"/>
                </a:ext>
              </a:extLst>
            </p:cNvPr>
            <p:cNvCxnSpPr>
              <a:cxnSpLocks/>
              <a:stCxn id="4661" idx="4"/>
              <a:endCxn id="4661" idx="0"/>
            </p:cNvCxnSpPr>
            <p:nvPr/>
          </p:nvCxnSpPr>
          <p:spPr>
            <a:xfrm flipV="1">
              <a:off x="5059155" y="5523332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06" name="직선 연결선 4705">
              <a:extLst>
                <a:ext uri="{FF2B5EF4-FFF2-40B4-BE49-F238E27FC236}">
                  <a16:creationId xmlns:a16="http://schemas.microsoft.com/office/drawing/2014/main" id="{1100C2B1-B81C-430B-A553-BDD9718F6D74}"/>
                </a:ext>
              </a:extLst>
            </p:cNvPr>
            <p:cNvCxnSpPr>
              <a:cxnSpLocks/>
              <a:stCxn id="4662" idx="2"/>
              <a:endCxn id="4662" idx="6"/>
            </p:cNvCxnSpPr>
            <p:nvPr/>
          </p:nvCxnSpPr>
          <p:spPr>
            <a:xfrm>
              <a:off x="5237095" y="5619086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07" name="직선 연결선 4706">
              <a:extLst>
                <a:ext uri="{FF2B5EF4-FFF2-40B4-BE49-F238E27FC236}">
                  <a16:creationId xmlns:a16="http://schemas.microsoft.com/office/drawing/2014/main" id="{C1488C1B-B681-46E1-985D-8675FD0B8282}"/>
                </a:ext>
              </a:extLst>
            </p:cNvPr>
            <p:cNvCxnSpPr>
              <a:cxnSpLocks/>
              <a:stCxn id="4662" idx="4"/>
              <a:endCxn id="4662" idx="0"/>
            </p:cNvCxnSpPr>
            <p:nvPr/>
          </p:nvCxnSpPr>
          <p:spPr>
            <a:xfrm flipV="1">
              <a:off x="5332849" y="5523332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08" name="직선 연결선 4707">
              <a:extLst>
                <a:ext uri="{FF2B5EF4-FFF2-40B4-BE49-F238E27FC236}">
                  <a16:creationId xmlns:a16="http://schemas.microsoft.com/office/drawing/2014/main" id="{53F49038-A599-46E0-B164-C4C2EDC48589}"/>
                </a:ext>
              </a:extLst>
            </p:cNvPr>
            <p:cNvCxnSpPr>
              <a:cxnSpLocks/>
              <a:stCxn id="4663" idx="2"/>
              <a:endCxn id="4663" idx="6"/>
            </p:cNvCxnSpPr>
            <p:nvPr/>
          </p:nvCxnSpPr>
          <p:spPr>
            <a:xfrm>
              <a:off x="1405403" y="5853499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09" name="직선 연결선 4708">
              <a:extLst>
                <a:ext uri="{FF2B5EF4-FFF2-40B4-BE49-F238E27FC236}">
                  <a16:creationId xmlns:a16="http://schemas.microsoft.com/office/drawing/2014/main" id="{390C4588-3BB7-44D4-AB60-AC480C23C70F}"/>
                </a:ext>
              </a:extLst>
            </p:cNvPr>
            <p:cNvCxnSpPr>
              <a:cxnSpLocks/>
              <a:stCxn id="4663" idx="4"/>
              <a:endCxn id="4663" idx="0"/>
            </p:cNvCxnSpPr>
            <p:nvPr/>
          </p:nvCxnSpPr>
          <p:spPr>
            <a:xfrm flipV="1">
              <a:off x="1501157" y="5757745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10" name="직선 연결선 4709">
              <a:extLst>
                <a:ext uri="{FF2B5EF4-FFF2-40B4-BE49-F238E27FC236}">
                  <a16:creationId xmlns:a16="http://schemas.microsoft.com/office/drawing/2014/main" id="{2707DBF0-94A2-4C65-ABD9-73D61910585A}"/>
                </a:ext>
              </a:extLst>
            </p:cNvPr>
            <p:cNvCxnSpPr>
              <a:cxnSpLocks/>
              <a:stCxn id="4664" idx="2"/>
              <a:endCxn id="4664" idx="6"/>
            </p:cNvCxnSpPr>
            <p:nvPr/>
          </p:nvCxnSpPr>
          <p:spPr>
            <a:xfrm>
              <a:off x="1679096" y="5853499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11" name="직선 연결선 4710">
              <a:extLst>
                <a:ext uri="{FF2B5EF4-FFF2-40B4-BE49-F238E27FC236}">
                  <a16:creationId xmlns:a16="http://schemas.microsoft.com/office/drawing/2014/main" id="{103FA722-2AC5-48C8-964C-E136FAFCD5EE}"/>
                </a:ext>
              </a:extLst>
            </p:cNvPr>
            <p:cNvCxnSpPr>
              <a:cxnSpLocks/>
              <a:stCxn id="4664" idx="4"/>
              <a:endCxn id="4664" idx="0"/>
            </p:cNvCxnSpPr>
            <p:nvPr/>
          </p:nvCxnSpPr>
          <p:spPr>
            <a:xfrm flipV="1">
              <a:off x="1774850" y="5757745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12" name="직선 연결선 4711">
              <a:extLst>
                <a:ext uri="{FF2B5EF4-FFF2-40B4-BE49-F238E27FC236}">
                  <a16:creationId xmlns:a16="http://schemas.microsoft.com/office/drawing/2014/main" id="{EDDBAFEA-4D54-4D27-8734-6530DF4EDB1D}"/>
                </a:ext>
              </a:extLst>
            </p:cNvPr>
            <p:cNvCxnSpPr>
              <a:cxnSpLocks/>
              <a:stCxn id="4665" idx="2"/>
              <a:endCxn id="4665" idx="6"/>
            </p:cNvCxnSpPr>
            <p:nvPr/>
          </p:nvCxnSpPr>
          <p:spPr>
            <a:xfrm>
              <a:off x="1952789" y="5853499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13" name="직선 연결선 4712">
              <a:extLst>
                <a:ext uri="{FF2B5EF4-FFF2-40B4-BE49-F238E27FC236}">
                  <a16:creationId xmlns:a16="http://schemas.microsoft.com/office/drawing/2014/main" id="{E9C8F039-9302-4170-A78D-FE195E0CD2D8}"/>
                </a:ext>
              </a:extLst>
            </p:cNvPr>
            <p:cNvCxnSpPr>
              <a:cxnSpLocks/>
              <a:stCxn id="4665" idx="4"/>
              <a:endCxn id="4665" idx="0"/>
            </p:cNvCxnSpPr>
            <p:nvPr/>
          </p:nvCxnSpPr>
          <p:spPr>
            <a:xfrm flipV="1">
              <a:off x="2048543" y="5757745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14" name="직선 연결선 4713">
              <a:extLst>
                <a:ext uri="{FF2B5EF4-FFF2-40B4-BE49-F238E27FC236}">
                  <a16:creationId xmlns:a16="http://schemas.microsoft.com/office/drawing/2014/main" id="{AA0A1FC1-7658-4271-B96C-DD837315A3BE}"/>
                </a:ext>
              </a:extLst>
            </p:cNvPr>
            <p:cNvCxnSpPr>
              <a:cxnSpLocks/>
              <a:stCxn id="4666" idx="2"/>
              <a:endCxn id="4666" idx="6"/>
            </p:cNvCxnSpPr>
            <p:nvPr/>
          </p:nvCxnSpPr>
          <p:spPr>
            <a:xfrm>
              <a:off x="2226482" y="5853499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15" name="직선 연결선 4714">
              <a:extLst>
                <a:ext uri="{FF2B5EF4-FFF2-40B4-BE49-F238E27FC236}">
                  <a16:creationId xmlns:a16="http://schemas.microsoft.com/office/drawing/2014/main" id="{C116861D-D72D-4A7D-97FE-47C990FEC1D5}"/>
                </a:ext>
              </a:extLst>
            </p:cNvPr>
            <p:cNvCxnSpPr>
              <a:cxnSpLocks/>
              <a:stCxn id="4666" idx="4"/>
              <a:endCxn id="4666" idx="0"/>
            </p:cNvCxnSpPr>
            <p:nvPr/>
          </p:nvCxnSpPr>
          <p:spPr>
            <a:xfrm flipV="1">
              <a:off x="2322236" y="5757745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16" name="직선 연결선 4715">
              <a:extLst>
                <a:ext uri="{FF2B5EF4-FFF2-40B4-BE49-F238E27FC236}">
                  <a16:creationId xmlns:a16="http://schemas.microsoft.com/office/drawing/2014/main" id="{70E4B1F7-DDCB-4DC6-A698-A694E85BC502}"/>
                </a:ext>
              </a:extLst>
            </p:cNvPr>
            <p:cNvCxnSpPr>
              <a:cxnSpLocks/>
              <a:stCxn id="4667" idx="2"/>
              <a:endCxn id="4667" idx="6"/>
            </p:cNvCxnSpPr>
            <p:nvPr/>
          </p:nvCxnSpPr>
          <p:spPr>
            <a:xfrm>
              <a:off x="2500175" y="5853499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17" name="직선 연결선 4716">
              <a:extLst>
                <a:ext uri="{FF2B5EF4-FFF2-40B4-BE49-F238E27FC236}">
                  <a16:creationId xmlns:a16="http://schemas.microsoft.com/office/drawing/2014/main" id="{A9E35671-D76E-40DF-A70F-F92F60C576A4}"/>
                </a:ext>
              </a:extLst>
            </p:cNvPr>
            <p:cNvCxnSpPr>
              <a:cxnSpLocks/>
              <a:stCxn id="4667" idx="4"/>
              <a:endCxn id="4667" idx="0"/>
            </p:cNvCxnSpPr>
            <p:nvPr/>
          </p:nvCxnSpPr>
          <p:spPr>
            <a:xfrm flipV="1">
              <a:off x="2595929" y="5757745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18" name="직선 연결선 4717">
              <a:extLst>
                <a:ext uri="{FF2B5EF4-FFF2-40B4-BE49-F238E27FC236}">
                  <a16:creationId xmlns:a16="http://schemas.microsoft.com/office/drawing/2014/main" id="{DD4D0C4E-436F-4C3D-A765-6A470DB4CC5A}"/>
                </a:ext>
              </a:extLst>
            </p:cNvPr>
            <p:cNvCxnSpPr>
              <a:cxnSpLocks/>
              <a:stCxn id="4668" idx="2"/>
              <a:endCxn id="4668" idx="6"/>
            </p:cNvCxnSpPr>
            <p:nvPr/>
          </p:nvCxnSpPr>
          <p:spPr>
            <a:xfrm>
              <a:off x="2773868" y="5853499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19" name="직선 연결선 4718">
              <a:extLst>
                <a:ext uri="{FF2B5EF4-FFF2-40B4-BE49-F238E27FC236}">
                  <a16:creationId xmlns:a16="http://schemas.microsoft.com/office/drawing/2014/main" id="{FE63CD91-F45E-43AD-BC15-A1381A2A15C7}"/>
                </a:ext>
              </a:extLst>
            </p:cNvPr>
            <p:cNvCxnSpPr>
              <a:cxnSpLocks/>
              <a:stCxn id="4668" idx="4"/>
              <a:endCxn id="4668" idx="0"/>
            </p:cNvCxnSpPr>
            <p:nvPr/>
          </p:nvCxnSpPr>
          <p:spPr>
            <a:xfrm flipV="1">
              <a:off x="2869622" y="5757745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20" name="직선 연결선 4719">
              <a:extLst>
                <a:ext uri="{FF2B5EF4-FFF2-40B4-BE49-F238E27FC236}">
                  <a16:creationId xmlns:a16="http://schemas.microsoft.com/office/drawing/2014/main" id="{A8090FB1-1487-440A-868F-EB8058483B99}"/>
                </a:ext>
              </a:extLst>
            </p:cNvPr>
            <p:cNvCxnSpPr>
              <a:cxnSpLocks/>
              <a:stCxn id="4669" idx="2"/>
              <a:endCxn id="4669" idx="6"/>
            </p:cNvCxnSpPr>
            <p:nvPr/>
          </p:nvCxnSpPr>
          <p:spPr>
            <a:xfrm>
              <a:off x="3047561" y="5853499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21" name="직선 연결선 4720">
              <a:extLst>
                <a:ext uri="{FF2B5EF4-FFF2-40B4-BE49-F238E27FC236}">
                  <a16:creationId xmlns:a16="http://schemas.microsoft.com/office/drawing/2014/main" id="{6010A7EC-DF58-4CDA-A2DC-C7EB2ED63F68}"/>
                </a:ext>
              </a:extLst>
            </p:cNvPr>
            <p:cNvCxnSpPr>
              <a:cxnSpLocks/>
              <a:stCxn id="4669" idx="4"/>
              <a:endCxn id="4669" idx="0"/>
            </p:cNvCxnSpPr>
            <p:nvPr/>
          </p:nvCxnSpPr>
          <p:spPr>
            <a:xfrm flipV="1">
              <a:off x="3143315" y="5757745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22" name="직선 연결선 4721">
              <a:extLst>
                <a:ext uri="{FF2B5EF4-FFF2-40B4-BE49-F238E27FC236}">
                  <a16:creationId xmlns:a16="http://schemas.microsoft.com/office/drawing/2014/main" id="{289D533B-1EFF-4241-A2E2-2EE63268558A}"/>
                </a:ext>
              </a:extLst>
            </p:cNvPr>
            <p:cNvCxnSpPr>
              <a:cxnSpLocks/>
              <a:stCxn id="4670" idx="2"/>
              <a:endCxn id="4670" idx="6"/>
            </p:cNvCxnSpPr>
            <p:nvPr/>
          </p:nvCxnSpPr>
          <p:spPr>
            <a:xfrm>
              <a:off x="3321254" y="5853499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23" name="직선 연결선 4722">
              <a:extLst>
                <a:ext uri="{FF2B5EF4-FFF2-40B4-BE49-F238E27FC236}">
                  <a16:creationId xmlns:a16="http://schemas.microsoft.com/office/drawing/2014/main" id="{21FCA3AF-6961-4D4B-8564-0E946CD3A5CF}"/>
                </a:ext>
              </a:extLst>
            </p:cNvPr>
            <p:cNvCxnSpPr>
              <a:cxnSpLocks/>
              <a:stCxn id="4670" idx="4"/>
              <a:endCxn id="4670" idx="0"/>
            </p:cNvCxnSpPr>
            <p:nvPr/>
          </p:nvCxnSpPr>
          <p:spPr>
            <a:xfrm flipV="1">
              <a:off x="3417008" y="5757745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24" name="직선 연결선 4723">
              <a:extLst>
                <a:ext uri="{FF2B5EF4-FFF2-40B4-BE49-F238E27FC236}">
                  <a16:creationId xmlns:a16="http://schemas.microsoft.com/office/drawing/2014/main" id="{134E5D36-4129-40A5-94FA-97C88AB1C364}"/>
                </a:ext>
              </a:extLst>
            </p:cNvPr>
            <p:cNvCxnSpPr>
              <a:cxnSpLocks/>
              <a:stCxn id="4671" idx="2"/>
              <a:endCxn id="4671" idx="6"/>
            </p:cNvCxnSpPr>
            <p:nvPr/>
          </p:nvCxnSpPr>
          <p:spPr>
            <a:xfrm>
              <a:off x="3594947" y="5853499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25" name="직선 연결선 4724">
              <a:extLst>
                <a:ext uri="{FF2B5EF4-FFF2-40B4-BE49-F238E27FC236}">
                  <a16:creationId xmlns:a16="http://schemas.microsoft.com/office/drawing/2014/main" id="{75B3B907-CB8B-47EC-A39A-BAA9F0F7B7A2}"/>
                </a:ext>
              </a:extLst>
            </p:cNvPr>
            <p:cNvCxnSpPr>
              <a:cxnSpLocks/>
              <a:stCxn id="4671" idx="4"/>
              <a:endCxn id="4671" idx="0"/>
            </p:cNvCxnSpPr>
            <p:nvPr/>
          </p:nvCxnSpPr>
          <p:spPr>
            <a:xfrm flipV="1">
              <a:off x="3690701" y="5757745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26" name="직선 연결선 4725">
              <a:extLst>
                <a:ext uri="{FF2B5EF4-FFF2-40B4-BE49-F238E27FC236}">
                  <a16:creationId xmlns:a16="http://schemas.microsoft.com/office/drawing/2014/main" id="{9C7ABCED-58BB-49FA-9DC5-061F76568D98}"/>
                </a:ext>
              </a:extLst>
            </p:cNvPr>
            <p:cNvCxnSpPr>
              <a:cxnSpLocks/>
              <a:stCxn id="4672" idx="2"/>
              <a:endCxn id="4672" idx="6"/>
            </p:cNvCxnSpPr>
            <p:nvPr/>
          </p:nvCxnSpPr>
          <p:spPr>
            <a:xfrm>
              <a:off x="3868640" y="5853499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27" name="직선 연결선 4726">
              <a:extLst>
                <a:ext uri="{FF2B5EF4-FFF2-40B4-BE49-F238E27FC236}">
                  <a16:creationId xmlns:a16="http://schemas.microsoft.com/office/drawing/2014/main" id="{4BFD0DB1-C73C-4174-8B4C-0C4446E25799}"/>
                </a:ext>
              </a:extLst>
            </p:cNvPr>
            <p:cNvCxnSpPr>
              <a:cxnSpLocks/>
              <a:stCxn id="4672" idx="4"/>
              <a:endCxn id="4672" idx="0"/>
            </p:cNvCxnSpPr>
            <p:nvPr/>
          </p:nvCxnSpPr>
          <p:spPr>
            <a:xfrm flipV="1">
              <a:off x="3964394" y="5757745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28" name="직선 연결선 4727">
              <a:extLst>
                <a:ext uri="{FF2B5EF4-FFF2-40B4-BE49-F238E27FC236}">
                  <a16:creationId xmlns:a16="http://schemas.microsoft.com/office/drawing/2014/main" id="{177B8C34-BCEC-4EAB-B806-7B9DDA540401}"/>
                </a:ext>
              </a:extLst>
            </p:cNvPr>
            <p:cNvCxnSpPr>
              <a:cxnSpLocks/>
              <a:stCxn id="4673" idx="2"/>
              <a:endCxn id="4673" idx="6"/>
            </p:cNvCxnSpPr>
            <p:nvPr/>
          </p:nvCxnSpPr>
          <p:spPr>
            <a:xfrm>
              <a:off x="4142333" y="5853499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29" name="직선 연결선 4728">
              <a:extLst>
                <a:ext uri="{FF2B5EF4-FFF2-40B4-BE49-F238E27FC236}">
                  <a16:creationId xmlns:a16="http://schemas.microsoft.com/office/drawing/2014/main" id="{17060ED1-AC7B-4031-8330-195FCC4EACF2}"/>
                </a:ext>
              </a:extLst>
            </p:cNvPr>
            <p:cNvCxnSpPr>
              <a:cxnSpLocks/>
              <a:stCxn id="4673" idx="4"/>
              <a:endCxn id="4673" idx="0"/>
            </p:cNvCxnSpPr>
            <p:nvPr/>
          </p:nvCxnSpPr>
          <p:spPr>
            <a:xfrm flipV="1">
              <a:off x="4238087" y="5757745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30" name="직선 연결선 4729">
              <a:extLst>
                <a:ext uri="{FF2B5EF4-FFF2-40B4-BE49-F238E27FC236}">
                  <a16:creationId xmlns:a16="http://schemas.microsoft.com/office/drawing/2014/main" id="{449BD4EC-AFDD-48B1-B3B3-872F287E1BDC}"/>
                </a:ext>
              </a:extLst>
            </p:cNvPr>
            <p:cNvCxnSpPr>
              <a:cxnSpLocks/>
              <a:stCxn id="4674" idx="2"/>
              <a:endCxn id="4674" idx="6"/>
            </p:cNvCxnSpPr>
            <p:nvPr/>
          </p:nvCxnSpPr>
          <p:spPr>
            <a:xfrm>
              <a:off x="4416026" y="5853499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31" name="직선 연결선 4730">
              <a:extLst>
                <a:ext uri="{FF2B5EF4-FFF2-40B4-BE49-F238E27FC236}">
                  <a16:creationId xmlns:a16="http://schemas.microsoft.com/office/drawing/2014/main" id="{5A890627-0E3B-4253-ABCA-80B07B8E7647}"/>
                </a:ext>
              </a:extLst>
            </p:cNvPr>
            <p:cNvCxnSpPr>
              <a:cxnSpLocks/>
              <a:stCxn id="4674" idx="4"/>
              <a:endCxn id="4674" idx="0"/>
            </p:cNvCxnSpPr>
            <p:nvPr/>
          </p:nvCxnSpPr>
          <p:spPr>
            <a:xfrm flipV="1">
              <a:off x="4511780" y="5757745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32" name="직선 연결선 4731">
              <a:extLst>
                <a:ext uri="{FF2B5EF4-FFF2-40B4-BE49-F238E27FC236}">
                  <a16:creationId xmlns:a16="http://schemas.microsoft.com/office/drawing/2014/main" id="{6211B90A-5C86-4FD4-A011-42931F57AE15}"/>
                </a:ext>
              </a:extLst>
            </p:cNvPr>
            <p:cNvCxnSpPr>
              <a:cxnSpLocks/>
              <a:stCxn id="4675" idx="2"/>
              <a:endCxn id="4675" idx="6"/>
            </p:cNvCxnSpPr>
            <p:nvPr/>
          </p:nvCxnSpPr>
          <p:spPr>
            <a:xfrm>
              <a:off x="4689719" y="5853499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33" name="직선 연결선 4732">
              <a:extLst>
                <a:ext uri="{FF2B5EF4-FFF2-40B4-BE49-F238E27FC236}">
                  <a16:creationId xmlns:a16="http://schemas.microsoft.com/office/drawing/2014/main" id="{28367982-7CBF-4B34-8AAE-07A93CC4ADA2}"/>
                </a:ext>
              </a:extLst>
            </p:cNvPr>
            <p:cNvCxnSpPr>
              <a:cxnSpLocks/>
              <a:stCxn id="4675" idx="4"/>
              <a:endCxn id="4675" idx="0"/>
            </p:cNvCxnSpPr>
            <p:nvPr/>
          </p:nvCxnSpPr>
          <p:spPr>
            <a:xfrm flipV="1">
              <a:off x="4785473" y="5757745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34" name="직선 연결선 4733">
              <a:extLst>
                <a:ext uri="{FF2B5EF4-FFF2-40B4-BE49-F238E27FC236}">
                  <a16:creationId xmlns:a16="http://schemas.microsoft.com/office/drawing/2014/main" id="{2F55E982-CFD3-4B92-A9A4-223CEFBE87E2}"/>
                </a:ext>
              </a:extLst>
            </p:cNvPr>
            <p:cNvCxnSpPr>
              <a:cxnSpLocks/>
              <a:stCxn id="4676" idx="2"/>
              <a:endCxn id="4676" idx="6"/>
            </p:cNvCxnSpPr>
            <p:nvPr/>
          </p:nvCxnSpPr>
          <p:spPr>
            <a:xfrm>
              <a:off x="4963412" y="5853499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35" name="직선 연결선 4734">
              <a:extLst>
                <a:ext uri="{FF2B5EF4-FFF2-40B4-BE49-F238E27FC236}">
                  <a16:creationId xmlns:a16="http://schemas.microsoft.com/office/drawing/2014/main" id="{FB8383A2-A4C8-4722-8833-3348956C7133}"/>
                </a:ext>
              </a:extLst>
            </p:cNvPr>
            <p:cNvCxnSpPr>
              <a:cxnSpLocks/>
              <a:stCxn id="4676" idx="4"/>
              <a:endCxn id="4676" idx="0"/>
            </p:cNvCxnSpPr>
            <p:nvPr/>
          </p:nvCxnSpPr>
          <p:spPr>
            <a:xfrm flipV="1">
              <a:off x="5059166" y="5757745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36" name="직선 연결선 4735">
              <a:extLst>
                <a:ext uri="{FF2B5EF4-FFF2-40B4-BE49-F238E27FC236}">
                  <a16:creationId xmlns:a16="http://schemas.microsoft.com/office/drawing/2014/main" id="{DEBC8AD9-B85D-4241-AE85-6AC34D14FC31}"/>
                </a:ext>
              </a:extLst>
            </p:cNvPr>
            <p:cNvCxnSpPr>
              <a:cxnSpLocks/>
              <a:stCxn id="4677" idx="2"/>
              <a:endCxn id="4677" idx="6"/>
            </p:cNvCxnSpPr>
            <p:nvPr/>
          </p:nvCxnSpPr>
          <p:spPr>
            <a:xfrm>
              <a:off x="5237105" y="5853499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37" name="직선 연결선 4736">
              <a:extLst>
                <a:ext uri="{FF2B5EF4-FFF2-40B4-BE49-F238E27FC236}">
                  <a16:creationId xmlns:a16="http://schemas.microsoft.com/office/drawing/2014/main" id="{3A5AB27E-1474-4C86-BF1C-6A3995AA9DE3}"/>
                </a:ext>
              </a:extLst>
            </p:cNvPr>
            <p:cNvCxnSpPr>
              <a:cxnSpLocks/>
              <a:stCxn id="4677" idx="4"/>
              <a:endCxn id="4677" idx="0"/>
            </p:cNvCxnSpPr>
            <p:nvPr/>
          </p:nvCxnSpPr>
          <p:spPr>
            <a:xfrm flipV="1">
              <a:off x="5332859" y="5757745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38" name="TextBox 4737">
              <a:extLst>
                <a:ext uri="{FF2B5EF4-FFF2-40B4-BE49-F238E27FC236}">
                  <a16:creationId xmlns:a16="http://schemas.microsoft.com/office/drawing/2014/main" id="{2E82435F-5D29-4707-892C-76AFAC7A1F7A}"/>
                </a:ext>
              </a:extLst>
            </p:cNvPr>
            <p:cNvSpPr txBox="1"/>
            <p:nvPr/>
          </p:nvSpPr>
          <p:spPr>
            <a:xfrm>
              <a:off x="230188" y="6022074"/>
              <a:ext cx="564338" cy="1306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4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October</a:t>
              </a:r>
              <a:endParaRPr lang="ko-KR" altLang="en-US" sz="84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4739" name="타원 4738">
              <a:extLst>
                <a:ext uri="{FF2B5EF4-FFF2-40B4-BE49-F238E27FC236}">
                  <a16:creationId xmlns:a16="http://schemas.microsoft.com/office/drawing/2014/main" id="{043081D5-B803-4E1C-81A7-2765C5FC6E6A}"/>
                </a:ext>
              </a:extLst>
            </p:cNvPr>
            <p:cNvSpPr/>
            <p:nvPr/>
          </p:nvSpPr>
          <p:spPr>
            <a:xfrm>
              <a:off x="1405405" y="6022074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740" name="타원 4739">
              <a:extLst>
                <a:ext uri="{FF2B5EF4-FFF2-40B4-BE49-F238E27FC236}">
                  <a16:creationId xmlns:a16="http://schemas.microsoft.com/office/drawing/2014/main" id="{8C7019C5-2119-47F0-ABF2-6D6834452220}"/>
                </a:ext>
              </a:extLst>
            </p:cNvPr>
            <p:cNvSpPr/>
            <p:nvPr/>
          </p:nvSpPr>
          <p:spPr>
            <a:xfrm>
              <a:off x="1679097" y="6022074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741" name="타원 4740">
              <a:extLst>
                <a:ext uri="{FF2B5EF4-FFF2-40B4-BE49-F238E27FC236}">
                  <a16:creationId xmlns:a16="http://schemas.microsoft.com/office/drawing/2014/main" id="{738DC01C-F9DC-46B6-A074-9EBA7A041E2F}"/>
                </a:ext>
              </a:extLst>
            </p:cNvPr>
            <p:cNvSpPr/>
            <p:nvPr/>
          </p:nvSpPr>
          <p:spPr>
            <a:xfrm>
              <a:off x="1952789" y="6022074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742" name="타원 4741">
              <a:extLst>
                <a:ext uri="{FF2B5EF4-FFF2-40B4-BE49-F238E27FC236}">
                  <a16:creationId xmlns:a16="http://schemas.microsoft.com/office/drawing/2014/main" id="{FE9E6125-B2EE-4C40-A588-A0F897B3E725}"/>
                </a:ext>
              </a:extLst>
            </p:cNvPr>
            <p:cNvSpPr/>
            <p:nvPr/>
          </p:nvSpPr>
          <p:spPr>
            <a:xfrm>
              <a:off x="2226481" y="6022074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4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743" name="타원 4742">
              <a:extLst>
                <a:ext uri="{FF2B5EF4-FFF2-40B4-BE49-F238E27FC236}">
                  <a16:creationId xmlns:a16="http://schemas.microsoft.com/office/drawing/2014/main" id="{AA1A1C88-CA9C-4CCA-B5AA-1B0D9AC6B4BC}"/>
                </a:ext>
              </a:extLst>
            </p:cNvPr>
            <p:cNvSpPr/>
            <p:nvPr/>
          </p:nvSpPr>
          <p:spPr>
            <a:xfrm>
              <a:off x="2500173" y="6022074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5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744" name="타원 4743">
              <a:extLst>
                <a:ext uri="{FF2B5EF4-FFF2-40B4-BE49-F238E27FC236}">
                  <a16:creationId xmlns:a16="http://schemas.microsoft.com/office/drawing/2014/main" id="{0636379B-1E71-49A7-A6F3-6B251276A1A1}"/>
                </a:ext>
              </a:extLst>
            </p:cNvPr>
            <p:cNvSpPr/>
            <p:nvPr/>
          </p:nvSpPr>
          <p:spPr>
            <a:xfrm>
              <a:off x="2773865" y="6022074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6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745" name="타원 4744">
              <a:extLst>
                <a:ext uri="{FF2B5EF4-FFF2-40B4-BE49-F238E27FC236}">
                  <a16:creationId xmlns:a16="http://schemas.microsoft.com/office/drawing/2014/main" id="{7A0BC723-07F5-4041-BE1F-FBF76261EBD5}"/>
                </a:ext>
              </a:extLst>
            </p:cNvPr>
            <p:cNvSpPr/>
            <p:nvPr/>
          </p:nvSpPr>
          <p:spPr>
            <a:xfrm>
              <a:off x="3047557" y="6022074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7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746" name="타원 4745">
              <a:extLst>
                <a:ext uri="{FF2B5EF4-FFF2-40B4-BE49-F238E27FC236}">
                  <a16:creationId xmlns:a16="http://schemas.microsoft.com/office/drawing/2014/main" id="{6AD701B6-EA58-4F9F-8AB5-E6626CD2AA57}"/>
                </a:ext>
              </a:extLst>
            </p:cNvPr>
            <p:cNvSpPr/>
            <p:nvPr/>
          </p:nvSpPr>
          <p:spPr>
            <a:xfrm>
              <a:off x="3321249" y="6022074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8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747" name="타원 4746">
              <a:extLst>
                <a:ext uri="{FF2B5EF4-FFF2-40B4-BE49-F238E27FC236}">
                  <a16:creationId xmlns:a16="http://schemas.microsoft.com/office/drawing/2014/main" id="{6E75D264-1FA8-4FB4-9225-799E65C4394C}"/>
                </a:ext>
              </a:extLst>
            </p:cNvPr>
            <p:cNvSpPr/>
            <p:nvPr/>
          </p:nvSpPr>
          <p:spPr>
            <a:xfrm>
              <a:off x="3594941" y="6022074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9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748" name="타원 4747">
              <a:extLst>
                <a:ext uri="{FF2B5EF4-FFF2-40B4-BE49-F238E27FC236}">
                  <a16:creationId xmlns:a16="http://schemas.microsoft.com/office/drawing/2014/main" id="{215DAB55-CE38-445F-9A2D-8C8B58C0F6DF}"/>
                </a:ext>
              </a:extLst>
            </p:cNvPr>
            <p:cNvSpPr/>
            <p:nvPr/>
          </p:nvSpPr>
          <p:spPr>
            <a:xfrm>
              <a:off x="3868633" y="6022074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10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749" name="타원 4748">
              <a:extLst>
                <a:ext uri="{FF2B5EF4-FFF2-40B4-BE49-F238E27FC236}">
                  <a16:creationId xmlns:a16="http://schemas.microsoft.com/office/drawing/2014/main" id="{11F7C67B-A391-4053-AB24-778809433342}"/>
                </a:ext>
              </a:extLst>
            </p:cNvPr>
            <p:cNvSpPr/>
            <p:nvPr/>
          </p:nvSpPr>
          <p:spPr>
            <a:xfrm>
              <a:off x="4142325" y="6022074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11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750" name="타원 4749">
              <a:extLst>
                <a:ext uri="{FF2B5EF4-FFF2-40B4-BE49-F238E27FC236}">
                  <a16:creationId xmlns:a16="http://schemas.microsoft.com/office/drawing/2014/main" id="{66571B2F-A252-429E-9B90-012615DE84A6}"/>
                </a:ext>
              </a:extLst>
            </p:cNvPr>
            <p:cNvSpPr/>
            <p:nvPr/>
          </p:nvSpPr>
          <p:spPr>
            <a:xfrm>
              <a:off x="4416017" y="6022074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12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751" name="타원 4750">
              <a:extLst>
                <a:ext uri="{FF2B5EF4-FFF2-40B4-BE49-F238E27FC236}">
                  <a16:creationId xmlns:a16="http://schemas.microsoft.com/office/drawing/2014/main" id="{4F1AF5DD-EB1B-4059-BC44-2C361FDB884A}"/>
                </a:ext>
              </a:extLst>
            </p:cNvPr>
            <p:cNvSpPr/>
            <p:nvPr/>
          </p:nvSpPr>
          <p:spPr>
            <a:xfrm>
              <a:off x="4689709" y="6022074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13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752" name="타원 4751">
              <a:extLst>
                <a:ext uri="{FF2B5EF4-FFF2-40B4-BE49-F238E27FC236}">
                  <a16:creationId xmlns:a16="http://schemas.microsoft.com/office/drawing/2014/main" id="{032332B5-B0FA-4806-A359-56C18F74373C}"/>
                </a:ext>
              </a:extLst>
            </p:cNvPr>
            <p:cNvSpPr/>
            <p:nvPr/>
          </p:nvSpPr>
          <p:spPr>
            <a:xfrm>
              <a:off x="4963401" y="6022074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14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753" name="타원 4752">
              <a:extLst>
                <a:ext uri="{FF2B5EF4-FFF2-40B4-BE49-F238E27FC236}">
                  <a16:creationId xmlns:a16="http://schemas.microsoft.com/office/drawing/2014/main" id="{9B6B4355-052E-4626-B4B9-83B59BDA5A66}"/>
                </a:ext>
              </a:extLst>
            </p:cNvPr>
            <p:cNvSpPr/>
            <p:nvPr/>
          </p:nvSpPr>
          <p:spPr>
            <a:xfrm>
              <a:off x="5237095" y="6022074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15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754" name="타원 4753">
              <a:extLst>
                <a:ext uri="{FF2B5EF4-FFF2-40B4-BE49-F238E27FC236}">
                  <a16:creationId xmlns:a16="http://schemas.microsoft.com/office/drawing/2014/main" id="{AB6817D2-1483-4AB0-BFD8-248BF29BD8F4}"/>
                </a:ext>
              </a:extLst>
            </p:cNvPr>
            <p:cNvSpPr/>
            <p:nvPr/>
          </p:nvSpPr>
          <p:spPr>
            <a:xfrm>
              <a:off x="1405403" y="6256487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16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755" name="타원 4754">
              <a:extLst>
                <a:ext uri="{FF2B5EF4-FFF2-40B4-BE49-F238E27FC236}">
                  <a16:creationId xmlns:a16="http://schemas.microsoft.com/office/drawing/2014/main" id="{BF14D1D1-E2CA-4F37-8126-3B50508824C9}"/>
                </a:ext>
              </a:extLst>
            </p:cNvPr>
            <p:cNvSpPr/>
            <p:nvPr/>
          </p:nvSpPr>
          <p:spPr>
            <a:xfrm>
              <a:off x="1679096" y="6256487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17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756" name="타원 4755">
              <a:extLst>
                <a:ext uri="{FF2B5EF4-FFF2-40B4-BE49-F238E27FC236}">
                  <a16:creationId xmlns:a16="http://schemas.microsoft.com/office/drawing/2014/main" id="{558B731E-2BEE-47BC-8E17-16D0BFCAF536}"/>
                </a:ext>
              </a:extLst>
            </p:cNvPr>
            <p:cNvSpPr/>
            <p:nvPr/>
          </p:nvSpPr>
          <p:spPr>
            <a:xfrm>
              <a:off x="1952789" y="6256487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18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757" name="타원 4756">
              <a:extLst>
                <a:ext uri="{FF2B5EF4-FFF2-40B4-BE49-F238E27FC236}">
                  <a16:creationId xmlns:a16="http://schemas.microsoft.com/office/drawing/2014/main" id="{312D3393-0999-45AB-B18F-93DB7344EC25}"/>
                </a:ext>
              </a:extLst>
            </p:cNvPr>
            <p:cNvSpPr/>
            <p:nvPr/>
          </p:nvSpPr>
          <p:spPr>
            <a:xfrm>
              <a:off x="2226482" y="6256487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19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758" name="타원 4757">
              <a:extLst>
                <a:ext uri="{FF2B5EF4-FFF2-40B4-BE49-F238E27FC236}">
                  <a16:creationId xmlns:a16="http://schemas.microsoft.com/office/drawing/2014/main" id="{61593EF6-16FA-4FED-97C7-4B8908BA1C3A}"/>
                </a:ext>
              </a:extLst>
            </p:cNvPr>
            <p:cNvSpPr/>
            <p:nvPr/>
          </p:nvSpPr>
          <p:spPr>
            <a:xfrm>
              <a:off x="2500175" y="6256487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20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759" name="타원 4758">
              <a:extLst>
                <a:ext uri="{FF2B5EF4-FFF2-40B4-BE49-F238E27FC236}">
                  <a16:creationId xmlns:a16="http://schemas.microsoft.com/office/drawing/2014/main" id="{79D84909-C2A2-4E57-8D8B-339E81FD19E4}"/>
                </a:ext>
              </a:extLst>
            </p:cNvPr>
            <p:cNvSpPr/>
            <p:nvPr/>
          </p:nvSpPr>
          <p:spPr>
            <a:xfrm>
              <a:off x="2773868" y="6256487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21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760" name="타원 4759">
              <a:extLst>
                <a:ext uri="{FF2B5EF4-FFF2-40B4-BE49-F238E27FC236}">
                  <a16:creationId xmlns:a16="http://schemas.microsoft.com/office/drawing/2014/main" id="{A40468C0-017B-44EC-BE64-CC7B7B8A9669}"/>
                </a:ext>
              </a:extLst>
            </p:cNvPr>
            <p:cNvSpPr/>
            <p:nvPr/>
          </p:nvSpPr>
          <p:spPr>
            <a:xfrm>
              <a:off x="3047561" y="6256487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22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761" name="타원 4760">
              <a:extLst>
                <a:ext uri="{FF2B5EF4-FFF2-40B4-BE49-F238E27FC236}">
                  <a16:creationId xmlns:a16="http://schemas.microsoft.com/office/drawing/2014/main" id="{0C81AB9B-9426-42D2-B541-958A90EEE8BF}"/>
                </a:ext>
              </a:extLst>
            </p:cNvPr>
            <p:cNvSpPr/>
            <p:nvPr/>
          </p:nvSpPr>
          <p:spPr>
            <a:xfrm>
              <a:off x="3321254" y="6256487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23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762" name="타원 4761">
              <a:extLst>
                <a:ext uri="{FF2B5EF4-FFF2-40B4-BE49-F238E27FC236}">
                  <a16:creationId xmlns:a16="http://schemas.microsoft.com/office/drawing/2014/main" id="{401A6837-8B51-430B-B1F1-EFBE52524B1C}"/>
                </a:ext>
              </a:extLst>
            </p:cNvPr>
            <p:cNvSpPr/>
            <p:nvPr/>
          </p:nvSpPr>
          <p:spPr>
            <a:xfrm>
              <a:off x="3594947" y="6256487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24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763" name="타원 4762">
              <a:extLst>
                <a:ext uri="{FF2B5EF4-FFF2-40B4-BE49-F238E27FC236}">
                  <a16:creationId xmlns:a16="http://schemas.microsoft.com/office/drawing/2014/main" id="{0A9148E4-BD73-4AEB-A743-8E57AAE1A4FB}"/>
                </a:ext>
              </a:extLst>
            </p:cNvPr>
            <p:cNvSpPr/>
            <p:nvPr/>
          </p:nvSpPr>
          <p:spPr>
            <a:xfrm>
              <a:off x="3868640" y="6256487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25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764" name="타원 4763">
              <a:extLst>
                <a:ext uri="{FF2B5EF4-FFF2-40B4-BE49-F238E27FC236}">
                  <a16:creationId xmlns:a16="http://schemas.microsoft.com/office/drawing/2014/main" id="{DB963F79-EDEC-4480-9595-252C1BABE8E7}"/>
                </a:ext>
              </a:extLst>
            </p:cNvPr>
            <p:cNvSpPr/>
            <p:nvPr/>
          </p:nvSpPr>
          <p:spPr>
            <a:xfrm>
              <a:off x="4142333" y="6256487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26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765" name="타원 4764">
              <a:extLst>
                <a:ext uri="{FF2B5EF4-FFF2-40B4-BE49-F238E27FC236}">
                  <a16:creationId xmlns:a16="http://schemas.microsoft.com/office/drawing/2014/main" id="{17FEA723-4C4B-4EFE-81DB-AEBDB4C34256}"/>
                </a:ext>
              </a:extLst>
            </p:cNvPr>
            <p:cNvSpPr/>
            <p:nvPr/>
          </p:nvSpPr>
          <p:spPr>
            <a:xfrm>
              <a:off x="4416026" y="6256487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27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766" name="타원 4765">
              <a:extLst>
                <a:ext uri="{FF2B5EF4-FFF2-40B4-BE49-F238E27FC236}">
                  <a16:creationId xmlns:a16="http://schemas.microsoft.com/office/drawing/2014/main" id="{34422729-AEE6-4F1B-AF99-4F3E3C049892}"/>
                </a:ext>
              </a:extLst>
            </p:cNvPr>
            <p:cNvSpPr/>
            <p:nvPr/>
          </p:nvSpPr>
          <p:spPr>
            <a:xfrm>
              <a:off x="4689719" y="6256487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28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767" name="타원 4766">
              <a:extLst>
                <a:ext uri="{FF2B5EF4-FFF2-40B4-BE49-F238E27FC236}">
                  <a16:creationId xmlns:a16="http://schemas.microsoft.com/office/drawing/2014/main" id="{E5C601D4-06D5-41E2-A041-E2733049A897}"/>
                </a:ext>
              </a:extLst>
            </p:cNvPr>
            <p:cNvSpPr/>
            <p:nvPr/>
          </p:nvSpPr>
          <p:spPr>
            <a:xfrm>
              <a:off x="4963412" y="6256487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29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768" name="타원 4767">
              <a:extLst>
                <a:ext uri="{FF2B5EF4-FFF2-40B4-BE49-F238E27FC236}">
                  <a16:creationId xmlns:a16="http://schemas.microsoft.com/office/drawing/2014/main" id="{5D882A35-45D3-4F96-A860-7A6EB34D2D12}"/>
                </a:ext>
              </a:extLst>
            </p:cNvPr>
            <p:cNvSpPr/>
            <p:nvPr/>
          </p:nvSpPr>
          <p:spPr>
            <a:xfrm>
              <a:off x="5237105" y="6256487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30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769" name="타원 4768">
              <a:extLst>
                <a:ext uri="{FF2B5EF4-FFF2-40B4-BE49-F238E27FC236}">
                  <a16:creationId xmlns:a16="http://schemas.microsoft.com/office/drawing/2014/main" id="{2B45BCBA-C3DB-4861-9ECC-227B2C395C61}"/>
                </a:ext>
              </a:extLst>
            </p:cNvPr>
            <p:cNvSpPr/>
            <p:nvPr/>
          </p:nvSpPr>
          <p:spPr>
            <a:xfrm>
              <a:off x="5510793" y="6256487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31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cxnSp>
          <p:nvCxnSpPr>
            <p:cNvPr id="4770" name="직선 연결선 4769">
              <a:extLst>
                <a:ext uri="{FF2B5EF4-FFF2-40B4-BE49-F238E27FC236}">
                  <a16:creationId xmlns:a16="http://schemas.microsoft.com/office/drawing/2014/main" id="{B2098121-BF80-4CE6-8E11-9C06E64908B4}"/>
                </a:ext>
              </a:extLst>
            </p:cNvPr>
            <p:cNvCxnSpPr>
              <a:cxnSpLocks/>
              <a:stCxn id="4739" idx="2"/>
              <a:endCxn id="4739" idx="6"/>
            </p:cNvCxnSpPr>
            <p:nvPr/>
          </p:nvCxnSpPr>
          <p:spPr>
            <a:xfrm>
              <a:off x="1405405" y="6117828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71" name="직선 연결선 4770">
              <a:extLst>
                <a:ext uri="{FF2B5EF4-FFF2-40B4-BE49-F238E27FC236}">
                  <a16:creationId xmlns:a16="http://schemas.microsoft.com/office/drawing/2014/main" id="{2F9FF06C-C048-44E1-8CB8-44AFBD0BD168}"/>
                </a:ext>
              </a:extLst>
            </p:cNvPr>
            <p:cNvCxnSpPr>
              <a:cxnSpLocks/>
              <a:stCxn id="4739" idx="4"/>
              <a:endCxn id="4739" idx="0"/>
            </p:cNvCxnSpPr>
            <p:nvPr/>
          </p:nvCxnSpPr>
          <p:spPr>
            <a:xfrm flipV="1">
              <a:off x="1501159" y="6022074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72" name="직선 연결선 4771">
              <a:extLst>
                <a:ext uri="{FF2B5EF4-FFF2-40B4-BE49-F238E27FC236}">
                  <a16:creationId xmlns:a16="http://schemas.microsoft.com/office/drawing/2014/main" id="{9FF6F991-58E7-475E-A7B5-CB46873F113D}"/>
                </a:ext>
              </a:extLst>
            </p:cNvPr>
            <p:cNvCxnSpPr>
              <a:cxnSpLocks/>
              <a:stCxn id="4740" idx="2"/>
              <a:endCxn id="4740" idx="6"/>
            </p:cNvCxnSpPr>
            <p:nvPr/>
          </p:nvCxnSpPr>
          <p:spPr>
            <a:xfrm>
              <a:off x="1679097" y="6117828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73" name="직선 연결선 4772">
              <a:extLst>
                <a:ext uri="{FF2B5EF4-FFF2-40B4-BE49-F238E27FC236}">
                  <a16:creationId xmlns:a16="http://schemas.microsoft.com/office/drawing/2014/main" id="{FFC1D704-1E18-49AE-9941-66509B18BDB5}"/>
                </a:ext>
              </a:extLst>
            </p:cNvPr>
            <p:cNvCxnSpPr>
              <a:cxnSpLocks/>
              <a:stCxn id="4740" idx="4"/>
              <a:endCxn id="4740" idx="0"/>
            </p:cNvCxnSpPr>
            <p:nvPr/>
          </p:nvCxnSpPr>
          <p:spPr>
            <a:xfrm flipV="1">
              <a:off x="1774851" y="6022074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74" name="직선 연결선 4773">
              <a:extLst>
                <a:ext uri="{FF2B5EF4-FFF2-40B4-BE49-F238E27FC236}">
                  <a16:creationId xmlns:a16="http://schemas.microsoft.com/office/drawing/2014/main" id="{503CB53D-843B-4159-8DCA-C69464AE9C53}"/>
                </a:ext>
              </a:extLst>
            </p:cNvPr>
            <p:cNvCxnSpPr>
              <a:cxnSpLocks/>
              <a:stCxn id="4741" idx="2"/>
              <a:endCxn id="4741" idx="6"/>
            </p:cNvCxnSpPr>
            <p:nvPr/>
          </p:nvCxnSpPr>
          <p:spPr>
            <a:xfrm>
              <a:off x="1952789" y="6117828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75" name="직선 연결선 4774">
              <a:extLst>
                <a:ext uri="{FF2B5EF4-FFF2-40B4-BE49-F238E27FC236}">
                  <a16:creationId xmlns:a16="http://schemas.microsoft.com/office/drawing/2014/main" id="{C704A537-6801-4B81-BF17-E725ED418AC1}"/>
                </a:ext>
              </a:extLst>
            </p:cNvPr>
            <p:cNvCxnSpPr>
              <a:cxnSpLocks/>
              <a:stCxn id="4741" idx="4"/>
              <a:endCxn id="4741" idx="0"/>
            </p:cNvCxnSpPr>
            <p:nvPr/>
          </p:nvCxnSpPr>
          <p:spPr>
            <a:xfrm flipV="1">
              <a:off x="2048543" y="6022074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76" name="직선 연결선 4775">
              <a:extLst>
                <a:ext uri="{FF2B5EF4-FFF2-40B4-BE49-F238E27FC236}">
                  <a16:creationId xmlns:a16="http://schemas.microsoft.com/office/drawing/2014/main" id="{DB5531EE-4FF4-4DF6-AE41-734B1BE6493D}"/>
                </a:ext>
              </a:extLst>
            </p:cNvPr>
            <p:cNvCxnSpPr>
              <a:cxnSpLocks/>
              <a:stCxn id="4742" idx="2"/>
              <a:endCxn id="4742" idx="6"/>
            </p:cNvCxnSpPr>
            <p:nvPr/>
          </p:nvCxnSpPr>
          <p:spPr>
            <a:xfrm>
              <a:off x="2226481" y="6117828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77" name="직선 연결선 4776">
              <a:extLst>
                <a:ext uri="{FF2B5EF4-FFF2-40B4-BE49-F238E27FC236}">
                  <a16:creationId xmlns:a16="http://schemas.microsoft.com/office/drawing/2014/main" id="{55D55CC1-C7A9-443A-B5E0-F24F0ED6E798}"/>
                </a:ext>
              </a:extLst>
            </p:cNvPr>
            <p:cNvCxnSpPr>
              <a:cxnSpLocks/>
              <a:stCxn id="4742" idx="4"/>
              <a:endCxn id="4742" idx="0"/>
            </p:cNvCxnSpPr>
            <p:nvPr/>
          </p:nvCxnSpPr>
          <p:spPr>
            <a:xfrm flipV="1">
              <a:off x="2322235" y="6022074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78" name="직선 연결선 4777">
              <a:extLst>
                <a:ext uri="{FF2B5EF4-FFF2-40B4-BE49-F238E27FC236}">
                  <a16:creationId xmlns:a16="http://schemas.microsoft.com/office/drawing/2014/main" id="{982E581A-A7C1-4EF2-88F3-93897723153D}"/>
                </a:ext>
              </a:extLst>
            </p:cNvPr>
            <p:cNvCxnSpPr>
              <a:cxnSpLocks/>
              <a:stCxn id="4743" idx="2"/>
              <a:endCxn id="4743" idx="6"/>
            </p:cNvCxnSpPr>
            <p:nvPr/>
          </p:nvCxnSpPr>
          <p:spPr>
            <a:xfrm>
              <a:off x="2500173" y="6117828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79" name="직선 연결선 4778">
              <a:extLst>
                <a:ext uri="{FF2B5EF4-FFF2-40B4-BE49-F238E27FC236}">
                  <a16:creationId xmlns:a16="http://schemas.microsoft.com/office/drawing/2014/main" id="{6CF4D0FE-0523-4BD6-9223-00E52E314090}"/>
                </a:ext>
              </a:extLst>
            </p:cNvPr>
            <p:cNvCxnSpPr>
              <a:cxnSpLocks/>
              <a:stCxn id="4743" idx="4"/>
              <a:endCxn id="4743" idx="0"/>
            </p:cNvCxnSpPr>
            <p:nvPr/>
          </p:nvCxnSpPr>
          <p:spPr>
            <a:xfrm flipV="1">
              <a:off x="2595927" y="6022074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80" name="직선 연결선 4779">
              <a:extLst>
                <a:ext uri="{FF2B5EF4-FFF2-40B4-BE49-F238E27FC236}">
                  <a16:creationId xmlns:a16="http://schemas.microsoft.com/office/drawing/2014/main" id="{CD12F3AD-77C2-4A95-86DD-AF122F7BF02B}"/>
                </a:ext>
              </a:extLst>
            </p:cNvPr>
            <p:cNvCxnSpPr>
              <a:cxnSpLocks/>
              <a:stCxn id="4744" idx="2"/>
              <a:endCxn id="4744" idx="6"/>
            </p:cNvCxnSpPr>
            <p:nvPr/>
          </p:nvCxnSpPr>
          <p:spPr>
            <a:xfrm>
              <a:off x="2773865" y="6117828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81" name="직선 연결선 4780">
              <a:extLst>
                <a:ext uri="{FF2B5EF4-FFF2-40B4-BE49-F238E27FC236}">
                  <a16:creationId xmlns:a16="http://schemas.microsoft.com/office/drawing/2014/main" id="{C4AFB337-F78A-402C-BE87-E0108F6A7214}"/>
                </a:ext>
              </a:extLst>
            </p:cNvPr>
            <p:cNvCxnSpPr>
              <a:cxnSpLocks/>
              <a:stCxn id="4744" idx="4"/>
              <a:endCxn id="4744" idx="0"/>
            </p:cNvCxnSpPr>
            <p:nvPr/>
          </p:nvCxnSpPr>
          <p:spPr>
            <a:xfrm flipV="1">
              <a:off x="2869619" y="6022074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82" name="직선 연결선 4781">
              <a:extLst>
                <a:ext uri="{FF2B5EF4-FFF2-40B4-BE49-F238E27FC236}">
                  <a16:creationId xmlns:a16="http://schemas.microsoft.com/office/drawing/2014/main" id="{9FECE9D9-FDA8-4D48-B5A8-02DB0BCB2A75}"/>
                </a:ext>
              </a:extLst>
            </p:cNvPr>
            <p:cNvCxnSpPr>
              <a:cxnSpLocks/>
              <a:stCxn id="4745" idx="2"/>
              <a:endCxn id="4745" idx="6"/>
            </p:cNvCxnSpPr>
            <p:nvPr/>
          </p:nvCxnSpPr>
          <p:spPr>
            <a:xfrm>
              <a:off x="3047557" y="6117828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83" name="직선 연결선 4782">
              <a:extLst>
                <a:ext uri="{FF2B5EF4-FFF2-40B4-BE49-F238E27FC236}">
                  <a16:creationId xmlns:a16="http://schemas.microsoft.com/office/drawing/2014/main" id="{F132EE13-D26E-4923-8D41-36259A6407B0}"/>
                </a:ext>
              </a:extLst>
            </p:cNvPr>
            <p:cNvCxnSpPr>
              <a:cxnSpLocks/>
              <a:stCxn id="4745" idx="4"/>
              <a:endCxn id="4745" idx="0"/>
            </p:cNvCxnSpPr>
            <p:nvPr/>
          </p:nvCxnSpPr>
          <p:spPr>
            <a:xfrm flipV="1">
              <a:off x="3143311" y="6022074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84" name="직선 연결선 4783">
              <a:extLst>
                <a:ext uri="{FF2B5EF4-FFF2-40B4-BE49-F238E27FC236}">
                  <a16:creationId xmlns:a16="http://schemas.microsoft.com/office/drawing/2014/main" id="{8F053E3B-FFD4-4FB8-9992-967DE59AA165}"/>
                </a:ext>
              </a:extLst>
            </p:cNvPr>
            <p:cNvCxnSpPr>
              <a:cxnSpLocks/>
              <a:stCxn id="4746" idx="2"/>
              <a:endCxn id="4746" idx="6"/>
            </p:cNvCxnSpPr>
            <p:nvPr/>
          </p:nvCxnSpPr>
          <p:spPr>
            <a:xfrm>
              <a:off x="3321249" y="6117828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85" name="직선 연결선 4784">
              <a:extLst>
                <a:ext uri="{FF2B5EF4-FFF2-40B4-BE49-F238E27FC236}">
                  <a16:creationId xmlns:a16="http://schemas.microsoft.com/office/drawing/2014/main" id="{615575AB-C7E8-4B38-A83C-CB2176DB86E7}"/>
                </a:ext>
              </a:extLst>
            </p:cNvPr>
            <p:cNvCxnSpPr>
              <a:cxnSpLocks/>
              <a:stCxn id="4746" idx="4"/>
              <a:endCxn id="4746" idx="0"/>
            </p:cNvCxnSpPr>
            <p:nvPr/>
          </p:nvCxnSpPr>
          <p:spPr>
            <a:xfrm flipV="1">
              <a:off x="3417003" y="6022074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86" name="직선 연결선 4785">
              <a:extLst>
                <a:ext uri="{FF2B5EF4-FFF2-40B4-BE49-F238E27FC236}">
                  <a16:creationId xmlns:a16="http://schemas.microsoft.com/office/drawing/2014/main" id="{7B6A8B1F-CCDD-4651-9C16-2EEB8C556C23}"/>
                </a:ext>
              </a:extLst>
            </p:cNvPr>
            <p:cNvCxnSpPr>
              <a:cxnSpLocks/>
              <a:stCxn id="4747" idx="2"/>
              <a:endCxn id="4747" idx="6"/>
            </p:cNvCxnSpPr>
            <p:nvPr/>
          </p:nvCxnSpPr>
          <p:spPr>
            <a:xfrm>
              <a:off x="3594941" y="6117828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87" name="직선 연결선 4786">
              <a:extLst>
                <a:ext uri="{FF2B5EF4-FFF2-40B4-BE49-F238E27FC236}">
                  <a16:creationId xmlns:a16="http://schemas.microsoft.com/office/drawing/2014/main" id="{B5B62290-91F8-4575-84AA-B19E4F8B7B23}"/>
                </a:ext>
              </a:extLst>
            </p:cNvPr>
            <p:cNvCxnSpPr>
              <a:cxnSpLocks/>
              <a:stCxn id="4747" idx="4"/>
              <a:endCxn id="4747" idx="0"/>
            </p:cNvCxnSpPr>
            <p:nvPr/>
          </p:nvCxnSpPr>
          <p:spPr>
            <a:xfrm flipV="1">
              <a:off x="3690695" y="6022074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88" name="직선 연결선 4787">
              <a:extLst>
                <a:ext uri="{FF2B5EF4-FFF2-40B4-BE49-F238E27FC236}">
                  <a16:creationId xmlns:a16="http://schemas.microsoft.com/office/drawing/2014/main" id="{6363951C-8382-4432-BF78-4F5B8C3106E9}"/>
                </a:ext>
              </a:extLst>
            </p:cNvPr>
            <p:cNvCxnSpPr>
              <a:cxnSpLocks/>
              <a:stCxn id="4748" idx="2"/>
              <a:endCxn id="4748" idx="6"/>
            </p:cNvCxnSpPr>
            <p:nvPr/>
          </p:nvCxnSpPr>
          <p:spPr>
            <a:xfrm>
              <a:off x="3868633" y="6117828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89" name="직선 연결선 4788">
              <a:extLst>
                <a:ext uri="{FF2B5EF4-FFF2-40B4-BE49-F238E27FC236}">
                  <a16:creationId xmlns:a16="http://schemas.microsoft.com/office/drawing/2014/main" id="{531A40D6-127F-40A7-95D0-9073D52EC538}"/>
                </a:ext>
              </a:extLst>
            </p:cNvPr>
            <p:cNvCxnSpPr>
              <a:cxnSpLocks/>
              <a:stCxn id="4748" idx="4"/>
              <a:endCxn id="4748" idx="0"/>
            </p:cNvCxnSpPr>
            <p:nvPr/>
          </p:nvCxnSpPr>
          <p:spPr>
            <a:xfrm flipV="1">
              <a:off x="3964387" y="6022074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90" name="직선 연결선 4789">
              <a:extLst>
                <a:ext uri="{FF2B5EF4-FFF2-40B4-BE49-F238E27FC236}">
                  <a16:creationId xmlns:a16="http://schemas.microsoft.com/office/drawing/2014/main" id="{EFB54405-74B4-4A51-BD6D-6CD6BD094E86}"/>
                </a:ext>
              </a:extLst>
            </p:cNvPr>
            <p:cNvCxnSpPr>
              <a:cxnSpLocks/>
              <a:stCxn id="4749" idx="2"/>
              <a:endCxn id="4749" idx="6"/>
            </p:cNvCxnSpPr>
            <p:nvPr/>
          </p:nvCxnSpPr>
          <p:spPr>
            <a:xfrm>
              <a:off x="4142325" y="6117828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91" name="직선 연결선 4790">
              <a:extLst>
                <a:ext uri="{FF2B5EF4-FFF2-40B4-BE49-F238E27FC236}">
                  <a16:creationId xmlns:a16="http://schemas.microsoft.com/office/drawing/2014/main" id="{A9BEBB43-1AC8-4587-96ED-B95E8175B4FC}"/>
                </a:ext>
              </a:extLst>
            </p:cNvPr>
            <p:cNvCxnSpPr>
              <a:cxnSpLocks/>
              <a:stCxn id="4749" idx="4"/>
              <a:endCxn id="4749" idx="0"/>
            </p:cNvCxnSpPr>
            <p:nvPr/>
          </p:nvCxnSpPr>
          <p:spPr>
            <a:xfrm flipV="1">
              <a:off x="4238079" y="6022074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92" name="직선 연결선 4791">
              <a:extLst>
                <a:ext uri="{FF2B5EF4-FFF2-40B4-BE49-F238E27FC236}">
                  <a16:creationId xmlns:a16="http://schemas.microsoft.com/office/drawing/2014/main" id="{078594F4-F5B5-43FC-8165-EFDE2EB21360}"/>
                </a:ext>
              </a:extLst>
            </p:cNvPr>
            <p:cNvCxnSpPr>
              <a:cxnSpLocks/>
              <a:stCxn id="4750" idx="2"/>
              <a:endCxn id="4750" idx="6"/>
            </p:cNvCxnSpPr>
            <p:nvPr/>
          </p:nvCxnSpPr>
          <p:spPr>
            <a:xfrm>
              <a:off x="4416017" y="6117828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93" name="직선 연결선 4792">
              <a:extLst>
                <a:ext uri="{FF2B5EF4-FFF2-40B4-BE49-F238E27FC236}">
                  <a16:creationId xmlns:a16="http://schemas.microsoft.com/office/drawing/2014/main" id="{E07F0F24-2A16-471E-877F-6C8DCC5CE97A}"/>
                </a:ext>
              </a:extLst>
            </p:cNvPr>
            <p:cNvCxnSpPr>
              <a:cxnSpLocks/>
              <a:stCxn id="4750" idx="4"/>
              <a:endCxn id="4750" idx="0"/>
            </p:cNvCxnSpPr>
            <p:nvPr/>
          </p:nvCxnSpPr>
          <p:spPr>
            <a:xfrm flipV="1">
              <a:off x="4511771" y="6022074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94" name="직선 연결선 4793">
              <a:extLst>
                <a:ext uri="{FF2B5EF4-FFF2-40B4-BE49-F238E27FC236}">
                  <a16:creationId xmlns:a16="http://schemas.microsoft.com/office/drawing/2014/main" id="{D06F8A73-E141-4408-A2FF-6D91393B8294}"/>
                </a:ext>
              </a:extLst>
            </p:cNvPr>
            <p:cNvCxnSpPr>
              <a:cxnSpLocks/>
              <a:stCxn id="4751" idx="2"/>
              <a:endCxn id="4751" idx="6"/>
            </p:cNvCxnSpPr>
            <p:nvPr/>
          </p:nvCxnSpPr>
          <p:spPr>
            <a:xfrm>
              <a:off x="4689709" y="6117828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95" name="직선 연결선 4794">
              <a:extLst>
                <a:ext uri="{FF2B5EF4-FFF2-40B4-BE49-F238E27FC236}">
                  <a16:creationId xmlns:a16="http://schemas.microsoft.com/office/drawing/2014/main" id="{06857B6E-977D-4E1B-8A42-F9E37EA00664}"/>
                </a:ext>
              </a:extLst>
            </p:cNvPr>
            <p:cNvCxnSpPr>
              <a:cxnSpLocks/>
              <a:stCxn id="4751" idx="4"/>
              <a:endCxn id="4751" idx="0"/>
            </p:cNvCxnSpPr>
            <p:nvPr/>
          </p:nvCxnSpPr>
          <p:spPr>
            <a:xfrm flipV="1">
              <a:off x="4785463" y="6022074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96" name="직선 연결선 4795">
              <a:extLst>
                <a:ext uri="{FF2B5EF4-FFF2-40B4-BE49-F238E27FC236}">
                  <a16:creationId xmlns:a16="http://schemas.microsoft.com/office/drawing/2014/main" id="{9500A8B2-9419-4CE9-9492-E3124DD2ECC6}"/>
                </a:ext>
              </a:extLst>
            </p:cNvPr>
            <p:cNvCxnSpPr>
              <a:cxnSpLocks/>
              <a:stCxn id="4752" idx="2"/>
              <a:endCxn id="4752" idx="6"/>
            </p:cNvCxnSpPr>
            <p:nvPr/>
          </p:nvCxnSpPr>
          <p:spPr>
            <a:xfrm>
              <a:off x="4963401" y="6117828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97" name="직선 연결선 4796">
              <a:extLst>
                <a:ext uri="{FF2B5EF4-FFF2-40B4-BE49-F238E27FC236}">
                  <a16:creationId xmlns:a16="http://schemas.microsoft.com/office/drawing/2014/main" id="{64E2D933-024F-4857-8BDC-4E7177315200}"/>
                </a:ext>
              </a:extLst>
            </p:cNvPr>
            <p:cNvCxnSpPr>
              <a:cxnSpLocks/>
              <a:stCxn id="4752" idx="4"/>
              <a:endCxn id="4752" idx="0"/>
            </p:cNvCxnSpPr>
            <p:nvPr/>
          </p:nvCxnSpPr>
          <p:spPr>
            <a:xfrm flipV="1">
              <a:off x="5059155" y="6022074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98" name="직선 연결선 4797">
              <a:extLst>
                <a:ext uri="{FF2B5EF4-FFF2-40B4-BE49-F238E27FC236}">
                  <a16:creationId xmlns:a16="http://schemas.microsoft.com/office/drawing/2014/main" id="{7EE54932-0208-4A92-A87A-6B1BEFDF9937}"/>
                </a:ext>
              </a:extLst>
            </p:cNvPr>
            <p:cNvCxnSpPr>
              <a:cxnSpLocks/>
              <a:stCxn id="4753" idx="2"/>
              <a:endCxn id="4753" idx="6"/>
            </p:cNvCxnSpPr>
            <p:nvPr/>
          </p:nvCxnSpPr>
          <p:spPr>
            <a:xfrm>
              <a:off x="5237095" y="6117828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99" name="직선 연결선 4798">
              <a:extLst>
                <a:ext uri="{FF2B5EF4-FFF2-40B4-BE49-F238E27FC236}">
                  <a16:creationId xmlns:a16="http://schemas.microsoft.com/office/drawing/2014/main" id="{0C77DAD1-10A9-4512-BB28-30A166C488A8}"/>
                </a:ext>
              </a:extLst>
            </p:cNvPr>
            <p:cNvCxnSpPr>
              <a:cxnSpLocks/>
              <a:stCxn id="4753" idx="4"/>
              <a:endCxn id="4753" idx="0"/>
            </p:cNvCxnSpPr>
            <p:nvPr/>
          </p:nvCxnSpPr>
          <p:spPr>
            <a:xfrm flipV="1">
              <a:off x="5332849" y="6022074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00" name="직선 연결선 4799">
              <a:extLst>
                <a:ext uri="{FF2B5EF4-FFF2-40B4-BE49-F238E27FC236}">
                  <a16:creationId xmlns:a16="http://schemas.microsoft.com/office/drawing/2014/main" id="{5C6A4293-EA1C-41B6-9165-F5EAF01E3E27}"/>
                </a:ext>
              </a:extLst>
            </p:cNvPr>
            <p:cNvCxnSpPr>
              <a:cxnSpLocks/>
              <a:stCxn id="4754" idx="2"/>
              <a:endCxn id="4754" idx="6"/>
            </p:cNvCxnSpPr>
            <p:nvPr/>
          </p:nvCxnSpPr>
          <p:spPr>
            <a:xfrm>
              <a:off x="1405403" y="6352241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01" name="직선 연결선 4800">
              <a:extLst>
                <a:ext uri="{FF2B5EF4-FFF2-40B4-BE49-F238E27FC236}">
                  <a16:creationId xmlns:a16="http://schemas.microsoft.com/office/drawing/2014/main" id="{CC0F0D86-2997-4B1D-90F6-79D811C601B4}"/>
                </a:ext>
              </a:extLst>
            </p:cNvPr>
            <p:cNvCxnSpPr>
              <a:cxnSpLocks/>
              <a:stCxn id="4754" idx="4"/>
              <a:endCxn id="4754" idx="0"/>
            </p:cNvCxnSpPr>
            <p:nvPr/>
          </p:nvCxnSpPr>
          <p:spPr>
            <a:xfrm flipV="1">
              <a:off x="1501157" y="6256487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02" name="직선 연결선 4801">
              <a:extLst>
                <a:ext uri="{FF2B5EF4-FFF2-40B4-BE49-F238E27FC236}">
                  <a16:creationId xmlns:a16="http://schemas.microsoft.com/office/drawing/2014/main" id="{A46ABB75-322E-43F0-BFD3-AD34912B04F6}"/>
                </a:ext>
              </a:extLst>
            </p:cNvPr>
            <p:cNvCxnSpPr>
              <a:cxnSpLocks/>
              <a:stCxn id="4755" idx="2"/>
              <a:endCxn id="4755" idx="6"/>
            </p:cNvCxnSpPr>
            <p:nvPr/>
          </p:nvCxnSpPr>
          <p:spPr>
            <a:xfrm>
              <a:off x="1679096" y="6352241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03" name="직선 연결선 4802">
              <a:extLst>
                <a:ext uri="{FF2B5EF4-FFF2-40B4-BE49-F238E27FC236}">
                  <a16:creationId xmlns:a16="http://schemas.microsoft.com/office/drawing/2014/main" id="{CB1E5773-DA09-4D28-B7F6-81C6F56B93A1}"/>
                </a:ext>
              </a:extLst>
            </p:cNvPr>
            <p:cNvCxnSpPr>
              <a:cxnSpLocks/>
              <a:stCxn id="4755" idx="4"/>
              <a:endCxn id="4755" idx="0"/>
            </p:cNvCxnSpPr>
            <p:nvPr/>
          </p:nvCxnSpPr>
          <p:spPr>
            <a:xfrm flipV="1">
              <a:off x="1774850" y="6256487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04" name="직선 연결선 4803">
              <a:extLst>
                <a:ext uri="{FF2B5EF4-FFF2-40B4-BE49-F238E27FC236}">
                  <a16:creationId xmlns:a16="http://schemas.microsoft.com/office/drawing/2014/main" id="{1024F640-C517-401B-AD57-C7A3DEB00AD6}"/>
                </a:ext>
              </a:extLst>
            </p:cNvPr>
            <p:cNvCxnSpPr>
              <a:cxnSpLocks/>
              <a:stCxn id="4756" idx="2"/>
              <a:endCxn id="4756" idx="6"/>
            </p:cNvCxnSpPr>
            <p:nvPr/>
          </p:nvCxnSpPr>
          <p:spPr>
            <a:xfrm>
              <a:off x="1952789" y="6352241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05" name="직선 연결선 4804">
              <a:extLst>
                <a:ext uri="{FF2B5EF4-FFF2-40B4-BE49-F238E27FC236}">
                  <a16:creationId xmlns:a16="http://schemas.microsoft.com/office/drawing/2014/main" id="{DEBF3748-6784-4254-8341-329CAB7F220E}"/>
                </a:ext>
              </a:extLst>
            </p:cNvPr>
            <p:cNvCxnSpPr>
              <a:cxnSpLocks/>
              <a:stCxn id="4756" idx="4"/>
              <a:endCxn id="4756" idx="0"/>
            </p:cNvCxnSpPr>
            <p:nvPr/>
          </p:nvCxnSpPr>
          <p:spPr>
            <a:xfrm flipV="1">
              <a:off x="2048543" y="6256487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06" name="직선 연결선 4805">
              <a:extLst>
                <a:ext uri="{FF2B5EF4-FFF2-40B4-BE49-F238E27FC236}">
                  <a16:creationId xmlns:a16="http://schemas.microsoft.com/office/drawing/2014/main" id="{8A35B49C-40DB-439F-80A1-4D4E0CDB30FD}"/>
                </a:ext>
              </a:extLst>
            </p:cNvPr>
            <p:cNvCxnSpPr>
              <a:cxnSpLocks/>
              <a:stCxn id="4757" idx="2"/>
              <a:endCxn id="4757" idx="6"/>
            </p:cNvCxnSpPr>
            <p:nvPr/>
          </p:nvCxnSpPr>
          <p:spPr>
            <a:xfrm>
              <a:off x="2226482" y="6352241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07" name="직선 연결선 4806">
              <a:extLst>
                <a:ext uri="{FF2B5EF4-FFF2-40B4-BE49-F238E27FC236}">
                  <a16:creationId xmlns:a16="http://schemas.microsoft.com/office/drawing/2014/main" id="{B5297F4D-EB46-4003-8B20-EB12EDE0A7FC}"/>
                </a:ext>
              </a:extLst>
            </p:cNvPr>
            <p:cNvCxnSpPr>
              <a:cxnSpLocks/>
              <a:stCxn id="4757" idx="4"/>
              <a:endCxn id="4757" idx="0"/>
            </p:cNvCxnSpPr>
            <p:nvPr/>
          </p:nvCxnSpPr>
          <p:spPr>
            <a:xfrm flipV="1">
              <a:off x="2322236" y="6256487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08" name="직선 연결선 4807">
              <a:extLst>
                <a:ext uri="{FF2B5EF4-FFF2-40B4-BE49-F238E27FC236}">
                  <a16:creationId xmlns:a16="http://schemas.microsoft.com/office/drawing/2014/main" id="{26F36833-1429-448E-9049-A1F97C2E009E}"/>
                </a:ext>
              </a:extLst>
            </p:cNvPr>
            <p:cNvCxnSpPr>
              <a:cxnSpLocks/>
              <a:stCxn id="4758" idx="2"/>
              <a:endCxn id="4758" idx="6"/>
            </p:cNvCxnSpPr>
            <p:nvPr/>
          </p:nvCxnSpPr>
          <p:spPr>
            <a:xfrm>
              <a:off x="2500175" y="6352241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09" name="직선 연결선 4808">
              <a:extLst>
                <a:ext uri="{FF2B5EF4-FFF2-40B4-BE49-F238E27FC236}">
                  <a16:creationId xmlns:a16="http://schemas.microsoft.com/office/drawing/2014/main" id="{18381706-964B-4D66-A4CA-11CD4C6476AB}"/>
                </a:ext>
              </a:extLst>
            </p:cNvPr>
            <p:cNvCxnSpPr>
              <a:cxnSpLocks/>
              <a:stCxn id="4758" idx="4"/>
              <a:endCxn id="4758" idx="0"/>
            </p:cNvCxnSpPr>
            <p:nvPr/>
          </p:nvCxnSpPr>
          <p:spPr>
            <a:xfrm flipV="1">
              <a:off x="2595929" y="6256487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10" name="직선 연결선 4809">
              <a:extLst>
                <a:ext uri="{FF2B5EF4-FFF2-40B4-BE49-F238E27FC236}">
                  <a16:creationId xmlns:a16="http://schemas.microsoft.com/office/drawing/2014/main" id="{B8F19C3A-3FA3-4679-992B-A0ADE7605AF7}"/>
                </a:ext>
              </a:extLst>
            </p:cNvPr>
            <p:cNvCxnSpPr>
              <a:cxnSpLocks/>
              <a:stCxn id="4759" idx="2"/>
              <a:endCxn id="4759" idx="6"/>
            </p:cNvCxnSpPr>
            <p:nvPr/>
          </p:nvCxnSpPr>
          <p:spPr>
            <a:xfrm>
              <a:off x="2773868" y="6352241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11" name="직선 연결선 4810">
              <a:extLst>
                <a:ext uri="{FF2B5EF4-FFF2-40B4-BE49-F238E27FC236}">
                  <a16:creationId xmlns:a16="http://schemas.microsoft.com/office/drawing/2014/main" id="{1DFE0497-AAAA-4AD1-B43F-0977F5824F40}"/>
                </a:ext>
              </a:extLst>
            </p:cNvPr>
            <p:cNvCxnSpPr>
              <a:cxnSpLocks/>
              <a:stCxn id="4759" idx="4"/>
              <a:endCxn id="4759" idx="0"/>
            </p:cNvCxnSpPr>
            <p:nvPr/>
          </p:nvCxnSpPr>
          <p:spPr>
            <a:xfrm flipV="1">
              <a:off x="2869622" y="6256487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12" name="직선 연결선 4811">
              <a:extLst>
                <a:ext uri="{FF2B5EF4-FFF2-40B4-BE49-F238E27FC236}">
                  <a16:creationId xmlns:a16="http://schemas.microsoft.com/office/drawing/2014/main" id="{AA33BC5F-7F75-4D52-9D13-BF71C4EC5BBB}"/>
                </a:ext>
              </a:extLst>
            </p:cNvPr>
            <p:cNvCxnSpPr>
              <a:cxnSpLocks/>
              <a:stCxn id="4760" idx="2"/>
              <a:endCxn id="4760" idx="6"/>
            </p:cNvCxnSpPr>
            <p:nvPr/>
          </p:nvCxnSpPr>
          <p:spPr>
            <a:xfrm>
              <a:off x="3047561" y="6352241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13" name="직선 연결선 4812">
              <a:extLst>
                <a:ext uri="{FF2B5EF4-FFF2-40B4-BE49-F238E27FC236}">
                  <a16:creationId xmlns:a16="http://schemas.microsoft.com/office/drawing/2014/main" id="{C2717A76-227C-4D4B-8097-C0E0D1B29F94}"/>
                </a:ext>
              </a:extLst>
            </p:cNvPr>
            <p:cNvCxnSpPr>
              <a:cxnSpLocks/>
              <a:stCxn id="4760" idx="4"/>
              <a:endCxn id="4760" idx="0"/>
            </p:cNvCxnSpPr>
            <p:nvPr/>
          </p:nvCxnSpPr>
          <p:spPr>
            <a:xfrm flipV="1">
              <a:off x="3143315" y="6256487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14" name="직선 연결선 4813">
              <a:extLst>
                <a:ext uri="{FF2B5EF4-FFF2-40B4-BE49-F238E27FC236}">
                  <a16:creationId xmlns:a16="http://schemas.microsoft.com/office/drawing/2014/main" id="{91601C6A-2DBC-419F-8C29-00F38B7B6E1D}"/>
                </a:ext>
              </a:extLst>
            </p:cNvPr>
            <p:cNvCxnSpPr>
              <a:cxnSpLocks/>
              <a:stCxn id="4761" idx="2"/>
              <a:endCxn id="4761" idx="6"/>
            </p:cNvCxnSpPr>
            <p:nvPr/>
          </p:nvCxnSpPr>
          <p:spPr>
            <a:xfrm>
              <a:off x="3321254" y="6352241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15" name="직선 연결선 4814">
              <a:extLst>
                <a:ext uri="{FF2B5EF4-FFF2-40B4-BE49-F238E27FC236}">
                  <a16:creationId xmlns:a16="http://schemas.microsoft.com/office/drawing/2014/main" id="{41C8651E-424F-44DF-A5F8-E7F017FF434A}"/>
                </a:ext>
              </a:extLst>
            </p:cNvPr>
            <p:cNvCxnSpPr>
              <a:cxnSpLocks/>
              <a:stCxn id="4761" idx="4"/>
              <a:endCxn id="4761" idx="0"/>
            </p:cNvCxnSpPr>
            <p:nvPr/>
          </p:nvCxnSpPr>
          <p:spPr>
            <a:xfrm flipV="1">
              <a:off x="3417008" y="6256487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16" name="직선 연결선 4815">
              <a:extLst>
                <a:ext uri="{FF2B5EF4-FFF2-40B4-BE49-F238E27FC236}">
                  <a16:creationId xmlns:a16="http://schemas.microsoft.com/office/drawing/2014/main" id="{35302A36-CDE6-4EFC-8E31-67C965E85D3C}"/>
                </a:ext>
              </a:extLst>
            </p:cNvPr>
            <p:cNvCxnSpPr>
              <a:cxnSpLocks/>
              <a:stCxn id="4762" idx="2"/>
              <a:endCxn id="4762" idx="6"/>
            </p:cNvCxnSpPr>
            <p:nvPr/>
          </p:nvCxnSpPr>
          <p:spPr>
            <a:xfrm>
              <a:off x="3594947" y="6352241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17" name="직선 연결선 4816">
              <a:extLst>
                <a:ext uri="{FF2B5EF4-FFF2-40B4-BE49-F238E27FC236}">
                  <a16:creationId xmlns:a16="http://schemas.microsoft.com/office/drawing/2014/main" id="{FF3D19AB-C05F-4F59-8C58-68BBF682C0B0}"/>
                </a:ext>
              </a:extLst>
            </p:cNvPr>
            <p:cNvCxnSpPr>
              <a:cxnSpLocks/>
              <a:stCxn id="4762" idx="4"/>
              <a:endCxn id="4762" idx="0"/>
            </p:cNvCxnSpPr>
            <p:nvPr/>
          </p:nvCxnSpPr>
          <p:spPr>
            <a:xfrm flipV="1">
              <a:off x="3690701" y="6256487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18" name="직선 연결선 4817">
              <a:extLst>
                <a:ext uri="{FF2B5EF4-FFF2-40B4-BE49-F238E27FC236}">
                  <a16:creationId xmlns:a16="http://schemas.microsoft.com/office/drawing/2014/main" id="{D78B28D3-FE83-417A-AA2D-D084458BF428}"/>
                </a:ext>
              </a:extLst>
            </p:cNvPr>
            <p:cNvCxnSpPr>
              <a:cxnSpLocks/>
              <a:stCxn id="4763" idx="2"/>
              <a:endCxn id="4763" idx="6"/>
            </p:cNvCxnSpPr>
            <p:nvPr/>
          </p:nvCxnSpPr>
          <p:spPr>
            <a:xfrm>
              <a:off x="3868640" y="6352241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19" name="직선 연결선 4818">
              <a:extLst>
                <a:ext uri="{FF2B5EF4-FFF2-40B4-BE49-F238E27FC236}">
                  <a16:creationId xmlns:a16="http://schemas.microsoft.com/office/drawing/2014/main" id="{93BA68CB-8259-4B93-A172-E2CAFF6EF727}"/>
                </a:ext>
              </a:extLst>
            </p:cNvPr>
            <p:cNvCxnSpPr>
              <a:cxnSpLocks/>
              <a:stCxn id="4763" idx="4"/>
              <a:endCxn id="4763" idx="0"/>
            </p:cNvCxnSpPr>
            <p:nvPr/>
          </p:nvCxnSpPr>
          <p:spPr>
            <a:xfrm flipV="1">
              <a:off x="3964394" y="6256487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20" name="직선 연결선 4819">
              <a:extLst>
                <a:ext uri="{FF2B5EF4-FFF2-40B4-BE49-F238E27FC236}">
                  <a16:creationId xmlns:a16="http://schemas.microsoft.com/office/drawing/2014/main" id="{0C83C513-67D4-4682-8D10-A39CD2FBD5E7}"/>
                </a:ext>
              </a:extLst>
            </p:cNvPr>
            <p:cNvCxnSpPr>
              <a:cxnSpLocks/>
              <a:stCxn id="4764" idx="2"/>
              <a:endCxn id="4764" idx="6"/>
            </p:cNvCxnSpPr>
            <p:nvPr/>
          </p:nvCxnSpPr>
          <p:spPr>
            <a:xfrm>
              <a:off x="4142333" y="6352241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21" name="직선 연결선 4820">
              <a:extLst>
                <a:ext uri="{FF2B5EF4-FFF2-40B4-BE49-F238E27FC236}">
                  <a16:creationId xmlns:a16="http://schemas.microsoft.com/office/drawing/2014/main" id="{3AC0F5C1-1387-4FDD-A8A3-37CD55F98A17}"/>
                </a:ext>
              </a:extLst>
            </p:cNvPr>
            <p:cNvCxnSpPr>
              <a:cxnSpLocks/>
              <a:stCxn id="4764" idx="4"/>
              <a:endCxn id="4764" idx="0"/>
            </p:cNvCxnSpPr>
            <p:nvPr/>
          </p:nvCxnSpPr>
          <p:spPr>
            <a:xfrm flipV="1">
              <a:off x="4238087" y="6256487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22" name="직선 연결선 4821">
              <a:extLst>
                <a:ext uri="{FF2B5EF4-FFF2-40B4-BE49-F238E27FC236}">
                  <a16:creationId xmlns:a16="http://schemas.microsoft.com/office/drawing/2014/main" id="{C9BFBEDD-060E-4830-8221-42919E6799BE}"/>
                </a:ext>
              </a:extLst>
            </p:cNvPr>
            <p:cNvCxnSpPr>
              <a:cxnSpLocks/>
              <a:stCxn id="4765" idx="2"/>
              <a:endCxn id="4765" idx="6"/>
            </p:cNvCxnSpPr>
            <p:nvPr/>
          </p:nvCxnSpPr>
          <p:spPr>
            <a:xfrm>
              <a:off x="4416026" y="6352241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23" name="직선 연결선 4822">
              <a:extLst>
                <a:ext uri="{FF2B5EF4-FFF2-40B4-BE49-F238E27FC236}">
                  <a16:creationId xmlns:a16="http://schemas.microsoft.com/office/drawing/2014/main" id="{8EECC271-B995-410B-B0F1-583EFA858493}"/>
                </a:ext>
              </a:extLst>
            </p:cNvPr>
            <p:cNvCxnSpPr>
              <a:cxnSpLocks/>
              <a:stCxn id="4765" idx="4"/>
              <a:endCxn id="4765" idx="0"/>
            </p:cNvCxnSpPr>
            <p:nvPr/>
          </p:nvCxnSpPr>
          <p:spPr>
            <a:xfrm flipV="1">
              <a:off x="4511780" y="6256487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24" name="직선 연결선 4823">
              <a:extLst>
                <a:ext uri="{FF2B5EF4-FFF2-40B4-BE49-F238E27FC236}">
                  <a16:creationId xmlns:a16="http://schemas.microsoft.com/office/drawing/2014/main" id="{30F350DD-95CF-401F-9F2F-46E8EAD26984}"/>
                </a:ext>
              </a:extLst>
            </p:cNvPr>
            <p:cNvCxnSpPr>
              <a:cxnSpLocks/>
              <a:stCxn id="4766" idx="2"/>
              <a:endCxn id="4766" idx="6"/>
            </p:cNvCxnSpPr>
            <p:nvPr/>
          </p:nvCxnSpPr>
          <p:spPr>
            <a:xfrm>
              <a:off x="4689719" y="6352241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25" name="직선 연결선 4824">
              <a:extLst>
                <a:ext uri="{FF2B5EF4-FFF2-40B4-BE49-F238E27FC236}">
                  <a16:creationId xmlns:a16="http://schemas.microsoft.com/office/drawing/2014/main" id="{23D56115-9208-452E-BED7-F1DFE5CE5715}"/>
                </a:ext>
              </a:extLst>
            </p:cNvPr>
            <p:cNvCxnSpPr>
              <a:cxnSpLocks/>
              <a:stCxn id="4766" idx="4"/>
              <a:endCxn id="4766" idx="0"/>
            </p:cNvCxnSpPr>
            <p:nvPr/>
          </p:nvCxnSpPr>
          <p:spPr>
            <a:xfrm flipV="1">
              <a:off x="4785473" y="6256487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26" name="직선 연결선 4825">
              <a:extLst>
                <a:ext uri="{FF2B5EF4-FFF2-40B4-BE49-F238E27FC236}">
                  <a16:creationId xmlns:a16="http://schemas.microsoft.com/office/drawing/2014/main" id="{99F7841C-C000-4E9A-A05C-99D1095EA767}"/>
                </a:ext>
              </a:extLst>
            </p:cNvPr>
            <p:cNvCxnSpPr>
              <a:cxnSpLocks/>
              <a:stCxn id="4767" idx="2"/>
              <a:endCxn id="4767" idx="6"/>
            </p:cNvCxnSpPr>
            <p:nvPr/>
          </p:nvCxnSpPr>
          <p:spPr>
            <a:xfrm>
              <a:off x="4963412" y="6352241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27" name="직선 연결선 4826">
              <a:extLst>
                <a:ext uri="{FF2B5EF4-FFF2-40B4-BE49-F238E27FC236}">
                  <a16:creationId xmlns:a16="http://schemas.microsoft.com/office/drawing/2014/main" id="{0480CAB3-4262-4287-9A61-8B737B162EDE}"/>
                </a:ext>
              </a:extLst>
            </p:cNvPr>
            <p:cNvCxnSpPr>
              <a:cxnSpLocks/>
              <a:stCxn id="4767" idx="4"/>
              <a:endCxn id="4767" idx="0"/>
            </p:cNvCxnSpPr>
            <p:nvPr/>
          </p:nvCxnSpPr>
          <p:spPr>
            <a:xfrm flipV="1">
              <a:off x="5059166" y="6256487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28" name="직선 연결선 4827">
              <a:extLst>
                <a:ext uri="{FF2B5EF4-FFF2-40B4-BE49-F238E27FC236}">
                  <a16:creationId xmlns:a16="http://schemas.microsoft.com/office/drawing/2014/main" id="{6E6943AE-9F72-4FE6-93F3-11BD38F0220E}"/>
                </a:ext>
              </a:extLst>
            </p:cNvPr>
            <p:cNvCxnSpPr>
              <a:cxnSpLocks/>
              <a:stCxn id="4768" idx="2"/>
              <a:endCxn id="4768" idx="6"/>
            </p:cNvCxnSpPr>
            <p:nvPr/>
          </p:nvCxnSpPr>
          <p:spPr>
            <a:xfrm>
              <a:off x="5237105" y="6352241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29" name="직선 연결선 4828">
              <a:extLst>
                <a:ext uri="{FF2B5EF4-FFF2-40B4-BE49-F238E27FC236}">
                  <a16:creationId xmlns:a16="http://schemas.microsoft.com/office/drawing/2014/main" id="{52DC1B9D-5AD1-4375-9B59-A97618E7E76A}"/>
                </a:ext>
              </a:extLst>
            </p:cNvPr>
            <p:cNvCxnSpPr>
              <a:cxnSpLocks/>
              <a:stCxn id="4768" idx="4"/>
              <a:endCxn id="4768" idx="0"/>
            </p:cNvCxnSpPr>
            <p:nvPr/>
          </p:nvCxnSpPr>
          <p:spPr>
            <a:xfrm flipV="1">
              <a:off x="5332859" y="6256487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30" name="직선 연결선 4829">
              <a:extLst>
                <a:ext uri="{FF2B5EF4-FFF2-40B4-BE49-F238E27FC236}">
                  <a16:creationId xmlns:a16="http://schemas.microsoft.com/office/drawing/2014/main" id="{2A9F23EB-F1B1-410F-827A-D063B4079575}"/>
                </a:ext>
              </a:extLst>
            </p:cNvPr>
            <p:cNvCxnSpPr>
              <a:cxnSpLocks/>
              <a:stCxn id="4769" idx="2"/>
              <a:endCxn id="4769" idx="6"/>
            </p:cNvCxnSpPr>
            <p:nvPr/>
          </p:nvCxnSpPr>
          <p:spPr>
            <a:xfrm>
              <a:off x="5510793" y="6352241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31" name="직선 연결선 4830">
              <a:extLst>
                <a:ext uri="{FF2B5EF4-FFF2-40B4-BE49-F238E27FC236}">
                  <a16:creationId xmlns:a16="http://schemas.microsoft.com/office/drawing/2014/main" id="{6ED079B8-51DF-4D27-9018-4EDA6AC662CB}"/>
                </a:ext>
              </a:extLst>
            </p:cNvPr>
            <p:cNvCxnSpPr>
              <a:cxnSpLocks/>
              <a:stCxn id="4769" idx="4"/>
              <a:endCxn id="4769" idx="0"/>
            </p:cNvCxnSpPr>
            <p:nvPr/>
          </p:nvCxnSpPr>
          <p:spPr>
            <a:xfrm flipV="1">
              <a:off x="5606547" y="6256487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32" name="TextBox 4831">
              <a:extLst>
                <a:ext uri="{FF2B5EF4-FFF2-40B4-BE49-F238E27FC236}">
                  <a16:creationId xmlns:a16="http://schemas.microsoft.com/office/drawing/2014/main" id="{6EBA9E11-748C-41DB-8B8C-EFD05F57B18F}"/>
                </a:ext>
              </a:extLst>
            </p:cNvPr>
            <p:cNvSpPr txBox="1"/>
            <p:nvPr/>
          </p:nvSpPr>
          <p:spPr>
            <a:xfrm>
              <a:off x="230188" y="6520816"/>
              <a:ext cx="564338" cy="1306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4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November</a:t>
              </a:r>
              <a:endParaRPr lang="ko-KR" altLang="en-US" sz="84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4833" name="타원 4832">
              <a:extLst>
                <a:ext uri="{FF2B5EF4-FFF2-40B4-BE49-F238E27FC236}">
                  <a16:creationId xmlns:a16="http://schemas.microsoft.com/office/drawing/2014/main" id="{F848B8B0-4499-4228-8E7C-4987FE2DF8B3}"/>
                </a:ext>
              </a:extLst>
            </p:cNvPr>
            <p:cNvSpPr/>
            <p:nvPr/>
          </p:nvSpPr>
          <p:spPr>
            <a:xfrm>
              <a:off x="1405405" y="6520816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834" name="타원 4833">
              <a:extLst>
                <a:ext uri="{FF2B5EF4-FFF2-40B4-BE49-F238E27FC236}">
                  <a16:creationId xmlns:a16="http://schemas.microsoft.com/office/drawing/2014/main" id="{BAAA8A22-2248-41C1-97B4-6345D828B949}"/>
                </a:ext>
              </a:extLst>
            </p:cNvPr>
            <p:cNvSpPr/>
            <p:nvPr/>
          </p:nvSpPr>
          <p:spPr>
            <a:xfrm>
              <a:off x="1679097" y="6520816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835" name="타원 4834">
              <a:extLst>
                <a:ext uri="{FF2B5EF4-FFF2-40B4-BE49-F238E27FC236}">
                  <a16:creationId xmlns:a16="http://schemas.microsoft.com/office/drawing/2014/main" id="{3E266B96-EE8B-4217-9A42-7191ABFC6D46}"/>
                </a:ext>
              </a:extLst>
            </p:cNvPr>
            <p:cNvSpPr/>
            <p:nvPr/>
          </p:nvSpPr>
          <p:spPr>
            <a:xfrm>
              <a:off x="1952789" y="6520816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836" name="타원 4835">
              <a:extLst>
                <a:ext uri="{FF2B5EF4-FFF2-40B4-BE49-F238E27FC236}">
                  <a16:creationId xmlns:a16="http://schemas.microsoft.com/office/drawing/2014/main" id="{ADDA6895-06C1-4EEF-BCAC-7AAEA76F901F}"/>
                </a:ext>
              </a:extLst>
            </p:cNvPr>
            <p:cNvSpPr/>
            <p:nvPr/>
          </p:nvSpPr>
          <p:spPr>
            <a:xfrm>
              <a:off x="2226481" y="6520816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4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837" name="타원 4836">
              <a:extLst>
                <a:ext uri="{FF2B5EF4-FFF2-40B4-BE49-F238E27FC236}">
                  <a16:creationId xmlns:a16="http://schemas.microsoft.com/office/drawing/2014/main" id="{262E0914-E677-4D5B-B4B5-21AA760AB759}"/>
                </a:ext>
              </a:extLst>
            </p:cNvPr>
            <p:cNvSpPr/>
            <p:nvPr/>
          </p:nvSpPr>
          <p:spPr>
            <a:xfrm>
              <a:off x="2500173" y="6520816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5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838" name="타원 4837">
              <a:extLst>
                <a:ext uri="{FF2B5EF4-FFF2-40B4-BE49-F238E27FC236}">
                  <a16:creationId xmlns:a16="http://schemas.microsoft.com/office/drawing/2014/main" id="{5FE26ADE-B1C0-48DD-AE06-F9EEF9F016FB}"/>
                </a:ext>
              </a:extLst>
            </p:cNvPr>
            <p:cNvSpPr/>
            <p:nvPr/>
          </p:nvSpPr>
          <p:spPr>
            <a:xfrm>
              <a:off x="2773865" y="6520816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6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839" name="타원 4838">
              <a:extLst>
                <a:ext uri="{FF2B5EF4-FFF2-40B4-BE49-F238E27FC236}">
                  <a16:creationId xmlns:a16="http://schemas.microsoft.com/office/drawing/2014/main" id="{9C8AA80E-A172-429C-A2E6-1A1D084F535F}"/>
                </a:ext>
              </a:extLst>
            </p:cNvPr>
            <p:cNvSpPr/>
            <p:nvPr/>
          </p:nvSpPr>
          <p:spPr>
            <a:xfrm>
              <a:off x="3047557" y="6520816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7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840" name="타원 4839">
              <a:extLst>
                <a:ext uri="{FF2B5EF4-FFF2-40B4-BE49-F238E27FC236}">
                  <a16:creationId xmlns:a16="http://schemas.microsoft.com/office/drawing/2014/main" id="{CA51B6DB-CAD6-42DE-925D-C5FBA9883B7D}"/>
                </a:ext>
              </a:extLst>
            </p:cNvPr>
            <p:cNvSpPr/>
            <p:nvPr/>
          </p:nvSpPr>
          <p:spPr>
            <a:xfrm>
              <a:off x="3321249" y="6520816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8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841" name="타원 4840">
              <a:extLst>
                <a:ext uri="{FF2B5EF4-FFF2-40B4-BE49-F238E27FC236}">
                  <a16:creationId xmlns:a16="http://schemas.microsoft.com/office/drawing/2014/main" id="{AB3C9B99-B629-4AD0-BE44-9F20232DC8A6}"/>
                </a:ext>
              </a:extLst>
            </p:cNvPr>
            <p:cNvSpPr/>
            <p:nvPr/>
          </p:nvSpPr>
          <p:spPr>
            <a:xfrm>
              <a:off x="3594941" y="6520816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9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842" name="타원 4841">
              <a:extLst>
                <a:ext uri="{FF2B5EF4-FFF2-40B4-BE49-F238E27FC236}">
                  <a16:creationId xmlns:a16="http://schemas.microsoft.com/office/drawing/2014/main" id="{756904EA-9C78-4993-90DB-4C599F6535A5}"/>
                </a:ext>
              </a:extLst>
            </p:cNvPr>
            <p:cNvSpPr/>
            <p:nvPr/>
          </p:nvSpPr>
          <p:spPr>
            <a:xfrm>
              <a:off x="3868633" y="6520816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10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843" name="타원 4842">
              <a:extLst>
                <a:ext uri="{FF2B5EF4-FFF2-40B4-BE49-F238E27FC236}">
                  <a16:creationId xmlns:a16="http://schemas.microsoft.com/office/drawing/2014/main" id="{4AF2A7E9-0CC6-4256-B82B-E53E048885FF}"/>
                </a:ext>
              </a:extLst>
            </p:cNvPr>
            <p:cNvSpPr/>
            <p:nvPr/>
          </p:nvSpPr>
          <p:spPr>
            <a:xfrm>
              <a:off x="4142325" y="6520816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11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844" name="타원 4843">
              <a:extLst>
                <a:ext uri="{FF2B5EF4-FFF2-40B4-BE49-F238E27FC236}">
                  <a16:creationId xmlns:a16="http://schemas.microsoft.com/office/drawing/2014/main" id="{FCF31EEA-1273-45CB-8D62-A7AAA5307FFB}"/>
                </a:ext>
              </a:extLst>
            </p:cNvPr>
            <p:cNvSpPr/>
            <p:nvPr/>
          </p:nvSpPr>
          <p:spPr>
            <a:xfrm>
              <a:off x="4416017" y="6520816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12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845" name="타원 4844">
              <a:extLst>
                <a:ext uri="{FF2B5EF4-FFF2-40B4-BE49-F238E27FC236}">
                  <a16:creationId xmlns:a16="http://schemas.microsoft.com/office/drawing/2014/main" id="{871D4FA3-10A5-422E-BE3F-27A4631C0327}"/>
                </a:ext>
              </a:extLst>
            </p:cNvPr>
            <p:cNvSpPr/>
            <p:nvPr/>
          </p:nvSpPr>
          <p:spPr>
            <a:xfrm>
              <a:off x="4689709" y="6520816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13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846" name="타원 4845">
              <a:extLst>
                <a:ext uri="{FF2B5EF4-FFF2-40B4-BE49-F238E27FC236}">
                  <a16:creationId xmlns:a16="http://schemas.microsoft.com/office/drawing/2014/main" id="{00C17C78-32DE-49C7-A7CA-EC665E238B97}"/>
                </a:ext>
              </a:extLst>
            </p:cNvPr>
            <p:cNvSpPr/>
            <p:nvPr/>
          </p:nvSpPr>
          <p:spPr>
            <a:xfrm>
              <a:off x="4963401" y="6520816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14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847" name="타원 4846">
              <a:extLst>
                <a:ext uri="{FF2B5EF4-FFF2-40B4-BE49-F238E27FC236}">
                  <a16:creationId xmlns:a16="http://schemas.microsoft.com/office/drawing/2014/main" id="{F695BADE-0EEF-4553-B2C3-3C3B4243FB65}"/>
                </a:ext>
              </a:extLst>
            </p:cNvPr>
            <p:cNvSpPr/>
            <p:nvPr/>
          </p:nvSpPr>
          <p:spPr>
            <a:xfrm>
              <a:off x="5237095" y="6520816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15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848" name="타원 4847">
              <a:extLst>
                <a:ext uri="{FF2B5EF4-FFF2-40B4-BE49-F238E27FC236}">
                  <a16:creationId xmlns:a16="http://schemas.microsoft.com/office/drawing/2014/main" id="{99D782AD-4859-4D06-8BA4-BBEA3D2EA798}"/>
                </a:ext>
              </a:extLst>
            </p:cNvPr>
            <p:cNvSpPr/>
            <p:nvPr/>
          </p:nvSpPr>
          <p:spPr>
            <a:xfrm>
              <a:off x="1405403" y="6755229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16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849" name="타원 4848">
              <a:extLst>
                <a:ext uri="{FF2B5EF4-FFF2-40B4-BE49-F238E27FC236}">
                  <a16:creationId xmlns:a16="http://schemas.microsoft.com/office/drawing/2014/main" id="{169AF6AC-8D49-4F0D-8ED3-A0AA70F0427B}"/>
                </a:ext>
              </a:extLst>
            </p:cNvPr>
            <p:cNvSpPr/>
            <p:nvPr/>
          </p:nvSpPr>
          <p:spPr>
            <a:xfrm>
              <a:off x="1679096" y="6755229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17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850" name="타원 4849">
              <a:extLst>
                <a:ext uri="{FF2B5EF4-FFF2-40B4-BE49-F238E27FC236}">
                  <a16:creationId xmlns:a16="http://schemas.microsoft.com/office/drawing/2014/main" id="{10B52EDF-ADBC-4510-8E12-446385456857}"/>
                </a:ext>
              </a:extLst>
            </p:cNvPr>
            <p:cNvSpPr/>
            <p:nvPr/>
          </p:nvSpPr>
          <p:spPr>
            <a:xfrm>
              <a:off x="1952789" y="6755229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18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851" name="타원 4850">
              <a:extLst>
                <a:ext uri="{FF2B5EF4-FFF2-40B4-BE49-F238E27FC236}">
                  <a16:creationId xmlns:a16="http://schemas.microsoft.com/office/drawing/2014/main" id="{48F94C0F-F930-47D9-A108-456D33CA8785}"/>
                </a:ext>
              </a:extLst>
            </p:cNvPr>
            <p:cNvSpPr/>
            <p:nvPr/>
          </p:nvSpPr>
          <p:spPr>
            <a:xfrm>
              <a:off x="2226482" y="6755229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19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852" name="타원 4851">
              <a:extLst>
                <a:ext uri="{FF2B5EF4-FFF2-40B4-BE49-F238E27FC236}">
                  <a16:creationId xmlns:a16="http://schemas.microsoft.com/office/drawing/2014/main" id="{743800D9-2639-40D2-BCAD-D14C234D3461}"/>
                </a:ext>
              </a:extLst>
            </p:cNvPr>
            <p:cNvSpPr/>
            <p:nvPr/>
          </p:nvSpPr>
          <p:spPr>
            <a:xfrm>
              <a:off x="2500175" y="6755229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20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853" name="타원 4852">
              <a:extLst>
                <a:ext uri="{FF2B5EF4-FFF2-40B4-BE49-F238E27FC236}">
                  <a16:creationId xmlns:a16="http://schemas.microsoft.com/office/drawing/2014/main" id="{D3B5AC15-E1A5-459D-9127-7A39C6AC5FCF}"/>
                </a:ext>
              </a:extLst>
            </p:cNvPr>
            <p:cNvSpPr/>
            <p:nvPr/>
          </p:nvSpPr>
          <p:spPr>
            <a:xfrm>
              <a:off x="2773868" y="6755229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21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854" name="타원 4853">
              <a:extLst>
                <a:ext uri="{FF2B5EF4-FFF2-40B4-BE49-F238E27FC236}">
                  <a16:creationId xmlns:a16="http://schemas.microsoft.com/office/drawing/2014/main" id="{AF608859-F1D2-437A-8CFE-22E76638B268}"/>
                </a:ext>
              </a:extLst>
            </p:cNvPr>
            <p:cNvSpPr/>
            <p:nvPr/>
          </p:nvSpPr>
          <p:spPr>
            <a:xfrm>
              <a:off x="3047561" y="6755229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22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855" name="타원 4854">
              <a:extLst>
                <a:ext uri="{FF2B5EF4-FFF2-40B4-BE49-F238E27FC236}">
                  <a16:creationId xmlns:a16="http://schemas.microsoft.com/office/drawing/2014/main" id="{9F672E82-2ECE-4869-841E-7B1AA822B41B}"/>
                </a:ext>
              </a:extLst>
            </p:cNvPr>
            <p:cNvSpPr/>
            <p:nvPr/>
          </p:nvSpPr>
          <p:spPr>
            <a:xfrm>
              <a:off x="3321254" y="6755229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23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856" name="타원 4855">
              <a:extLst>
                <a:ext uri="{FF2B5EF4-FFF2-40B4-BE49-F238E27FC236}">
                  <a16:creationId xmlns:a16="http://schemas.microsoft.com/office/drawing/2014/main" id="{3745474F-C86A-4679-98BB-2D70CFD8AA52}"/>
                </a:ext>
              </a:extLst>
            </p:cNvPr>
            <p:cNvSpPr/>
            <p:nvPr/>
          </p:nvSpPr>
          <p:spPr>
            <a:xfrm>
              <a:off x="3594947" y="6755229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24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857" name="타원 4856">
              <a:extLst>
                <a:ext uri="{FF2B5EF4-FFF2-40B4-BE49-F238E27FC236}">
                  <a16:creationId xmlns:a16="http://schemas.microsoft.com/office/drawing/2014/main" id="{D53A1C5B-68E3-419D-B75D-D026F60F81FA}"/>
                </a:ext>
              </a:extLst>
            </p:cNvPr>
            <p:cNvSpPr/>
            <p:nvPr/>
          </p:nvSpPr>
          <p:spPr>
            <a:xfrm>
              <a:off x="3868640" y="6755229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25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858" name="타원 4857">
              <a:extLst>
                <a:ext uri="{FF2B5EF4-FFF2-40B4-BE49-F238E27FC236}">
                  <a16:creationId xmlns:a16="http://schemas.microsoft.com/office/drawing/2014/main" id="{FD6EA9E7-906E-4E76-B5BD-622CBE515D15}"/>
                </a:ext>
              </a:extLst>
            </p:cNvPr>
            <p:cNvSpPr/>
            <p:nvPr/>
          </p:nvSpPr>
          <p:spPr>
            <a:xfrm>
              <a:off x="4142333" y="6755229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26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859" name="타원 4858">
              <a:extLst>
                <a:ext uri="{FF2B5EF4-FFF2-40B4-BE49-F238E27FC236}">
                  <a16:creationId xmlns:a16="http://schemas.microsoft.com/office/drawing/2014/main" id="{5D91B113-2B3A-4BDA-9277-2AED52CF90B9}"/>
                </a:ext>
              </a:extLst>
            </p:cNvPr>
            <p:cNvSpPr/>
            <p:nvPr/>
          </p:nvSpPr>
          <p:spPr>
            <a:xfrm>
              <a:off x="4416026" y="6755229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27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860" name="타원 4859">
              <a:extLst>
                <a:ext uri="{FF2B5EF4-FFF2-40B4-BE49-F238E27FC236}">
                  <a16:creationId xmlns:a16="http://schemas.microsoft.com/office/drawing/2014/main" id="{29E442BF-63FF-4600-BDE8-65A6E5D284BF}"/>
                </a:ext>
              </a:extLst>
            </p:cNvPr>
            <p:cNvSpPr/>
            <p:nvPr/>
          </p:nvSpPr>
          <p:spPr>
            <a:xfrm>
              <a:off x="4689719" y="6755229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28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861" name="타원 4860">
              <a:extLst>
                <a:ext uri="{FF2B5EF4-FFF2-40B4-BE49-F238E27FC236}">
                  <a16:creationId xmlns:a16="http://schemas.microsoft.com/office/drawing/2014/main" id="{EDCD31F4-A7E2-4E04-A2DB-DA9B085ED5B8}"/>
                </a:ext>
              </a:extLst>
            </p:cNvPr>
            <p:cNvSpPr/>
            <p:nvPr/>
          </p:nvSpPr>
          <p:spPr>
            <a:xfrm>
              <a:off x="4963412" y="6755229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29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862" name="타원 4861">
              <a:extLst>
                <a:ext uri="{FF2B5EF4-FFF2-40B4-BE49-F238E27FC236}">
                  <a16:creationId xmlns:a16="http://schemas.microsoft.com/office/drawing/2014/main" id="{ABDAD176-924C-49F0-A279-252B46040F44}"/>
                </a:ext>
              </a:extLst>
            </p:cNvPr>
            <p:cNvSpPr/>
            <p:nvPr/>
          </p:nvSpPr>
          <p:spPr>
            <a:xfrm>
              <a:off x="5237105" y="6755229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30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cxnSp>
          <p:nvCxnSpPr>
            <p:cNvPr id="4863" name="직선 연결선 4862">
              <a:extLst>
                <a:ext uri="{FF2B5EF4-FFF2-40B4-BE49-F238E27FC236}">
                  <a16:creationId xmlns:a16="http://schemas.microsoft.com/office/drawing/2014/main" id="{B8B3A7D4-64A9-4730-A5A6-59E2D32D7060}"/>
                </a:ext>
              </a:extLst>
            </p:cNvPr>
            <p:cNvCxnSpPr>
              <a:cxnSpLocks/>
              <a:stCxn id="4833" idx="2"/>
              <a:endCxn id="4833" idx="6"/>
            </p:cNvCxnSpPr>
            <p:nvPr/>
          </p:nvCxnSpPr>
          <p:spPr>
            <a:xfrm>
              <a:off x="1405405" y="6616570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64" name="직선 연결선 4863">
              <a:extLst>
                <a:ext uri="{FF2B5EF4-FFF2-40B4-BE49-F238E27FC236}">
                  <a16:creationId xmlns:a16="http://schemas.microsoft.com/office/drawing/2014/main" id="{F803C77C-D1C0-4167-A7F0-7909D8392291}"/>
                </a:ext>
              </a:extLst>
            </p:cNvPr>
            <p:cNvCxnSpPr>
              <a:cxnSpLocks/>
              <a:stCxn id="4833" idx="4"/>
              <a:endCxn id="4833" idx="0"/>
            </p:cNvCxnSpPr>
            <p:nvPr/>
          </p:nvCxnSpPr>
          <p:spPr>
            <a:xfrm flipV="1">
              <a:off x="1501159" y="6520816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65" name="직선 연결선 4864">
              <a:extLst>
                <a:ext uri="{FF2B5EF4-FFF2-40B4-BE49-F238E27FC236}">
                  <a16:creationId xmlns:a16="http://schemas.microsoft.com/office/drawing/2014/main" id="{F7FC8481-33C9-4155-9E6C-6D56B0CA911E}"/>
                </a:ext>
              </a:extLst>
            </p:cNvPr>
            <p:cNvCxnSpPr>
              <a:cxnSpLocks/>
              <a:stCxn id="4834" idx="2"/>
              <a:endCxn id="4834" idx="6"/>
            </p:cNvCxnSpPr>
            <p:nvPr/>
          </p:nvCxnSpPr>
          <p:spPr>
            <a:xfrm>
              <a:off x="1679097" y="6616570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66" name="직선 연결선 4865">
              <a:extLst>
                <a:ext uri="{FF2B5EF4-FFF2-40B4-BE49-F238E27FC236}">
                  <a16:creationId xmlns:a16="http://schemas.microsoft.com/office/drawing/2014/main" id="{C909680E-E121-4584-AC83-8DBDE4E2F165}"/>
                </a:ext>
              </a:extLst>
            </p:cNvPr>
            <p:cNvCxnSpPr>
              <a:cxnSpLocks/>
              <a:stCxn id="4834" idx="4"/>
              <a:endCxn id="4834" idx="0"/>
            </p:cNvCxnSpPr>
            <p:nvPr/>
          </p:nvCxnSpPr>
          <p:spPr>
            <a:xfrm flipV="1">
              <a:off x="1774851" y="6520816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67" name="직선 연결선 4866">
              <a:extLst>
                <a:ext uri="{FF2B5EF4-FFF2-40B4-BE49-F238E27FC236}">
                  <a16:creationId xmlns:a16="http://schemas.microsoft.com/office/drawing/2014/main" id="{7149D0AF-026A-4AF2-B302-C276CBB270EA}"/>
                </a:ext>
              </a:extLst>
            </p:cNvPr>
            <p:cNvCxnSpPr>
              <a:cxnSpLocks/>
              <a:stCxn id="4835" idx="2"/>
              <a:endCxn id="4835" idx="6"/>
            </p:cNvCxnSpPr>
            <p:nvPr/>
          </p:nvCxnSpPr>
          <p:spPr>
            <a:xfrm>
              <a:off x="1952789" y="6616570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68" name="직선 연결선 4867">
              <a:extLst>
                <a:ext uri="{FF2B5EF4-FFF2-40B4-BE49-F238E27FC236}">
                  <a16:creationId xmlns:a16="http://schemas.microsoft.com/office/drawing/2014/main" id="{E7924B4D-E9AA-4CD4-A197-9743355B99D3}"/>
                </a:ext>
              </a:extLst>
            </p:cNvPr>
            <p:cNvCxnSpPr>
              <a:cxnSpLocks/>
              <a:stCxn id="4835" idx="4"/>
              <a:endCxn id="4835" idx="0"/>
            </p:cNvCxnSpPr>
            <p:nvPr/>
          </p:nvCxnSpPr>
          <p:spPr>
            <a:xfrm flipV="1">
              <a:off x="2048543" y="6520816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69" name="직선 연결선 4868">
              <a:extLst>
                <a:ext uri="{FF2B5EF4-FFF2-40B4-BE49-F238E27FC236}">
                  <a16:creationId xmlns:a16="http://schemas.microsoft.com/office/drawing/2014/main" id="{4CED7BC5-2E17-4F82-80F8-AF6BDAF92B6F}"/>
                </a:ext>
              </a:extLst>
            </p:cNvPr>
            <p:cNvCxnSpPr>
              <a:cxnSpLocks/>
              <a:stCxn id="4836" idx="2"/>
              <a:endCxn id="4836" idx="6"/>
            </p:cNvCxnSpPr>
            <p:nvPr/>
          </p:nvCxnSpPr>
          <p:spPr>
            <a:xfrm>
              <a:off x="2226481" y="6616570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70" name="직선 연결선 4869">
              <a:extLst>
                <a:ext uri="{FF2B5EF4-FFF2-40B4-BE49-F238E27FC236}">
                  <a16:creationId xmlns:a16="http://schemas.microsoft.com/office/drawing/2014/main" id="{F798FF76-6373-4877-8F05-CD5B744E4D9A}"/>
                </a:ext>
              </a:extLst>
            </p:cNvPr>
            <p:cNvCxnSpPr>
              <a:cxnSpLocks/>
              <a:stCxn id="4836" idx="4"/>
              <a:endCxn id="4836" idx="0"/>
            </p:cNvCxnSpPr>
            <p:nvPr/>
          </p:nvCxnSpPr>
          <p:spPr>
            <a:xfrm flipV="1">
              <a:off x="2322235" y="6520816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71" name="직선 연결선 4870">
              <a:extLst>
                <a:ext uri="{FF2B5EF4-FFF2-40B4-BE49-F238E27FC236}">
                  <a16:creationId xmlns:a16="http://schemas.microsoft.com/office/drawing/2014/main" id="{93650BBC-C790-4AA8-8F57-F5524DD206D3}"/>
                </a:ext>
              </a:extLst>
            </p:cNvPr>
            <p:cNvCxnSpPr>
              <a:cxnSpLocks/>
              <a:stCxn id="4837" idx="2"/>
              <a:endCxn id="4837" idx="6"/>
            </p:cNvCxnSpPr>
            <p:nvPr/>
          </p:nvCxnSpPr>
          <p:spPr>
            <a:xfrm>
              <a:off x="2500173" y="6616570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72" name="직선 연결선 4871">
              <a:extLst>
                <a:ext uri="{FF2B5EF4-FFF2-40B4-BE49-F238E27FC236}">
                  <a16:creationId xmlns:a16="http://schemas.microsoft.com/office/drawing/2014/main" id="{98946D3E-E727-4C32-A7FD-28D9E1F6C5CC}"/>
                </a:ext>
              </a:extLst>
            </p:cNvPr>
            <p:cNvCxnSpPr>
              <a:cxnSpLocks/>
              <a:stCxn id="4837" idx="4"/>
              <a:endCxn id="4837" idx="0"/>
            </p:cNvCxnSpPr>
            <p:nvPr/>
          </p:nvCxnSpPr>
          <p:spPr>
            <a:xfrm flipV="1">
              <a:off x="2595927" y="6520816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73" name="직선 연결선 4872">
              <a:extLst>
                <a:ext uri="{FF2B5EF4-FFF2-40B4-BE49-F238E27FC236}">
                  <a16:creationId xmlns:a16="http://schemas.microsoft.com/office/drawing/2014/main" id="{52C26A2B-6B08-47CA-916E-87F4C12C20D3}"/>
                </a:ext>
              </a:extLst>
            </p:cNvPr>
            <p:cNvCxnSpPr>
              <a:cxnSpLocks/>
              <a:stCxn id="4838" idx="2"/>
              <a:endCxn id="4838" idx="6"/>
            </p:cNvCxnSpPr>
            <p:nvPr/>
          </p:nvCxnSpPr>
          <p:spPr>
            <a:xfrm>
              <a:off x="2773865" y="6616570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74" name="직선 연결선 4873">
              <a:extLst>
                <a:ext uri="{FF2B5EF4-FFF2-40B4-BE49-F238E27FC236}">
                  <a16:creationId xmlns:a16="http://schemas.microsoft.com/office/drawing/2014/main" id="{3FB86547-A43C-42C3-BF64-CB111B1FB34C}"/>
                </a:ext>
              </a:extLst>
            </p:cNvPr>
            <p:cNvCxnSpPr>
              <a:cxnSpLocks/>
              <a:stCxn id="4838" idx="4"/>
              <a:endCxn id="4838" idx="0"/>
            </p:cNvCxnSpPr>
            <p:nvPr/>
          </p:nvCxnSpPr>
          <p:spPr>
            <a:xfrm flipV="1">
              <a:off x="2869619" y="6520816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75" name="직선 연결선 4874">
              <a:extLst>
                <a:ext uri="{FF2B5EF4-FFF2-40B4-BE49-F238E27FC236}">
                  <a16:creationId xmlns:a16="http://schemas.microsoft.com/office/drawing/2014/main" id="{84D8BE2B-FE9E-4549-AEE0-11EC1B1E4BB9}"/>
                </a:ext>
              </a:extLst>
            </p:cNvPr>
            <p:cNvCxnSpPr>
              <a:cxnSpLocks/>
              <a:stCxn id="4839" idx="2"/>
              <a:endCxn id="4839" idx="6"/>
            </p:cNvCxnSpPr>
            <p:nvPr/>
          </p:nvCxnSpPr>
          <p:spPr>
            <a:xfrm>
              <a:off x="3047557" y="6616570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76" name="직선 연결선 4875">
              <a:extLst>
                <a:ext uri="{FF2B5EF4-FFF2-40B4-BE49-F238E27FC236}">
                  <a16:creationId xmlns:a16="http://schemas.microsoft.com/office/drawing/2014/main" id="{D9689716-9EFD-43F7-90C8-A474454433BD}"/>
                </a:ext>
              </a:extLst>
            </p:cNvPr>
            <p:cNvCxnSpPr>
              <a:cxnSpLocks/>
              <a:stCxn id="4839" idx="4"/>
              <a:endCxn id="4839" idx="0"/>
            </p:cNvCxnSpPr>
            <p:nvPr/>
          </p:nvCxnSpPr>
          <p:spPr>
            <a:xfrm flipV="1">
              <a:off x="3143311" y="6520816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77" name="직선 연결선 4876">
              <a:extLst>
                <a:ext uri="{FF2B5EF4-FFF2-40B4-BE49-F238E27FC236}">
                  <a16:creationId xmlns:a16="http://schemas.microsoft.com/office/drawing/2014/main" id="{18D43428-2EA8-49D6-8BFB-6E8546ABB0EA}"/>
                </a:ext>
              </a:extLst>
            </p:cNvPr>
            <p:cNvCxnSpPr>
              <a:cxnSpLocks/>
              <a:stCxn id="4840" idx="2"/>
              <a:endCxn id="4840" idx="6"/>
            </p:cNvCxnSpPr>
            <p:nvPr/>
          </p:nvCxnSpPr>
          <p:spPr>
            <a:xfrm>
              <a:off x="3321249" y="6616570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78" name="직선 연결선 4877">
              <a:extLst>
                <a:ext uri="{FF2B5EF4-FFF2-40B4-BE49-F238E27FC236}">
                  <a16:creationId xmlns:a16="http://schemas.microsoft.com/office/drawing/2014/main" id="{34733B5C-1ADA-4EEE-A70E-A25EB1908538}"/>
                </a:ext>
              </a:extLst>
            </p:cNvPr>
            <p:cNvCxnSpPr>
              <a:cxnSpLocks/>
              <a:stCxn id="4840" idx="4"/>
              <a:endCxn id="4840" idx="0"/>
            </p:cNvCxnSpPr>
            <p:nvPr/>
          </p:nvCxnSpPr>
          <p:spPr>
            <a:xfrm flipV="1">
              <a:off x="3417003" y="6520816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79" name="직선 연결선 4878">
              <a:extLst>
                <a:ext uri="{FF2B5EF4-FFF2-40B4-BE49-F238E27FC236}">
                  <a16:creationId xmlns:a16="http://schemas.microsoft.com/office/drawing/2014/main" id="{83882F13-0013-4D16-820F-D29BC132FF85}"/>
                </a:ext>
              </a:extLst>
            </p:cNvPr>
            <p:cNvCxnSpPr>
              <a:cxnSpLocks/>
              <a:stCxn id="4841" idx="2"/>
              <a:endCxn id="4841" idx="6"/>
            </p:cNvCxnSpPr>
            <p:nvPr/>
          </p:nvCxnSpPr>
          <p:spPr>
            <a:xfrm>
              <a:off x="3594941" y="6616570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80" name="직선 연결선 4879">
              <a:extLst>
                <a:ext uri="{FF2B5EF4-FFF2-40B4-BE49-F238E27FC236}">
                  <a16:creationId xmlns:a16="http://schemas.microsoft.com/office/drawing/2014/main" id="{5D34DB9D-B9D1-4FFE-B3DF-3A4277F6EBEC}"/>
                </a:ext>
              </a:extLst>
            </p:cNvPr>
            <p:cNvCxnSpPr>
              <a:cxnSpLocks/>
              <a:stCxn id="4841" idx="4"/>
              <a:endCxn id="4841" idx="0"/>
            </p:cNvCxnSpPr>
            <p:nvPr/>
          </p:nvCxnSpPr>
          <p:spPr>
            <a:xfrm flipV="1">
              <a:off x="3690695" y="6520816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81" name="직선 연결선 4880">
              <a:extLst>
                <a:ext uri="{FF2B5EF4-FFF2-40B4-BE49-F238E27FC236}">
                  <a16:creationId xmlns:a16="http://schemas.microsoft.com/office/drawing/2014/main" id="{8D8C6EFC-0CEF-4CC5-BD01-F7940D746F14}"/>
                </a:ext>
              </a:extLst>
            </p:cNvPr>
            <p:cNvCxnSpPr>
              <a:cxnSpLocks/>
              <a:stCxn id="4842" idx="2"/>
              <a:endCxn id="4842" idx="6"/>
            </p:cNvCxnSpPr>
            <p:nvPr/>
          </p:nvCxnSpPr>
          <p:spPr>
            <a:xfrm>
              <a:off x="3868633" y="6616570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82" name="직선 연결선 4881">
              <a:extLst>
                <a:ext uri="{FF2B5EF4-FFF2-40B4-BE49-F238E27FC236}">
                  <a16:creationId xmlns:a16="http://schemas.microsoft.com/office/drawing/2014/main" id="{A9EDF4F2-1896-48D3-AAC8-6FD8E1BF1793}"/>
                </a:ext>
              </a:extLst>
            </p:cNvPr>
            <p:cNvCxnSpPr>
              <a:cxnSpLocks/>
              <a:stCxn id="4842" idx="4"/>
              <a:endCxn id="4842" idx="0"/>
            </p:cNvCxnSpPr>
            <p:nvPr/>
          </p:nvCxnSpPr>
          <p:spPr>
            <a:xfrm flipV="1">
              <a:off x="3964387" y="6520816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83" name="직선 연결선 4882">
              <a:extLst>
                <a:ext uri="{FF2B5EF4-FFF2-40B4-BE49-F238E27FC236}">
                  <a16:creationId xmlns:a16="http://schemas.microsoft.com/office/drawing/2014/main" id="{3E603C99-3561-477B-9F52-2CD9522F5CFB}"/>
                </a:ext>
              </a:extLst>
            </p:cNvPr>
            <p:cNvCxnSpPr>
              <a:cxnSpLocks/>
              <a:stCxn id="4843" idx="2"/>
              <a:endCxn id="4843" idx="6"/>
            </p:cNvCxnSpPr>
            <p:nvPr/>
          </p:nvCxnSpPr>
          <p:spPr>
            <a:xfrm>
              <a:off x="4142325" y="6616570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84" name="직선 연결선 4883">
              <a:extLst>
                <a:ext uri="{FF2B5EF4-FFF2-40B4-BE49-F238E27FC236}">
                  <a16:creationId xmlns:a16="http://schemas.microsoft.com/office/drawing/2014/main" id="{57591D80-4A91-42BB-9EDE-65A235103FD5}"/>
                </a:ext>
              </a:extLst>
            </p:cNvPr>
            <p:cNvCxnSpPr>
              <a:cxnSpLocks/>
              <a:stCxn id="4843" idx="4"/>
              <a:endCxn id="4843" idx="0"/>
            </p:cNvCxnSpPr>
            <p:nvPr/>
          </p:nvCxnSpPr>
          <p:spPr>
            <a:xfrm flipV="1">
              <a:off x="4238079" y="6520816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85" name="직선 연결선 4884">
              <a:extLst>
                <a:ext uri="{FF2B5EF4-FFF2-40B4-BE49-F238E27FC236}">
                  <a16:creationId xmlns:a16="http://schemas.microsoft.com/office/drawing/2014/main" id="{66061A8D-BE3F-4421-BAB8-E36A9774C659}"/>
                </a:ext>
              </a:extLst>
            </p:cNvPr>
            <p:cNvCxnSpPr>
              <a:cxnSpLocks/>
              <a:stCxn id="4844" idx="2"/>
              <a:endCxn id="4844" idx="6"/>
            </p:cNvCxnSpPr>
            <p:nvPr/>
          </p:nvCxnSpPr>
          <p:spPr>
            <a:xfrm>
              <a:off x="4416017" y="6616570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86" name="직선 연결선 4885">
              <a:extLst>
                <a:ext uri="{FF2B5EF4-FFF2-40B4-BE49-F238E27FC236}">
                  <a16:creationId xmlns:a16="http://schemas.microsoft.com/office/drawing/2014/main" id="{694C2754-E49A-4C07-823E-3DFEADC8F509}"/>
                </a:ext>
              </a:extLst>
            </p:cNvPr>
            <p:cNvCxnSpPr>
              <a:cxnSpLocks/>
              <a:stCxn id="4844" idx="4"/>
              <a:endCxn id="4844" idx="0"/>
            </p:cNvCxnSpPr>
            <p:nvPr/>
          </p:nvCxnSpPr>
          <p:spPr>
            <a:xfrm flipV="1">
              <a:off x="4511771" y="6520816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87" name="직선 연결선 4886">
              <a:extLst>
                <a:ext uri="{FF2B5EF4-FFF2-40B4-BE49-F238E27FC236}">
                  <a16:creationId xmlns:a16="http://schemas.microsoft.com/office/drawing/2014/main" id="{4421AF7B-10D4-4427-A867-7B5760195393}"/>
                </a:ext>
              </a:extLst>
            </p:cNvPr>
            <p:cNvCxnSpPr>
              <a:cxnSpLocks/>
              <a:stCxn id="4845" idx="2"/>
              <a:endCxn id="4845" idx="6"/>
            </p:cNvCxnSpPr>
            <p:nvPr/>
          </p:nvCxnSpPr>
          <p:spPr>
            <a:xfrm>
              <a:off x="4689709" y="6616570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88" name="직선 연결선 4887">
              <a:extLst>
                <a:ext uri="{FF2B5EF4-FFF2-40B4-BE49-F238E27FC236}">
                  <a16:creationId xmlns:a16="http://schemas.microsoft.com/office/drawing/2014/main" id="{95B54179-A26B-47BB-815C-ED5FC22FCCA1}"/>
                </a:ext>
              </a:extLst>
            </p:cNvPr>
            <p:cNvCxnSpPr>
              <a:cxnSpLocks/>
              <a:stCxn id="4845" idx="4"/>
              <a:endCxn id="4845" idx="0"/>
            </p:cNvCxnSpPr>
            <p:nvPr/>
          </p:nvCxnSpPr>
          <p:spPr>
            <a:xfrm flipV="1">
              <a:off x="4785463" y="6520816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89" name="직선 연결선 4888">
              <a:extLst>
                <a:ext uri="{FF2B5EF4-FFF2-40B4-BE49-F238E27FC236}">
                  <a16:creationId xmlns:a16="http://schemas.microsoft.com/office/drawing/2014/main" id="{3132969A-A38F-4AB1-80FE-09183EA719C0}"/>
                </a:ext>
              </a:extLst>
            </p:cNvPr>
            <p:cNvCxnSpPr>
              <a:cxnSpLocks/>
              <a:stCxn id="4846" idx="2"/>
              <a:endCxn id="4846" idx="6"/>
            </p:cNvCxnSpPr>
            <p:nvPr/>
          </p:nvCxnSpPr>
          <p:spPr>
            <a:xfrm>
              <a:off x="4963401" y="6616570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90" name="직선 연결선 4889">
              <a:extLst>
                <a:ext uri="{FF2B5EF4-FFF2-40B4-BE49-F238E27FC236}">
                  <a16:creationId xmlns:a16="http://schemas.microsoft.com/office/drawing/2014/main" id="{D826F5BC-32C4-4CD9-AEB8-58CF116C27BB}"/>
                </a:ext>
              </a:extLst>
            </p:cNvPr>
            <p:cNvCxnSpPr>
              <a:cxnSpLocks/>
              <a:stCxn id="4846" idx="4"/>
              <a:endCxn id="4846" idx="0"/>
            </p:cNvCxnSpPr>
            <p:nvPr/>
          </p:nvCxnSpPr>
          <p:spPr>
            <a:xfrm flipV="1">
              <a:off x="5059155" y="6520816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91" name="직선 연결선 4890">
              <a:extLst>
                <a:ext uri="{FF2B5EF4-FFF2-40B4-BE49-F238E27FC236}">
                  <a16:creationId xmlns:a16="http://schemas.microsoft.com/office/drawing/2014/main" id="{B7068D6E-8549-4EA0-AE7B-109EE630B140}"/>
                </a:ext>
              </a:extLst>
            </p:cNvPr>
            <p:cNvCxnSpPr>
              <a:cxnSpLocks/>
              <a:stCxn id="4847" idx="2"/>
              <a:endCxn id="4847" idx="6"/>
            </p:cNvCxnSpPr>
            <p:nvPr/>
          </p:nvCxnSpPr>
          <p:spPr>
            <a:xfrm>
              <a:off x="5237095" y="6616570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92" name="직선 연결선 4891">
              <a:extLst>
                <a:ext uri="{FF2B5EF4-FFF2-40B4-BE49-F238E27FC236}">
                  <a16:creationId xmlns:a16="http://schemas.microsoft.com/office/drawing/2014/main" id="{A537D9B3-73D9-4837-951A-6AA4CD83C876}"/>
                </a:ext>
              </a:extLst>
            </p:cNvPr>
            <p:cNvCxnSpPr>
              <a:cxnSpLocks/>
              <a:stCxn id="4847" idx="4"/>
              <a:endCxn id="4847" idx="0"/>
            </p:cNvCxnSpPr>
            <p:nvPr/>
          </p:nvCxnSpPr>
          <p:spPr>
            <a:xfrm flipV="1">
              <a:off x="5332849" y="6520816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93" name="직선 연결선 4892">
              <a:extLst>
                <a:ext uri="{FF2B5EF4-FFF2-40B4-BE49-F238E27FC236}">
                  <a16:creationId xmlns:a16="http://schemas.microsoft.com/office/drawing/2014/main" id="{7B6ABC7A-0031-4CEA-B536-08A6C5A0EE30}"/>
                </a:ext>
              </a:extLst>
            </p:cNvPr>
            <p:cNvCxnSpPr>
              <a:cxnSpLocks/>
              <a:stCxn id="4848" idx="2"/>
              <a:endCxn id="4848" idx="6"/>
            </p:cNvCxnSpPr>
            <p:nvPr/>
          </p:nvCxnSpPr>
          <p:spPr>
            <a:xfrm>
              <a:off x="1405403" y="6850983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94" name="직선 연결선 4893">
              <a:extLst>
                <a:ext uri="{FF2B5EF4-FFF2-40B4-BE49-F238E27FC236}">
                  <a16:creationId xmlns:a16="http://schemas.microsoft.com/office/drawing/2014/main" id="{5BB82FD5-6929-4C69-A483-68261A37D866}"/>
                </a:ext>
              </a:extLst>
            </p:cNvPr>
            <p:cNvCxnSpPr>
              <a:cxnSpLocks/>
              <a:stCxn id="4848" idx="4"/>
              <a:endCxn id="4848" idx="0"/>
            </p:cNvCxnSpPr>
            <p:nvPr/>
          </p:nvCxnSpPr>
          <p:spPr>
            <a:xfrm flipV="1">
              <a:off x="1501157" y="6755229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95" name="직선 연결선 4894">
              <a:extLst>
                <a:ext uri="{FF2B5EF4-FFF2-40B4-BE49-F238E27FC236}">
                  <a16:creationId xmlns:a16="http://schemas.microsoft.com/office/drawing/2014/main" id="{9A2DB466-6F07-4E3E-A775-C1ACE0120D84}"/>
                </a:ext>
              </a:extLst>
            </p:cNvPr>
            <p:cNvCxnSpPr>
              <a:cxnSpLocks/>
              <a:stCxn id="4849" idx="2"/>
              <a:endCxn id="4849" idx="6"/>
            </p:cNvCxnSpPr>
            <p:nvPr/>
          </p:nvCxnSpPr>
          <p:spPr>
            <a:xfrm>
              <a:off x="1679096" y="6850983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96" name="직선 연결선 4895">
              <a:extLst>
                <a:ext uri="{FF2B5EF4-FFF2-40B4-BE49-F238E27FC236}">
                  <a16:creationId xmlns:a16="http://schemas.microsoft.com/office/drawing/2014/main" id="{73EFE9CB-7D3D-4F87-A19B-EC774A327E2B}"/>
                </a:ext>
              </a:extLst>
            </p:cNvPr>
            <p:cNvCxnSpPr>
              <a:cxnSpLocks/>
              <a:stCxn id="4849" idx="4"/>
              <a:endCxn id="4849" idx="0"/>
            </p:cNvCxnSpPr>
            <p:nvPr/>
          </p:nvCxnSpPr>
          <p:spPr>
            <a:xfrm flipV="1">
              <a:off x="1774850" y="6755229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97" name="직선 연결선 4896">
              <a:extLst>
                <a:ext uri="{FF2B5EF4-FFF2-40B4-BE49-F238E27FC236}">
                  <a16:creationId xmlns:a16="http://schemas.microsoft.com/office/drawing/2014/main" id="{F5BEFBF6-3C7A-4873-8733-C3C0F77A8D59}"/>
                </a:ext>
              </a:extLst>
            </p:cNvPr>
            <p:cNvCxnSpPr>
              <a:cxnSpLocks/>
              <a:stCxn id="4850" idx="2"/>
              <a:endCxn id="4850" idx="6"/>
            </p:cNvCxnSpPr>
            <p:nvPr/>
          </p:nvCxnSpPr>
          <p:spPr>
            <a:xfrm>
              <a:off x="1952789" y="6850983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98" name="직선 연결선 4897">
              <a:extLst>
                <a:ext uri="{FF2B5EF4-FFF2-40B4-BE49-F238E27FC236}">
                  <a16:creationId xmlns:a16="http://schemas.microsoft.com/office/drawing/2014/main" id="{28B57BB8-DEE4-408B-964D-C039D01BD412}"/>
                </a:ext>
              </a:extLst>
            </p:cNvPr>
            <p:cNvCxnSpPr>
              <a:cxnSpLocks/>
              <a:stCxn id="4850" idx="4"/>
              <a:endCxn id="4850" idx="0"/>
            </p:cNvCxnSpPr>
            <p:nvPr/>
          </p:nvCxnSpPr>
          <p:spPr>
            <a:xfrm flipV="1">
              <a:off x="2048543" y="6755229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99" name="직선 연결선 4898">
              <a:extLst>
                <a:ext uri="{FF2B5EF4-FFF2-40B4-BE49-F238E27FC236}">
                  <a16:creationId xmlns:a16="http://schemas.microsoft.com/office/drawing/2014/main" id="{37BBA980-96EC-4C92-8F0D-071F27C52751}"/>
                </a:ext>
              </a:extLst>
            </p:cNvPr>
            <p:cNvCxnSpPr>
              <a:cxnSpLocks/>
              <a:stCxn id="4851" idx="2"/>
              <a:endCxn id="4851" idx="6"/>
            </p:cNvCxnSpPr>
            <p:nvPr/>
          </p:nvCxnSpPr>
          <p:spPr>
            <a:xfrm>
              <a:off x="2226482" y="6850983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00" name="직선 연결선 4899">
              <a:extLst>
                <a:ext uri="{FF2B5EF4-FFF2-40B4-BE49-F238E27FC236}">
                  <a16:creationId xmlns:a16="http://schemas.microsoft.com/office/drawing/2014/main" id="{39AFEE24-5F70-4048-A285-AE1CEBA9CB3A}"/>
                </a:ext>
              </a:extLst>
            </p:cNvPr>
            <p:cNvCxnSpPr>
              <a:cxnSpLocks/>
              <a:stCxn id="4851" idx="4"/>
              <a:endCxn id="4851" idx="0"/>
            </p:cNvCxnSpPr>
            <p:nvPr/>
          </p:nvCxnSpPr>
          <p:spPr>
            <a:xfrm flipV="1">
              <a:off x="2322236" y="6755229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01" name="직선 연결선 4900">
              <a:extLst>
                <a:ext uri="{FF2B5EF4-FFF2-40B4-BE49-F238E27FC236}">
                  <a16:creationId xmlns:a16="http://schemas.microsoft.com/office/drawing/2014/main" id="{EDAC7A6E-DE58-41DE-970A-0AE889AAE5D5}"/>
                </a:ext>
              </a:extLst>
            </p:cNvPr>
            <p:cNvCxnSpPr>
              <a:cxnSpLocks/>
              <a:stCxn id="4852" idx="2"/>
              <a:endCxn id="4852" idx="6"/>
            </p:cNvCxnSpPr>
            <p:nvPr/>
          </p:nvCxnSpPr>
          <p:spPr>
            <a:xfrm>
              <a:off x="2500175" y="6850983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02" name="직선 연결선 4901">
              <a:extLst>
                <a:ext uri="{FF2B5EF4-FFF2-40B4-BE49-F238E27FC236}">
                  <a16:creationId xmlns:a16="http://schemas.microsoft.com/office/drawing/2014/main" id="{184C1934-2EF2-40C3-A0F7-07F5B3EC8927}"/>
                </a:ext>
              </a:extLst>
            </p:cNvPr>
            <p:cNvCxnSpPr>
              <a:cxnSpLocks/>
              <a:stCxn id="4852" idx="4"/>
              <a:endCxn id="4852" idx="0"/>
            </p:cNvCxnSpPr>
            <p:nvPr/>
          </p:nvCxnSpPr>
          <p:spPr>
            <a:xfrm flipV="1">
              <a:off x="2595929" y="6755229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03" name="직선 연결선 4902">
              <a:extLst>
                <a:ext uri="{FF2B5EF4-FFF2-40B4-BE49-F238E27FC236}">
                  <a16:creationId xmlns:a16="http://schemas.microsoft.com/office/drawing/2014/main" id="{2D99D5AE-9328-48F4-920E-4FF96C9F338F}"/>
                </a:ext>
              </a:extLst>
            </p:cNvPr>
            <p:cNvCxnSpPr>
              <a:cxnSpLocks/>
              <a:stCxn id="4853" idx="2"/>
              <a:endCxn id="4853" idx="6"/>
            </p:cNvCxnSpPr>
            <p:nvPr/>
          </p:nvCxnSpPr>
          <p:spPr>
            <a:xfrm>
              <a:off x="2773868" y="6850983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04" name="직선 연결선 4903">
              <a:extLst>
                <a:ext uri="{FF2B5EF4-FFF2-40B4-BE49-F238E27FC236}">
                  <a16:creationId xmlns:a16="http://schemas.microsoft.com/office/drawing/2014/main" id="{C06D01A0-79D5-4460-A737-E392599A3046}"/>
                </a:ext>
              </a:extLst>
            </p:cNvPr>
            <p:cNvCxnSpPr>
              <a:cxnSpLocks/>
              <a:stCxn id="4853" idx="4"/>
              <a:endCxn id="4853" idx="0"/>
            </p:cNvCxnSpPr>
            <p:nvPr/>
          </p:nvCxnSpPr>
          <p:spPr>
            <a:xfrm flipV="1">
              <a:off x="2869622" y="6755229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05" name="직선 연결선 4904">
              <a:extLst>
                <a:ext uri="{FF2B5EF4-FFF2-40B4-BE49-F238E27FC236}">
                  <a16:creationId xmlns:a16="http://schemas.microsoft.com/office/drawing/2014/main" id="{AC527376-3BCF-4B1C-9BC2-3EA1A2EC4095}"/>
                </a:ext>
              </a:extLst>
            </p:cNvPr>
            <p:cNvCxnSpPr>
              <a:cxnSpLocks/>
              <a:stCxn id="4854" idx="2"/>
              <a:endCxn id="4854" idx="6"/>
            </p:cNvCxnSpPr>
            <p:nvPr/>
          </p:nvCxnSpPr>
          <p:spPr>
            <a:xfrm>
              <a:off x="3047561" y="6850983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06" name="직선 연결선 4905">
              <a:extLst>
                <a:ext uri="{FF2B5EF4-FFF2-40B4-BE49-F238E27FC236}">
                  <a16:creationId xmlns:a16="http://schemas.microsoft.com/office/drawing/2014/main" id="{E7CB4FE3-B176-4F2B-8493-8695D22FCF24}"/>
                </a:ext>
              </a:extLst>
            </p:cNvPr>
            <p:cNvCxnSpPr>
              <a:cxnSpLocks/>
              <a:stCxn id="4854" idx="4"/>
              <a:endCxn id="4854" idx="0"/>
            </p:cNvCxnSpPr>
            <p:nvPr/>
          </p:nvCxnSpPr>
          <p:spPr>
            <a:xfrm flipV="1">
              <a:off x="3143315" y="6755229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07" name="직선 연결선 4906">
              <a:extLst>
                <a:ext uri="{FF2B5EF4-FFF2-40B4-BE49-F238E27FC236}">
                  <a16:creationId xmlns:a16="http://schemas.microsoft.com/office/drawing/2014/main" id="{D0677FDD-B795-4F80-874C-09D64309303A}"/>
                </a:ext>
              </a:extLst>
            </p:cNvPr>
            <p:cNvCxnSpPr>
              <a:cxnSpLocks/>
              <a:stCxn id="4855" idx="2"/>
              <a:endCxn id="4855" idx="6"/>
            </p:cNvCxnSpPr>
            <p:nvPr/>
          </p:nvCxnSpPr>
          <p:spPr>
            <a:xfrm>
              <a:off x="3321254" y="6850983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08" name="직선 연결선 4907">
              <a:extLst>
                <a:ext uri="{FF2B5EF4-FFF2-40B4-BE49-F238E27FC236}">
                  <a16:creationId xmlns:a16="http://schemas.microsoft.com/office/drawing/2014/main" id="{67F1E378-FE60-43C1-B140-AF55797DE092}"/>
                </a:ext>
              </a:extLst>
            </p:cNvPr>
            <p:cNvCxnSpPr>
              <a:cxnSpLocks/>
              <a:stCxn id="4855" idx="4"/>
              <a:endCxn id="4855" idx="0"/>
            </p:cNvCxnSpPr>
            <p:nvPr/>
          </p:nvCxnSpPr>
          <p:spPr>
            <a:xfrm flipV="1">
              <a:off x="3417008" y="6755229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09" name="직선 연결선 4908">
              <a:extLst>
                <a:ext uri="{FF2B5EF4-FFF2-40B4-BE49-F238E27FC236}">
                  <a16:creationId xmlns:a16="http://schemas.microsoft.com/office/drawing/2014/main" id="{69FEF604-C9C4-428F-8810-D91FA3F87C5E}"/>
                </a:ext>
              </a:extLst>
            </p:cNvPr>
            <p:cNvCxnSpPr>
              <a:cxnSpLocks/>
              <a:stCxn id="4856" idx="2"/>
              <a:endCxn id="4856" idx="6"/>
            </p:cNvCxnSpPr>
            <p:nvPr/>
          </p:nvCxnSpPr>
          <p:spPr>
            <a:xfrm>
              <a:off x="3594947" y="6850983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10" name="직선 연결선 4909">
              <a:extLst>
                <a:ext uri="{FF2B5EF4-FFF2-40B4-BE49-F238E27FC236}">
                  <a16:creationId xmlns:a16="http://schemas.microsoft.com/office/drawing/2014/main" id="{3D0BC9A0-0133-4E15-B2A5-83794A58AC2F}"/>
                </a:ext>
              </a:extLst>
            </p:cNvPr>
            <p:cNvCxnSpPr>
              <a:cxnSpLocks/>
              <a:stCxn id="4856" idx="4"/>
              <a:endCxn id="4856" idx="0"/>
            </p:cNvCxnSpPr>
            <p:nvPr/>
          </p:nvCxnSpPr>
          <p:spPr>
            <a:xfrm flipV="1">
              <a:off x="3690701" y="6755229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11" name="직선 연결선 4910">
              <a:extLst>
                <a:ext uri="{FF2B5EF4-FFF2-40B4-BE49-F238E27FC236}">
                  <a16:creationId xmlns:a16="http://schemas.microsoft.com/office/drawing/2014/main" id="{997D3658-77FB-4A72-B158-1C8BDDE80F80}"/>
                </a:ext>
              </a:extLst>
            </p:cNvPr>
            <p:cNvCxnSpPr>
              <a:cxnSpLocks/>
              <a:stCxn id="4857" idx="2"/>
              <a:endCxn id="4857" idx="6"/>
            </p:cNvCxnSpPr>
            <p:nvPr/>
          </p:nvCxnSpPr>
          <p:spPr>
            <a:xfrm>
              <a:off x="3868640" y="6850983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12" name="직선 연결선 4911">
              <a:extLst>
                <a:ext uri="{FF2B5EF4-FFF2-40B4-BE49-F238E27FC236}">
                  <a16:creationId xmlns:a16="http://schemas.microsoft.com/office/drawing/2014/main" id="{2A0C5871-C362-4C01-A96B-940EC15C5D2B}"/>
                </a:ext>
              </a:extLst>
            </p:cNvPr>
            <p:cNvCxnSpPr>
              <a:cxnSpLocks/>
              <a:stCxn id="4857" idx="4"/>
              <a:endCxn id="4857" idx="0"/>
            </p:cNvCxnSpPr>
            <p:nvPr/>
          </p:nvCxnSpPr>
          <p:spPr>
            <a:xfrm flipV="1">
              <a:off x="3964394" y="6755229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13" name="직선 연결선 4912">
              <a:extLst>
                <a:ext uri="{FF2B5EF4-FFF2-40B4-BE49-F238E27FC236}">
                  <a16:creationId xmlns:a16="http://schemas.microsoft.com/office/drawing/2014/main" id="{8D5BCD4F-88F2-40C8-AB58-472DD0935EF6}"/>
                </a:ext>
              </a:extLst>
            </p:cNvPr>
            <p:cNvCxnSpPr>
              <a:cxnSpLocks/>
              <a:stCxn id="4858" idx="2"/>
              <a:endCxn id="4858" idx="6"/>
            </p:cNvCxnSpPr>
            <p:nvPr/>
          </p:nvCxnSpPr>
          <p:spPr>
            <a:xfrm>
              <a:off x="4142333" y="6850983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14" name="직선 연결선 4913">
              <a:extLst>
                <a:ext uri="{FF2B5EF4-FFF2-40B4-BE49-F238E27FC236}">
                  <a16:creationId xmlns:a16="http://schemas.microsoft.com/office/drawing/2014/main" id="{F1CC78A1-6EB5-4FD5-8F26-41F2BBF372BB}"/>
                </a:ext>
              </a:extLst>
            </p:cNvPr>
            <p:cNvCxnSpPr>
              <a:cxnSpLocks/>
              <a:stCxn id="4858" idx="4"/>
              <a:endCxn id="4858" idx="0"/>
            </p:cNvCxnSpPr>
            <p:nvPr/>
          </p:nvCxnSpPr>
          <p:spPr>
            <a:xfrm flipV="1">
              <a:off x="4238087" y="6755229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15" name="직선 연결선 4914">
              <a:extLst>
                <a:ext uri="{FF2B5EF4-FFF2-40B4-BE49-F238E27FC236}">
                  <a16:creationId xmlns:a16="http://schemas.microsoft.com/office/drawing/2014/main" id="{D5C3E9A4-E00F-4E14-A881-E8CAEA3180D8}"/>
                </a:ext>
              </a:extLst>
            </p:cNvPr>
            <p:cNvCxnSpPr>
              <a:cxnSpLocks/>
              <a:stCxn id="4859" idx="2"/>
              <a:endCxn id="4859" idx="6"/>
            </p:cNvCxnSpPr>
            <p:nvPr/>
          </p:nvCxnSpPr>
          <p:spPr>
            <a:xfrm>
              <a:off x="4416026" y="6850983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16" name="직선 연결선 4915">
              <a:extLst>
                <a:ext uri="{FF2B5EF4-FFF2-40B4-BE49-F238E27FC236}">
                  <a16:creationId xmlns:a16="http://schemas.microsoft.com/office/drawing/2014/main" id="{04F11616-9E96-4148-B052-4718F73416E9}"/>
                </a:ext>
              </a:extLst>
            </p:cNvPr>
            <p:cNvCxnSpPr>
              <a:cxnSpLocks/>
              <a:stCxn id="4859" idx="4"/>
              <a:endCxn id="4859" idx="0"/>
            </p:cNvCxnSpPr>
            <p:nvPr/>
          </p:nvCxnSpPr>
          <p:spPr>
            <a:xfrm flipV="1">
              <a:off x="4511780" y="6755229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17" name="직선 연결선 4916">
              <a:extLst>
                <a:ext uri="{FF2B5EF4-FFF2-40B4-BE49-F238E27FC236}">
                  <a16:creationId xmlns:a16="http://schemas.microsoft.com/office/drawing/2014/main" id="{E3D52108-B2EC-442E-8329-31CC255A8D69}"/>
                </a:ext>
              </a:extLst>
            </p:cNvPr>
            <p:cNvCxnSpPr>
              <a:cxnSpLocks/>
              <a:stCxn id="4860" idx="2"/>
              <a:endCxn id="4860" idx="6"/>
            </p:cNvCxnSpPr>
            <p:nvPr/>
          </p:nvCxnSpPr>
          <p:spPr>
            <a:xfrm>
              <a:off x="4689719" y="6850983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18" name="직선 연결선 4917">
              <a:extLst>
                <a:ext uri="{FF2B5EF4-FFF2-40B4-BE49-F238E27FC236}">
                  <a16:creationId xmlns:a16="http://schemas.microsoft.com/office/drawing/2014/main" id="{FD27021D-554B-400D-A720-824583CB5BDD}"/>
                </a:ext>
              </a:extLst>
            </p:cNvPr>
            <p:cNvCxnSpPr>
              <a:cxnSpLocks/>
              <a:stCxn id="4860" idx="4"/>
              <a:endCxn id="4860" idx="0"/>
            </p:cNvCxnSpPr>
            <p:nvPr/>
          </p:nvCxnSpPr>
          <p:spPr>
            <a:xfrm flipV="1">
              <a:off x="4785473" y="6755229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19" name="직선 연결선 4918">
              <a:extLst>
                <a:ext uri="{FF2B5EF4-FFF2-40B4-BE49-F238E27FC236}">
                  <a16:creationId xmlns:a16="http://schemas.microsoft.com/office/drawing/2014/main" id="{830F8955-32F1-40FC-9534-16262F9D4FAD}"/>
                </a:ext>
              </a:extLst>
            </p:cNvPr>
            <p:cNvCxnSpPr>
              <a:cxnSpLocks/>
              <a:stCxn id="4861" idx="2"/>
              <a:endCxn id="4861" idx="6"/>
            </p:cNvCxnSpPr>
            <p:nvPr/>
          </p:nvCxnSpPr>
          <p:spPr>
            <a:xfrm>
              <a:off x="4963412" y="6850983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20" name="직선 연결선 4919">
              <a:extLst>
                <a:ext uri="{FF2B5EF4-FFF2-40B4-BE49-F238E27FC236}">
                  <a16:creationId xmlns:a16="http://schemas.microsoft.com/office/drawing/2014/main" id="{356950F3-F525-4741-9BF1-CEF9C1BC9AE5}"/>
                </a:ext>
              </a:extLst>
            </p:cNvPr>
            <p:cNvCxnSpPr>
              <a:cxnSpLocks/>
              <a:stCxn id="4861" idx="4"/>
              <a:endCxn id="4861" idx="0"/>
            </p:cNvCxnSpPr>
            <p:nvPr/>
          </p:nvCxnSpPr>
          <p:spPr>
            <a:xfrm flipV="1">
              <a:off x="5059166" y="6755229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21" name="직선 연결선 4920">
              <a:extLst>
                <a:ext uri="{FF2B5EF4-FFF2-40B4-BE49-F238E27FC236}">
                  <a16:creationId xmlns:a16="http://schemas.microsoft.com/office/drawing/2014/main" id="{387E3A6B-BE41-4C04-BB9C-5B4FE017D666}"/>
                </a:ext>
              </a:extLst>
            </p:cNvPr>
            <p:cNvCxnSpPr>
              <a:cxnSpLocks/>
              <a:stCxn id="4862" idx="2"/>
              <a:endCxn id="4862" idx="6"/>
            </p:cNvCxnSpPr>
            <p:nvPr/>
          </p:nvCxnSpPr>
          <p:spPr>
            <a:xfrm>
              <a:off x="5237105" y="6850983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22" name="직선 연결선 4921">
              <a:extLst>
                <a:ext uri="{FF2B5EF4-FFF2-40B4-BE49-F238E27FC236}">
                  <a16:creationId xmlns:a16="http://schemas.microsoft.com/office/drawing/2014/main" id="{0FC3F618-7955-4CEC-A574-7E6F96FAAA9E}"/>
                </a:ext>
              </a:extLst>
            </p:cNvPr>
            <p:cNvCxnSpPr>
              <a:cxnSpLocks/>
              <a:stCxn id="4862" idx="4"/>
              <a:endCxn id="4862" idx="0"/>
            </p:cNvCxnSpPr>
            <p:nvPr/>
          </p:nvCxnSpPr>
          <p:spPr>
            <a:xfrm flipV="1">
              <a:off x="5332859" y="6755229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23" name="TextBox 4922">
              <a:extLst>
                <a:ext uri="{FF2B5EF4-FFF2-40B4-BE49-F238E27FC236}">
                  <a16:creationId xmlns:a16="http://schemas.microsoft.com/office/drawing/2014/main" id="{C33E505E-549A-4000-B920-25F3CBFF4B87}"/>
                </a:ext>
              </a:extLst>
            </p:cNvPr>
            <p:cNvSpPr txBox="1"/>
            <p:nvPr/>
          </p:nvSpPr>
          <p:spPr>
            <a:xfrm>
              <a:off x="230188" y="7019558"/>
              <a:ext cx="564338" cy="1306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4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December</a:t>
              </a:r>
              <a:endParaRPr lang="ko-KR" altLang="en-US" sz="84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4924" name="타원 4923">
              <a:extLst>
                <a:ext uri="{FF2B5EF4-FFF2-40B4-BE49-F238E27FC236}">
                  <a16:creationId xmlns:a16="http://schemas.microsoft.com/office/drawing/2014/main" id="{949D88E1-C620-493F-B7F0-AABECB6E67DA}"/>
                </a:ext>
              </a:extLst>
            </p:cNvPr>
            <p:cNvSpPr/>
            <p:nvPr/>
          </p:nvSpPr>
          <p:spPr>
            <a:xfrm>
              <a:off x="1405405" y="7019558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925" name="타원 4924">
              <a:extLst>
                <a:ext uri="{FF2B5EF4-FFF2-40B4-BE49-F238E27FC236}">
                  <a16:creationId xmlns:a16="http://schemas.microsoft.com/office/drawing/2014/main" id="{112ED27A-51AC-4F68-96BD-114F508249FC}"/>
                </a:ext>
              </a:extLst>
            </p:cNvPr>
            <p:cNvSpPr/>
            <p:nvPr/>
          </p:nvSpPr>
          <p:spPr>
            <a:xfrm>
              <a:off x="1679097" y="7019558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926" name="타원 4925">
              <a:extLst>
                <a:ext uri="{FF2B5EF4-FFF2-40B4-BE49-F238E27FC236}">
                  <a16:creationId xmlns:a16="http://schemas.microsoft.com/office/drawing/2014/main" id="{2A8851F3-B6AF-4419-909B-C03E5914DFBC}"/>
                </a:ext>
              </a:extLst>
            </p:cNvPr>
            <p:cNvSpPr/>
            <p:nvPr/>
          </p:nvSpPr>
          <p:spPr>
            <a:xfrm>
              <a:off x="1952789" y="7019558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927" name="타원 4926">
              <a:extLst>
                <a:ext uri="{FF2B5EF4-FFF2-40B4-BE49-F238E27FC236}">
                  <a16:creationId xmlns:a16="http://schemas.microsoft.com/office/drawing/2014/main" id="{4E7C20A3-9648-4348-B339-088D9799EF0F}"/>
                </a:ext>
              </a:extLst>
            </p:cNvPr>
            <p:cNvSpPr/>
            <p:nvPr/>
          </p:nvSpPr>
          <p:spPr>
            <a:xfrm>
              <a:off x="2226481" y="7019558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4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928" name="타원 4927">
              <a:extLst>
                <a:ext uri="{FF2B5EF4-FFF2-40B4-BE49-F238E27FC236}">
                  <a16:creationId xmlns:a16="http://schemas.microsoft.com/office/drawing/2014/main" id="{BC88543B-9679-4C67-B517-9BA06B789BED}"/>
                </a:ext>
              </a:extLst>
            </p:cNvPr>
            <p:cNvSpPr/>
            <p:nvPr/>
          </p:nvSpPr>
          <p:spPr>
            <a:xfrm>
              <a:off x="2500173" y="7019558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5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929" name="타원 4928">
              <a:extLst>
                <a:ext uri="{FF2B5EF4-FFF2-40B4-BE49-F238E27FC236}">
                  <a16:creationId xmlns:a16="http://schemas.microsoft.com/office/drawing/2014/main" id="{CEBF6323-F348-4EDD-B2E5-01959529D229}"/>
                </a:ext>
              </a:extLst>
            </p:cNvPr>
            <p:cNvSpPr/>
            <p:nvPr/>
          </p:nvSpPr>
          <p:spPr>
            <a:xfrm>
              <a:off x="2773865" y="7019558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6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930" name="타원 4929">
              <a:extLst>
                <a:ext uri="{FF2B5EF4-FFF2-40B4-BE49-F238E27FC236}">
                  <a16:creationId xmlns:a16="http://schemas.microsoft.com/office/drawing/2014/main" id="{4AC93FC4-7F0D-4076-B27D-29709756E025}"/>
                </a:ext>
              </a:extLst>
            </p:cNvPr>
            <p:cNvSpPr/>
            <p:nvPr/>
          </p:nvSpPr>
          <p:spPr>
            <a:xfrm>
              <a:off x="3047557" y="7019558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7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931" name="타원 4930">
              <a:extLst>
                <a:ext uri="{FF2B5EF4-FFF2-40B4-BE49-F238E27FC236}">
                  <a16:creationId xmlns:a16="http://schemas.microsoft.com/office/drawing/2014/main" id="{8B322184-D33E-4DAC-A31F-7A2E8D475583}"/>
                </a:ext>
              </a:extLst>
            </p:cNvPr>
            <p:cNvSpPr/>
            <p:nvPr/>
          </p:nvSpPr>
          <p:spPr>
            <a:xfrm>
              <a:off x="3321249" y="7019558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8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932" name="타원 4931">
              <a:extLst>
                <a:ext uri="{FF2B5EF4-FFF2-40B4-BE49-F238E27FC236}">
                  <a16:creationId xmlns:a16="http://schemas.microsoft.com/office/drawing/2014/main" id="{69D3E6F5-B36E-4742-B760-ABCE80FA4BA0}"/>
                </a:ext>
              </a:extLst>
            </p:cNvPr>
            <p:cNvSpPr/>
            <p:nvPr/>
          </p:nvSpPr>
          <p:spPr>
            <a:xfrm>
              <a:off x="3594941" y="7019558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9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933" name="타원 4932">
              <a:extLst>
                <a:ext uri="{FF2B5EF4-FFF2-40B4-BE49-F238E27FC236}">
                  <a16:creationId xmlns:a16="http://schemas.microsoft.com/office/drawing/2014/main" id="{7C01F9A6-D8A9-41B3-93F8-EF08397108FB}"/>
                </a:ext>
              </a:extLst>
            </p:cNvPr>
            <p:cNvSpPr/>
            <p:nvPr/>
          </p:nvSpPr>
          <p:spPr>
            <a:xfrm>
              <a:off x="3868633" y="7019558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10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934" name="타원 4933">
              <a:extLst>
                <a:ext uri="{FF2B5EF4-FFF2-40B4-BE49-F238E27FC236}">
                  <a16:creationId xmlns:a16="http://schemas.microsoft.com/office/drawing/2014/main" id="{C37AEBC4-A331-41F3-887A-729D2456F5AF}"/>
                </a:ext>
              </a:extLst>
            </p:cNvPr>
            <p:cNvSpPr/>
            <p:nvPr/>
          </p:nvSpPr>
          <p:spPr>
            <a:xfrm>
              <a:off x="4142325" y="7019558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11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935" name="타원 4934">
              <a:extLst>
                <a:ext uri="{FF2B5EF4-FFF2-40B4-BE49-F238E27FC236}">
                  <a16:creationId xmlns:a16="http://schemas.microsoft.com/office/drawing/2014/main" id="{CF0138D2-8716-4E36-B441-659891B778F1}"/>
                </a:ext>
              </a:extLst>
            </p:cNvPr>
            <p:cNvSpPr/>
            <p:nvPr/>
          </p:nvSpPr>
          <p:spPr>
            <a:xfrm>
              <a:off x="4416017" y="7019558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12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936" name="타원 4935">
              <a:extLst>
                <a:ext uri="{FF2B5EF4-FFF2-40B4-BE49-F238E27FC236}">
                  <a16:creationId xmlns:a16="http://schemas.microsoft.com/office/drawing/2014/main" id="{23AE6346-09AB-4464-8BA3-35C66EC09D78}"/>
                </a:ext>
              </a:extLst>
            </p:cNvPr>
            <p:cNvSpPr/>
            <p:nvPr/>
          </p:nvSpPr>
          <p:spPr>
            <a:xfrm>
              <a:off x="4689709" y="7019558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13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937" name="타원 4936">
              <a:extLst>
                <a:ext uri="{FF2B5EF4-FFF2-40B4-BE49-F238E27FC236}">
                  <a16:creationId xmlns:a16="http://schemas.microsoft.com/office/drawing/2014/main" id="{4008E0BB-E75B-40F6-864F-0B53C27AA702}"/>
                </a:ext>
              </a:extLst>
            </p:cNvPr>
            <p:cNvSpPr/>
            <p:nvPr/>
          </p:nvSpPr>
          <p:spPr>
            <a:xfrm>
              <a:off x="4963401" y="7019558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14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938" name="타원 4937">
              <a:extLst>
                <a:ext uri="{FF2B5EF4-FFF2-40B4-BE49-F238E27FC236}">
                  <a16:creationId xmlns:a16="http://schemas.microsoft.com/office/drawing/2014/main" id="{EC7C861A-14A0-4564-AF46-F6F467E518B6}"/>
                </a:ext>
              </a:extLst>
            </p:cNvPr>
            <p:cNvSpPr/>
            <p:nvPr/>
          </p:nvSpPr>
          <p:spPr>
            <a:xfrm>
              <a:off x="5237095" y="7019558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15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939" name="타원 4938">
              <a:extLst>
                <a:ext uri="{FF2B5EF4-FFF2-40B4-BE49-F238E27FC236}">
                  <a16:creationId xmlns:a16="http://schemas.microsoft.com/office/drawing/2014/main" id="{8683543C-E0E3-49CF-BE4F-B193A90BDA03}"/>
                </a:ext>
              </a:extLst>
            </p:cNvPr>
            <p:cNvSpPr/>
            <p:nvPr/>
          </p:nvSpPr>
          <p:spPr>
            <a:xfrm>
              <a:off x="1405403" y="7253971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16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940" name="타원 4939">
              <a:extLst>
                <a:ext uri="{FF2B5EF4-FFF2-40B4-BE49-F238E27FC236}">
                  <a16:creationId xmlns:a16="http://schemas.microsoft.com/office/drawing/2014/main" id="{71721959-7631-431E-A1BD-7420AFE37F92}"/>
                </a:ext>
              </a:extLst>
            </p:cNvPr>
            <p:cNvSpPr/>
            <p:nvPr/>
          </p:nvSpPr>
          <p:spPr>
            <a:xfrm>
              <a:off x="1679096" y="7253971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17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941" name="타원 4940">
              <a:extLst>
                <a:ext uri="{FF2B5EF4-FFF2-40B4-BE49-F238E27FC236}">
                  <a16:creationId xmlns:a16="http://schemas.microsoft.com/office/drawing/2014/main" id="{19EB95A2-265D-43CE-ADE2-771020C6A411}"/>
                </a:ext>
              </a:extLst>
            </p:cNvPr>
            <p:cNvSpPr/>
            <p:nvPr/>
          </p:nvSpPr>
          <p:spPr>
            <a:xfrm>
              <a:off x="1952789" y="7253971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18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942" name="타원 4941">
              <a:extLst>
                <a:ext uri="{FF2B5EF4-FFF2-40B4-BE49-F238E27FC236}">
                  <a16:creationId xmlns:a16="http://schemas.microsoft.com/office/drawing/2014/main" id="{B6BA7CE0-5907-4D30-B4A5-1775090145BC}"/>
                </a:ext>
              </a:extLst>
            </p:cNvPr>
            <p:cNvSpPr/>
            <p:nvPr/>
          </p:nvSpPr>
          <p:spPr>
            <a:xfrm>
              <a:off x="2226482" y="7253971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19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943" name="타원 4942">
              <a:extLst>
                <a:ext uri="{FF2B5EF4-FFF2-40B4-BE49-F238E27FC236}">
                  <a16:creationId xmlns:a16="http://schemas.microsoft.com/office/drawing/2014/main" id="{382AA5AB-E2AE-4A71-B0FD-62883F020BC7}"/>
                </a:ext>
              </a:extLst>
            </p:cNvPr>
            <p:cNvSpPr/>
            <p:nvPr/>
          </p:nvSpPr>
          <p:spPr>
            <a:xfrm>
              <a:off x="2500175" y="7253971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20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944" name="타원 4943">
              <a:extLst>
                <a:ext uri="{FF2B5EF4-FFF2-40B4-BE49-F238E27FC236}">
                  <a16:creationId xmlns:a16="http://schemas.microsoft.com/office/drawing/2014/main" id="{E60679B7-C98B-4A8F-A857-FC0257C73E6A}"/>
                </a:ext>
              </a:extLst>
            </p:cNvPr>
            <p:cNvSpPr/>
            <p:nvPr/>
          </p:nvSpPr>
          <p:spPr>
            <a:xfrm>
              <a:off x="2773868" y="7253971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21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945" name="타원 4944">
              <a:extLst>
                <a:ext uri="{FF2B5EF4-FFF2-40B4-BE49-F238E27FC236}">
                  <a16:creationId xmlns:a16="http://schemas.microsoft.com/office/drawing/2014/main" id="{F30A92B8-24F5-4698-9FE1-8F5A92176795}"/>
                </a:ext>
              </a:extLst>
            </p:cNvPr>
            <p:cNvSpPr/>
            <p:nvPr/>
          </p:nvSpPr>
          <p:spPr>
            <a:xfrm>
              <a:off x="3047561" y="7253971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22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946" name="타원 4945">
              <a:extLst>
                <a:ext uri="{FF2B5EF4-FFF2-40B4-BE49-F238E27FC236}">
                  <a16:creationId xmlns:a16="http://schemas.microsoft.com/office/drawing/2014/main" id="{FDB9EA2D-32FD-4287-9055-1AC303C5F7ED}"/>
                </a:ext>
              </a:extLst>
            </p:cNvPr>
            <p:cNvSpPr/>
            <p:nvPr/>
          </p:nvSpPr>
          <p:spPr>
            <a:xfrm>
              <a:off x="3321254" y="7253971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23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947" name="타원 4946">
              <a:extLst>
                <a:ext uri="{FF2B5EF4-FFF2-40B4-BE49-F238E27FC236}">
                  <a16:creationId xmlns:a16="http://schemas.microsoft.com/office/drawing/2014/main" id="{13ADCD9C-923E-436E-A473-50A73B3B5C36}"/>
                </a:ext>
              </a:extLst>
            </p:cNvPr>
            <p:cNvSpPr/>
            <p:nvPr/>
          </p:nvSpPr>
          <p:spPr>
            <a:xfrm>
              <a:off x="3594947" y="7253971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24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948" name="타원 4947">
              <a:extLst>
                <a:ext uri="{FF2B5EF4-FFF2-40B4-BE49-F238E27FC236}">
                  <a16:creationId xmlns:a16="http://schemas.microsoft.com/office/drawing/2014/main" id="{71D39017-7B72-4EBC-9141-0445E606669C}"/>
                </a:ext>
              </a:extLst>
            </p:cNvPr>
            <p:cNvSpPr/>
            <p:nvPr/>
          </p:nvSpPr>
          <p:spPr>
            <a:xfrm>
              <a:off x="3868640" y="7253971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25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949" name="타원 4948">
              <a:extLst>
                <a:ext uri="{FF2B5EF4-FFF2-40B4-BE49-F238E27FC236}">
                  <a16:creationId xmlns:a16="http://schemas.microsoft.com/office/drawing/2014/main" id="{44ED6B37-A4AB-4E30-904D-18E4BB4D2558}"/>
                </a:ext>
              </a:extLst>
            </p:cNvPr>
            <p:cNvSpPr/>
            <p:nvPr/>
          </p:nvSpPr>
          <p:spPr>
            <a:xfrm>
              <a:off x="4142333" y="7253971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26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950" name="타원 4949">
              <a:extLst>
                <a:ext uri="{FF2B5EF4-FFF2-40B4-BE49-F238E27FC236}">
                  <a16:creationId xmlns:a16="http://schemas.microsoft.com/office/drawing/2014/main" id="{55CA07A5-DDFA-46DC-BA0A-B5D3FC178D8E}"/>
                </a:ext>
              </a:extLst>
            </p:cNvPr>
            <p:cNvSpPr/>
            <p:nvPr/>
          </p:nvSpPr>
          <p:spPr>
            <a:xfrm>
              <a:off x="4416026" y="7253971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27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951" name="타원 4950">
              <a:extLst>
                <a:ext uri="{FF2B5EF4-FFF2-40B4-BE49-F238E27FC236}">
                  <a16:creationId xmlns:a16="http://schemas.microsoft.com/office/drawing/2014/main" id="{B6E94FA0-41AD-4AC9-A853-0841B29B1FA6}"/>
                </a:ext>
              </a:extLst>
            </p:cNvPr>
            <p:cNvSpPr/>
            <p:nvPr/>
          </p:nvSpPr>
          <p:spPr>
            <a:xfrm>
              <a:off x="4689719" y="7253971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28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952" name="타원 4951">
              <a:extLst>
                <a:ext uri="{FF2B5EF4-FFF2-40B4-BE49-F238E27FC236}">
                  <a16:creationId xmlns:a16="http://schemas.microsoft.com/office/drawing/2014/main" id="{EA4CA675-A48F-4651-B60B-7D305C6F1280}"/>
                </a:ext>
              </a:extLst>
            </p:cNvPr>
            <p:cNvSpPr/>
            <p:nvPr/>
          </p:nvSpPr>
          <p:spPr>
            <a:xfrm>
              <a:off x="4963412" y="7253971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29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953" name="타원 4952">
              <a:extLst>
                <a:ext uri="{FF2B5EF4-FFF2-40B4-BE49-F238E27FC236}">
                  <a16:creationId xmlns:a16="http://schemas.microsoft.com/office/drawing/2014/main" id="{EEC47776-7B2B-4C0C-B5E9-B13FAD38D1E1}"/>
                </a:ext>
              </a:extLst>
            </p:cNvPr>
            <p:cNvSpPr/>
            <p:nvPr/>
          </p:nvSpPr>
          <p:spPr>
            <a:xfrm>
              <a:off x="5237105" y="7253971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30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954" name="타원 4953">
              <a:extLst>
                <a:ext uri="{FF2B5EF4-FFF2-40B4-BE49-F238E27FC236}">
                  <a16:creationId xmlns:a16="http://schemas.microsoft.com/office/drawing/2014/main" id="{06D76ED2-A1E3-4EB2-B41A-3ABF9B30522D}"/>
                </a:ext>
              </a:extLst>
            </p:cNvPr>
            <p:cNvSpPr/>
            <p:nvPr/>
          </p:nvSpPr>
          <p:spPr>
            <a:xfrm>
              <a:off x="5510793" y="7253971"/>
              <a:ext cx="191507" cy="19150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31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cxnSp>
          <p:nvCxnSpPr>
            <p:cNvPr id="4955" name="직선 연결선 4954">
              <a:extLst>
                <a:ext uri="{FF2B5EF4-FFF2-40B4-BE49-F238E27FC236}">
                  <a16:creationId xmlns:a16="http://schemas.microsoft.com/office/drawing/2014/main" id="{41F2F041-DC1F-48DE-B343-CB29615ED0B3}"/>
                </a:ext>
              </a:extLst>
            </p:cNvPr>
            <p:cNvCxnSpPr>
              <a:cxnSpLocks/>
              <a:stCxn id="4924" idx="2"/>
              <a:endCxn id="4924" idx="6"/>
            </p:cNvCxnSpPr>
            <p:nvPr/>
          </p:nvCxnSpPr>
          <p:spPr>
            <a:xfrm>
              <a:off x="1405405" y="7115312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56" name="직선 연결선 4955">
              <a:extLst>
                <a:ext uri="{FF2B5EF4-FFF2-40B4-BE49-F238E27FC236}">
                  <a16:creationId xmlns:a16="http://schemas.microsoft.com/office/drawing/2014/main" id="{C1EDFA7F-CCCE-4682-B698-60AF82005925}"/>
                </a:ext>
              </a:extLst>
            </p:cNvPr>
            <p:cNvCxnSpPr>
              <a:cxnSpLocks/>
              <a:stCxn id="4924" idx="4"/>
              <a:endCxn id="4924" idx="0"/>
            </p:cNvCxnSpPr>
            <p:nvPr/>
          </p:nvCxnSpPr>
          <p:spPr>
            <a:xfrm flipV="1">
              <a:off x="1501159" y="7019558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57" name="직선 연결선 4956">
              <a:extLst>
                <a:ext uri="{FF2B5EF4-FFF2-40B4-BE49-F238E27FC236}">
                  <a16:creationId xmlns:a16="http://schemas.microsoft.com/office/drawing/2014/main" id="{8A83AB17-2231-4F99-97B3-BEB08422D162}"/>
                </a:ext>
              </a:extLst>
            </p:cNvPr>
            <p:cNvCxnSpPr>
              <a:cxnSpLocks/>
              <a:stCxn id="4925" idx="2"/>
              <a:endCxn id="4925" idx="6"/>
            </p:cNvCxnSpPr>
            <p:nvPr/>
          </p:nvCxnSpPr>
          <p:spPr>
            <a:xfrm>
              <a:off x="1679097" y="7115312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58" name="직선 연결선 4957">
              <a:extLst>
                <a:ext uri="{FF2B5EF4-FFF2-40B4-BE49-F238E27FC236}">
                  <a16:creationId xmlns:a16="http://schemas.microsoft.com/office/drawing/2014/main" id="{B353BE8E-30B3-439F-A634-050BFFFC3EE2}"/>
                </a:ext>
              </a:extLst>
            </p:cNvPr>
            <p:cNvCxnSpPr>
              <a:cxnSpLocks/>
              <a:stCxn id="4925" idx="4"/>
              <a:endCxn id="4925" idx="0"/>
            </p:cNvCxnSpPr>
            <p:nvPr/>
          </p:nvCxnSpPr>
          <p:spPr>
            <a:xfrm flipV="1">
              <a:off x="1774851" y="7019558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59" name="직선 연결선 4958">
              <a:extLst>
                <a:ext uri="{FF2B5EF4-FFF2-40B4-BE49-F238E27FC236}">
                  <a16:creationId xmlns:a16="http://schemas.microsoft.com/office/drawing/2014/main" id="{F9F88BE3-EF32-4CF6-B360-67FAB8895763}"/>
                </a:ext>
              </a:extLst>
            </p:cNvPr>
            <p:cNvCxnSpPr>
              <a:cxnSpLocks/>
              <a:stCxn id="4926" idx="2"/>
              <a:endCxn id="4926" idx="6"/>
            </p:cNvCxnSpPr>
            <p:nvPr/>
          </p:nvCxnSpPr>
          <p:spPr>
            <a:xfrm>
              <a:off x="1952789" y="7115312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60" name="직선 연결선 4959">
              <a:extLst>
                <a:ext uri="{FF2B5EF4-FFF2-40B4-BE49-F238E27FC236}">
                  <a16:creationId xmlns:a16="http://schemas.microsoft.com/office/drawing/2014/main" id="{7C189161-CE70-42C7-A0D3-2D9A0B2D8EB1}"/>
                </a:ext>
              </a:extLst>
            </p:cNvPr>
            <p:cNvCxnSpPr>
              <a:cxnSpLocks/>
              <a:stCxn id="4926" idx="4"/>
              <a:endCxn id="4926" idx="0"/>
            </p:cNvCxnSpPr>
            <p:nvPr/>
          </p:nvCxnSpPr>
          <p:spPr>
            <a:xfrm flipV="1">
              <a:off x="2048543" y="7019558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61" name="직선 연결선 4960">
              <a:extLst>
                <a:ext uri="{FF2B5EF4-FFF2-40B4-BE49-F238E27FC236}">
                  <a16:creationId xmlns:a16="http://schemas.microsoft.com/office/drawing/2014/main" id="{F4F5888E-857F-42A1-A2F4-DCACF31A4F3E}"/>
                </a:ext>
              </a:extLst>
            </p:cNvPr>
            <p:cNvCxnSpPr>
              <a:cxnSpLocks/>
              <a:stCxn id="4927" idx="2"/>
              <a:endCxn id="4927" idx="6"/>
            </p:cNvCxnSpPr>
            <p:nvPr/>
          </p:nvCxnSpPr>
          <p:spPr>
            <a:xfrm>
              <a:off x="2226481" y="7115312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62" name="직선 연결선 4961">
              <a:extLst>
                <a:ext uri="{FF2B5EF4-FFF2-40B4-BE49-F238E27FC236}">
                  <a16:creationId xmlns:a16="http://schemas.microsoft.com/office/drawing/2014/main" id="{02524C9D-B999-4999-908D-6A3FE084F5F1}"/>
                </a:ext>
              </a:extLst>
            </p:cNvPr>
            <p:cNvCxnSpPr>
              <a:cxnSpLocks/>
              <a:stCxn id="4927" idx="4"/>
              <a:endCxn id="4927" idx="0"/>
            </p:cNvCxnSpPr>
            <p:nvPr/>
          </p:nvCxnSpPr>
          <p:spPr>
            <a:xfrm flipV="1">
              <a:off x="2322235" y="7019558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63" name="직선 연결선 4962">
              <a:extLst>
                <a:ext uri="{FF2B5EF4-FFF2-40B4-BE49-F238E27FC236}">
                  <a16:creationId xmlns:a16="http://schemas.microsoft.com/office/drawing/2014/main" id="{7857CB91-F275-4426-A63A-1441A51897FC}"/>
                </a:ext>
              </a:extLst>
            </p:cNvPr>
            <p:cNvCxnSpPr>
              <a:cxnSpLocks/>
              <a:stCxn id="4928" idx="2"/>
              <a:endCxn id="4928" idx="6"/>
            </p:cNvCxnSpPr>
            <p:nvPr/>
          </p:nvCxnSpPr>
          <p:spPr>
            <a:xfrm>
              <a:off x="2500173" y="7115312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64" name="직선 연결선 4963">
              <a:extLst>
                <a:ext uri="{FF2B5EF4-FFF2-40B4-BE49-F238E27FC236}">
                  <a16:creationId xmlns:a16="http://schemas.microsoft.com/office/drawing/2014/main" id="{F851C94C-CEE8-40DC-A387-71D682DF67DE}"/>
                </a:ext>
              </a:extLst>
            </p:cNvPr>
            <p:cNvCxnSpPr>
              <a:cxnSpLocks/>
              <a:stCxn id="4928" idx="4"/>
              <a:endCxn id="4928" idx="0"/>
            </p:cNvCxnSpPr>
            <p:nvPr/>
          </p:nvCxnSpPr>
          <p:spPr>
            <a:xfrm flipV="1">
              <a:off x="2595927" y="7019558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65" name="직선 연결선 4964">
              <a:extLst>
                <a:ext uri="{FF2B5EF4-FFF2-40B4-BE49-F238E27FC236}">
                  <a16:creationId xmlns:a16="http://schemas.microsoft.com/office/drawing/2014/main" id="{F6389EA6-B540-4074-AF1D-EB851E1A26CB}"/>
                </a:ext>
              </a:extLst>
            </p:cNvPr>
            <p:cNvCxnSpPr>
              <a:cxnSpLocks/>
              <a:stCxn id="4929" idx="2"/>
              <a:endCxn id="4929" idx="6"/>
            </p:cNvCxnSpPr>
            <p:nvPr/>
          </p:nvCxnSpPr>
          <p:spPr>
            <a:xfrm>
              <a:off x="2773865" y="7115312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66" name="직선 연결선 4965">
              <a:extLst>
                <a:ext uri="{FF2B5EF4-FFF2-40B4-BE49-F238E27FC236}">
                  <a16:creationId xmlns:a16="http://schemas.microsoft.com/office/drawing/2014/main" id="{32DF06F5-88D1-4AF9-959B-E69218C124FD}"/>
                </a:ext>
              </a:extLst>
            </p:cNvPr>
            <p:cNvCxnSpPr>
              <a:cxnSpLocks/>
              <a:stCxn id="4929" idx="4"/>
              <a:endCxn id="4929" idx="0"/>
            </p:cNvCxnSpPr>
            <p:nvPr/>
          </p:nvCxnSpPr>
          <p:spPr>
            <a:xfrm flipV="1">
              <a:off x="2869619" y="7019558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67" name="직선 연결선 4966">
              <a:extLst>
                <a:ext uri="{FF2B5EF4-FFF2-40B4-BE49-F238E27FC236}">
                  <a16:creationId xmlns:a16="http://schemas.microsoft.com/office/drawing/2014/main" id="{77DC90C0-34F3-4BBE-A59A-AABF284F0BC7}"/>
                </a:ext>
              </a:extLst>
            </p:cNvPr>
            <p:cNvCxnSpPr>
              <a:cxnSpLocks/>
              <a:stCxn id="4930" idx="2"/>
              <a:endCxn id="4930" idx="6"/>
            </p:cNvCxnSpPr>
            <p:nvPr/>
          </p:nvCxnSpPr>
          <p:spPr>
            <a:xfrm>
              <a:off x="3047557" y="7115312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68" name="직선 연결선 4967">
              <a:extLst>
                <a:ext uri="{FF2B5EF4-FFF2-40B4-BE49-F238E27FC236}">
                  <a16:creationId xmlns:a16="http://schemas.microsoft.com/office/drawing/2014/main" id="{FA2F795F-CC1E-4165-BED4-7AB31617B3FD}"/>
                </a:ext>
              </a:extLst>
            </p:cNvPr>
            <p:cNvCxnSpPr>
              <a:cxnSpLocks/>
              <a:stCxn id="4930" idx="4"/>
              <a:endCxn id="4930" idx="0"/>
            </p:cNvCxnSpPr>
            <p:nvPr/>
          </p:nvCxnSpPr>
          <p:spPr>
            <a:xfrm flipV="1">
              <a:off x="3143311" y="7019558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69" name="직선 연결선 4968">
              <a:extLst>
                <a:ext uri="{FF2B5EF4-FFF2-40B4-BE49-F238E27FC236}">
                  <a16:creationId xmlns:a16="http://schemas.microsoft.com/office/drawing/2014/main" id="{4208E10E-3B90-4794-8CDB-FE71790AF4F4}"/>
                </a:ext>
              </a:extLst>
            </p:cNvPr>
            <p:cNvCxnSpPr>
              <a:cxnSpLocks/>
              <a:stCxn id="4931" idx="2"/>
              <a:endCxn id="4931" idx="6"/>
            </p:cNvCxnSpPr>
            <p:nvPr/>
          </p:nvCxnSpPr>
          <p:spPr>
            <a:xfrm>
              <a:off x="3321249" y="7115312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70" name="직선 연결선 4969">
              <a:extLst>
                <a:ext uri="{FF2B5EF4-FFF2-40B4-BE49-F238E27FC236}">
                  <a16:creationId xmlns:a16="http://schemas.microsoft.com/office/drawing/2014/main" id="{226E9E72-7F5E-417D-9125-F9FFBF4067F4}"/>
                </a:ext>
              </a:extLst>
            </p:cNvPr>
            <p:cNvCxnSpPr>
              <a:cxnSpLocks/>
              <a:stCxn id="4931" idx="4"/>
              <a:endCxn id="4931" idx="0"/>
            </p:cNvCxnSpPr>
            <p:nvPr/>
          </p:nvCxnSpPr>
          <p:spPr>
            <a:xfrm flipV="1">
              <a:off x="3417003" y="7019558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71" name="직선 연결선 4970">
              <a:extLst>
                <a:ext uri="{FF2B5EF4-FFF2-40B4-BE49-F238E27FC236}">
                  <a16:creationId xmlns:a16="http://schemas.microsoft.com/office/drawing/2014/main" id="{8D4B0A0C-7851-412B-BA47-AC108E8ABA80}"/>
                </a:ext>
              </a:extLst>
            </p:cNvPr>
            <p:cNvCxnSpPr>
              <a:cxnSpLocks/>
              <a:stCxn id="4932" idx="2"/>
              <a:endCxn id="4932" idx="6"/>
            </p:cNvCxnSpPr>
            <p:nvPr/>
          </p:nvCxnSpPr>
          <p:spPr>
            <a:xfrm>
              <a:off x="3594941" y="7115312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72" name="직선 연결선 4971">
              <a:extLst>
                <a:ext uri="{FF2B5EF4-FFF2-40B4-BE49-F238E27FC236}">
                  <a16:creationId xmlns:a16="http://schemas.microsoft.com/office/drawing/2014/main" id="{0B98B4E1-E2AE-4495-89D6-E357ACF3CB87}"/>
                </a:ext>
              </a:extLst>
            </p:cNvPr>
            <p:cNvCxnSpPr>
              <a:cxnSpLocks/>
              <a:stCxn id="4932" idx="4"/>
              <a:endCxn id="4932" idx="0"/>
            </p:cNvCxnSpPr>
            <p:nvPr/>
          </p:nvCxnSpPr>
          <p:spPr>
            <a:xfrm flipV="1">
              <a:off x="3690695" y="7019558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73" name="직선 연결선 4972">
              <a:extLst>
                <a:ext uri="{FF2B5EF4-FFF2-40B4-BE49-F238E27FC236}">
                  <a16:creationId xmlns:a16="http://schemas.microsoft.com/office/drawing/2014/main" id="{9A50D3EA-E9F9-49F2-B616-459F69562DC1}"/>
                </a:ext>
              </a:extLst>
            </p:cNvPr>
            <p:cNvCxnSpPr>
              <a:cxnSpLocks/>
              <a:stCxn id="4933" idx="2"/>
              <a:endCxn id="4933" idx="6"/>
            </p:cNvCxnSpPr>
            <p:nvPr/>
          </p:nvCxnSpPr>
          <p:spPr>
            <a:xfrm>
              <a:off x="3868633" y="7115312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74" name="직선 연결선 4973">
              <a:extLst>
                <a:ext uri="{FF2B5EF4-FFF2-40B4-BE49-F238E27FC236}">
                  <a16:creationId xmlns:a16="http://schemas.microsoft.com/office/drawing/2014/main" id="{0E4BC173-F701-4366-9C9C-4DC573071635}"/>
                </a:ext>
              </a:extLst>
            </p:cNvPr>
            <p:cNvCxnSpPr>
              <a:cxnSpLocks/>
              <a:stCxn id="4933" idx="4"/>
              <a:endCxn id="4933" idx="0"/>
            </p:cNvCxnSpPr>
            <p:nvPr/>
          </p:nvCxnSpPr>
          <p:spPr>
            <a:xfrm flipV="1">
              <a:off x="3964387" y="7019558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75" name="직선 연결선 4974">
              <a:extLst>
                <a:ext uri="{FF2B5EF4-FFF2-40B4-BE49-F238E27FC236}">
                  <a16:creationId xmlns:a16="http://schemas.microsoft.com/office/drawing/2014/main" id="{893AB5BB-A454-478E-8797-01B9AA5B6FAF}"/>
                </a:ext>
              </a:extLst>
            </p:cNvPr>
            <p:cNvCxnSpPr>
              <a:cxnSpLocks/>
              <a:stCxn id="4934" idx="2"/>
              <a:endCxn id="4934" idx="6"/>
            </p:cNvCxnSpPr>
            <p:nvPr/>
          </p:nvCxnSpPr>
          <p:spPr>
            <a:xfrm>
              <a:off x="4142325" y="7115312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76" name="직선 연결선 4975">
              <a:extLst>
                <a:ext uri="{FF2B5EF4-FFF2-40B4-BE49-F238E27FC236}">
                  <a16:creationId xmlns:a16="http://schemas.microsoft.com/office/drawing/2014/main" id="{C771CA22-CEE4-4BA2-8091-AEB3F2404F1A}"/>
                </a:ext>
              </a:extLst>
            </p:cNvPr>
            <p:cNvCxnSpPr>
              <a:cxnSpLocks/>
              <a:stCxn id="4934" idx="4"/>
              <a:endCxn id="4934" idx="0"/>
            </p:cNvCxnSpPr>
            <p:nvPr/>
          </p:nvCxnSpPr>
          <p:spPr>
            <a:xfrm flipV="1">
              <a:off x="4238079" y="7019558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77" name="직선 연결선 4976">
              <a:extLst>
                <a:ext uri="{FF2B5EF4-FFF2-40B4-BE49-F238E27FC236}">
                  <a16:creationId xmlns:a16="http://schemas.microsoft.com/office/drawing/2014/main" id="{A750AA48-A1AA-4C36-90CE-D1DCC3566BC5}"/>
                </a:ext>
              </a:extLst>
            </p:cNvPr>
            <p:cNvCxnSpPr>
              <a:cxnSpLocks/>
              <a:stCxn id="4935" idx="2"/>
              <a:endCxn id="4935" idx="6"/>
            </p:cNvCxnSpPr>
            <p:nvPr/>
          </p:nvCxnSpPr>
          <p:spPr>
            <a:xfrm>
              <a:off x="4416017" y="7115312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78" name="직선 연결선 4977">
              <a:extLst>
                <a:ext uri="{FF2B5EF4-FFF2-40B4-BE49-F238E27FC236}">
                  <a16:creationId xmlns:a16="http://schemas.microsoft.com/office/drawing/2014/main" id="{60438CFA-4711-439A-BE59-5464D737F4BD}"/>
                </a:ext>
              </a:extLst>
            </p:cNvPr>
            <p:cNvCxnSpPr>
              <a:cxnSpLocks/>
              <a:stCxn id="4935" idx="4"/>
              <a:endCxn id="4935" idx="0"/>
            </p:cNvCxnSpPr>
            <p:nvPr/>
          </p:nvCxnSpPr>
          <p:spPr>
            <a:xfrm flipV="1">
              <a:off x="4511771" y="7019558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79" name="직선 연결선 4978">
              <a:extLst>
                <a:ext uri="{FF2B5EF4-FFF2-40B4-BE49-F238E27FC236}">
                  <a16:creationId xmlns:a16="http://schemas.microsoft.com/office/drawing/2014/main" id="{C8D4F91B-FC53-4C88-93FE-E7FB5A638057}"/>
                </a:ext>
              </a:extLst>
            </p:cNvPr>
            <p:cNvCxnSpPr>
              <a:cxnSpLocks/>
              <a:stCxn id="4936" idx="2"/>
              <a:endCxn id="4936" idx="6"/>
            </p:cNvCxnSpPr>
            <p:nvPr/>
          </p:nvCxnSpPr>
          <p:spPr>
            <a:xfrm>
              <a:off x="4689709" y="7115312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80" name="직선 연결선 4979">
              <a:extLst>
                <a:ext uri="{FF2B5EF4-FFF2-40B4-BE49-F238E27FC236}">
                  <a16:creationId xmlns:a16="http://schemas.microsoft.com/office/drawing/2014/main" id="{4F9BCC94-ACF6-4F98-A580-FBE6AA9877E3}"/>
                </a:ext>
              </a:extLst>
            </p:cNvPr>
            <p:cNvCxnSpPr>
              <a:cxnSpLocks/>
              <a:stCxn id="4936" idx="4"/>
              <a:endCxn id="4936" idx="0"/>
            </p:cNvCxnSpPr>
            <p:nvPr/>
          </p:nvCxnSpPr>
          <p:spPr>
            <a:xfrm flipV="1">
              <a:off x="4785463" y="7019558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81" name="직선 연결선 4980">
              <a:extLst>
                <a:ext uri="{FF2B5EF4-FFF2-40B4-BE49-F238E27FC236}">
                  <a16:creationId xmlns:a16="http://schemas.microsoft.com/office/drawing/2014/main" id="{A67445ED-5020-4B1F-9490-4A3D0945ACAE}"/>
                </a:ext>
              </a:extLst>
            </p:cNvPr>
            <p:cNvCxnSpPr>
              <a:cxnSpLocks/>
              <a:stCxn id="4937" idx="2"/>
              <a:endCxn id="4937" idx="6"/>
            </p:cNvCxnSpPr>
            <p:nvPr/>
          </p:nvCxnSpPr>
          <p:spPr>
            <a:xfrm>
              <a:off x="4963401" y="7115312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82" name="직선 연결선 4981">
              <a:extLst>
                <a:ext uri="{FF2B5EF4-FFF2-40B4-BE49-F238E27FC236}">
                  <a16:creationId xmlns:a16="http://schemas.microsoft.com/office/drawing/2014/main" id="{AB30A034-3A58-4AFD-B814-FE3DD3BA257D}"/>
                </a:ext>
              </a:extLst>
            </p:cNvPr>
            <p:cNvCxnSpPr>
              <a:cxnSpLocks/>
              <a:stCxn id="4937" idx="4"/>
              <a:endCxn id="4937" idx="0"/>
            </p:cNvCxnSpPr>
            <p:nvPr/>
          </p:nvCxnSpPr>
          <p:spPr>
            <a:xfrm flipV="1">
              <a:off x="5059155" y="7019558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83" name="직선 연결선 4982">
              <a:extLst>
                <a:ext uri="{FF2B5EF4-FFF2-40B4-BE49-F238E27FC236}">
                  <a16:creationId xmlns:a16="http://schemas.microsoft.com/office/drawing/2014/main" id="{97E4F35D-1681-467F-85FA-8BEBF80E5872}"/>
                </a:ext>
              </a:extLst>
            </p:cNvPr>
            <p:cNvCxnSpPr>
              <a:cxnSpLocks/>
              <a:stCxn id="4938" idx="2"/>
              <a:endCxn id="4938" idx="6"/>
            </p:cNvCxnSpPr>
            <p:nvPr/>
          </p:nvCxnSpPr>
          <p:spPr>
            <a:xfrm>
              <a:off x="5237095" y="7115312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84" name="직선 연결선 4983">
              <a:extLst>
                <a:ext uri="{FF2B5EF4-FFF2-40B4-BE49-F238E27FC236}">
                  <a16:creationId xmlns:a16="http://schemas.microsoft.com/office/drawing/2014/main" id="{C2535EA2-294D-4F60-ABBE-5ECA6288222D}"/>
                </a:ext>
              </a:extLst>
            </p:cNvPr>
            <p:cNvCxnSpPr>
              <a:cxnSpLocks/>
              <a:stCxn id="4938" idx="4"/>
              <a:endCxn id="4938" idx="0"/>
            </p:cNvCxnSpPr>
            <p:nvPr/>
          </p:nvCxnSpPr>
          <p:spPr>
            <a:xfrm flipV="1">
              <a:off x="5332849" y="7019558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85" name="직선 연결선 4984">
              <a:extLst>
                <a:ext uri="{FF2B5EF4-FFF2-40B4-BE49-F238E27FC236}">
                  <a16:creationId xmlns:a16="http://schemas.microsoft.com/office/drawing/2014/main" id="{2E6F27EB-890C-4208-8D45-F1C92809FF7C}"/>
                </a:ext>
              </a:extLst>
            </p:cNvPr>
            <p:cNvCxnSpPr>
              <a:cxnSpLocks/>
              <a:stCxn id="4939" idx="2"/>
              <a:endCxn id="4939" idx="6"/>
            </p:cNvCxnSpPr>
            <p:nvPr/>
          </p:nvCxnSpPr>
          <p:spPr>
            <a:xfrm>
              <a:off x="1405403" y="7349725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86" name="직선 연결선 4985">
              <a:extLst>
                <a:ext uri="{FF2B5EF4-FFF2-40B4-BE49-F238E27FC236}">
                  <a16:creationId xmlns:a16="http://schemas.microsoft.com/office/drawing/2014/main" id="{69C10F3D-93F4-4082-A91B-C10528928ECF}"/>
                </a:ext>
              </a:extLst>
            </p:cNvPr>
            <p:cNvCxnSpPr>
              <a:cxnSpLocks/>
              <a:stCxn id="4939" idx="4"/>
              <a:endCxn id="4939" idx="0"/>
            </p:cNvCxnSpPr>
            <p:nvPr/>
          </p:nvCxnSpPr>
          <p:spPr>
            <a:xfrm flipV="1">
              <a:off x="1501157" y="7253971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87" name="직선 연결선 4986">
              <a:extLst>
                <a:ext uri="{FF2B5EF4-FFF2-40B4-BE49-F238E27FC236}">
                  <a16:creationId xmlns:a16="http://schemas.microsoft.com/office/drawing/2014/main" id="{71E0BC9A-F4B0-44C4-9C57-B8E0C13907E2}"/>
                </a:ext>
              </a:extLst>
            </p:cNvPr>
            <p:cNvCxnSpPr>
              <a:cxnSpLocks/>
              <a:stCxn id="4940" idx="2"/>
              <a:endCxn id="4940" idx="6"/>
            </p:cNvCxnSpPr>
            <p:nvPr/>
          </p:nvCxnSpPr>
          <p:spPr>
            <a:xfrm>
              <a:off x="1679096" y="7349725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88" name="직선 연결선 4987">
              <a:extLst>
                <a:ext uri="{FF2B5EF4-FFF2-40B4-BE49-F238E27FC236}">
                  <a16:creationId xmlns:a16="http://schemas.microsoft.com/office/drawing/2014/main" id="{C52329BC-EE88-449D-8392-0875D71CCF9B}"/>
                </a:ext>
              </a:extLst>
            </p:cNvPr>
            <p:cNvCxnSpPr>
              <a:cxnSpLocks/>
              <a:stCxn id="4940" idx="4"/>
              <a:endCxn id="4940" idx="0"/>
            </p:cNvCxnSpPr>
            <p:nvPr/>
          </p:nvCxnSpPr>
          <p:spPr>
            <a:xfrm flipV="1">
              <a:off x="1774850" y="7253971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89" name="직선 연결선 4988">
              <a:extLst>
                <a:ext uri="{FF2B5EF4-FFF2-40B4-BE49-F238E27FC236}">
                  <a16:creationId xmlns:a16="http://schemas.microsoft.com/office/drawing/2014/main" id="{7D16A3F4-8990-4327-B49C-6E950F0BEAD2}"/>
                </a:ext>
              </a:extLst>
            </p:cNvPr>
            <p:cNvCxnSpPr>
              <a:cxnSpLocks/>
              <a:stCxn id="4941" idx="2"/>
              <a:endCxn id="4941" idx="6"/>
            </p:cNvCxnSpPr>
            <p:nvPr/>
          </p:nvCxnSpPr>
          <p:spPr>
            <a:xfrm>
              <a:off x="1952789" y="7349725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90" name="직선 연결선 4989">
              <a:extLst>
                <a:ext uri="{FF2B5EF4-FFF2-40B4-BE49-F238E27FC236}">
                  <a16:creationId xmlns:a16="http://schemas.microsoft.com/office/drawing/2014/main" id="{2F937CD2-8EDB-4759-BB67-CA0B7D8CA669}"/>
                </a:ext>
              </a:extLst>
            </p:cNvPr>
            <p:cNvCxnSpPr>
              <a:cxnSpLocks/>
              <a:stCxn id="4941" idx="4"/>
              <a:endCxn id="4941" idx="0"/>
            </p:cNvCxnSpPr>
            <p:nvPr/>
          </p:nvCxnSpPr>
          <p:spPr>
            <a:xfrm flipV="1">
              <a:off x="2048543" y="7253971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91" name="직선 연결선 4990">
              <a:extLst>
                <a:ext uri="{FF2B5EF4-FFF2-40B4-BE49-F238E27FC236}">
                  <a16:creationId xmlns:a16="http://schemas.microsoft.com/office/drawing/2014/main" id="{858D94B2-3995-4DDF-AFD4-D23BC072B557}"/>
                </a:ext>
              </a:extLst>
            </p:cNvPr>
            <p:cNvCxnSpPr>
              <a:cxnSpLocks/>
              <a:stCxn id="4942" idx="2"/>
              <a:endCxn id="4942" idx="6"/>
            </p:cNvCxnSpPr>
            <p:nvPr/>
          </p:nvCxnSpPr>
          <p:spPr>
            <a:xfrm>
              <a:off x="2226482" y="7349725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92" name="직선 연결선 4991">
              <a:extLst>
                <a:ext uri="{FF2B5EF4-FFF2-40B4-BE49-F238E27FC236}">
                  <a16:creationId xmlns:a16="http://schemas.microsoft.com/office/drawing/2014/main" id="{8EA8AE81-8B3B-4D45-97B9-CB23055C51E7}"/>
                </a:ext>
              </a:extLst>
            </p:cNvPr>
            <p:cNvCxnSpPr>
              <a:cxnSpLocks/>
              <a:stCxn id="4942" idx="4"/>
              <a:endCxn id="4942" idx="0"/>
            </p:cNvCxnSpPr>
            <p:nvPr/>
          </p:nvCxnSpPr>
          <p:spPr>
            <a:xfrm flipV="1">
              <a:off x="2322236" y="7253971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93" name="직선 연결선 4992">
              <a:extLst>
                <a:ext uri="{FF2B5EF4-FFF2-40B4-BE49-F238E27FC236}">
                  <a16:creationId xmlns:a16="http://schemas.microsoft.com/office/drawing/2014/main" id="{FD8B9F5A-2F2C-428D-98AD-CF2E6E860767}"/>
                </a:ext>
              </a:extLst>
            </p:cNvPr>
            <p:cNvCxnSpPr>
              <a:cxnSpLocks/>
              <a:stCxn id="4943" idx="2"/>
              <a:endCxn id="4943" idx="6"/>
            </p:cNvCxnSpPr>
            <p:nvPr/>
          </p:nvCxnSpPr>
          <p:spPr>
            <a:xfrm>
              <a:off x="2500175" y="7349725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94" name="직선 연결선 4993">
              <a:extLst>
                <a:ext uri="{FF2B5EF4-FFF2-40B4-BE49-F238E27FC236}">
                  <a16:creationId xmlns:a16="http://schemas.microsoft.com/office/drawing/2014/main" id="{6B9B363F-8D3D-46B9-9383-8BFAB8097EFE}"/>
                </a:ext>
              </a:extLst>
            </p:cNvPr>
            <p:cNvCxnSpPr>
              <a:cxnSpLocks/>
              <a:stCxn id="4943" idx="4"/>
              <a:endCxn id="4943" idx="0"/>
            </p:cNvCxnSpPr>
            <p:nvPr/>
          </p:nvCxnSpPr>
          <p:spPr>
            <a:xfrm flipV="1">
              <a:off x="2595929" y="7253971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95" name="직선 연결선 4994">
              <a:extLst>
                <a:ext uri="{FF2B5EF4-FFF2-40B4-BE49-F238E27FC236}">
                  <a16:creationId xmlns:a16="http://schemas.microsoft.com/office/drawing/2014/main" id="{73342C95-80CD-40C3-86C5-ACA5EFAE5710}"/>
                </a:ext>
              </a:extLst>
            </p:cNvPr>
            <p:cNvCxnSpPr>
              <a:cxnSpLocks/>
              <a:stCxn id="4944" idx="2"/>
              <a:endCxn id="4944" idx="6"/>
            </p:cNvCxnSpPr>
            <p:nvPr/>
          </p:nvCxnSpPr>
          <p:spPr>
            <a:xfrm>
              <a:off x="2773868" y="7349725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96" name="직선 연결선 4995">
              <a:extLst>
                <a:ext uri="{FF2B5EF4-FFF2-40B4-BE49-F238E27FC236}">
                  <a16:creationId xmlns:a16="http://schemas.microsoft.com/office/drawing/2014/main" id="{E631834E-9BBC-48F1-9898-0769DA6130D9}"/>
                </a:ext>
              </a:extLst>
            </p:cNvPr>
            <p:cNvCxnSpPr>
              <a:cxnSpLocks/>
              <a:stCxn id="4944" idx="4"/>
              <a:endCxn id="4944" idx="0"/>
            </p:cNvCxnSpPr>
            <p:nvPr/>
          </p:nvCxnSpPr>
          <p:spPr>
            <a:xfrm flipV="1">
              <a:off x="2869622" y="7253971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97" name="직선 연결선 4996">
              <a:extLst>
                <a:ext uri="{FF2B5EF4-FFF2-40B4-BE49-F238E27FC236}">
                  <a16:creationId xmlns:a16="http://schemas.microsoft.com/office/drawing/2014/main" id="{F0370BE3-C7C2-4747-A5DD-F4EE2CCEB6F2}"/>
                </a:ext>
              </a:extLst>
            </p:cNvPr>
            <p:cNvCxnSpPr>
              <a:cxnSpLocks/>
              <a:stCxn id="4945" idx="2"/>
              <a:endCxn id="4945" idx="6"/>
            </p:cNvCxnSpPr>
            <p:nvPr/>
          </p:nvCxnSpPr>
          <p:spPr>
            <a:xfrm>
              <a:off x="3047561" y="7349725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98" name="직선 연결선 4997">
              <a:extLst>
                <a:ext uri="{FF2B5EF4-FFF2-40B4-BE49-F238E27FC236}">
                  <a16:creationId xmlns:a16="http://schemas.microsoft.com/office/drawing/2014/main" id="{16DCD73B-9E4D-4BD3-AE7B-1BC0BED0302D}"/>
                </a:ext>
              </a:extLst>
            </p:cNvPr>
            <p:cNvCxnSpPr>
              <a:cxnSpLocks/>
              <a:stCxn id="4945" idx="4"/>
              <a:endCxn id="4945" idx="0"/>
            </p:cNvCxnSpPr>
            <p:nvPr/>
          </p:nvCxnSpPr>
          <p:spPr>
            <a:xfrm flipV="1">
              <a:off x="3143315" y="7253971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99" name="직선 연결선 4998">
              <a:extLst>
                <a:ext uri="{FF2B5EF4-FFF2-40B4-BE49-F238E27FC236}">
                  <a16:creationId xmlns:a16="http://schemas.microsoft.com/office/drawing/2014/main" id="{65D5805B-BD6A-406C-A756-2CD86C230CC6}"/>
                </a:ext>
              </a:extLst>
            </p:cNvPr>
            <p:cNvCxnSpPr>
              <a:cxnSpLocks/>
              <a:stCxn id="4946" idx="2"/>
              <a:endCxn id="4946" idx="6"/>
            </p:cNvCxnSpPr>
            <p:nvPr/>
          </p:nvCxnSpPr>
          <p:spPr>
            <a:xfrm>
              <a:off x="3321254" y="7349725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00" name="직선 연결선 4999">
              <a:extLst>
                <a:ext uri="{FF2B5EF4-FFF2-40B4-BE49-F238E27FC236}">
                  <a16:creationId xmlns:a16="http://schemas.microsoft.com/office/drawing/2014/main" id="{76B82CED-A357-4B02-A419-9CA1B20D8CB3}"/>
                </a:ext>
              </a:extLst>
            </p:cNvPr>
            <p:cNvCxnSpPr>
              <a:cxnSpLocks/>
              <a:stCxn id="4946" idx="4"/>
              <a:endCxn id="4946" idx="0"/>
            </p:cNvCxnSpPr>
            <p:nvPr/>
          </p:nvCxnSpPr>
          <p:spPr>
            <a:xfrm flipV="1">
              <a:off x="3417008" y="7253971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01" name="직선 연결선 5000">
              <a:extLst>
                <a:ext uri="{FF2B5EF4-FFF2-40B4-BE49-F238E27FC236}">
                  <a16:creationId xmlns:a16="http://schemas.microsoft.com/office/drawing/2014/main" id="{5C08F66A-AAFB-4466-BA0C-92E637F91213}"/>
                </a:ext>
              </a:extLst>
            </p:cNvPr>
            <p:cNvCxnSpPr>
              <a:cxnSpLocks/>
              <a:stCxn id="4947" idx="2"/>
              <a:endCxn id="4947" idx="6"/>
            </p:cNvCxnSpPr>
            <p:nvPr/>
          </p:nvCxnSpPr>
          <p:spPr>
            <a:xfrm>
              <a:off x="3594947" y="7349725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02" name="직선 연결선 5001">
              <a:extLst>
                <a:ext uri="{FF2B5EF4-FFF2-40B4-BE49-F238E27FC236}">
                  <a16:creationId xmlns:a16="http://schemas.microsoft.com/office/drawing/2014/main" id="{68D952FA-5855-4B7E-83A4-960E402D66F2}"/>
                </a:ext>
              </a:extLst>
            </p:cNvPr>
            <p:cNvCxnSpPr>
              <a:cxnSpLocks/>
              <a:stCxn id="4947" idx="4"/>
              <a:endCxn id="4947" idx="0"/>
            </p:cNvCxnSpPr>
            <p:nvPr/>
          </p:nvCxnSpPr>
          <p:spPr>
            <a:xfrm flipV="1">
              <a:off x="3690701" y="7253971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03" name="직선 연결선 5002">
              <a:extLst>
                <a:ext uri="{FF2B5EF4-FFF2-40B4-BE49-F238E27FC236}">
                  <a16:creationId xmlns:a16="http://schemas.microsoft.com/office/drawing/2014/main" id="{8EDE1CCF-F3F9-458E-A013-01B9D8361FF4}"/>
                </a:ext>
              </a:extLst>
            </p:cNvPr>
            <p:cNvCxnSpPr>
              <a:cxnSpLocks/>
              <a:stCxn id="4948" idx="2"/>
              <a:endCxn id="4948" idx="6"/>
            </p:cNvCxnSpPr>
            <p:nvPr/>
          </p:nvCxnSpPr>
          <p:spPr>
            <a:xfrm>
              <a:off x="3868640" y="7349725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04" name="직선 연결선 5003">
              <a:extLst>
                <a:ext uri="{FF2B5EF4-FFF2-40B4-BE49-F238E27FC236}">
                  <a16:creationId xmlns:a16="http://schemas.microsoft.com/office/drawing/2014/main" id="{4A30D610-BD22-493B-B31C-7AFECFEA346D}"/>
                </a:ext>
              </a:extLst>
            </p:cNvPr>
            <p:cNvCxnSpPr>
              <a:cxnSpLocks/>
              <a:stCxn id="4948" idx="4"/>
              <a:endCxn id="4948" idx="0"/>
            </p:cNvCxnSpPr>
            <p:nvPr/>
          </p:nvCxnSpPr>
          <p:spPr>
            <a:xfrm flipV="1">
              <a:off x="3964394" y="7253971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05" name="직선 연결선 5004">
              <a:extLst>
                <a:ext uri="{FF2B5EF4-FFF2-40B4-BE49-F238E27FC236}">
                  <a16:creationId xmlns:a16="http://schemas.microsoft.com/office/drawing/2014/main" id="{14C48669-704E-4A5C-B409-25E3E9570C4E}"/>
                </a:ext>
              </a:extLst>
            </p:cNvPr>
            <p:cNvCxnSpPr>
              <a:cxnSpLocks/>
              <a:stCxn id="4949" idx="2"/>
              <a:endCxn id="4949" idx="6"/>
            </p:cNvCxnSpPr>
            <p:nvPr/>
          </p:nvCxnSpPr>
          <p:spPr>
            <a:xfrm>
              <a:off x="4142333" y="7349725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06" name="직선 연결선 5005">
              <a:extLst>
                <a:ext uri="{FF2B5EF4-FFF2-40B4-BE49-F238E27FC236}">
                  <a16:creationId xmlns:a16="http://schemas.microsoft.com/office/drawing/2014/main" id="{9671DB73-4AE8-4F72-8C48-9A958444C388}"/>
                </a:ext>
              </a:extLst>
            </p:cNvPr>
            <p:cNvCxnSpPr>
              <a:cxnSpLocks/>
              <a:stCxn id="4949" idx="4"/>
              <a:endCxn id="4949" idx="0"/>
            </p:cNvCxnSpPr>
            <p:nvPr/>
          </p:nvCxnSpPr>
          <p:spPr>
            <a:xfrm flipV="1">
              <a:off x="4238087" y="7253971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07" name="직선 연결선 5006">
              <a:extLst>
                <a:ext uri="{FF2B5EF4-FFF2-40B4-BE49-F238E27FC236}">
                  <a16:creationId xmlns:a16="http://schemas.microsoft.com/office/drawing/2014/main" id="{185206FD-2C76-4ACE-B7C8-E532D3AEF707}"/>
                </a:ext>
              </a:extLst>
            </p:cNvPr>
            <p:cNvCxnSpPr>
              <a:cxnSpLocks/>
              <a:stCxn id="4950" idx="2"/>
              <a:endCxn id="4950" idx="6"/>
            </p:cNvCxnSpPr>
            <p:nvPr/>
          </p:nvCxnSpPr>
          <p:spPr>
            <a:xfrm>
              <a:off x="4416026" y="7349725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08" name="직선 연결선 5007">
              <a:extLst>
                <a:ext uri="{FF2B5EF4-FFF2-40B4-BE49-F238E27FC236}">
                  <a16:creationId xmlns:a16="http://schemas.microsoft.com/office/drawing/2014/main" id="{1EBE523A-0AFE-43AF-BD74-E844601453A4}"/>
                </a:ext>
              </a:extLst>
            </p:cNvPr>
            <p:cNvCxnSpPr>
              <a:cxnSpLocks/>
              <a:stCxn id="4950" idx="4"/>
              <a:endCxn id="4950" idx="0"/>
            </p:cNvCxnSpPr>
            <p:nvPr/>
          </p:nvCxnSpPr>
          <p:spPr>
            <a:xfrm flipV="1">
              <a:off x="4511780" y="7253971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09" name="직선 연결선 5008">
              <a:extLst>
                <a:ext uri="{FF2B5EF4-FFF2-40B4-BE49-F238E27FC236}">
                  <a16:creationId xmlns:a16="http://schemas.microsoft.com/office/drawing/2014/main" id="{282AAA5C-E09B-46EF-B2B7-449F42821188}"/>
                </a:ext>
              </a:extLst>
            </p:cNvPr>
            <p:cNvCxnSpPr>
              <a:cxnSpLocks/>
              <a:stCxn id="4951" idx="2"/>
              <a:endCxn id="4951" idx="6"/>
            </p:cNvCxnSpPr>
            <p:nvPr/>
          </p:nvCxnSpPr>
          <p:spPr>
            <a:xfrm>
              <a:off x="4689719" y="7349725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10" name="직선 연결선 5009">
              <a:extLst>
                <a:ext uri="{FF2B5EF4-FFF2-40B4-BE49-F238E27FC236}">
                  <a16:creationId xmlns:a16="http://schemas.microsoft.com/office/drawing/2014/main" id="{8262BD7A-C608-4A19-86D6-6BB223D58F05}"/>
                </a:ext>
              </a:extLst>
            </p:cNvPr>
            <p:cNvCxnSpPr>
              <a:cxnSpLocks/>
              <a:stCxn id="4951" idx="4"/>
              <a:endCxn id="4951" idx="0"/>
            </p:cNvCxnSpPr>
            <p:nvPr/>
          </p:nvCxnSpPr>
          <p:spPr>
            <a:xfrm flipV="1">
              <a:off x="4785473" y="7253971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11" name="직선 연결선 5010">
              <a:extLst>
                <a:ext uri="{FF2B5EF4-FFF2-40B4-BE49-F238E27FC236}">
                  <a16:creationId xmlns:a16="http://schemas.microsoft.com/office/drawing/2014/main" id="{AD3668F8-E0A9-43D5-9DDF-C3B63A6AB47A}"/>
                </a:ext>
              </a:extLst>
            </p:cNvPr>
            <p:cNvCxnSpPr>
              <a:cxnSpLocks/>
              <a:stCxn id="4952" idx="2"/>
              <a:endCxn id="4952" idx="6"/>
            </p:cNvCxnSpPr>
            <p:nvPr/>
          </p:nvCxnSpPr>
          <p:spPr>
            <a:xfrm>
              <a:off x="4963412" y="7349725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12" name="직선 연결선 5011">
              <a:extLst>
                <a:ext uri="{FF2B5EF4-FFF2-40B4-BE49-F238E27FC236}">
                  <a16:creationId xmlns:a16="http://schemas.microsoft.com/office/drawing/2014/main" id="{7CD10156-CB2C-4BE9-B56F-706A1F7DA4A2}"/>
                </a:ext>
              </a:extLst>
            </p:cNvPr>
            <p:cNvCxnSpPr>
              <a:cxnSpLocks/>
              <a:stCxn id="4952" idx="4"/>
              <a:endCxn id="4952" idx="0"/>
            </p:cNvCxnSpPr>
            <p:nvPr/>
          </p:nvCxnSpPr>
          <p:spPr>
            <a:xfrm flipV="1">
              <a:off x="5059166" y="7253971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13" name="직선 연결선 5012">
              <a:extLst>
                <a:ext uri="{FF2B5EF4-FFF2-40B4-BE49-F238E27FC236}">
                  <a16:creationId xmlns:a16="http://schemas.microsoft.com/office/drawing/2014/main" id="{80FA09DD-AAE5-48B7-8AA3-3883CFD90586}"/>
                </a:ext>
              </a:extLst>
            </p:cNvPr>
            <p:cNvCxnSpPr>
              <a:cxnSpLocks/>
              <a:stCxn id="4953" idx="2"/>
              <a:endCxn id="4953" idx="6"/>
            </p:cNvCxnSpPr>
            <p:nvPr/>
          </p:nvCxnSpPr>
          <p:spPr>
            <a:xfrm>
              <a:off x="5237105" y="7349725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14" name="직선 연결선 5013">
              <a:extLst>
                <a:ext uri="{FF2B5EF4-FFF2-40B4-BE49-F238E27FC236}">
                  <a16:creationId xmlns:a16="http://schemas.microsoft.com/office/drawing/2014/main" id="{569F3832-1142-49CD-BDD0-E8D00F0F395F}"/>
                </a:ext>
              </a:extLst>
            </p:cNvPr>
            <p:cNvCxnSpPr>
              <a:cxnSpLocks/>
              <a:stCxn id="4953" idx="4"/>
              <a:endCxn id="4953" idx="0"/>
            </p:cNvCxnSpPr>
            <p:nvPr/>
          </p:nvCxnSpPr>
          <p:spPr>
            <a:xfrm flipV="1">
              <a:off x="5332859" y="7253971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15" name="직선 연결선 5014">
              <a:extLst>
                <a:ext uri="{FF2B5EF4-FFF2-40B4-BE49-F238E27FC236}">
                  <a16:creationId xmlns:a16="http://schemas.microsoft.com/office/drawing/2014/main" id="{BEDDB86B-0090-4136-8623-F3573078AC1C}"/>
                </a:ext>
              </a:extLst>
            </p:cNvPr>
            <p:cNvCxnSpPr>
              <a:cxnSpLocks/>
              <a:stCxn id="4954" idx="2"/>
              <a:endCxn id="4954" idx="6"/>
            </p:cNvCxnSpPr>
            <p:nvPr/>
          </p:nvCxnSpPr>
          <p:spPr>
            <a:xfrm>
              <a:off x="5510793" y="7349725"/>
              <a:ext cx="19150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16" name="직선 연결선 5015">
              <a:extLst>
                <a:ext uri="{FF2B5EF4-FFF2-40B4-BE49-F238E27FC236}">
                  <a16:creationId xmlns:a16="http://schemas.microsoft.com/office/drawing/2014/main" id="{F6919C84-9554-459C-AF8F-475751E2169A}"/>
                </a:ext>
              </a:extLst>
            </p:cNvPr>
            <p:cNvCxnSpPr>
              <a:cxnSpLocks/>
              <a:stCxn id="4954" idx="4"/>
              <a:endCxn id="4954" idx="0"/>
            </p:cNvCxnSpPr>
            <p:nvPr/>
          </p:nvCxnSpPr>
          <p:spPr>
            <a:xfrm flipV="1">
              <a:off x="5606547" y="7253971"/>
              <a:ext cx="0" cy="19150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17" name="직선 연결선 5016">
              <a:extLst>
                <a:ext uri="{FF2B5EF4-FFF2-40B4-BE49-F238E27FC236}">
                  <a16:creationId xmlns:a16="http://schemas.microsoft.com/office/drawing/2014/main" id="{8076966B-9BF3-423B-BC07-433ED1F815C6}"/>
                </a:ext>
              </a:extLst>
            </p:cNvPr>
            <p:cNvCxnSpPr/>
            <p:nvPr/>
          </p:nvCxnSpPr>
          <p:spPr>
            <a:xfrm>
              <a:off x="230188" y="1496985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18" name="직선 연결선 5017">
              <a:extLst>
                <a:ext uri="{FF2B5EF4-FFF2-40B4-BE49-F238E27FC236}">
                  <a16:creationId xmlns:a16="http://schemas.microsoft.com/office/drawing/2014/main" id="{4736D93B-CD77-4348-8191-B0784A62A922}"/>
                </a:ext>
              </a:extLst>
            </p:cNvPr>
            <p:cNvCxnSpPr/>
            <p:nvPr/>
          </p:nvCxnSpPr>
          <p:spPr>
            <a:xfrm>
              <a:off x="230188" y="1995727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19" name="직선 연결선 5018">
              <a:extLst>
                <a:ext uri="{FF2B5EF4-FFF2-40B4-BE49-F238E27FC236}">
                  <a16:creationId xmlns:a16="http://schemas.microsoft.com/office/drawing/2014/main" id="{802F98E0-051E-4E37-8898-3196C6015897}"/>
                </a:ext>
              </a:extLst>
            </p:cNvPr>
            <p:cNvCxnSpPr/>
            <p:nvPr/>
          </p:nvCxnSpPr>
          <p:spPr>
            <a:xfrm>
              <a:off x="230188" y="2494469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20" name="직선 연결선 5019">
              <a:extLst>
                <a:ext uri="{FF2B5EF4-FFF2-40B4-BE49-F238E27FC236}">
                  <a16:creationId xmlns:a16="http://schemas.microsoft.com/office/drawing/2014/main" id="{59D3BBAD-85E0-46E9-A810-602B65DAFD42}"/>
                </a:ext>
              </a:extLst>
            </p:cNvPr>
            <p:cNvCxnSpPr/>
            <p:nvPr/>
          </p:nvCxnSpPr>
          <p:spPr>
            <a:xfrm>
              <a:off x="230188" y="2993211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21" name="직선 연결선 5020">
              <a:extLst>
                <a:ext uri="{FF2B5EF4-FFF2-40B4-BE49-F238E27FC236}">
                  <a16:creationId xmlns:a16="http://schemas.microsoft.com/office/drawing/2014/main" id="{D8717321-99BC-45FF-9B02-5A951F8E4FD5}"/>
                </a:ext>
              </a:extLst>
            </p:cNvPr>
            <p:cNvCxnSpPr/>
            <p:nvPr/>
          </p:nvCxnSpPr>
          <p:spPr>
            <a:xfrm>
              <a:off x="230188" y="3491953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22" name="직선 연결선 5021">
              <a:extLst>
                <a:ext uri="{FF2B5EF4-FFF2-40B4-BE49-F238E27FC236}">
                  <a16:creationId xmlns:a16="http://schemas.microsoft.com/office/drawing/2014/main" id="{A5CB3285-5B8B-4270-B002-709CC5ACC72F}"/>
                </a:ext>
              </a:extLst>
            </p:cNvPr>
            <p:cNvCxnSpPr/>
            <p:nvPr/>
          </p:nvCxnSpPr>
          <p:spPr>
            <a:xfrm>
              <a:off x="230188" y="3990695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23" name="직선 연결선 5022">
              <a:extLst>
                <a:ext uri="{FF2B5EF4-FFF2-40B4-BE49-F238E27FC236}">
                  <a16:creationId xmlns:a16="http://schemas.microsoft.com/office/drawing/2014/main" id="{943D651E-A018-499D-B05B-61692D44B919}"/>
                </a:ext>
              </a:extLst>
            </p:cNvPr>
            <p:cNvCxnSpPr/>
            <p:nvPr/>
          </p:nvCxnSpPr>
          <p:spPr>
            <a:xfrm>
              <a:off x="230188" y="4489437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24" name="직선 연결선 5023">
              <a:extLst>
                <a:ext uri="{FF2B5EF4-FFF2-40B4-BE49-F238E27FC236}">
                  <a16:creationId xmlns:a16="http://schemas.microsoft.com/office/drawing/2014/main" id="{94378FE3-6F30-443D-BE1A-7B7370B38B24}"/>
                </a:ext>
              </a:extLst>
            </p:cNvPr>
            <p:cNvCxnSpPr/>
            <p:nvPr/>
          </p:nvCxnSpPr>
          <p:spPr>
            <a:xfrm>
              <a:off x="230188" y="4988179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25" name="직선 연결선 5024">
              <a:extLst>
                <a:ext uri="{FF2B5EF4-FFF2-40B4-BE49-F238E27FC236}">
                  <a16:creationId xmlns:a16="http://schemas.microsoft.com/office/drawing/2014/main" id="{9B780FF7-4185-4544-A620-AE4A35445444}"/>
                </a:ext>
              </a:extLst>
            </p:cNvPr>
            <p:cNvCxnSpPr/>
            <p:nvPr/>
          </p:nvCxnSpPr>
          <p:spPr>
            <a:xfrm>
              <a:off x="230188" y="5486921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26" name="직선 연결선 5025">
              <a:extLst>
                <a:ext uri="{FF2B5EF4-FFF2-40B4-BE49-F238E27FC236}">
                  <a16:creationId xmlns:a16="http://schemas.microsoft.com/office/drawing/2014/main" id="{7A4A53A4-02DD-4897-82D4-7CCC25F05F96}"/>
                </a:ext>
              </a:extLst>
            </p:cNvPr>
            <p:cNvCxnSpPr/>
            <p:nvPr/>
          </p:nvCxnSpPr>
          <p:spPr>
            <a:xfrm>
              <a:off x="230188" y="5985663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27" name="직선 연결선 5026">
              <a:extLst>
                <a:ext uri="{FF2B5EF4-FFF2-40B4-BE49-F238E27FC236}">
                  <a16:creationId xmlns:a16="http://schemas.microsoft.com/office/drawing/2014/main" id="{7920A800-BDCB-4F36-AD6C-306EDFD7287B}"/>
                </a:ext>
              </a:extLst>
            </p:cNvPr>
            <p:cNvCxnSpPr/>
            <p:nvPr/>
          </p:nvCxnSpPr>
          <p:spPr>
            <a:xfrm>
              <a:off x="230188" y="6484405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28" name="직선 연결선 5027">
              <a:extLst>
                <a:ext uri="{FF2B5EF4-FFF2-40B4-BE49-F238E27FC236}">
                  <a16:creationId xmlns:a16="http://schemas.microsoft.com/office/drawing/2014/main" id="{B4F33A46-C1A3-44F5-896F-CA1F9CE64D92}"/>
                </a:ext>
              </a:extLst>
            </p:cNvPr>
            <p:cNvCxnSpPr/>
            <p:nvPr/>
          </p:nvCxnSpPr>
          <p:spPr>
            <a:xfrm>
              <a:off x="230188" y="6983147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29" name="직선 연결선 5028">
              <a:extLst>
                <a:ext uri="{FF2B5EF4-FFF2-40B4-BE49-F238E27FC236}">
                  <a16:creationId xmlns:a16="http://schemas.microsoft.com/office/drawing/2014/main" id="{2834028C-FC92-414D-9105-8846C79D4D07}"/>
                </a:ext>
              </a:extLst>
            </p:cNvPr>
            <p:cNvCxnSpPr/>
            <p:nvPr/>
          </p:nvCxnSpPr>
          <p:spPr>
            <a:xfrm>
              <a:off x="230188" y="7481888"/>
              <a:ext cx="5472112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30" name="직선 연결선 5029">
              <a:extLst>
                <a:ext uri="{FF2B5EF4-FFF2-40B4-BE49-F238E27FC236}">
                  <a16:creationId xmlns:a16="http://schemas.microsoft.com/office/drawing/2014/main" id="{356490A6-AEB8-4B1F-951D-00D7D162AB68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31" name="직선 연결선 5030">
              <a:extLst>
                <a:ext uri="{FF2B5EF4-FFF2-40B4-BE49-F238E27FC236}">
                  <a16:creationId xmlns:a16="http://schemas.microsoft.com/office/drawing/2014/main" id="{86078DDE-10FF-4C3A-B2AD-AA5F344F528D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27" name="TextBox 185">
            <a:hlinkClick r:id="rId2"/>
            <a:extLst>
              <a:ext uri="{FF2B5EF4-FFF2-40B4-BE49-F238E27FC236}">
                <a16:creationId xmlns:a16="http://schemas.microsoft.com/office/drawing/2014/main" id="{33726EA3-D4AB-406E-930D-8C97DC2C44E9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28" name="TextBox 186">
            <a:hlinkClick r:id="rId3"/>
            <a:extLst>
              <a:ext uri="{FF2B5EF4-FFF2-40B4-BE49-F238E27FC236}">
                <a16:creationId xmlns:a16="http://schemas.microsoft.com/office/drawing/2014/main" id="{5A204D5C-E7AE-44F9-95E8-0F7E2B9C2C17}"/>
              </a:ext>
            </a:extLst>
          </p:cNvPr>
          <p:cNvSpPr txBox="1"/>
          <p:nvPr/>
        </p:nvSpPr>
        <p:spPr>
          <a:xfrm>
            <a:off x="2525732" y="7555443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29" name="TextBox 184">
            <a:hlinkClick r:id="rId4"/>
            <a:extLst>
              <a:ext uri="{FF2B5EF4-FFF2-40B4-BE49-F238E27FC236}">
                <a16:creationId xmlns:a16="http://schemas.microsoft.com/office/drawing/2014/main" id="{5FC4811C-300C-46B4-B16D-CF8B9FCBDFC8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189</TotalTime>
  <Words>385</Words>
  <Application>Microsoft Office PowerPoint</Application>
  <PresentationFormat>사용자 지정</PresentationFormat>
  <Paragraphs>380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나눔고딕</vt:lpstr>
      <vt:lpstr>나눔고딕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80</cp:revision>
  <dcterms:created xsi:type="dcterms:W3CDTF">2021-10-29T04:43:38Z</dcterms:created>
  <dcterms:modified xsi:type="dcterms:W3CDTF">2021-12-19T08:51:21Z</dcterms:modified>
</cp:coreProperties>
</file>
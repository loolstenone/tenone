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7" name="그룹 1796">
            <a:extLst>
              <a:ext uri="{FF2B5EF4-FFF2-40B4-BE49-F238E27FC236}">
                <a16:creationId xmlns:a16="http://schemas.microsoft.com/office/drawing/2014/main" id="{9FF008DE-CA69-4CB4-9414-9FD1BE215D1C}"/>
              </a:ext>
            </a:extLst>
          </p:cNvPr>
          <p:cNvGrpSpPr/>
          <p:nvPr/>
        </p:nvGrpSpPr>
        <p:grpSpPr>
          <a:xfrm>
            <a:off x="302419" y="405767"/>
            <a:ext cx="5472113" cy="7076121"/>
            <a:chOff x="230188" y="405767"/>
            <a:chExt cx="5472113" cy="7076121"/>
          </a:xfrm>
        </p:grpSpPr>
        <p:cxnSp>
          <p:nvCxnSpPr>
            <p:cNvPr id="2356" name="직선 연결선 2355">
              <a:extLst>
                <a:ext uri="{FF2B5EF4-FFF2-40B4-BE49-F238E27FC236}">
                  <a16:creationId xmlns:a16="http://schemas.microsoft.com/office/drawing/2014/main" id="{6438736A-5507-46C7-9D23-10DE66757B69}"/>
                </a:ext>
              </a:extLst>
            </p:cNvPr>
            <p:cNvCxnSpPr>
              <a:cxnSpLocks/>
            </p:cNvCxnSpPr>
            <p:nvPr/>
          </p:nvCxnSpPr>
          <p:spPr>
            <a:xfrm>
              <a:off x="230953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" name="직선 연결선 2356">
              <a:extLst>
                <a:ext uri="{FF2B5EF4-FFF2-40B4-BE49-F238E27FC236}">
                  <a16:creationId xmlns:a16="http://schemas.microsoft.com/office/drawing/2014/main" id="{E13A6866-7444-4093-A483-029AB26F99D6}"/>
                </a:ext>
              </a:extLst>
            </p:cNvPr>
            <p:cNvCxnSpPr>
              <a:cxnSpLocks/>
            </p:cNvCxnSpPr>
            <p:nvPr/>
          </p:nvCxnSpPr>
          <p:spPr>
            <a:xfrm>
              <a:off x="2054735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직선 연결선 2357">
              <a:extLst>
                <a:ext uri="{FF2B5EF4-FFF2-40B4-BE49-F238E27FC236}">
                  <a16:creationId xmlns:a16="http://schemas.microsoft.com/office/drawing/2014/main" id="{AFA70597-D913-4505-A3D1-67603354645D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9" name="직선 연결선 2358">
              <a:extLst>
                <a:ext uri="{FF2B5EF4-FFF2-40B4-BE49-F238E27FC236}">
                  <a16:creationId xmlns:a16="http://schemas.microsoft.com/office/drawing/2014/main" id="{F4D73745-0863-45CF-9C8C-0014A14065AF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00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" name="직선 연결선 2359">
              <a:extLst>
                <a:ext uri="{FF2B5EF4-FFF2-40B4-BE49-F238E27FC236}">
                  <a16:creationId xmlns:a16="http://schemas.microsoft.com/office/drawing/2014/main" id="{9D3F7CDA-BCD7-4986-87B3-DDC522B3CEF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758986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직선 연결선 2360">
              <a:extLst>
                <a:ext uri="{FF2B5EF4-FFF2-40B4-BE49-F238E27FC236}">
                  <a16:creationId xmlns:a16="http://schemas.microsoft.com/office/drawing/2014/main" id="{B6808FDB-05C0-4DFE-B854-2ED8E8A4F10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1888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2" name="직선 연결선 2361">
              <a:extLst>
                <a:ext uri="{FF2B5EF4-FFF2-40B4-BE49-F238E27FC236}">
                  <a16:creationId xmlns:a16="http://schemas.microsoft.com/office/drawing/2014/main" id="{C7E4BE40-E873-402A-8220-E153DD015A7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611010"/>
              <a:ext cx="5470419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3" name="직사각형 2362">
              <a:extLst>
                <a:ext uri="{FF2B5EF4-FFF2-40B4-BE49-F238E27FC236}">
                  <a16:creationId xmlns:a16="http://schemas.microsoft.com/office/drawing/2014/main" id="{F9F4C0F7-E980-4429-83E5-1FD8344FE4DB}"/>
                </a:ext>
              </a:extLst>
            </p:cNvPr>
            <p:cNvSpPr/>
            <p:nvPr/>
          </p:nvSpPr>
          <p:spPr>
            <a:xfrm>
              <a:off x="315425" y="189475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64" name="직사각형 2363">
              <a:extLst>
                <a:ext uri="{FF2B5EF4-FFF2-40B4-BE49-F238E27FC236}">
                  <a16:creationId xmlns:a16="http://schemas.microsoft.com/office/drawing/2014/main" id="{2368F7FB-388A-4696-8986-5CEC02B81886}"/>
                </a:ext>
              </a:extLst>
            </p:cNvPr>
            <p:cNvSpPr/>
            <p:nvPr/>
          </p:nvSpPr>
          <p:spPr>
            <a:xfrm>
              <a:off x="2139534" y="189475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65" name="직사각형 2364">
              <a:extLst>
                <a:ext uri="{FF2B5EF4-FFF2-40B4-BE49-F238E27FC236}">
                  <a16:creationId xmlns:a16="http://schemas.microsoft.com/office/drawing/2014/main" id="{65B82478-FD2C-4861-8511-5A3295A905F9}"/>
                </a:ext>
              </a:extLst>
            </p:cNvPr>
            <p:cNvSpPr/>
            <p:nvPr/>
          </p:nvSpPr>
          <p:spPr>
            <a:xfrm>
              <a:off x="3963642" y="189475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66" name="직사각형 2365">
              <a:extLst>
                <a:ext uri="{FF2B5EF4-FFF2-40B4-BE49-F238E27FC236}">
                  <a16:creationId xmlns:a16="http://schemas.microsoft.com/office/drawing/2014/main" id="{46ABE45E-D99C-4177-B5E1-8407242F487F}"/>
                </a:ext>
              </a:extLst>
            </p:cNvPr>
            <p:cNvSpPr/>
            <p:nvPr/>
          </p:nvSpPr>
          <p:spPr>
            <a:xfrm>
              <a:off x="315425" y="4761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67" name="직사각형 2366">
              <a:extLst>
                <a:ext uri="{FF2B5EF4-FFF2-40B4-BE49-F238E27FC236}">
                  <a16:creationId xmlns:a16="http://schemas.microsoft.com/office/drawing/2014/main" id="{D6FC2C49-CAA6-4A10-B517-1DCCF6B1F198}"/>
                </a:ext>
              </a:extLst>
            </p:cNvPr>
            <p:cNvSpPr/>
            <p:nvPr/>
          </p:nvSpPr>
          <p:spPr>
            <a:xfrm>
              <a:off x="2139534" y="4761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68" name="직사각형 2367">
              <a:extLst>
                <a:ext uri="{FF2B5EF4-FFF2-40B4-BE49-F238E27FC236}">
                  <a16:creationId xmlns:a16="http://schemas.microsoft.com/office/drawing/2014/main" id="{4BA7854E-4F87-4CBE-B2AD-34A5CCFA0CEA}"/>
                </a:ext>
              </a:extLst>
            </p:cNvPr>
            <p:cNvSpPr/>
            <p:nvPr/>
          </p:nvSpPr>
          <p:spPr>
            <a:xfrm>
              <a:off x="3963642" y="4761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69" name="직사각형 2368">
              <a:extLst>
                <a:ext uri="{FF2B5EF4-FFF2-40B4-BE49-F238E27FC236}">
                  <a16:creationId xmlns:a16="http://schemas.microsoft.com/office/drawing/2014/main" id="{34AD50C9-33B4-4E50-95FB-05D4F44A6AF1}"/>
                </a:ext>
              </a:extLst>
            </p:cNvPr>
            <p:cNvSpPr/>
            <p:nvPr/>
          </p:nvSpPr>
          <p:spPr>
            <a:xfrm>
              <a:off x="3963642" y="6040844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2370" name="그룹 2369">
              <a:extLst>
                <a:ext uri="{FF2B5EF4-FFF2-40B4-BE49-F238E27FC236}">
                  <a16:creationId xmlns:a16="http://schemas.microsoft.com/office/drawing/2014/main" id="{AEE815E4-B680-425B-87DA-7081164E39B1}"/>
                </a:ext>
              </a:extLst>
            </p:cNvPr>
            <p:cNvGrpSpPr/>
            <p:nvPr/>
          </p:nvGrpSpPr>
          <p:grpSpPr>
            <a:xfrm>
              <a:off x="311466" y="2067189"/>
              <a:ext cx="1662756" cy="2310152"/>
              <a:chOff x="307806" y="2095470"/>
              <a:chExt cx="1662756" cy="2310152"/>
            </a:xfrm>
          </p:grpSpPr>
          <p:cxnSp>
            <p:nvCxnSpPr>
              <p:cNvPr id="2371" name="직선 연결선 2370">
                <a:extLst>
                  <a:ext uri="{FF2B5EF4-FFF2-40B4-BE49-F238E27FC236}">
                    <a16:creationId xmlns:a16="http://schemas.microsoft.com/office/drawing/2014/main" id="{96416D6D-50F8-4738-A1F7-09AC7A4AC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2" name="직선 연결선 2371">
                <a:extLst>
                  <a:ext uri="{FF2B5EF4-FFF2-40B4-BE49-F238E27FC236}">
                    <a16:creationId xmlns:a16="http://schemas.microsoft.com/office/drawing/2014/main" id="{483A94C6-DDF6-4A92-A0AC-F78C69E67C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3" name="직선 연결선 2372">
                <a:extLst>
                  <a:ext uri="{FF2B5EF4-FFF2-40B4-BE49-F238E27FC236}">
                    <a16:creationId xmlns:a16="http://schemas.microsoft.com/office/drawing/2014/main" id="{4512166F-7EC7-4FB8-A6F4-F2E9BCA32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4" name="직선 연결선 2373">
                <a:extLst>
                  <a:ext uri="{FF2B5EF4-FFF2-40B4-BE49-F238E27FC236}">
                    <a16:creationId xmlns:a16="http://schemas.microsoft.com/office/drawing/2014/main" id="{4808A29D-8A9D-4713-9B2B-EB6C9668D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5" name="직선 연결선 2374">
                <a:extLst>
                  <a:ext uri="{FF2B5EF4-FFF2-40B4-BE49-F238E27FC236}">
                    <a16:creationId xmlns:a16="http://schemas.microsoft.com/office/drawing/2014/main" id="{8766122F-4164-4994-BF5B-6BD5C63C7E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6" name="직선 연결선 2375">
                <a:extLst>
                  <a:ext uri="{FF2B5EF4-FFF2-40B4-BE49-F238E27FC236}">
                    <a16:creationId xmlns:a16="http://schemas.microsoft.com/office/drawing/2014/main" id="{50B4C1C4-9A1C-4926-B24A-3A2C16CFF4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7" name="직선 연결선 2376">
                <a:extLst>
                  <a:ext uri="{FF2B5EF4-FFF2-40B4-BE49-F238E27FC236}">
                    <a16:creationId xmlns:a16="http://schemas.microsoft.com/office/drawing/2014/main" id="{2BB984A8-AD79-4A74-A042-8F0113EDA4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8" name="직선 연결선 2377">
                <a:extLst>
                  <a:ext uri="{FF2B5EF4-FFF2-40B4-BE49-F238E27FC236}">
                    <a16:creationId xmlns:a16="http://schemas.microsoft.com/office/drawing/2014/main" id="{AB765DA4-A5DB-462F-A5A1-0E254D0AF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9" name="직선 연결선 2378">
                <a:extLst>
                  <a:ext uri="{FF2B5EF4-FFF2-40B4-BE49-F238E27FC236}">
                    <a16:creationId xmlns:a16="http://schemas.microsoft.com/office/drawing/2014/main" id="{00033E03-90A0-410A-A4C5-48CF108D75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0" name="직선 연결선 2379">
                <a:extLst>
                  <a:ext uri="{FF2B5EF4-FFF2-40B4-BE49-F238E27FC236}">
                    <a16:creationId xmlns:a16="http://schemas.microsoft.com/office/drawing/2014/main" id="{0FCB62CB-653D-4448-9DD8-77A1FD182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1" name="직선 연결선 2380">
                <a:extLst>
                  <a:ext uri="{FF2B5EF4-FFF2-40B4-BE49-F238E27FC236}">
                    <a16:creationId xmlns:a16="http://schemas.microsoft.com/office/drawing/2014/main" id="{63722534-8DCE-4186-A3BA-32FC8DCE1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2" name="직선 연결선 2381">
                <a:extLst>
                  <a:ext uri="{FF2B5EF4-FFF2-40B4-BE49-F238E27FC236}">
                    <a16:creationId xmlns:a16="http://schemas.microsoft.com/office/drawing/2014/main" id="{1EE124A3-48F7-4497-9124-61F8CD1239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83" name="그룹 2382">
              <a:extLst>
                <a:ext uri="{FF2B5EF4-FFF2-40B4-BE49-F238E27FC236}">
                  <a16:creationId xmlns:a16="http://schemas.microsoft.com/office/drawing/2014/main" id="{E75BF16B-3719-4799-9D22-44AE38560CE3}"/>
                </a:ext>
              </a:extLst>
            </p:cNvPr>
            <p:cNvGrpSpPr/>
            <p:nvPr/>
          </p:nvGrpSpPr>
          <p:grpSpPr>
            <a:xfrm>
              <a:off x="2135248" y="2067189"/>
              <a:ext cx="1662756" cy="2310152"/>
              <a:chOff x="307806" y="2095470"/>
              <a:chExt cx="1662756" cy="2310152"/>
            </a:xfrm>
          </p:grpSpPr>
          <p:cxnSp>
            <p:nvCxnSpPr>
              <p:cNvPr id="2384" name="직선 연결선 2383">
                <a:extLst>
                  <a:ext uri="{FF2B5EF4-FFF2-40B4-BE49-F238E27FC236}">
                    <a16:creationId xmlns:a16="http://schemas.microsoft.com/office/drawing/2014/main" id="{C9C4E823-5E98-4EF7-910F-ABD244CE7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5" name="직선 연결선 2384">
                <a:extLst>
                  <a:ext uri="{FF2B5EF4-FFF2-40B4-BE49-F238E27FC236}">
                    <a16:creationId xmlns:a16="http://schemas.microsoft.com/office/drawing/2014/main" id="{499ABE5D-09BF-448E-848B-3DE3AF219B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6" name="직선 연결선 2385">
                <a:extLst>
                  <a:ext uri="{FF2B5EF4-FFF2-40B4-BE49-F238E27FC236}">
                    <a16:creationId xmlns:a16="http://schemas.microsoft.com/office/drawing/2014/main" id="{EB36311F-32F0-4A07-918F-421ACB22F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7" name="직선 연결선 2386">
                <a:extLst>
                  <a:ext uri="{FF2B5EF4-FFF2-40B4-BE49-F238E27FC236}">
                    <a16:creationId xmlns:a16="http://schemas.microsoft.com/office/drawing/2014/main" id="{9537890D-BA74-4D63-B950-BDF9C0FF9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8" name="직선 연결선 2387">
                <a:extLst>
                  <a:ext uri="{FF2B5EF4-FFF2-40B4-BE49-F238E27FC236}">
                    <a16:creationId xmlns:a16="http://schemas.microsoft.com/office/drawing/2014/main" id="{C2F1A0CC-B8C5-4B9F-93A2-6220FEB8AA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9" name="직선 연결선 2388">
                <a:extLst>
                  <a:ext uri="{FF2B5EF4-FFF2-40B4-BE49-F238E27FC236}">
                    <a16:creationId xmlns:a16="http://schemas.microsoft.com/office/drawing/2014/main" id="{3C17067A-1C89-4230-BE22-90CD68E39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0" name="직선 연결선 2389">
                <a:extLst>
                  <a:ext uri="{FF2B5EF4-FFF2-40B4-BE49-F238E27FC236}">
                    <a16:creationId xmlns:a16="http://schemas.microsoft.com/office/drawing/2014/main" id="{32DB21E1-57FE-48E9-9B17-8115F87EC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1" name="직선 연결선 2390">
                <a:extLst>
                  <a:ext uri="{FF2B5EF4-FFF2-40B4-BE49-F238E27FC236}">
                    <a16:creationId xmlns:a16="http://schemas.microsoft.com/office/drawing/2014/main" id="{DFBC40CB-F55B-4F02-8CBD-247BA5936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2" name="직선 연결선 2391">
                <a:extLst>
                  <a:ext uri="{FF2B5EF4-FFF2-40B4-BE49-F238E27FC236}">
                    <a16:creationId xmlns:a16="http://schemas.microsoft.com/office/drawing/2014/main" id="{364E0052-C83C-4213-9425-C9A5E0DA64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3" name="직선 연결선 2392">
                <a:extLst>
                  <a:ext uri="{FF2B5EF4-FFF2-40B4-BE49-F238E27FC236}">
                    <a16:creationId xmlns:a16="http://schemas.microsoft.com/office/drawing/2014/main" id="{44990E2C-4E90-4967-A909-3399C9194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4" name="직선 연결선 2393">
                <a:extLst>
                  <a:ext uri="{FF2B5EF4-FFF2-40B4-BE49-F238E27FC236}">
                    <a16:creationId xmlns:a16="http://schemas.microsoft.com/office/drawing/2014/main" id="{527961DA-209C-468C-94D3-7BCFBBF9F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5" name="직선 연결선 2394">
                <a:extLst>
                  <a:ext uri="{FF2B5EF4-FFF2-40B4-BE49-F238E27FC236}">
                    <a16:creationId xmlns:a16="http://schemas.microsoft.com/office/drawing/2014/main" id="{1BF17DFB-EB30-493D-83C4-7411710A13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96" name="그룹 2395">
              <a:extLst>
                <a:ext uri="{FF2B5EF4-FFF2-40B4-BE49-F238E27FC236}">
                  <a16:creationId xmlns:a16="http://schemas.microsoft.com/office/drawing/2014/main" id="{F86209DD-8D6B-46A5-B940-8405D2C9C73D}"/>
                </a:ext>
              </a:extLst>
            </p:cNvPr>
            <p:cNvGrpSpPr/>
            <p:nvPr/>
          </p:nvGrpSpPr>
          <p:grpSpPr>
            <a:xfrm>
              <a:off x="3959031" y="2067189"/>
              <a:ext cx="1662756" cy="2310152"/>
              <a:chOff x="307806" y="2095470"/>
              <a:chExt cx="1662756" cy="2310152"/>
            </a:xfrm>
          </p:grpSpPr>
          <p:cxnSp>
            <p:nvCxnSpPr>
              <p:cNvPr id="2397" name="직선 연결선 2396">
                <a:extLst>
                  <a:ext uri="{FF2B5EF4-FFF2-40B4-BE49-F238E27FC236}">
                    <a16:creationId xmlns:a16="http://schemas.microsoft.com/office/drawing/2014/main" id="{58A5CEE7-68A5-4F47-9C34-94917495C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8" name="직선 연결선 2397">
                <a:extLst>
                  <a:ext uri="{FF2B5EF4-FFF2-40B4-BE49-F238E27FC236}">
                    <a16:creationId xmlns:a16="http://schemas.microsoft.com/office/drawing/2014/main" id="{09CEC7AC-3B17-47F0-BD18-93E46F12F2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9" name="직선 연결선 2398">
                <a:extLst>
                  <a:ext uri="{FF2B5EF4-FFF2-40B4-BE49-F238E27FC236}">
                    <a16:creationId xmlns:a16="http://schemas.microsoft.com/office/drawing/2014/main" id="{4DDD9977-6587-4B6C-99A7-054E01C58F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0" name="직선 연결선 2399">
                <a:extLst>
                  <a:ext uri="{FF2B5EF4-FFF2-40B4-BE49-F238E27FC236}">
                    <a16:creationId xmlns:a16="http://schemas.microsoft.com/office/drawing/2014/main" id="{F7EBDCFA-0A6C-47A8-8B52-272F90567E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1" name="직선 연결선 2400">
                <a:extLst>
                  <a:ext uri="{FF2B5EF4-FFF2-40B4-BE49-F238E27FC236}">
                    <a16:creationId xmlns:a16="http://schemas.microsoft.com/office/drawing/2014/main" id="{53224AD2-BD00-429A-86A7-9FCD3FB10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2" name="직선 연결선 2401">
                <a:extLst>
                  <a:ext uri="{FF2B5EF4-FFF2-40B4-BE49-F238E27FC236}">
                    <a16:creationId xmlns:a16="http://schemas.microsoft.com/office/drawing/2014/main" id="{F7F0DCE0-C7AC-4DE3-A70A-43ADADBAE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3" name="직선 연결선 2402">
                <a:extLst>
                  <a:ext uri="{FF2B5EF4-FFF2-40B4-BE49-F238E27FC236}">
                    <a16:creationId xmlns:a16="http://schemas.microsoft.com/office/drawing/2014/main" id="{FBC48B83-8070-42E7-8DB3-B487DD5C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4" name="직선 연결선 2403">
                <a:extLst>
                  <a:ext uri="{FF2B5EF4-FFF2-40B4-BE49-F238E27FC236}">
                    <a16:creationId xmlns:a16="http://schemas.microsoft.com/office/drawing/2014/main" id="{32FB2034-BA94-4435-866A-253D68672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5" name="직선 연결선 2404">
                <a:extLst>
                  <a:ext uri="{FF2B5EF4-FFF2-40B4-BE49-F238E27FC236}">
                    <a16:creationId xmlns:a16="http://schemas.microsoft.com/office/drawing/2014/main" id="{29C4EABF-5B81-4E98-823B-4A19B12F2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6" name="직선 연결선 2405">
                <a:extLst>
                  <a:ext uri="{FF2B5EF4-FFF2-40B4-BE49-F238E27FC236}">
                    <a16:creationId xmlns:a16="http://schemas.microsoft.com/office/drawing/2014/main" id="{B9868DFA-8D73-44E8-B747-0326768399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7" name="직선 연결선 2406">
                <a:extLst>
                  <a:ext uri="{FF2B5EF4-FFF2-40B4-BE49-F238E27FC236}">
                    <a16:creationId xmlns:a16="http://schemas.microsoft.com/office/drawing/2014/main" id="{722EDE3E-6FD6-441B-9884-F6B0A3439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8" name="직선 연결선 2407">
                <a:extLst>
                  <a:ext uri="{FF2B5EF4-FFF2-40B4-BE49-F238E27FC236}">
                    <a16:creationId xmlns:a16="http://schemas.microsoft.com/office/drawing/2014/main" id="{25D732D8-4C69-4835-8C62-CC4B5C4F4C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09" name="그룹 2408">
              <a:extLst>
                <a:ext uri="{FF2B5EF4-FFF2-40B4-BE49-F238E27FC236}">
                  <a16:creationId xmlns:a16="http://schemas.microsoft.com/office/drawing/2014/main" id="{1DF8AC9A-3F25-471B-83A3-94EC871ED6C9}"/>
                </a:ext>
              </a:extLst>
            </p:cNvPr>
            <p:cNvGrpSpPr/>
            <p:nvPr/>
          </p:nvGrpSpPr>
          <p:grpSpPr>
            <a:xfrm>
              <a:off x="311466" y="4940258"/>
              <a:ext cx="1662756" cy="2310152"/>
              <a:chOff x="307806" y="2095470"/>
              <a:chExt cx="1662756" cy="2310152"/>
            </a:xfrm>
          </p:grpSpPr>
          <p:cxnSp>
            <p:nvCxnSpPr>
              <p:cNvPr id="2410" name="직선 연결선 2409">
                <a:extLst>
                  <a:ext uri="{FF2B5EF4-FFF2-40B4-BE49-F238E27FC236}">
                    <a16:creationId xmlns:a16="http://schemas.microsoft.com/office/drawing/2014/main" id="{983A1D07-C1EC-4ABD-A099-1524AA33F5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1" name="직선 연결선 2410">
                <a:extLst>
                  <a:ext uri="{FF2B5EF4-FFF2-40B4-BE49-F238E27FC236}">
                    <a16:creationId xmlns:a16="http://schemas.microsoft.com/office/drawing/2014/main" id="{E53F7BC9-302C-4EED-8E15-BC8B660CB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2" name="직선 연결선 2411">
                <a:extLst>
                  <a:ext uri="{FF2B5EF4-FFF2-40B4-BE49-F238E27FC236}">
                    <a16:creationId xmlns:a16="http://schemas.microsoft.com/office/drawing/2014/main" id="{3DA0AB7E-F88B-42E6-8053-3E36929E3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3" name="직선 연결선 2412">
                <a:extLst>
                  <a:ext uri="{FF2B5EF4-FFF2-40B4-BE49-F238E27FC236}">
                    <a16:creationId xmlns:a16="http://schemas.microsoft.com/office/drawing/2014/main" id="{40BE710D-5F99-4861-AE6E-6989A2D33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4" name="직선 연결선 2413">
                <a:extLst>
                  <a:ext uri="{FF2B5EF4-FFF2-40B4-BE49-F238E27FC236}">
                    <a16:creationId xmlns:a16="http://schemas.microsoft.com/office/drawing/2014/main" id="{74F8B360-A0ED-4491-BA5F-FA14D82E91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5" name="직선 연결선 2414">
                <a:extLst>
                  <a:ext uri="{FF2B5EF4-FFF2-40B4-BE49-F238E27FC236}">
                    <a16:creationId xmlns:a16="http://schemas.microsoft.com/office/drawing/2014/main" id="{3BF39757-3E22-4073-9376-21DEAF8F9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6" name="직선 연결선 2415">
                <a:extLst>
                  <a:ext uri="{FF2B5EF4-FFF2-40B4-BE49-F238E27FC236}">
                    <a16:creationId xmlns:a16="http://schemas.microsoft.com/office/drawing/2014/main" id="{6F3F601B-B891-4718-ACDA-52B03CEE0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7" name="직선 연결선 2416">
                <a:extLst>
                  <a:ext uri="{FF2B5EF4-FFF2-40B4-BE49-F238E27FC236}">
                    <a16:creationId xmlns:a16="http://schemas.microsoft.com/office/drawing/2014/main" id="{DBF93527-8338-455E-BAEB-4E03AE271A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8" name="직선 연결선 2417">
                <a:extLst>
                  <a:ext uri="{FF2B5EF4-FFF2-40B4-BE49-F238E27FC236}">
                    <a16:creationId xmlns:a16="http://schemas.microsoft.com/office/drawing/2014/main" id="{671A4404-B7EC-4A0A-8DA2-B1A3BB431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9" name="직선 연결선 2418">
                <a:extLst>
                  <a:ext uri="{FF2B5EF4-FFF2-40B4-BE49-F238E27FC236}">
                    <a16:creationId xmlns:a16="http://schemas.microsoft.com/office/drawing/2014/main" id="{68233B0A-0021-4D8D-91BF-22FE9B143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0" name="직선 연결선 2419">
                <a:extLst>
                  <a:ext uri="{FF2B5EF4-FFF2-40B4-BE49-F238E27FC236}">
                    <a16:creationId xmlns:a16="http://schemas.microsoft.com/office/drawing/2014/main" id="{A758DF54-CB30-493A-B9EB-F2BE76F779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1" name="직선 연결선 2420">
                <a:extLst>
                  <a:ext uri="{FF2B5EF4-FFF2-40B4-BE49-F238E27FC236}">
                    <a16:creationId xmlns:a16="http://schemas.microsoft.com/office/drawing/2014/main" id="{30BEEE5F-B359-4D99-BC8F-A24A48495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22" name="그룹 2421">
              <a:extLst>
                <a:ext uri="{FF2B5EF4-FFF2-40B4-BE49-F238E27FC236}">
                  <a16:creationId xmlns:a16="http://schemas.microsoft.com/office/drawing/2014/main" id="{5CBC07EC-482E-4A62-919E-5CA489D31FE6}"/>
                </a:ext>
              </a:extLst>
            </p:cNvPr>
            <p:cNvGrpSpPr/>
            <p:nvPr/>
          </p:nvGrpSpPr>
          <p:grpSpPr>
            <a:xfrm>
              <a:off x="2135248" y="4940258"/>
              <a:ext cx="1662756" cy="2310152"/>
              <a:chOff x="307806" y="2095470"/>
              <a:chExt cx="1662756" cy="2310152"/>
            </a:xfrm>
          </p:grpSpPr>
          <p:cxnSp>
            <p:nvCxnSpPr>
              <p:cNvPr id="2423" name="직선 연결선 2422">
                <a:extLst>
                  <a:ext uri="{FF2B5EF4-FFF2-40B4-BE49-F238E27FC236}">
                    <a16:creationId xmlns:a16="http://schemas.microsoft.com/office/drawing/2014/main" id="{C167A72A-2F9D-40AB-A6BE-B7EF3E6F6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4" name="직선 연결선 2423">
                <a:extLst>
                  <a:ext uri="{FF2B5EF4-FFF2-40B4-BE49-F238E27FC236}">
                    <a16:creationId xmlns:a16="http://schemas.microsoft.com/office/drawing/2014/main" id="{4948FF33-C929-4536-B9CC-B42525B1D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5" name="직선 연결선 2424">
                <a:extLst>
                  <a:ext uri="{FF2B5EF4-FFF2-40B4-BE49-F238E27FC236}">
                    <a16:creationId xmlns:a16="http://schemas.microsoft.com/office/drawing/2014/main" id="{6FAB46F8-BB1E-45A2-A71D-67FD84C009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6" name="직선 연결선 2425">
                <a:extLst>
                  <a:ext uri="{FF2B5EF4-FFF2-40B4-BE49-F238E27FC236}">
                    <a16:creationId xmlns:a16="http://schemas.microsoft.com/office/drawing/2014/main" id="{D9A0A03C-5BE0-48E9-B031-7BB061AAD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7" name="직선 연결선 2426">
                <a:extLst>
                  <a:ext uri="{FF2B5EF4-FFF2-40B4-BE49-F238E27FC236}">
                    <a16:creationId xmlns:a16="http://schemas.microsoft.com/office/drawing/2014/main" id="{E37500FF-1779-4CD0-82D4-B6D94BC4BA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8" name="직선 연결선 2427">
                <a:extLst>
                  <a:ext uri="{FF2B5EF4-FFF2-40B4-BE49-F238E27FC236}">
                    <a16:creationId xmlns:a16="http://schemas.microsoft.com/office/drawing/2014/main" id="{0053FB93-4B4E-4012-9AC4-45FDF1172A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9" name="직선 연결선 2428">
                <a:extLst>
                  <a:ext uri="{FF2B5EF4-FFF2-40B4-BE49-F238E27FC236}">
                    <a16:creationId xmlns:a16="http://schemas.microsoft.com/office/drawing/2014/main" id="{D63153BE-65E4-425B-AEF0-5160C437F9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0" name="직선 연결선 2429">
                <a:extLst>
                  <a:ext uri="{FF2B5EF4-FFF2-40B4-BE49-F238E27FC236}">
                    <a16:creationId xmlns:a16="http://schemas.microsoft.com/office/drawing/2014/main" id="{CA994E20-BADA-4E82-B71A-82E38996E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1" name="직선 연결선 2430">
                <a:extLst>
                  <a:ext uri="{FF2B5EF4-FFF2-40B4-BE49-F238E27FC236}">
                    <a16:creationId xmlns:a16="http://schemas.microsoft.com/office/drawing/2014/main" id="{1A1E3017-45C9-41F1-BE33-4650D20E47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2" name="직선 연결선 2431">
                <a:extLst>
                  <a:ext uri="{FF2B5EF4-FFF2-40B4-BE49-F238E27FC236}">
                    <a16:creationId xmlns:a16="http://schemas.microsoft.com/office/drawing/2014/main" id="{C78852ED-B4C6-496F-9518-6FB8950D23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3" name="직선 연결선 2432">
                <a:extLst>
                  <a:ext uri="{FF2B5EF4-FFF2-40B4-BE49-F238E27FC236}">
                    <a16:creationId xmlns:a16="http://schemas.microsoft.com/office/drawing/2014/main" id="{E21DFBDE-61AF-424B-93E0-F7F059E6C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4" name="직선 연결선 2433">
                <a:extLst>
                  <a:ext uri="{FF2B5EF4-FFF2-40B4-BE49-F238E27FC236}">
                    <a16:creationId xmlns:a16="http://schemas.microsoft.com/office/drawing/2014/main" id="{E5EDF014-E21C-464C-9E0E-7FDB5E61E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35" name="직선 연결선 2434">
              <a:extLst>
                <a:ext uri="{FF2B5EF4-FFF2-40B4-BE49-F238E27FC236}">
                  <a16:creationId xmlns:a16="http://schemas.microsoft.com/office/drawing/2014/main" id="{B00F8020-1343-419C-8DD9-A1A54EEE4FB6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4940258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직선 연결선 2435">
              <a:extLst>
                <a:ext uri="{FF2B5EF4-FFF2-40B4-BE49-F238E27FC236}">
                  <a16:creationId xmlns:a16="http://schemas.microsoft.com/office/drawing/2014/main" id="{6450FC4D-1BC6-4BF8-B8C4-D537368180EA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360286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직선 연결선 2436">
              <a:extLst>
                <a:ext uri="{FF2B5EF4-FFF2-40B4-BE49-F238E27FC236}">
                  <a16:creationId xmlns:a16="http://schemas.microsoft.com/office/drawing/2014/main" id="{483717D9-8FEA-4EEA-A3A0-825F8148EDB0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150272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8" name="직선 연결선 2437">
              <a:extLst>
                <a:ext uri="{FF2B5EF4-FFF2-40B4-BE49-F238E27FC236}">
                  <a16:creationId xmlns:a16="http://schemas.microsoft.com/office/drawing/2014/main" id="{780E7838-E303-4595-AB03-BB5DE571B78F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570300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직선 연결선 2438">
              <a:extLst>
                <a:ext uri="{FF2B5EF4-FFF2-40B4-BE49-F238E27FC236}">
                  <a16:creationId xmlns:a16="http://schemas.microsoft.com/office/drawing/2014/main" id="{1ED5B104-F401-4971-A9BF-CC9D14F29052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5990328"/>
              <a:ext cx="182378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직선 연결선 2439">
              <a:extLst>
                <a:ext uri="{FF2B5EF4-FFF2-40B4-BE49-F238E27FC236}">
                  <a16:creationId xmlns:a16="http://schemas.microsoft.com/office/drawing/2014/main" id="{4D2205D0-69EE-49A9-B013-D6E3169CBE5F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780314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1" name="직선 연결선 2440">
              <a:extLst>
                <a:ext uri="{FF2B5EF4-FFF2-40B4-BE49-F238E27FC236}">
                  <a16:creationId xmlns:a16="http://schemas.microsoft.com/office/drawing/2014/main" id="{19944F76-8E8E-4503-9ECF-59AB644756EC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200342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2" name="직선 연결선 2441">
              <a:extLst>
                <a:ext uri="{FF2B5EF4-FFF2-40B4-BE49-F238E27FC236}">
                  <a16:creationId xmlns:a16="http://schemas.microsoft.com/office/drawing/2014/main" id="{FE30CA7F-E437-4B30-B9B8-DC72B80156D3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620370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3" name="직선 연결선 2442">
              <a:extLst>
                <a:ext uri="{FF2B5EF4-FFF2-40B4-BE49-F238E27FC236}">
                  <a16:creationId xmlns:a16="http://schemas.microsoft.com/office/drawing/2014/main" id="{68C720F9-F5E2-4F1B-88FB-06BB00D73737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410356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4" name="직선 연결선 2443">
              <a:extLst>
                <a:ext uri="{FF2B5EF4-FFF2-40B4-BE49-F238E27FC236}">
                  <a16:creationId xmlns:a16="http://schemas.microsoft.com/office/drawing/2014/main" id="{0CD9512D-5742-43E3-9AF7-86545519890A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830384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직선 연결선 2444">
              <a:extLst>
                <a:ext uri="{FF2B5EF4-FFF2-40B4-BE49-F238E27FC236}">
                  <a16:creationId xmlns:a16="http://schemas.microsoft.com/office/drawing/2014/main" id="{84029242-A3A4-4161-9972-33369A373D58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7250410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6" name="직선 연결선 2445">
              <a:extLst>
                <a:ext uri="{FF2B5EF4-FFF2-40B4-BE49-F238E27FC236}">
                  <a16:creationId xmlns:a16="http://schemas.microsoft.com/office/drawing/2014/main" id="{46018378-35CA-4B8B-B231-32F66682CD45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7040398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7" name="TextBox 2446">
              <a:extLst>
                <a:ext uri="{FF2B5EF4-FFF2-40B4-BE49-F238E27FC236}">
                  <a16:creationId xmlns:a16="http://schemas.microsoft.com/office/drawing/2014/main" id="{60C04844-A652-49AC-A77E-390CB32D64AD}"/>
                </a:ext>
              </a:extLst>
            </p:cNvPr>
            <p:cNvSpPr txBox="1"/>
            <p:nvPr/>
          </p:nvSpPr>
          <p:spPr>
            <a:xfrm>
              <a:off x="238891" y="40576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448" name="직선 연결선 2447">
              <a:extLst>
                <a:ext uri="{FF2B5EF4-FFF2-40B4-BE49-F238E27FC236}">
                  <a16:creationId xmlns:a16="http://schemas.microsoft.com/office/drawing/2014/main" id="{C0907F4A-449F-4AAC-B5ED-121F732D278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024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직선 연결선 2448">
              <a:extLst>
                <a:ext uri="{FF2B5EF4-FFF2-40B4-BE49-F238E27FC236}">
                  <a16:creationId xmlns:a16="http://schemas.microsoft.com/office/drawing/2014/main" id="{34264E4F-C2BE-454D-B568-2ED17777C1E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52403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0" name="직선 연결선 2449">
              <a:extLst>
                <a:ext uri="{FF2B5EF4-FFF2-40B4-BE49-F238E27FC236}">
                  <a16:creationId xmlns:a16="http://schemas.microsoft.com/office/drawing/2014/main" id="{AD180D10-53A4-4BCA-996B-5C08F469130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79161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직선 연결선 2450">
              <a:extLst>
                <a:ext uri="{FF2B5EF4-FFF2-40B4-BE49-F238E27FC236}">
                  <a16:creationId xmlns:a16="http://schemas.microsoft.com/office/drawing/2014/main" id="{D5B173BA-8CA6-4F73-8FE2-9756636A1A89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65782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2" name="TextBox 2451">
              <a:extLst>
                <a:ext uri="{FF2B5EF4-FFF2-40B4-BE49-F238E27FC236}">
                  <a16:creationId xmlns:a16="http://schemas.microsoft.com/office/drawing/2014/main" id="{1F5CFB1C-FF12-402E-918C-DAEA167A08CE}"/>
                </a:ext>
              </a:extLst>
            </p:cNvPr>
            <p:cNvSpPr txBox="1"/>
            <p:nvPr/>
          </p:nvSpPr>
          <p:spPr>
            <a:xfrm>
              <a:off x="3610774" y="405767"/>
              <a:ext cx="103306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Habit Tracker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453" name="직선 연결선 2452">
              <a:extLst>
                <a:ext uri="{FF2B5EF4-FFF2-40B4-BE49-F238E27FC236}">
                  <a16:creationId xmlns:a16="http://schemas.microsoft.com/office/drawing/2014/main" id="{F5F98F29-9FD6-4CC7-87FB-A2411B1DBBA1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539024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직선 연결선 2453">
              <a:extLst>
                <a:ext uri="{FF2B5EF4-FFF2-40B4-BE49-F238E27FC236}">
                  <a16:creationId xmlns:a16="http://schemas.microsoft.com/office/drawing/2014/main" id="{99C215DE-FB4A-4079-B73D-9803296E2CBE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752403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5" name="직선 연결선 2454">
              <a:extLst>
                <a:ext uri="{FF2B5EF4-FFF2-40B4-BE49-F238E27FC236}">
                  <a16:creationId xmlns:a16="http://schemas.microsoft.com/office/drawing/2014/main" id="{E5D085F8-1CDD-4E9F-9167-DF9834F16F4D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179161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직선 연결선 2455">
              <a:extLst>
                <a:ext uri="{FF2B5EF4-FFF2-40B4-BE49-F238E27FC236}">
                  <a16:creationId xmlns:a16="http://schemas.microsoft.com/office/drawing/2014/main" id="{C8753F54-2783-495D-A5F1-D30D4B914F53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965782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7" name="TextBox 2456">
              <a:extLst>
                <a:ext uri="{FF2B5EF4-FFF2-40B4-BE49-F238E27FC236}">
                  <a16:creationId xmlns:a16="http://schemas.microsoft.com/office/drawing/2014/main" id="{721A653F-F029-4292-8C6F-50A1C7025644}"/>
                </a:ext>
              </a:extLst>
            </p:cNvPr>
            <p:cNvSpPr txBox="1"/>
            <p:nvPr/>
          </p:nvSpPr>
          <p:spPr>
            <a:xfrm>
              <a:off x="473162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58" name="TextBox 2457">
              <a:extLst>
                <a:ext uri="{FF2B5EF4-FFF2-40B4-BE49-F238E27FC236}">
                  <a16:creationId xmlns:a16="http://schemas.microsoft.com/office/drawing/2014/main" id="{B703124F-0AE4-4710-ACAA-5439C67A6886}"/>
                </a:ext>
              </a:extLst>
            </p:cNvPr>
            <p:cNvSpPr txBox="1"/>
            <p:nvPr/>
          </p:nvSpPr>
          <p:spPr>
            <a:xfrm>
              <a:off x="487151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59" name="TextBox 2458">
              <a:extLst>
                <a:ext uri="{FF2B5EF4-FFF2-40B4-BE49-F238E27FC236}">
                  <a16:creationId xmlns:a16="http://schemas.microsoft.com/office/drawing/2014/main" id="{835FCB8C-1508-421F-90BE-806DEACC84C8}"/>
                </a:ext>
              </a:extLst>
            </p:cNvPr>
            <p:cNvSpPr txBox="1"/>
            <p:nvPr/>
          </p:nvSpPr>
          <p:spPr>
            <a:xfrm>
              <a:off x="501139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60" name="TextBox 2459">
              <a:extLst>
                <a:ext uri="{FF2B5EF4-FFF2-40B4-BE49-F238E27FC236}">
                  <a16:creationId xmlns:a16="http://schemas.microsoft.com/office/drawing/2014/main" id="{109C8817-957D-41D4-AF15-231F0B35D5DD}"/>
                </a:ext>
              </a:extLst>
            </p:cNvPr>
            <p:cNvSpPr txBox="1"/>
            <p:nvPr/>
          </p:nvSpPr>
          <p:spPr>
            <a:xfrm>
              <a:off x="515128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61" name="TextBox 2460">
              <a:extLst>
                <a:ext uri="{FF2B5EF4-FFF2-40B4-BE49-F238E27FC236}">
                  <a16:creationId xmlns:a16="http://schemas.microsoft.com/office/drawing/2014/main" id="{2010C3A8-6115-4B99-8751-47E1DB749128}"/>
                </a:ext>
              </a:extLst>
            </p:cNvPr>
            <p:cNvSpPr txBox="1"/>
            <p:nvPr/>
          </p:nvSpPr>
          <p:spPr>
            <a:xfrm>
              <a:off x="529116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62" name="TextBox 2461">
              <a:extLst>
                <a:ext uri="{FF2B5EF4-FFF2-40B4-BE49-F238E27FC236}">
                  <a16:creationId xmlns:a16="http://schemas.microsoft.com/office/drawing/2014/main" id="{5DC5FBC1-CE42-498E-99D1-909F19811A77}"/>
                </a:ext>
              </a:extLst>
            </p:cNvPr>
            <p:cNvSpPr txBox="1"/>
            <p:nvPr/>
          </p:nvSpPr>
          <p:spPr>
            <a:xfrm>
              <a:off x="543105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63" name="TextBox 2462">
              <a:extLst>
                <a:ext uri="{FF2B5EF4-FFF2-40B4-BE49-F238E27FC236}">
                  <a16:creationId xmlns:a16="http://schemas.microsoft.com/office/drawing/2014/main" id="{34C8A111-A500-43DE-8E5E-98CA5D585105}"/>
                </a:ext>
              </a:extLst>
            </p:cNvPr>
            <p:cNvSpPr txBox="1"/>
            <p:nvPr/>
          </p:nvSpPr>
          <p:spPr>
            <a:xfrm>
              <a:off x="557093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2464" name="그룹 2463">
              <a:extLst>
                <a:ext uri="{FF2B5EF4-FFF2-40B4-BE49-F238E27FC236}">
                  <a16:creationId xmlns:a16="http://schemas.microsoft.com/office/drawing/2014/main" id="{2FBBA738-CF96-45AB-ACF1-06A49432521B}"/>
                </a:ext>
              </a:extLst>
            </p:cNvPr>
            <p:cNvGrpSpPr/>
            <p:nvPr/>
          </p:nvGrpSpPr>
          <p:grpSpPr>
            <a:xfrm>
              <a:off x="4731627" y="807313"/>
              <a:ext cx="968980" cy="103559"/>
              <a:chOff x="4731627" y="1030298"/>
              <a:chExt cx="968980" cy="103559"/>
            </a:xfrm>
          </p:grpSpPr>
          <p:sp>
            <p:nvSpPr>
              <p:cNvPr id="2465" name="타원 2464">
                <a:extLst>
                  <a:ext uri="{FF2B5EF4-FFF2-40B4-BE49-F238E27FC236}">
                    <a16:creationId xmlns:a16="http://schemas.microsoft.com/office/drawing/2014/main" id="{4ECF3AB0-185E-41B6-99BB-9B2E3BA657A0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6" name="타원 2465">
                <a:extLst>
                  <a:ext uri="{FF2B5EF4-FFF2-40B4-BE49-F238E27FC236}">
                    <a16:creationId xmlns:a16="http://schemas.microsoft.com/office/drawing/2014/main" id="{D50087E8-D0DB-41DF-8ECD-AED540AB6404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7" name="타원 2466">
                <a:extLst>
                  <a:ext uri="{FF2B5EF4-FFF2-40B4-BE49-F238E27FC236}">
                    <a16:creationId xmlns:a16="http://schemas.microsoft.com/office/drawing/2014/main" id="{1DFE5D37-01A5-4104-8C3B-67803C785D6C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8" name="타원 2467">
                <a:extLst>
                  <a:ext uri="{FF2B5EF4-FFF2-40B4-BE49-F238E27FC236}">
                    <a16:creationId xmlns:a16="http://schemas.microsoft.com/office/drawing/2014/main" id="{5205A279-974E-4FBD-9DC1-F5873B89D89B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9" name="타원 2468">
                <a:extLst>
                  <a:ext uri="{FF2B5EF4-FFF2-40B4-BE49-F238E27FC236}">
                    <a16:creationId xmlns:a16="http://schemas.microsoft.com/office/drawing/2014/main" id="{4F809603-3092-4F8D-9A35-6E0C4BFFDC4D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0" name="타원 2469">
                <a:extLst>
                  <a:ext uri="{FF2B5EF4-FFF2-40B4-BE49-F238E27FC236}">
                    <a16:creationId xmlns:a16="http://schemas.microsoft.com/office/drawing/2014/main" id="{06B051B2-8926-418D-A012-F8507F384985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1" name="타원 2470">
                <a:extLst>
                  <a:ext uri="{FF2B5EF4-FFF2-40B4-BE49-F238E27FC236}">
                    <a16:creationId xmlns:a16="http://schemas.microsoft.com/office/drawing/2014/main" id="{B19FE111-AD0D-4825-89E2-96670BAFCEDF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472" name="그룹 2471">
              <a:extLst>
                <a:ext uri="{FF2B5EF4-FFF2-40B4-BE49-F238E27FC236}">
                  <a16:creationId xmlns:a16="http://schemas.microsoft.com/office/drawing/2014/main" id="{88DA3313-5414-4260-8F5C-E6D3E40B598A}"/>
                </a:ext>
              </a:extLst>
            </p:cNvPr>
            <p:cNvGrpSpPr/>
            <p:nvPr/>
          </p:nvGrpSpPr>
          <p:grpSpPr>
            <a:xfrm>
              <a:off x="4731627" y="1020692"/>
              <a:ext cx="968980" cy="103559"/>
              <a:chOff x="4731627" y="1030298"/>
              <a:chExt cx="968980" cy="103559"/>
            </a:xfrm>
          </p:grpSpPr>
          <p:sp>
            <p:nvSpPr>
              <p:cNvPr id="2473" name="타원 2472">
                <a:extLst>
                  <a:ext uri="{FF2B5EF4-FFF2-40B4-BE49-F238E27FC236}">
                    <a16:creationId xmlns:a16="http://schemas.microsoft.com/office/drawing/2014/main" id="{A8712839-846C-4F15-9B66-22DBE20F2D3A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4" name="타원 2473">
                <a:extLst>
                  <a:ext uri="{FF2B5EF4-FFF2-40B4-BE49-F238E27FC236}">
                    <a16:creationId xmlns:a16="http://schemas.microsoft.com/office/drawing/2014/main" id="{E2ABD422-BBB1-42B9-A0DD-9F3E831386CB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5" name="타원 2474">
                <a:extLst>
                  <a:ext uri="{FF2B5EF4-FFF2-40B4-BE49-F238E27FC236}">
                    <a16:creationId xmlns:a16="http://schemas.microsoft.com/office/drawing/2014/main" id="{397DD16A-24AD-43E6-9223-6B5C9E768FB7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6" name="타원 2475">
                <a:extLst>
                  <a:ext uri="{FF2B5EF4-FFF2-40B4-BE49-F238E27FC236}">
                    <a16:creationId xmlns:a16="http://schemas.microsoft.com/office/drawing/2014/main" id="{36189FB0-2D1D-4AEF-9450-932BCFD54156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7" name="타원 2476">
                <a:extLst>
                  <a:ext uri="{FF2B5EF4-FFF2-40B4-BE49-F238E27FC236}">
                    <a16:creationId xmlns:a16="http://schemas.microsoft.com/office/drawing/2014/main" id="{7A9A4767-AF06-4697-837F-3AA68508DDA6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8" name="타원 2477">
                <a:extLst>
                  <a:ext uri="{FF2B5EF4-FFF2-40B4-BE49-F238E27FC236}">
                    <a16:creationId xmlns:a16="http://schemas.microsoft.com/office/drawing/2014/main" id="{9A8A82C6-B474-4E40-AFBA-86A1DD3617C4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9" name="타원 2478">
                <a:extLst>
                  <a:ext uri="{FF2B5EF4-FFF2-40B4-BE49-F238E27FC236}">
                    <a16:creationId xmlns:a16="http://schemas.microsoft.com/office/drawing/2014/main" id="{6CAE39AD-D61E-4011-B269-D2EFBE64F857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480" name="직선 연결선 2479">
              <a:extLst>
                <a:ext uri="{FF2B5EF4-FFF2-40B4-BE49-F238E27FC236}">
                  <a16:creationId xmlns:a16="http://schemas.microsoft.com/office/drawing/2014/main" id="{71651373-4764-45D9-A412-F08A4B6BCE39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605919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1" name="직선 연결선 2480">
              <a:extLst>
                <a:ext uri="{FF2B5EF4-FFF2-40B4-BE49-F238E27FC236}">
                  <a16:creationId xmlns:a16="http://schemas.microsoft.com/office/drawing/2014/main" id="{6788529B-34DE-465C-9004-D63ED175CC3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605919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직선 연결선 2481">
              <a:extLst>
                <a:ext uri="{FF2B5EF4-FFF2-40B4-BE49-F238E27FC236}">
                  <a16:creationId xmlns:a16="http://schemas.microsoft.com/office/drawing/2014/main" id="{FB6AF2F9-9C66-4110-80D5-BCD03F77367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92540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3" name="직선 연결선 2482">
              <a:extLst>
                <a:ext uri="{FF2B5EF4-FFF2-40B4-BE49-F238E27FC236}">
                  <a16:creationId xmlns:a16="http://schemas.microsoft.com/office/drawing/2014/main" id="{D5043935-ADA2-4E91-87B9-E04436015B1C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392540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84" name="그룹 2483">
              <a:extLst>
                <a:ext uri="{FF2B5EF4-FFF2-40B4-BE49-F238E27FC236}">
                  <a16:creationId xmlns:a16="http://schemas.microsoft.com/office/drawing/2014/main" id="{6DA436F6-6F8B-4921-9B7E-C7A46D67292B}"/>
                </a:ext>
              </a:extLst>
            </p:cNvPr>
            <p:cNvGrpSpPr/>
            <p:nvPr/>
          </p:nvGrpSpPr>
          <p:grpSpPr>
            <a:xfrm>
              <a:off x="4731627" y="1234071"/>
              <a:ext cx="968980" cy="103559"/>
              <a:chOff x="4731627" y="1030298"/>
              <a:chExt cx="968980" cy="103559"/>
            </a:xfrm>
          </p:grpSpPr>
          <p:sp>
            <p:nvSpPr>
              <p:cNvPr id="2485" name="타원 2484">
                <a:extLst>
                  <a:ext uri="{FF2B5EF4-FFF2-40B4-BE49-F238E27FC236}">
                    <a16:creationId xmlns:a16="http://schemas.microsoft.com/office/drawing/2014/main" id="{FF60DB61-7F49-4714-AEEF-CD9BD577D6A4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6" name="타원 2485">
                <a:extLst>
                  <a:ext uri="{FF2B5EF4-FFF2-40B4-BE49-F238E27FC236}">
                    <a16:creationId xmlns:a16="http://schemas.microsoft.com/office/drawing/2014/main" id="{0D1DABBF-EBF4-4DCA-AFAC-21136CC4F7FF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7" name="타원 2486">
                <a:extLst>
                  <a:ext uri="{FF2B5EF4-FFF2-40B4-BE49-F238E27FC236}">
                    <a16:creationId xmlns:a16="http://schemas.microsoft.com/office/drawing/2014/main" id="{FF232A41-C9CD-427B-B049-9FB19253D6FE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8" name="타원 2487">
                <a:extLst>
                  <a:ext uri="{FF2B5EF4-FFF2-40B4-BE49-F238E27FC236}">
                    <a16:creationId xmlns:a16="http://schemas.microsoft.com/office/drawing/2014/main" id="{664F08CA-678D-4429-B702-59C0A4FEE7E7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9" name="타원 2488">
                <a:extLst>
                  <a:ext uri="{FF2B5EF4-FFF2-40B4-BE49-F238E27FC236}">
                    <a16:creationId xmlns:a16="http://schemas.microsoft.com/office/drawing/2014/main" id="{8CFF4C6C-E852-44A4-8E29-99A026D5FD9D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0" name="타원 2489">
                <a:extLst>
                  <a:ext uri="{FF2B5EF4-FFF2-40B4-BE49-F238E27FC236}">
                    <a16:creationId xmlns:a16="http://schemas.microsoft.com/office/drawing/2014/main" id="{9047EE88-3E2D-418B-8393-0DF1EBD2DE1B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1" name="타원 2490">
                <a:extLst>
                  <a:ext uri="{FF2B5EF4-FFF2-40B4-BE49-F238E27FC236}">
                    <a16:creationId xmlns:a16="http://schemas.microsoft.com/office/drawing/2014/main" id="{408821A3-E853-437B-8D6C-15D53AA3ED43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492" name="그룹 2491">
              <a:extLst>
                <a:ext uri="{FF2B5EF4-FFF2-40B4-BE49-F238E27FC236}">
                  <a16:creationId xmlns:a16="http://schemas.microsoft.com/office/drawing/2014/main" id="{9839AFE5-ABAD-4F4D-9386-E141A8BABCB1}"/>
                </a:ext>
              </a:extLst>
            </p:cNvPr>
            <p:cNvGrpSpPr/>
            <p:nvPr/>
          </p:nvGrpSpPr>
          <p:grpSpPr>
            <a:xfrm>
              <a:off x="4731627" y="1447450"/>
              <a:ext cx="968980" cy="103559"/>
              <a:chOff x="4731627" y="1030298"/>
              <a:chExt cx="968980" cy="103559"/>
            </a:xfrm>
          </p:grpSpPr>
          <p:sp>
            <p:nvSpPr>
              <p:cNvPr id="2493" name="타원 2492">
                <a:extLst>
                  <a:ext uri="{FF2B5EF4-FFF2-40B4-BE49-F238E27FC236}">
                    <a16:creationId xmlns:a16="http://schemas.microsoft.com/office/drawing/2014/main" id="{53616CFF-4EBD-490F-BD87-04DA8AC827CD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4" name="타원 2493">
                <a:extLst>
                  <a:ext uri="{FF2B5EF4-FFF2-40B4-BE49-F238E27FC236}">
                    <a16:creationId xmlns:a16="http://schemas.microsoft.com/office/drawing/2014/main" id="{C0720845-35B3-479E-8E37-CB2BFF98BF7C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5" name="타원 2494">
                <a:extLst>
                  <a:ext uri="{FF2B5EF4-FFF2-40B4-BE49-F238E27FC236}">
                    <a16:creationId xmlns:a16="http://schemas.microsoft.com/office/drawing/2014/main" id="{CCDC38DD-3213-46D7-831F-7418943F1F9F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6" name="타원 2495">
                <a:extLst>
                  <a:ext uri="{FF2B5EF4-FFF2-40B4-BE49-F238E27FC236}">
                    <a16:creationId xmlns:a16="http://schemas.microsoft.com/office/drawing/2014/main" id="{BB5E1D0A-FDC2-4F00-BAE6-88A238AA2C53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7" name="타원 2496">
                <a:extLst>
                  <a:ext uri="{FF2B5EF4-FFF2-40B4-BE49-F238E27FC236}">
                    <a16:creationId xmlns:a16="http://schemas.microsoft.com/office/drawing/2014/main" id="{1502B9F4-DA19-4A33-AE1A-CBA9480FB679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8" name="타원 2497">
                <a:extLst>
                  <a:ext uri="{FF2B5EF4-FFF2-40B4-BE49-F238E27FC236}">
                    <a16:creationId xmlns:a16="http://schemas.microsoft.com/office/drawing/2014/main" id="{B668B72E-FC4B-4086-9CD5-1DD580E93D2B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9" name="타원 2498">
                <a:extLst>
                  <a:ext uri="{FF2B5EF4-FFF2-40B4-BE49-F238E27FC236}">
                    <a16:creationId xmlns:a16="http://schemas.microsoft.com/office/drawing/2014/main" id="{C77050DB-EE05-47AE-BF39-228A1BABF072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48" name="TextBox 185">
            <a:hlinkClick r:id="rId2"/>
            <a:extLst>
              <a:ext uri="{FF2B5EF4-FFF2-40B4-BE49-F238E27FC236}">
                <a16:creationId xmlns:a16="http://schemas.microsoft.com/office/drawing/2014/main" id="{77FA9F9A-6812-43B5-9BBC-B411B9F0088E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86">
            <a:hlinkClick r:id="rId3"/>
            <a:extLst>
              <a:ext uri="{FF2B5EF4-FFF2-40B4-BE49-F238E27FC236}">
                <a16:creationId xmlns:a16="http://schemas.microsoft.com/office/drawing/2014/main" id="{A034F6FB-2C59-476C-87B0-F62BB91BEECD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84">
            <a:hlinkClick r:id="rId4"/>
            <a:extLst>
              <a:ext uri="{FF2B5EF4-FFF2-40B4-BE49-F238E27FC236}">
                <a16:creationId xmlns:a16="http://schemas.microsoft.com/office/drawing/2014/main" id="{988C280F-E5FD-4DF7-B187-5224934D24A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18</Words>
  <Application>Microsoft Office PowerPoint</Application>
  <PresentationFormat>사용자 지정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71</cp:revision>
  <dcterms:created xsi:type="dcterms:W3CDTF">2021-10-29T04:43:38Z</dcterms:created>
  <dcterms:modified xsi:type="dcterms:W3CDTF">2021-12-19T08:46:50Z</dcterms:modified>
</cp:coreProperties>
</file>
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>
        <p:scale>
          <a:sx n="400" d="100"/>
          <a:sy n="400" d="100"/>
        </p:scale>
        <p:origin x="-6528" y="-1531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7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</cp:revision>
  <dcterms:created xsi:type="dcterms:W3CDTF">2021-10-29T04:43:38Z</dcterms:created>
  <dcterms:modified xsi:type="dcterms:W3CDTF">2022-10-08T05:46:21Z</dcterms:modified>
</cp:coreProperties>
</file>
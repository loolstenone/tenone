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rgbClr val="FCF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4BF15B74-3EAD-4371-B764-C0650B289306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611E1195-0A03-4DF0-82D6-9B6D0B44BF3A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B02A65F6-F544-4D9B-B33D-253C860438E8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</cp:revision>
  <dcterms:created xsi:type="dcterms:W3CDTF">2021-10-29T04:43:38Z</dcterms:created>
  <dcterms:modified xsi:type="dcterms:W3CDTF">2022-10-08T05:43:53Z</dcterms:modified>
</cp:coreProperties>
</file>
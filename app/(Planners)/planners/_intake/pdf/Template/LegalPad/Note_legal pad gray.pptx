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09A79B62-ED3D-410A-8DE5-B4EC17A43867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10B11B5A-B700-467E-9D24-EC12E4CA8AA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E2CF35D8-A8AC-446E-B8D3-AC1EE7CD8511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</cp:revision>
  <dcterms:created xsi:type="dcterms:W3CDTF">2021-10-29T04:43:38Z</dcterms:created>
  <dcterms:modified xsi:type="dcterms:W3CDTF">2022-10-08T05:45:40Z</dcterms:modified>
</cp:coreProperties>
</file>
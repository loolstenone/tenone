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3062F477-684B-42B2-836E-512A4B6688A4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5437F633-D056-4FDD-A196-54313C636728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3F3AD3CA-17BF-4795-8B2B-00F3A9459B0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7</Words>
  <Application>Microsoft Office PowerPoint</Application>
  <PresentationFormat>사용자 지정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</cp:revision>
  <dcterms:created xsi:type="dcterms:W3CDTF">2021-10-29T04:43:38Z</dcterms:created>
  <dcterms:modified xsi:type="dcterms:W3CDTF">2022-10-08T05:44:32Z</dcterms:modified>
</cp:coreProperties>
</file>
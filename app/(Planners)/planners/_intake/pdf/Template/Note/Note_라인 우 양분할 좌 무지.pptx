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DDC698A6-EE22-45F9-9DEE-C0BB56E3163C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82321B9-6514-49A6-9B5D-512BF8FD1D4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9C79CBE4-9D59-4D30-AD08-10E958BBDA2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7EFD60D4-7B9B-4357-834B-9E2EFE60E974}"/>
                </a:ext>
              </a:extLst>
            </p:cNvPr>
            <p:cNvGrpSpPr/>
            <p:nvPr/>
          </p:nvGrpSpPr>
          <p:grpSpPr>
            <a:xfrm>
              <a:off x="3038475" y="791512"/>
              <a:ext cx="2656294" cy="6438000"/>
              <a:chOff x="229705" y="791512"/>
              <a:chExt cx="5465064" cy="6438000"/>
            </a:xfrm>
          </p:grpSpPr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5D62D951-4087-424F-B4D3-9F93E2A9E4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0490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A7245509-87CE-4F63-8D4D-56C2D8768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6242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1E09795E-9428-445F-B9B0-D1A8EEF2B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1693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>
                <a:extLst>
                  <a:ext uri="{FF2B5EF4-FFF2-40B4-BE49-F238E27FC236}">
                    <a16:creationId xmlns:a16="http://schemas.microsoft.com/office/drawing/2014/main" id="{A59D468E-3EFF-4CE6-B10D-453947DF2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4569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>
                <a:extLst>
                  <a:ext uri="{FF2B5EF4-FFF2-40B4-BE49-F238E27FC236}">
                    <a16:creationId xmlns:a16="http://schemas.microsoft.com/office/drawing/2014/main" id="{E90643FA-EA94-477E-8F9E-B1847E49E2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5640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69F79720-5F4B-4CCB-84D5-C9C7C5E359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0791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22A96F98-735E-43C9-BE7B-5F0166D1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5941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2C09866D-88C0-4F85-9BDE-CDC49DA5A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1091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직선 연결선 207">
                <a:extLst>
                  <a:ext uri="{FF2B5EF4-FFF2-40B4-BE49-F238E27FC236}">
                    <a16:creationId xmlns:a16="http://schemas.microsoft.com/office/drawing/2014/main" id="{5CDB7B68-FDAB-4761-A69F-65F783237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1392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직선 연결선 208">
                <a:extLst>
                  <a:ext uri="{FF2B5EF4-FFF2-40B4-BE49-F238E27FC236}">
                    <a16:creationId xmlns:a16="http://schemas.microsoft.com/office/drawing/2014/main" id="{B5EED486-91E0-489B-90C8-671A50415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3967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>
                <a:extLst>
                  <a:ext uri="{FF2B5EF4-FFF2-40B4-BE49-F238E27FC236}">
                    <a16:creationId xmlns:a16="http://schemas.microsoft.com/office/drawing/2014/main" id="{C634BF93-B1B6-45A9-A4D0-B077F86DE9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6543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8449034-D27A-4095-A842-54F58B47E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9118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10FC43CA-BFB4-48AB-A335-1C85E0449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4268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44243D64-FD0F-4BBA-96E3-405BDAC47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6843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60A7C2E7-7E0E-4503-AF27-2BD815DF6F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9419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63606AEB-771C-42DC-9056-0F934B40E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9719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0965AE0C-BBE0-45A6-9D74-6E0427AD8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1994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814B3436-7A9A-4BE5-9717-C93D4B2BD0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7144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16A545DB-8412-46F6-A0D2-4E94AA74C4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229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1B88022-3216-42D8-94BC-549B9A4F1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91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AD9C6C0E-C846-448B-B7EC-AB983689C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3065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08665C4E-5011-41F9-9A76-95F846457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8817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9BAF519A-21F2-4B9D-9671-F7C250CEE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8215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>
                <a:extLst>
                  <a:ext uri="{FF2B5EF4-FFF2-40B4-BE49-F238E27FC236}">
                    <a16:creationId xmlns:a16="http://schemas.microsoft.com/office/drawing/2014/main" id="{25369116-FB0B-4799-8471-CCBBDA818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3366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>
                <a:extLst>
                  <a:ext uri="{FF2B5EF4-FFF2-40B4-BE49-F238E27FC236}">
                    <a16:creationId xmlns:a16="http://schemas.microsoft.com/office/drawing/2014/main" id="{92A70035-6356-430D-8218-C1468D4493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8516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연결선 224">
                <a:extLst>
                  <a:ext uri="{FF2B5EF4-FFF2-40B4-BE49-F238E27FC236}">
                    <a16:creationId xmlns:a16="http://schemas.microsoft.com/office/drawing/2014/main" id="{42E200DD-AD25-4D5E-8712-3D9AF041B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3667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12D24670-C588-4C40-B818-5F90BAE2A14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3E5D14D7-193C-4C1C-925B-9F3FD979A259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80349F88-0AE1-43E2-BDC9-FF1308BCA54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7D0E99AC-4656-43F6-9D83-814723B13622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184">
            <a:hlinkClick r:id="rId4"/>
            <a:extLst>
              <a:ext uri="{FF2B5EF4-FFF2-40B4-BE49-F238E27FC236}">
                <a16:creationId xmlns:a16="http://schemas.microsoft.com/office/drawing/2014/main" id="{8784E9F7-9593-4DB8-944D-C78B296332E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16</cp:revision>
  <dcterms:created xsi:type="dcterms:W3CDTF">2021-10-29T04:43:38Z</dcterms:created>
  <dcterms:modified xsi:type="dcterms:W3CDTF">2021-12-19T07:49:08Z</dcterms:modified>
</cp:coreProperties>
</file>
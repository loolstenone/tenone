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D607F17D-C507-4197-937A-D51760E076F4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58FADE69-997F-43AF-916C-C015BE20F1F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9DB1B6FD-B01C-4E44-B5E8-53984E4B278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7E32CCD5-744B-486D-B616-7C410FFE8A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F8A1B3F5-58CE-4553-B07A-9412E362E2A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7C1D16AC-EC7D-44E6-B6BF-8054F3EF6DC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E37D7BA-EF82-4241-B10C-5AAFB059872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34F25C2A-4CEA-4A91-A328-FF318EEAE58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43341712-5DA1-46EF-BE9C-A0B97FC160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B39636D8-9444-4CEA-A0EE-ADAABEEF344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873A66EC-88AC-47EC-8025-254B19DF496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7961BF60-B01E-4AC3-B2AD-04950DA7A02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0BF33CE2-F13E-46B1-A2DE-4EEE6CDD995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C56AEC2-3769-460E-8D1B-145586E0076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6E084902-C680-4870-A72E-B01075EFC76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8CA230C1-5540-4A56-A9B2-A06FC66F7CB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FA83EB1A-4AF6-4500-B0E4-CDD1A48689E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AE0179DB-6954-4A84-8C89-1ACD3C37C3A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1CBBFBEE-B9F6-4BBB-BA6C-8BDED51BDA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100D7BA9-8ECB-47C2-8D9E-A41FED3C0E0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ED0D3F03-B1B4-48F5-9A8C-DCF9410E9F7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>
              <a:extLst>
                <a:ext uri="{FF2B5EF4-FFF2-40B4-BE49-F238E27FC236}">
                  <a16:creationId xmlns:a16="http://schemas.microsoft.com/office/drawing/2014/main" id="{13411777-B7D6-4C70-B821-15097672708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3E7FB521-2802-46B1-B175-F616FC08D50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50E6092E-67FC-4577-8CA3-C8667EC4C68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A52978CC-D96A-48AA-985F-49ADC6B868A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46540BA4-D9A7-4FF9-BD04-26B49C921CB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FD53135D-EAE5-48BB-B5C4-776BA476CAE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5F62188-61BC-4B3D-A27C-04A6A65D4BDE}"/>
                </a:ext>
              </a:extLst>
            </p:cNvPr>
            <p:cNvCxnSpPr>
              <a:cxnSpLocks/>
            </p:cNvCxnSpPr>
            <p:nvPr/>
          </p:nvCxnSpPr>
          <p:spPr>
            <a:xfrm>
              <a:off x="2962237" y="533400"/>
              <a:ext cx="0" cy="694685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C0163606-F72F-4D76-BEE7-6F4B6667E45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AE827F32-9D87-4976-BBDB-79C4222E287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E78AEFC-2184-4382-A921-03AA2AA3A012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0BD9D1CA-F07D-4BE2-99FB-5AD772FBC54B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F5A49F37-52E0-4054-BD98-3272FAACE1C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16</cp:revision>
  <dcterms:created xsi:type="dcterms:W3CDTF">2021-10-29T04:43:38Z</dcterms:created>
  <dcterms:modified xsi:type="dcterms:W3CDTF">2021-12-19T07:46:13Z</dcterms:modified>
</cp:coreProperties>
</file>
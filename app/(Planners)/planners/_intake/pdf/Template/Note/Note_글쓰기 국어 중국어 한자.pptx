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30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그룹 577">
            <a:extLst>
              <a:ext uri="{FF2B5EF4-FFF2-40B4-BE49-F238E27FC236}">
                <a16:creationId xmlns:a16="http://schemas.microsoft.com/office/drawing/2014/main" id="{16E43CD6-FD0E-44A0-8438-880A70717F1D}"/>
              </a:ext>
            </a:extLst>
          </p:cNvPr>
          <p:cNvGrpSpPr/>
          <p:nvPr/>
        </p:nvGrpSpPr>
        <p:grpSpPr>
          <a:xfrm>
            <a:off x="302419" y="355596"/>
            <a:ext cx="5472112" cy="7188019"/>
            <a:chOff x="230188" y="462531"/>
            <a:chExt cx="5472112" cy="7188019"/>
          </a:xfrm>
        </p:grpSpPr>
        <p:cxnSp>
          <p:nvCxnSpPr>
            <p:cNvPr id="579" name="직선 연결선 578">
              <a:extLst>
                <a:ext uri="{FF2B5EF4-FFF2-40B4-BE49-F238E27FC236}">
                  <a16:creationId xmlns:a16="http://schemas.microsoft.com/office/drawing/2014/main" id="{28931B86-775D-43A9-B32F-2FDAE4614311}"/>
                </a:ext>
              </a:extLst>
            </p:cNvPr>
            <p:cNvCxnSpPr>
              <a:cxnSpLocks/>
            </p:cNvCxnSpPr>
            <p:nvPr/>
          </p:nvCxnSpPr>
          <p:spPr>
            <a:xfrm>
              <a:off x="464188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직선 연결선 579">
              <a:extLst>
                <a:ext uri="{FF2B5EF4-FFF2-40B4-BE49-F238E27FC236}">
                  <a16:creationId xmlns:a16="http://schemas.microsoft.com/office/drawing/2014/main" id="{6B300977-D9F7-4BB4-8D76-C7D80D662012}"/>
                </a:ext>
              </a:extLst>
            </p:cNvPr>
            <p:cNvCxnSpPr>
              <a:cxnSpLocks/>
            </p:cNvCxnSpPr>
            <p:nvPr/>
          </p:nvCxnSpPr>
          <p:spPr>
            <a:xfrm>
              <a:off x="964599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직선 연결선 580">
              <a:extLst>
                <a:ext uri="{FF2B5EF4-FFF2-40B4-BE49-F238E27FC236}">
                  <a16:creationId xmlns:a16="http://schemas.microsoft.com/office/drawing/2014/main" id="{3498683A-B283-4236-91D2-26A350C35582}"/>
                </a:ext>
              </a:extLst>
            </p:cNvPr>
            <p:cNvCxnSpPr>
              <a:cxnSpLocks/>
            </p:cNvCxnSpPr>
            <p:nvPr/>
          </p:nvCxnSpPr>
          <p:spPr>
            <a:xfrm>
              <a:off x="1465010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직선 연결선 581">
              <a:extLst>
                <a:ext uri="{FF2B5EF4-FFF2-40B4-BE49-F238E27FC236}">
                  <a16:creationId xmlns:a16="http://schemas.microsoft.com/office/drawing/2014/main" id="{B66A9CA3-E161-4077-95AF-02D37AE27526}"/>
                </a:ext>
              </a:extLst>
            </p:cNvPr>
            <p:cNvCxnSpPr>
              <a:cxnSpLocks/>
            </p:cNvCxnSpPr>
            <p:nvPr/>
          </p:nvCxnSpPr>
          <p:spPr>
            <a:xfrm>
              <a:off x="1965421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직선 연결선 582">
              <a:extLst>
                <a:ext uri="{FF2B5EF4-FFF2-40B4-BE49-F238E27FC236}">
                  <a16:creationId xmlns:a16="http://schemas.microsoft.com/office/drawing/2014/main" id="{FD73E441-9F19-4478-A33C-6E3B6A4F03C5}"/>
                </a:ext>
              </a:extLst>
            </p:cNvPr>
            <p:cNvCxnSpPr>
              <a:cxnSpLocks/>
            </p:cNvCxnSpPr>
            <p:nvPr/>
          </p:nvCxnSpPr>
          <p:spPr>
            <a:xfrm>
              <a:off x="2465832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직선 연결선 583">
              <a:extLst>
                <a:ext uri="{FF2B5EF4-FFF2-40B4-BE49-F238E27FC236}">
                  <a16:creationId xmlns:a16="http://schemas.microsoft.com/office/drawing/2014/main" id="{5014326F-F394-4C4C-B21B-0C22BB65B76C}"/>
                </a:ext>
              </a:extLst>
            </p:cNvPr>
            <p:cNvCxnSpPr>
              <a:cxnSpLocks/>
            </p:cNvCxnSpPr>
            <p:nvPr/>
          </p:nvCxnSpPr>
          <p:spPr>
            <a:xfrm>
              <a:off x="2966243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직선 연결선 584">
              <a:extLst>
                <a:ext uri="{FF2B5EF4-FFF2-40B4-BE49-F238E27FC236}">
                  <a16:creationId xmlns:a16="http://schemas.microsoft.com/office/drawing/2014/main" id="{16F60510-EAA8-45A3-985A-69ECDE888354}"/>
                </a:ext>
              </a:extLst>
            </p:cNvPr>
            <p:cNvCxnSpPr>
              <a:cxnSpLocks/>
            </p:cNvCxnSpPr>
            <p:nvPr/>
          </p:nvCxnSpPr>
          <p:spPr>
            <a:xfrm>
              <a:off x="3466654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직선 연결선 585">
              <a:extLst>
                <a:ext uri="{FF2B5EF4-FFF2-40B4-BE49-F238E27FC236}">
                  <a16:creationId xmlns:a16="http://schemas.microsoft.com/office/drawing/2014/main" id="{CE33FCF9-A003-4FBE-8AE6-D7D81469FAE1}"/>
                </a:ext>
              </a:extLst>
            </p:cNvPr>
            <p:cNvCxnSpPr>
              <a:cxnSpLocks/>
            </p:cNvCxnSpPr>
            <p:nvPr/>
          </p:nvCxnSpPr>
          <p:spPr>
            <a:xfrm>
              <a:off x="3967065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직선 연결선 586">
              <a:extLst>
                <a:ext uri="{FF2B5EF4-FFF2-40B4-BE49-F238E27FC236}">
                  <a16:creationId xmlns:a16="http://schemas.microsoft.com/office/drawing/2014/main" id="{E18DB431-8E43-4A41-9D24-8399EA5E6E7B}"/>
                </a:ext>
              </a:extLst>
            </p:cNvPr>
            <p:cNvCxnSpPr>
              <a:cxnSpLocks/>
            </p:cNvCxnSpPr>
            <p:nvPr/>
          </p:nvCxnSpPr>
          <p:spPr>
            <a:xfrm>
              <a:off x="4467476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직선 연결선 587">
              <a:extLst>
                <a:ext uri="{FF2B5EF4-FFF2-40B4-BE49-F238E27FC236}">
                  <a16:creationId xmlns:a16="http://schemas.microsoft.com/office/drawing/2014/main" id="{41BAFC26-562D-468A-8CB8-F37D86CC3B06}"/>
                </a:ext>
              </a:extLst>
            </p:cNvPr>
            <p:cNvCxnSpPr>
              <a:cxnSpLocks/>
            </p:cNvCxnSpPr>
            <p:nvPr/>
          </p:nvCxnSpPr>
          <p:spPr>
            <a:xfrm>
              <a:off x="4967887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직선 연결선 588">
              <a:extLst>
                <a:ext uri="{FF2B5EF4-FFF2-40B4-BE49-F238E27FC236}">
                  <a16:creationId xmlns:a16="http://schemas.microsoft.com/office/drawing/2014/main" id="{496E2BD3-2723-4D3B-ACA1-F271864345F6}"/>
                </a:ext>
              </a:extLst>
            </p:cNvPr>
            <p:cNvCxnSpPr>
              <a:cxnSpLocks/>
            </p:cNvCxnSpPr>
            <p:nvPr/>
          </p:nvCxnSpPr>
          <p:spPr>
            <a:xfrm>
              <a:off x="5468300" y="533400"/>
              <a:ext cx="0" cy="711715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직선 연결선 589">
              <a:extLst>
                <a:ext uri="{FF2B5EF4-FFF2-40B4-BE49-F238E27FC236}">
                  <a16:creationId xmlns:a16="http://schemas.microsoft.com/office/drawing/2014/main" id="{5D78E7AD-97CA-4BAA-9C9B-EF73C679ABC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674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직선 연결선 590">
              <a:extLst>
                <a:ext uri="{FF2B5EF4-FFF2-40B4-BE49-F238E27FC236}">
                  <a16:creationId xmlns:a16="http://schemas.microsoft.com/office/drawing/2014/main" id="{1CF824CA-0C5C-45B6-B13C-9FAB28FCCE4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2817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직선 연결선 591">
              <a:extLst>
                <a:ext uri="{FF2B5EF4-FFF2-40B4-BE49-F238E27FC236}">
                  <a16:creationId xmlns:a16="http://schemas.microsoft.com/office/drawing/2014/main" id="{4699DD02-DCB3-466D-BAEF-A4E4158F4F5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17942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직선 연결선 592">
              <a:extLst>
                <a:ext uri="{FF2B5EF4-FFF2-40B4-BE49-F238E27FC236}">
                  <a16:creationId xmlns:a16="http://schemas.microsoft.com/office/drawing/2014/main" id="{55D505E8-45BB-4F11-B745-B2DD320735C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3085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직선 연결선 593">
              <a:extLst>
                <a:ext uri="{FF2B5EF4-FFF2-40B4-BE49-F238E27FC236}">
                  <a16:creationId xmlns:a16="http://schemas.microsoft.com/office/drawing/2014/main" id="{58B19755-7000-4259-8664-A6E26198B78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28108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직선 연결선 594">
              <a:extLst>
                <a:ext uri="{FF2B5EF4-FFF2-40B4-BE49-F238E27FC236}">
                  <a16:creationId xmlns:a16="http://schemas.microsoft.com/office/drawing/2014/main" id="{8557CF1C-052A-4E13-B1F3-CA74FA269D8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3252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직선 연결선 595">
              <a:extLst>
                <a:ext uri="{FF2B5EF4-FFF2-40B4-BE49-F238E27FC236}">
                  <a16:creationId xmlns:a16="http://schemas.microsoft.com/office/drawing/2014/main" id="{67A4A6B0-9320-42CD-A9EF-9EAFD7197BA5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38376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직선 연결선 596">
              <a:extLst>
                <a:ext uri="{FF2B5EF4-FFF2-40B4-BE49-F238E27FC236}">
                  <a16:creationId xmlns:a16="http://schemas.microsoft.com/office/drawing/2014/main" id="{EFEC90A3-A09F-480E-9FDB-6AF300AE868A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3520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직선 연결선 597">
              <a:extLst>
                <a:ext uri="{FF2B5EF4-FFF2-40B4-BE49-F238E27FC236}">
                  <a16:creationId xmlns:a16="http://schemas.microsoft.com/office/drawing/2014/main" id="{142F7A25-804C-4F10-9591-8C5C5497BEF3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48467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직선 연결선 598">
              <a:extLst>
                <a:ext uri="{FF2B5EF4-FFF2-40B4-BE49-F238E27FC236}">
                  <a16:creationId xmlns:a16="http://schemas.microsoft.com/office/drawing/2014/main" id="{351105F4-FDA1-4E7E-9639-D8CF5F01D890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3610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직선 연결선 599">
              <a:extLst>
                <a:ext uri="{FF2B5EF4-FFF2-40B4-BE49-F238E27FC236}">
                  <a16:creationId xmlns:a16="http://schemas.microsoft.com/office/drawing/2014/main" id="{97F19990-0975-458E-8B1B-11B8CCF4383B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58735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직선 연결선 600">
              <a:extLst>
                <a:ext uri="{FF2B5EF4-FFF2-40B4-BE49-F238E27FC236}">
                  <a16:creationId xmlns:a16="http://schemas.microsoft.com/office/drawing/2014/main" id="{AA2D0953-A838-41B9-8048-BB5345B5F7E8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3878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직선 연결선 601">
              <a:extLst>
                <a:ext uri="{FF2B5EF4-FFF2-40B4-BE49-F238E27FC236}">
                  <a16:creationId xmlns:a16="http://schemas.microsoft.com/office/drawing/2014/main" id="{7B037A93-2ED1-47AC-B58C-D4CD78216A41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690220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직선 연결선 602">
              <a:extLst>
                <a:ext uri="{FF2B5EF4-FFF2-40B4-BE49-F238E27FC236}">
                  <a16:creationId xmlns:a16="http://schemas.microsoft.com/office/drawing/2014/main" id="{C06004B3-1E91-4B24-A243-96833ED9C3B6}"/>
                </a:ext>
              </a:extLst>
            </p:cNvPr>
            <p:cNvCxnSpPr>
              <a:cxnSpLocks/>
            </p:cNvCxnSpPr>
            <p:nvPr/>
          </p:nvCxnSpPr>
          <p:spPr>
            <a:xfrm>
              <a:off x="230188" y="7416550"/>
              <a:ext cx="5472112" cy="0"/>
            </a:xfrm>
            <a:prstGeom prst="line">
              <a:avLst/>
            </a:prstGeom>
            <a:ln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4" name="직사각형 603">
              <a:extLst>
                <a:ext uri="{FF2B5EF4-FFF2-40B4-BE49-F238E27FC236}">
                  <a16:creationId xmlns:a16="http://schemas.microsoft.com/office/drawing/2014/main" id="{F24A2856-F21B-458A-B8D7-A078EC94EFB5}"/>
                </a:ext>
              </a:extLst>
            </p:cNvPr>
            <p:cNvSpPr/>
            <p:nvPr/>
          </p:nvSpPr>
          <p:spPr>
            <a:xfrm>
              <a:off x="230188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5" name="직사각형 604">
              <a:extLst>
                <a:ext uri="{FF2B5EF4-FFF2-40B4-BE49-F238E27FC236}">
                  <a16:creationId xmlns:a16="http://schemas.microsoft.com/office/drawing/2014/main" id="{162B7059-B5AC-40F2-B240-A64961BDCC1B}"/>
                </a:ext>
              </a:extLst>
            </p:cNvPr>
            <p:cNvSpPr/>
            <p:nvPr/>
          </p:nvSpPr>
          <p:spPr>
            <a:xfrm>
              <a:off x="730599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6" name="직사각형 605">
              <a:extLst>
                <a:ext uri="{FF2B5EF4-FFF2-40B4-BE49-F238E27FC236}">
                  <a16:creationId xmlns:a16="http://schemas.microsoft.com/office/drawing/2014/main" id="{1C659666-D155-4488-B670-C07A31D89643}"/>
                </a:ext>
              </a:extLst>
            </p:cNvPr>
            <p:cNvSpPr/>
            <p:nvPr/>
          </p:nvSpPr>
          <p:spPr>
            <a:xfrm>
              <a:off x="1231010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7" name="직사각형 606">
              <a:extLst>
                <a:ext uri="{FF2B5EF4-FFF2-40B4-BE49-F238E27FC236}">
                  <a16:creationId xmlns:a16="http://schemas.microsoft.com/office/drawing/2014/main" id="{924348E0-2A62-40E2-B00B-E240B36DC4E3}"/>
                </a:ext>
              </a:extLst>
            </p:cNvPr>
            <p:cNvSpPr/>
            <p:nvPr/>
          </p:nvSpPr>
          <p:spPr>
            <a:xfrm>
              <a:off x="1731421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8" name="직사각형 607">
              <a:extLst>
                <a:ext uri="{FF2B5EF4-FFF2-40B4-BE49-F238E27FC236}">
                  <a16:creationId xmlns:a16="http://schemas.microsoft.com/office/drawing/2014/main" id="{97F22C16-1B17-4CCB-AD61-AD8CBC292306}"/>
                </a:ext>
              </a:extLst>
            </p:cNvPr>
            <p:cNvSpPr/>
            <p:nvPr/>
          </p:nvSpPr>
          <p:spPr>
            <a:xfrm>
              <a:off x="2231832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9" name="직사각형 608">
              <a:extLst>
                <a:ext uri="{FF2B5EF4-FFF2-40B4-BE49-F238E27FC236}">
                  <a16:creationId xmlns:a16="http://schemas.microsoft.com/office/drawing/2014/main" id="{E4896E81-5A5E-4EB0-BCB0-3A0FEE935E25}"/>
                </a:ext>
              </a:extLst>
            </p:cNvPr>
            <p:cNvSpPr/>
            <p:nvPr/>
          </p:nvSpPr>
          <p:spPr>
            <a:xfrm>
              <a:off x="2732243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0" name="직사각형 609">
              <a:extLst>
                <a:ext uri="{FF2B5EF4-FFF2-40B4-BE49-F238E27FC236}">
                  <a16:creationId xmlns:a16="http://schemas.microsoft.com/office/drawing/2014/main" id="{27C85269-0FA2-4E34-89DD-021B2A986E17}"/>
                </a:ext>
              </a:extLst>
            </p:cNvPr>
            <p:cNvSpPr/>
            <p:nvPr/>
          </p:nvSpPr>
          <p:spPr>
            <a:xfrm>
              <a:off x="3232654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1" name="직사각형 610">
              <a:extLst>
                <a:ext uri="{FF2B5EF4-FFF2-40B4-BE49-F238E27FC236}">
                  <a16:creationId xmlns:a16="http://schemas.microsoft.com/office/drawing/2014/main" id="{519DF35D-6606-4FB8-A93B-B8741FBAD9C0}"/>
                </a:ext>
              </a:extLst>
            </p:cNvPr>
            <p:cNvSpPr/>
            <p:nvPr/>
          </p:nvSpPr>
          <p:spPr>
            <a:xfrm>
              <a:off x="3733065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2" name="직사각형 611">
              <a:extLst>
                <a:ext uri="{FF2B5EF4-FFF2-40B4-BE49-F238E27FC236}">
                  <a16:creationId xmlns:a16="http://schemas.microsoft.com/office/drawing/2014/main" id="{7DD7CA75-4D49-4292-8582-2B7E16EE0D78}"/>
                </a:ext>
              </a:extLst>
            </p:cNvPr>
            <p:cNvSpPr/>
            <p:nvPr/>
          </p:nvSpPr>
          <p:spPr>
            <a:xfrm>
              <a:off x="4233476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3" name="직사각형 612">
              <a:extLst>
                <a:ext uri="{FF2B5EF4-FFF2-40B4-BE49-F238E27FC236}">
                  <a16:creationId xmlns:a16="http://schemas.microsoft.com/office/drawing/2014/main" id="{A071D369-E945-479E-9403-66969B33881F}"/>
                </a:ext>
              </a:extLst>
            </p:cNvPr>
            <p:cNvSpPr/>
            <p:nvPr/>
          </p:nvSpPr>
          <p:spPr>
            <a:xfrm>
              <a:off x="4733887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4" name="직사각형 613">
              <a:extLst>
                <a:ext uri="{FF2B5EF4-FFF2-40B4-BE49-F238E27FC236}">
                  <a16:creationId xmlns:a16="http://schemas.microsoft.com/office/drawing/2014/main" id="{1E0B0D71-6134-430C-9E1A-7101DE85ED05}"/>
                </a:ext>
              </a:extLst>
            </p:cNvPr>
            <p:cNvSpPr/>
            <p:nvPr/>
          </p:nvSpPr>
          <p:spPr>
            <a:xfrm>
              <a:off x="5234300" y="5334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5" name="직사각형 614">
              <a:extLst>
                <a:ext uri="{FF2B5EF4-FFF2-40B4-BE49-F238E27FC236}">
                  <a16:creationId xmlns:a16="http://schemas.microsoft.com/office/drawing/2014/main" id="{C3C6B0C2-3333-4B5C-91FA-E4FA2EDDA3D5}"/>
                </a:ext>
              </a:extLst>
            </p:cNvPr>
            <p:cNvSpPr/>
            <p:nvPr/>
          </p:nvSpPr>
          <p:spPr>
            <a:xfrm>
              <a:off x="230188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6" name="직사각형 615">
              <a:extLst>
                <a:ext uri="{FF2B5EF4-FFF2-40B4-BE49-F238E27FC236}">
                  <a16:creationId xmlns:a16="http://schemas.microsoft.com/office/drawing/2014/main" id="{CADCFD88-C6A0-4A42-A917-CB6FA1FEDE9C}"/>
                </a:ext>
              </a:extLst>
            </p:cNvPr>
            <p:cNvSpPr/>
            <p:nvPr/>
          </p:nvSpPr>
          <p:spPr>
            <a:xfrm>
              <a:off x="730599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7" name="직사각형 616">
              <a:extLst>
                <a:ext uri="{FF2B5EF4-FFF2-40B4-BE49-F238E27FC236}">
                  <a16:creationId xmlns:a16="http://schemas.microsoft.com/office/drawing/2014/main" id="{D1A2A762-EE4F-46FA-83DD-6A1D0DB56583}"/>
                </a:ext>
              </a:extLst>
            </p:cNvPr>
            <p:cNvSpPr/>
            <p:nvPr/>
          </p:nvSpPr>
          <p:spPr>
            <a:xfrm>
              <a:off x="1231010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8" name="직사각형 617">
              <a:extLst>
                <a:ext uri="{FF2B5EF4-FFF2-40B4-BE49-F238E27FC236}">
                  <a16:creationId xmlns:a16="http://schemas.microsoft.com/office/drawing/2014/main" id="{B45D54E7-3D8B-4703-95C9-9E59BB9180B0}"/>
                </a:ext>
              </a:extLst>
            </p:cNvPr>
            <p:cNvSpPr/>
            <p:nvPr/>
          </p:nvSpPr>
          <p:spPr>
            <a:xfrm>
              <a:off x="1731421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9" name="직사각형 618">
              <a:extLst>
                <a:ext uri="{FF2B5EF4-FFF2-40B4-BE49-F238E27FC236}">
                  <a16:creationId xmlns:a16="http://schemas.microsoft.com/office/drawing/2014/main" id="{12E69454-060E-4038-814A-F530A14DE11F}"/>
                </a:ext>
              </a:extLst>
            </p:cNvPr>
            <p:cNvSpPr/>
            <p:nvPr/>
          </p:nvSpPr>
          <p:spPr>
            <a:xfrm>
              <a:off x="2231832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0" name="직사각형 619">
              <a:extLst>
                <a:ext uri="{FF2B5EF4-FFF2-40B4-BE49-F238E27FC236}">
                  <a16:creationId xmlns:a16="http://schemas.microsoft.com/office/drawing/2014/main" id="{45B01570-5397-4862-BD3A-BC34AC3ECEBE}"/>
                </a:ext>
              </a:extLst>
            </p:cNvPr>
            <p:cNvSpPr/>
            <p:nvPr/>
          </p:nvSpPr>
          <p:spPr>
            <a:xfrm>
              <a:off x="2732243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1" name="직사각형 620">
              <a:extLst>
                <a:ext uri="{FF2B5EF4-FFF2-40B4-BE49-F238E27FC236}">
                  <a16:creationId xmlns:a16="http://schemas.microsoft.com/office/drawing/2014/main" id="{52014D40-DED1-416E-B26E-1ECCDA7F9A1F}"/>
                </a:ext>
              </a:extLst>
            </p:cNvPr>
            <p:cNvSpPr/>
            <p:nvPr/>
          </p:nvSpPr>
          <p:spPr>
            <a:xfrm>
              <a:off x="3232654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2" name="직사각형 621">
              <a:extLst>
                <a:ext uri="{FF2B5EF4-FFF2-40B4-BE49-F238E27FC236}">
                  <a16:creationId xmlns:a16="http://schemas.microsoft.com/office/drawing/2014/main" id="{99DC9BBD-20EB-414B-A34B-E402B98367DE}"/>
                </a:ext>
              </a:extLst>
            </p:cNvPr>
            <p:cNvSpPr/>
            <p:nvPr/>
          </p:nvSpPr>
          <p:spPr>
            <a:xfrm>
              <a:off x="3733065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3" name="직사각형 622">
              <a:extLst>
                <a:ext uri="{FF2B5EF4-FFF2-40B4-BE49-F238E27FC236}">
                  <a16:creationId xmlns:a16="http://schemas.microsoft.com/office/drawing/2014/main" id="{4057D2DB-C048-4FBC-91ED-3295135F30A1}"/>
                </a:ext>
              </a:extLst>
            </p:cNvPr>
            <p:cNvSpPr/>
            <p:nvPr/>
          </p:nvSpPr>
          <p:spPr>
            <a:xfrm>
              <a:off x="4233476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4" name="직사각형 623">
              <a:extLst>
                <a:ext uri="{FF2B5EF4-FFF2-40B4-BE49-F238E27FC236}">
                  <a16:creationId xmlns:a16="http://schemas.microsoft.com/office/drawing/2014/main" id="{BA6354A0-5DF2-497B-9909-4B05EC63425E}"/>
                </a:ext>
              </a:extLst>
            </p:cNvPr>
            <p:cNvSpPr/>
            <p:nvPr/>
          </p:nvSpPr>
          <p:spPr>
            <a:xfrm>
              <a:off x="4733887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5" name="직사각형 624">
              <a:extLst>
                <a:ext uri="{FF2B5EF4-FFF2-40B4-BE49-F238E27FC236}">
                  <a16:creationId xmlns:a16="http://schemas.microsoft.com/office/drawing/2014/main" id="{481DCCC9-A7E0-4FB9-85A8-2B81F08EB145}"/>
                </a:ext>
              </a:extLst>
            </p:cNvPr>
            <p:cNvSpPr/>
            <p:nvPr/>
          </p:nvSpPr>
          <p:spPr>
            <a:xfrm>
              <a:off x="5234300" y="10477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6" name="직사각형 625">
              <a:extLst>
                <a:ext uri="{FF2B5EF4-FFF2-40B4-BE49-F238E27FC236}">
                  <a16:creationId xmlns:a16="http://schemas.microsoft.com/office/drawing/2014/main" id="{E0034A65-FF17-469E-929B-052D1FB54A14}"/>
                </a:ext>
              </a:extLst>
            </p:cNvPr>
            <p:cNvSpPr/>
            <p:nvPr/>
          </p:nvSpPr>
          <p:spPr>
            <a:xfrm>
              <a:off x="230188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7" name="직사각형 626">
              <a:extLst>
                <a:ext uri="{FF2B5EF4-FFF2-40B4-BE49-F238E27FC236}">
                  <a16:creationId xmlns:a16="http://schemas.microsoft.com/office/drawing/2014/main" id="{37A5CF95-25E3-4ABD-8750-0B0B8FE77C15}"/>
                </a:ext>
              </a:extLst>
            </p:cNvPr>
            <p:cNvSpPr/>
            <p:nvPr/>
          </p:nvSpPr>
          <p:spPr>
            <a:xfrm>
              <a:off x="730599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8" name="직사각형 627">
              <a:extLst>
                <a:ext uri="{FF2B5EF4-FFF2-40B4-BE49-F238E27FC236}">
                  <a16:creationId xmlns:a16="http://schemas.microsoft.com/office/drawing/2014/main" id="{3249101E-FF57-4BBD-B968-C62354B47B91}"/>
                </a:ext>
              </a:extLst>
            </p:cNvPr>
            <p:cNvSpPr/>
            <p:nvPr/>
          </p:nvSpPr>
          <p:spPr>
            <a:xfrm>
              <a:off x="1231010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9" name="직사각형 628">
              <a:extLst>
                <a:ext uri="{FF2B5EF4-FFF2-40B4-BE49-F238E27FC236}">
                  <a16:creationId xmlns:a16="http://schemas.microsoft.com/office/drawing/2014/main" id="{123E4C07-D35B-47F1-8E25-168B5A01001D}"/>
                </a:ext>
              </a:extLst>
            </p:cNvPr>
            <p:cNvSpPr/>
            <p:nvPr/>
          </p:nvSpPr>
          <p:spPr>
            <a:xfrm>
              <a:off x="1731421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0" name="직사각형 629">
              <a:extLst>
                <a:ext uri="{FF2B5EF4-FFF2-40B4-BE49-F238E27FC236}">
                  <a16:creationId xmlns:a16="http://schemas.microsoft.com/office/drawing/2014/main" id="{088F39E3-CF76-4CCD-B32D-D5C71CFF5EDF}"/>
                </a:ext>
              </a:extLst>
            </p:cNvPr>
            <p:cNvSpPr/>
            <p:nvPr/>
          </p:nvSpPr>
          <p:spPr>
            <a:xfrm>
              <a:off x="2231832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1" name="직사각형 630">
              <a:extLst>
                <a:ext uri="{FF2B5EF4-FFF2-40B4-BE49-F238E27FC236}">
                  <a16:creationId xmlns:a16="http://schemas.microsoft.com/office/drawing/2014/main" id="{90E1B350-B5AC-4CD3-86A6-34548ADBCA98}"/>
                </a:ext>
              </a:extLst>
            </p:cNvPr>
            <p:cNvSpPr/>
            <p:nvPr/>
          </p:nvSpPr>
          <p:spPr>
            <a:xfrm>
              <a:off x="2732243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2" name="직사각형 631">
              <a:extLst>
                <a:ext uri="{FF2B5EF4-FFF2-40B4-BE49-F238E27FC236}">
                  <a16:creationId xmlns:a16="http://schemas.microsoft.com/office/drawing/2014/main" id="{25B15DEC-340D-41A2-A561-CED5E4EE3DD8}"/>
                </a:ext>
              </a:extLst>
            </p:cNvPr>
            <p:cNvSpPr/>
            <p:nvPr/>
          </p:nvSpPr>
          <p:spPr>
            <a:xfrm>
              <a:off x="3232654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3" name="직사각형 632">
              <a:extLst>
                <a:ext uri="{FF2B5EF4-FFF2-40B4-BE49-F238E27FC236}">
                  <a16:creationId xmlns:a16="http://schemas.microsoft.com/office/drawing/2014/main" id="{F629D433-01C4-46D6-9F43-3021AE657425}"/>
                </a:ext>
              </a:extLst>
            </p:cNvPr>
            <p:cNvSpPr/>
            <p:nvPr/>
          </p:nvSpPr>
          <p:spPr>
            <a:xfrm>
              <a:off x="3733065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4" name="직사각형 633">
              <a:extLst>
                <a:ext uri="{FF2B5EF4-FFF2-40B4-BE49-F238E27FC236}">
                  <a16:creationId xmlns:a16="http://schemas.microsoft.com/office/drawing/2014/main" id="{A157A488-989E-4EC7-9E9B-5B41ED9BB3ED}"/>
                </a:ext>
              </a:extLst>
            </p:cNvPr>
            <p:cNvSpPr/>
            <p:nvPr/>
          </p:nvSpPr>
          <p:spPr>
            <a:xfrm>
              <a:off x="4233476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5" name="직사각형 634">
              <a:extLst>
                <a:ext uri="{FF2B5EF4-FFF2-40B4-BE49-F238E27FC236}">
                  <a16:creationId xmlns:a16="http://schemas.microsoft.com/office/drawing/2014/main" id="{3AD71B00-75DE-4A70-AC79-642D5CED5A6D}"/>
                </a:ext>
              </a:extLst>
            </p:cNvPr>
            <p:cNvSpPr/>
            <p:nvPr/>
          </p:nvSpPr>
          <p:spPr>
            <a:xfrm>
              <a:off x="4733887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6" name="직사각형 635">
              <a:extLst>
                <a:ext uri="{FF2B5EF4-FFF2-40B4-BE49-F238E27FC236}">
                  <a16:creationId xmlns:a16="http://schemas.microsoft.com/office/drawing/2014/main" id="{04A4186A-C879-43FC-B3AB-4318AAF4FE11}"/>
                </a:ext>
              </a:extLst>
            </p:cNvPr>
            <p:cNvSpPr/>
            <p:nvPr/>
          </p:nvSpPr>
          <p:spPr>
            <a:xfrm>
              <a:off x="5234300" y="1560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7" name="직사각형 636">
              <a:extLst>
                <a:ext uri="{FF2B5EF4-FFF2-40B4-BE49-F238E27FC236}">
                  <a16:creationId xmlns:a16="http://schemas.microsoft.com/office/drawing/2014/main" id="{3D049B93-CADD-49B8-BE27-AE7DC6E1E6FC}"/>
                </a:ext>
              </a:extLst>
            </p:cNvPr>
            <p:cNvSpPr/>
            <p:nvPr/>
          </p:nvSpPr>
          <p:spPr>
            <a:xfrm>
              <a:off x="230188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8" name="직사각형 637">
              <a:extLst>
                <a:ext uri="{FF2B5EF4-FFF2-40B4-BE49-F238E27FC236}">
                  <a16:creationId xmlns:a16="http://schemas.microsoft.com/office/drawing/2014/main" id="{08F1E2BE-B635-4935-8141-BA116BB0C656}"/>
                </a:ext>
              </a:extLst>
            </p:cNvPr>
            <p:cNvSpPr/>
            <p:nvPr/>
          </p:nvSpPr>
          <p:spPr>
            <a:xfrm>
              <a:off x="730599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9" name="직사각형 638">
              <a:extLst>
                <a:ext uri="{FF2B5EF4-FFF2-40B4-BE49-F238E27FC236}">
                  <a16:creationId xmlns:a16="http://schemas.microsoft.com/office/drawing/2014/main" id="{96331AF7-C5A3-41C5-A881-867AB56B9B1F}"/>
                </a:ext>
              </a:extLst>
            </p:cNvPr>
            <p:cNvSpPr/>
            <p:nvPr/>
          </p:nvSpPr>
          <p:spPr>
            <a:xfrm>
              <a:off x="1231010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0" name="직사각형 639">
              <a:extLst>
                <a:ext uri="{FF2B5EF4-FFF2-40B4-BE49-F238E27FC236}">
                  <a16:creationId xmlns:a16="http://schemas.microsoft.com/office/drawing/2014/main" id="{5003D8CA-7E26-4289-8983-3CEA9BDE408F}"/>
                </a:ext>
              </a:extLst>
            </p:cNvPr>
            <p:cNvSpPr/>
            <p:nvPr/>
          </p:nvSpPr>
          <p:spPr>
            <a:xfrm>
              <a:off x="1731421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1" name="직사각형 640">
              <a:extLst>
                <a:ext uri="{FF2B5EF4-FFF2-40B4-BE49-F238E27FC236}">
                  <a16:creationId xmlns:a16="http://schemas.microsoft.com/office/drawing/2014/main" id="{605B8B30-CD57-4669-A601-D03E26D881C8}"/>
                </a:ext>
              </a:extLst>
            </p:cNvPr>
            <p:cNvSpPr/>
            <p:nvPr/>
          </p:nvSpPr>
          <p:spPr>
            <a:xfrm>
              <a:off x="2231832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2" name="직사각형 641">
              <a:extLst>
                <a:ext uri="{FF2B5EF4-FFF2-40B4-BE49-F238E27FC236}">
                  <a16:creationId xmlns:a16="http://schemas.microsoft.com/office/drawing/2014/main" id="{28E144E4-A6E2-4CEF-A1F4-0A7A6CA50B30}"/>
                </a:ext>
              </a:extLst>
            </p:cNvPr>
            <p:cNvSpPr/>
            <p:nvPr/>
          </p:nvSpPr>
          <p:spPr>
            <a:xfrm>
              <a:off x="2732243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3" name="직사각형 642">
              <a:extLst>
                <a:ext uri="{FF2B5EF4-FFF2-40B4-BE49-F238E27FC236}">
                  <a16:creationId xmlns:a16="http://schemas.microsoft.com/office/drawing/2014/main" id="{7A33C1F7-0AA1-4E04-B2C2-23CAB1E2F6BF}"/>
                </a:ext>
              </a:extLst>
            </p:cNvPr>
            <p:cNvSpPr/>
            <p:nvPr/>
          </p:nvSpPr>
          <p:spPr>
            <a:xfrm>
              <a:off x="3232654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4" name="직사각형 643">
              <a:extLst>
                <a:ext uri="{FF2B5EF4-FFF2-40B4-BE49-F238E27FC236}">
                  <a16:creationId xmlns:a16="http://schemas.microsoft.com/office/drawing/2014/main" id="{649C925F-AA49-4A82-A35C-7555777D248F}"/>
                </a:ext>
              </a:extLst>
            </p:cNvPr>
            <p:cNvSpPr/>
            <p:nvPr/>
          </p:nvSpPr>
          <p:spPr>
            <a:xfrm>
              <a:off x="3733065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5" name="직사각형 644">
              <a:extLst>
                <a:ext uri="{FF2B5EF4-FFF2-40B4-BE49-F238E27FC236}">
                  <a16:creationId xmlns:a16="http://schemas.microsoft.com/office/drawing/2014/main" id="{AE07502A-F4FB-4A12-A6CC-133075942AB1}"/>
                </a:ext>
              </a:extLst>
            </p:cNvPr>
            <p:cNvSpPr/>
            <p:nvPr/>
          </p:nvSpPr>
          <p:spPr>
            <a:xfrm>
              <a:off x="4233476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6" name="직사각형 645">
              <a:extLst>
                <a:ext uri="{FF2B5EF4-FFF2-40B4-BE49-F238E27FC236}">
                  <a16:creationId xmlns:a16="http://schemas.microsoft.com/office/drawing/2014/main" id="{91EEB1A5-7FA7-4BAD-80AC-4E03429C507D}"/>
                </a:ext>
              </a:extLst>
            </p:cNvPr>
            <p:cNvSpPr/>
            <p:nvPr/>
          </p:nvSpPr>
          <p:spPr>
            <a:xfrm>
              <a:off x="4733887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7" name="직사각형 646">
              <a:extLst>
                <a:ext uri="{FF2B5EF4-FFF2-40B4-BE49-F238E27FC236}">
                  <a16:creationId xmlns:a16="http://schemas.microsoft.com/office/drawing/2014/main" id="{268EB840-A158-495A-A945-061D38BC0A3A}"/>
                </a:ext>
              </a:extLst>
            </p:cNvPr>
            <p:cNvSpPr/>
            <p:nvPr/>
          </p:nvSpPr>
          <p:spPr>
            <a:xfrm>
              <a:off x="5234300" y="2074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8" name="직사각형 647">
              <a:extLst>
                <a:ext uri="{FF2B5EF4-FFF2-40B4-BE49-F238E27FC236}">
                  <a16:creationId xmlns:a16="http://schemas.microsoft.com/office/drawing/2014/main" id="{605FA0AC-E211-4754-87BC-72996CA6D78A}"/>
                </a:ext>
              </a:extLst>
            </p:cNvPr>
            <p:cNvSpPr/>
            <p:nvPr/>
          </p:nvSpPr>
          <p:spPr>
            <a:xfrm>
              <a:off x="230188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9" name="직사각형 648">
              <a:extLst>
                <a:ext uri="{FF2B5EF4-FFF2-40B4-BE49-F238E27FC236}">
                  <a16:creationId xmlns:a16="http://schemas.microsoft.com/office/drawing/2014/main" id="{DCD56689-BD30-4CE5-9BF5-C231254CB0E3}"/>
                </a:ext>
              </a:extLst>
            </p:cNvPr>
            <p:cNvSpPr/>
            <p:nvPr/>
          </p:nvSpPr>
          <p:spPr>
            <a:xfrm>
              <a:off x="730599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0" name="직사각형 649">
              <a:extLst>
                <a:ext uri="{FF2B5EF4-FFF2-40B4-BE49-F238E27FC236}">
                  <a16:creationId xmlns:a16="http://schemas.microsoft.com/office/drawing/2014/main" id="{4EC67CB9-0482-4E7C-B75D-A21A6DEE78B4}"/>
                </a:ext>
              </a:extLst>
            </p:cNvPr>
            <p:cNvSpPr/>
            <p:nvPr/>
          </p:nvSpPr>
          <p:spPr>
            <a:xfrm>
              <a:off x="1231010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1" name="직사각형 650">
              <a:extLst>
                <a:ext uri="{FF2B5EF4-FFF2-40B4-BE49-F238E27FC236}">
                  <a16:creationId xmlns:a16="http://schemas.microsoft.com/office/drawing/2014/main" id="{0570D952-ED87-43CC-9E3A-B6835C780F54}"/>
                </a:ext>
              </a:extLst>
            </p:cNvPr>
            <p:cNvSpPr/>
            <p:nvPr/>
          </p:nvSpPr>
          <p:spPr>
            <a:xfrm>
              <a:off x="1731421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2" name="직사각형 651">
              <a:extLst>
                <a:ext uri="{FF2B5EF4-FFF2-40B4-BE49-F238E27FC236}">
                  <a16:creationId xmlns:a16="http://schemas.microsoft.com/office/drawing/2014/main" id="{09A39969-35D8-41BB-8C94-F02CAA105A75}"/>
                </a:ext>
              </a:extLst>
            </p:cNvPr>
            <p:cNvSpPr/>
            <p:nvPr/>
          </p:nvSpPr>
          <p:spPr>
            <a:xfrm>
              <a:off x="2231832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3" name="직사각형 652">
              <a:extLst>
                <a:ext uri="{FF2B5EF4-FFF2-40B4-BE49-F238E27FC236}">
                  <a16:creationId xmlns:a16="http://schemas.microsoft.com/office/drawing/2014/main" id="{55359CF4-36DB-4AC7-AE74-EB31BBFF257D}"/>
                </a:ext>
              </a:extLst>
            </p:cNvPr>
            <p:cNvSpPr/>
            <p:nvPr/>
          </p:nvSpPr>
          <p:spPr>
            <a:xfrm>
              <a:off x="2732243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4" name="직사각형 653">
              <a:extLst>
                <a:ext uri="{FF2B5EF4-FFF2-40B4-BE49-F238E27FC236}">
                  <a16:creationId xmlns:a16="http://schemas.microsoft.com/office/drawing/2014/main" id="{BC3D1F6D-FB40-442A-89CD-03E08965256F}"/>
                </a:ext>
              </a:extLst>
            </p:cNvPr>
            <p:cNvSpPr/>
            <p:nvPr/>
          </p:nvSpPr>
          <p:spPr>
            <a:xfrm>
              <a:off x="3232654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5" name="직사각형 654">
              <a:extLst>
                <a:ext uri="{FF2B5EF4-FFF2-40B4-BE49-F238E27FC236}">
                  <a16:creationId xmlns:a16="http://schemas.microsoft.com/office/drawing/2014/main" id="{9F3F8C9A-4999-477F-B97D-8B27208CDD53}"/>
                </a:ext>
              </a:extLst>
            </p:cNvPr>
            <p:cNvSpPr/>
            <p:nvPr/>
          </p:nvSpPr>
          <p:spPr>
            <a:xfrm>
              <a:off x="3733065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6" name="직사각형 655">
              <a:extLst>
                <a:ext uri="{FF2B5EF4-FFF2-40B4-BE49-F238E27FC236}">
                  <a16:creationId xmlns:a16="http://schemas.microsoft.com/office/drawing/2014/main" id="{6DC5B3EC-1247-43A2-9E1E-48BDC5DEA071}"/>
                </a:ext>
              </a:extLst>
            </p:cNvPr>
            <p:cNvSpPr/>
            <p:nvPr/>
          </p:nvSpPr>
          <p:spPr>
            <a:xfrm>
              <a:off x="4233476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7" name="직사각형 656">
              <a:extLst>
                <a:ext uri="{FF2B5EF4-FFF2-40B4-BE49-F238E27FC236}">
                  <a16:creationId xmlns:a16="http://schemas.microsoft.com/office/drawing/2014/main" id="{F1CCA5C0-20BE-4567-9841-609BD52BD8B4}"/>
                </a:ext>
              </a:extLst>
            </p:cNvPr>
            <p:cNvSpPr/>
            <p:nvPr/>
          </p:nvSpPr>
          <p:spPr>
            <a:xfrm>
              <a:off x="4733887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8" name="직사각형 657">
              <a:extLst>
                <a:ext uri="{FF2B5EF4-FFF2-40B4-BE49-F238E27FC236}">
                  <a16:creationId xmlns:a16="http://schemas.microsoft.com/office/drawing/2014/main" id="{DBB5BE86-1DF0-4575-9D5A-73EBDD9230ED}"/>
                </a:ext>
              </a:extLst>
            </p:cNvPr>
            <p:cNvSpPr/>
            <p:nvPr/>
          </p:nvSpPr>
          <p:spPr>
            <a:xfrm>
              <a:off x="5234300" y="2576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9" name="직사각형 658">
              <a:extLst>
                <a:ext uri="{FF2B5EF4-FFF2-40B4-BE49-F238E27FC236}">
                  <a16:creationId xmlns:a16="http://schemas.microsoft.com/office/drawing/2014/main" id="{1C347A24-D283-4D79-BA8E-0949A8559641}"/>
                </a:ext>
              </a:extLst>
            </p:cNvPr>
            <p:cNvSpPr/>
            <p:nvPr/>
          </p:nvSpPr>
          <p:spPr>
            <a:xfrm>
              <a:off x="230188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0" name="직사각형 659">
              <a:extLst>
                <a:ext uri="{FF2B5EF4-FFF2-40B4-BE49-F238E27FC236}">
                  <a16:creationId xmlns:a16="http://schemas.microsoft.com/office/drawing/2014/main" id="{99619B3F-B902-43A1-84D4-8A5F570C9ABB}"/>
                </a:ext>
              </a:extLst>
            </p:cNvPr>
            <p:cNvSpPr/>
            <p:nvPr/>
          </p:nvSpPr>
          <p:spPr>
            <a:xfrm>
              <a:off x="730599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1" name="직사각형 660">
              <a:extLst>
                <a:ext uri="{FF2B5EF4-FFF2-40B4-BE49-F238E27FC236}">
                  <a16:creationId xmlns:a16="http://schemas.microsoft.com/office/drawing/2014/main" id="{9115D09A-C1F8-4B84-A35E-84A33CEB9260}"/>
                </a:ext>
              </a:extLst>
            </p:cNvPr>
            <p:cNvSpPr/>
            <p:nvPr/>
          </p:nvSpPr>
          <p:spPr>
            <a:xfrm>
              <a:off x="1231010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2" name="직사각형 661">
              <a:extLst>
                <a:ext uri="{FF2B5EF4-FFF2-40B4-BE49-F238E27FC236}">
                  <a16:creationId xmlns:a16="http://schemas.microsoft.com/office/drawing/2014/main" id="{9856AE9E-D477-46C9-8C6C-46709F98E79F}"/>
                </a:ext>
              </a:extLst>
            </p:cNvPr>
            <p:cNvSpPr/>
            <p:nvPr/>
          </p:nvSpPr>
          <p:spPr>
            <a:xfrm>
              <a:off x="1731421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3" name="직사각형 662">
              <a:extLst>
                <a:ext uri="{FF2B5EF4-FFF2-40B4-BE49-F238E27FC236}">
                  <a16:creationId xmlns:a16="http://schemas.microsoft.com/office/drawing/2014/main" id="{91A2EAC4-0FC5-47E8-B89B-AC21D7BDD03B}"/>
                </a:ext>
              </a:extLst>
            </p:cNvPr>
            <p:cNvSpPr/>
            <p:nvPr/>
          </p:nvSpPr>
          <p:spPr>
            <a:xfrm>
              <a:off x="2231832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4" name="직사각형 663">
              <a:extLst>
                <a:ext uri="{FF2B5EF4-FFF2-40B4-BE49-F238E27FC236}">
                  <a16:creationId xmlns:a16="http://schemas.microsoft.com/office/drawing/2014/main" id="{333FD9E9-3373-4B36-857C-E01ECDC55DAB}"/>
                </a:ext>
              </a:extLst>
            </p:cNvPr>
            <p:cNvSpPr/>
            <p:nvPr/>
          </p:nvSpPr>
          <p:spPr>
            <a:xfrm>
              <a:off x="2732243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5" name="직사각형 664">
              <a:extLst>
                <a:ext uri="{FF2B5EF4-FFF2-40B4-BE49-F238E27FC236}">
                  <a16:creationId xmlns:a16="http://schemas.microsoft.com/office/drawing/2014/main" id="{5CD9A118-56A1-44CB-8917-2BD0D0A1D025}"/>
                </a:ext>
              </a:extLst>
            </p:cNvPr>
            <p:cNvSpPr/>
            <p:nvPr/>
          </p:nvSpPr>
          <p:spPr>
            <a:xfrm>
              <a:off x="3232654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6" name="직사각형 665">
              <a:extLst>
                <a:ext uri="{FF2B5EF4-FFF2-40B4-BE49-F238E27FC236}">
                  <a16:creationId xmlns:a16="http://schemas.microsoft.com/office/drawing/2014/main" id="{8DDF0339-FA05-4519-A48A-41D492C9D9F4}"/>
                </a:ext>
              </a:extLst>
            </p:cNvPr>
            <p:cNvSpPr/>
            <p:nvPr/>
          </p:nvSpPr>
          <p:spPr>
            <a:xfrm>
              <a:off x="3733065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7" name="직사각형 666">
              <a:extLst>
                <a:ext uri="{FF2B5EF4-FFF2-40B4-BE49-F238E27FC236}">
                  <a16:creationId xmlns:a16="http://schemas.microsoft.com/office/drawing/2014/main" id="{B8722D40-066F-4E68-9A23-091DB9901C0C}"/>
                </a:ext>
              </a:extLst>
            </p:cNvPr>
            <p:cNvSpPr/>
            <p:nvPr/>
          </p:nvSpPr>
          <p:spPr>
            <a:xfrm>
              <a:off x="4233476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8" name="직사각형 667">
              <a:extLst>
                <a:ext uri="{FF2B5EF4-FFF2-40B4-BE49-F238E27FC236}">
                  <a16:creationId xmlns:a16="http://schemas.microsoft.com/office/drawing/2014/main" id="{8BA43C2B-C2FC-48B6-8CB0-3E5C4B224207}"/>
                </a:ext>
              </a:extLst>
            </p:cNvPr>
            <p:cNvSpPr/>
            <p:nvPr/>
          </p:nvSpPr>
          <p:spPr>
            <a:xfrm>
              <a:off x="4733887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9" name="직사각형 668">
              <a:extLst>
                <a:ext uri="{FF2B5EF4-FFF2-40B4-BE49-F238E27FC236}">
                  <a16:creationId xmlns:a16="http://schemas.microsoft.com/office/drawing/2014/main" id="{2BC7E3A5-33DE-4CD0-BD5A-27D7A98C9222}"/>
                </a:ext>
              </a:extLst>
            </p:cNvPr>
            <p:cNvSpPr/>
            <p:nvPr/>
          </p:nvSpPr>
          <p:spPr>
            <a:xfrm>
              <a:off x="5234300" y="3091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0" name="직사각형 669">
              <a:extLst>
                <a:ext uri="{FF2B5EF4-FFF2-40B4-BE49-F238E27FC236}">
                  <a16:creationId xmlns:a16="http://schemas.microsoft.com/office/drawing/2014/main" id="{6CCB19E7-1819-4D9D-91D3-4C552703D255}"/>
                </a:ext>
              </a:extLst>
            </p:cNvPr>
            <p:cNvSpPr/>
            <p:nvPr/>
          </p:nvSpPr>
          <p:spPr>
            <a:xfrm>
              <a:off x="230188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1" name="직사각형 670">
              <a:extLst>
                <a:ext uri="{FF2B5EF4-FFF2-40B4-BE49-F238E27FC236}">
                  <a16:creationId xmlns:a16="http://schemas.microsoft.com/office/drawing/2014/main" id="{C7E411A8-7B6B-4C72-A492-411E784AAA71}"/>
                </a:ext>
              </a:extLst>
            </p:cNvPr>
            <p:cNvSpPr/>
            <p:nvPr/>
          </p:nvSpPr>
          <p:spPr>
            <a:xfrm>
              <a:off x="730599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2" name="직사각형 671">
              <a:extLst>
                <a:ext uri="{FF2B5EF4-FFF2-40B4-BE49-F238E27FC236}">
                  <a16:creationId xmlns:a16="http://schemas.microsoft.com/office/drawing/2014/main" id="{BF852AB4-D10D-4A8C-BEA8-6E26B7DDEBB7}"/>
                </a:ext>
              </a:extLst>
            </p:cNvPr>
            <p:cNvSpPr/>
            <p:nvPr/>
          </p:nvSpPr>
          <p:spPr>
            <a:xfrm>
              <a:off x="1231010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3" name="직사각형 672">
              <a:extLst>
                <a:ext uri="{FF2B5EF4-FFF2-40B4-BE49-F238E27FC236}">
                  <a16:creationId xmlns:a16="http://schemas.microsoft.com/office/drawing/2014/main" id="{3CB0CC1D-7247-48AC-B635-01175A88EB1D}"/>
                </a:ext>
              </a:extLst>
            </p:cNvPr>
            <p:cNvSpPr/>
            <p:nvPr/>
          </p:nvSpPr>
          <p:spPr>
            <a:xfrm>
              <a:off x="1731421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4" name="직사각형 673">
              <a:extLst>
                <a:ext uri="{FF2B5EF4-FFF2-40B4-BE49-F238E27FC236}">
                  <a16:creationId xmlns:a16="http://schemas.microsoft.com/office/drawing/2014/main" id="{7391B36E-C8AE-4AC7-BC73-F46B4BA087DE}"/>
                </a:ext>
              </a:extLst>
            </p:cNvPr>
            <p:cNvSpPr/>
            <p:nvPr/>
          </p:nvSpPr>
          <p:spPr>
            <a:xfrm>
              <a:off x="2231832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5" name="직사각형 674">
              <a:extLst>
                <a:ext uri="{FF2B5EF4-FFF2-40B4-BE49-F238E27FC236}">
                  <a16:creationId xmlns:a16="http://schemas.microsoft.com/office/drawing/2014/main" id="{8E49A690-E11C-4273-B8E1-A8A4934586AA}"/>
                </a:ext>
              </a:extLst>
            </p:cNvPr>
            <p:cNvSpPr/>
            <p:nvPr/>
          </p:nvSpPr>
          <p:spPr>
            <a:xfrm>
              <a:off x="2732243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6" name="직사각형 675">
              <a:extLst>
                <a:ext uri="{FF2B5EF4-FFF2-40B4-BE49-F238E27FC236}">
                  <a16:creationId xmlns:a16="http://schemas.microsoft.com/office/drawing/2014/main" id="{7C8BC567-4CDB-4F56-A9F5-176B6A40C282}"/>
                </a:ext>
              </a:extLst>
            </p:cNvPr>
            <p:cNvSpPr/>
            <p:nvPr/>
          </p:nvSpPr>
          <p:spPr>
            <a:xfrm>
              <a:off x="3232654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7" name="직사각형 676">
              <a:extLst>
                <a:ext uri="{FF2B5EF4-FFF2-40B4-BE49-F238E27FC236}">
                  <a16:creationId xmlns:a16="http://schemas.microsoft.com/office/drawing/2014/main" id="{7C07BEF5-C2D6-4A69-84E2-8970FB6FFF1E}"/>
                </a:ext>
              </a:extLst>
            </p:cNvPr>
            <p:cNvSpPr/>
            <p:nvPr/>
          </p:nvSpPr>
          <p:spPr>
            <a:xfrm>
              <a:off x="3733065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8" name="직사각형 677">
              <a:extLst>
                <a:ext uri="{FF2B5EF4-FFF2-40B4-BE49-F238E27FC236}">
                  <a16:creationId xmlns:a16="http://schemas.microsoft.com/office/drawing/2014/main" id="{3F9FAF2E-E37F-4418-BA78-0606FC1DD004}"/>
                </a:ext>
              </a:extLst>
            </p:cNvPr>
            <p:cNvSpPr/>
            <p:nvPr/>
          </p:nvSpPr>
          <p:spPr>
            <a:xfrm>
              <a:off x="4233476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9" name="직사각형 678">
              <a:extLst>
                <a:ext uri="{FF2B5EF4-FFF2-40B4-BE49-F238E27FC236}">
                  <a16:creationId xmlns:a16="http://schemas.microsoft.com/office/drawing/2014/main" id="{BC1E3078-E96E-4A7A-A9A3-6F94A0831C57}"/>
                </a:ext>
              </a:extLst>
            </p:cNvPr>
            <p:cNvSpPr/>
            <p:nvPr/>
          </p:nvSpPr>
          <p:spPr>
            <a:xfrm>
              <a:off x="4733887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0" name="직사각형 679">
              <a:extLst>
                <a:ext uri="{FF2B5EF4-FFF2-40B4-BE49-F238E27FC236}">
                  <a16:creationId xmlns:a16="http://schemas.microsoft.com/office/drawing/2014/main" id="{30A151ED-B8C7-4CF1-A528-1932688AB666}"/>
                </a:ext>
              </a:extLst>
            </p:cNvPr>
            <p:cNvSpPr/>
            <p:nvPr/>
          </p:nvSpPr>
          <p:spPr>
            <a:xfrm>
              <a:off x="5234300" y="36036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1" name="직사각형 680">
              <a:extLst>
                <a:ext uri="{FF2B5EF4-FFF2-40B4-BE49-F238E27FC236}">
                  <a16:creationId xmlns:a16="http://schemas.microsoft.com/office/drawing/2014/main" id="{F115955A-D629-473B-A2D4-E286CA1BC026}"/>
                </a:ext>
              </a:extLst>
            </p:cNvPr>
            <p:cNvSpPr/>
            <p:nvPr/>
          </p:nvSpPr>
          <p:spPr>
            <a:xfrm>
              <a:off x="230188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2" name="직사각형 681">
              <a:extLst>
                <a:ext uri="{FF2B5EF4-FFF2-40B4-BE49-F238E27FC236}">
                  <a16:creationId xmlns:a16="http://schemas.microsoft.com/office/drawing/2014/main" id="{32346571-55F7-4731-8DCF-483117A6A89F}"/>
                </a:ext>
              </a:extLst>
            </p:cNvPr>
            <p:cNvSpPr/>
            <p:nvPr/>
          </p:nvSpPr>
          <p:spPr>
            <a:xfrm>
              <a:off x="730599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3" name="직사각형 682">
              <a:extLst>
                <a:ext uri="{FF2B5EF4-FFF2-40B4-BE49-F238E27FC236}">
                  <a16:creationId xmlns:a16="http://schemas.microsoft.com/office/drawing/2014/main" id="{777827B5-10C2-4770-AEDA-914EE4EECACC}"/>
                </a:ext>
              </a:extLst>
            </p:cNvPr>
            <p:cNvSpPr/>
            <p:nvPr/>
          </p:nvSpPr>
          <p:spPr>
            <a:xfrm>
              <a:off x="1231010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4" name="직사각형 683">
              <a:extLst>
                <a:ext uri="{FF2B5EF4-FFF2-40B4-BE49-F238E27FC236}">
                  <a16:creationId xmlns:a16="http://schemas.microsoft.com/office/drawing/2014/main" id="{918CF713-2AF2-4952-8453-1727589A2774}"/>
                </a:ext>
              </a:extLst>
            </p:cNvPr>
            <p:cNvSpPr/>
            <p:nvPr/>
          </p:nvSpPr>
          <p:spPr>
            <a:xfrm>
              <a:off x="1731421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5" name="직사각형 684">
              <a:extLst>
                <a:ext uri="{FF2B5EF4-FFF2-40B4-BE49-F238E27FC236}">
                  <a16:creationId xmlns:a16="http://schemas.microsoft.com/office/drawing/2014/main" id="{13FFF670-7A15-41DC-A54A-C4253DB1DF1E}"/>
                </a:ext>
              </a:extLst>
            </p:cNvPr>
            <p:cNvSpPr/>
            <p:nvPr/>
          </p:nvSpPr>
          <p:spPr>
            <a:xfrm>
              <a:off x="2231832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6" name="직사각형 685">
              <a:extLst>
                <a:ext uri="{FF2B5EF4-FFF2-40B4-BE49-F238E27FC236}">
                  <a16:creationId xmlns:a16="http://schemas.microsoft.com/office/drawing/2014/main" id="{2CC3DFF1-3695-4394-BC1E-8EB02C363865}"/>
                </a:ext>
              </a:extLst>
            </p:cNvPr>
            <p:cNvSpPr/>
            <p:nvPr/>
          </p:nvSpPr>
          <p:spPr>
            <a:xfrm>
              <a:off x="2732243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7" name="직사각형 686">
              <a:extLst>
                <a:ext uri="{FF2B5EF4-FFF2-40B4-BE49-F238E27FC236}">
                  <a16:creationId xmlns:a16="http://schemas.microsoft.com/office/drawing/2014/main" id="{6DADEC09-B387-45C6-BD50-709E9F8E45F6}"/>
                </a:ext>
              </a:extLst>
            </p:cNvPr>
            <p:cNvSpPr/>
            <p:nvPr/>
          </p:nvSpPr>
          <p:spPr>
            <a:xfrm>
              <a:off x="3232654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8" name="직사각형 687">
              <a:extLst>
                <a:ext uri="{FF2B5EF4-FFF2-40B4-BE49-F238E27FC236}">
                  <a16:creationId xmlns:a16="http://schemas.microsoft.com/office/drawing/2014/main" id="{22524F9D-A14E-4368-846B-5E47313622F5}"/>
                </a:ext>
              </a:extLst>
            </p:cNvPr>
            <p:cNvSpPr/>
            <p:nvPr/>
          </p:nvSpPr>
          <p:spPr>
            <a:xfrm>
              <a:off x="3733065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9" name="직사각형 688">
              <a:extLst>
                <a:ext uri="{FF2B5EF4-FFF2-40B4-BE49-F238E27FC236}">
                  <a16:creationId xmlns:a16="http://schemas.microsoft.com/office/drawing/2014/main" id="{D7352EC8-524F-47B0-A53D-C240C4BA0372}"/>
                </a:ext>
              </a:extLst>
            </p:cNvPr>
            <p:cNvSpPr/>
            <p:nvPr/>
          </p:nvSpPr>
          <p:spPr>
            <a:xfrm>
              <a:off x="4233476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0" name="직사각형 689">
              <a:extLst>
                <a:ext uri="{FF2B5EF4-FFF2-40B4-BE49-F238E27FC236}">
                  <a16:creationId xmlns:a16="http://schemas.microsoft.com/office/drawing/2014/main" id="{02378618-C047-48F4-A6AA-596445CC7C5D}"/>
                </a:ext>
              </a:extLst>
            </p:cNvPr>
            <p:cNvSpPr/>
            <p:nvPr/>
          </p:nvSpPr>
          <p:spPr>
            <a:xfrm>
              <a:off x="4733887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1" name="직사각형 690">
              <a:extLst>
                <a:ext uri="{FF2B5EF4-FFF2-40B4-BE49-F238E27FC236}">
                  <a16:creationId xmlns:a16="http://schemas.microsoft.com/office/drawing/2014/main" id="{EE43EB41-F8A4-41C2-82E8-C270E73168FA}"/>
                </a:ext>
              </a:extLst>
            </p:cNvPr>
            <p:cNvSpPr/>
            <p:nvPr/>
          </p:nvSpPr>
          <p:spPr>
            <a:xfrm>
              <a:off x="5234300" y="41180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2" name="직사각형 691">
              <a:extLst>
                <a:ext uri="{FF2B5EF4-FFF2-40B4-BE49-F238E27FC236}">
                  <a16:creationId xmlns:a16="http://schemas.microsoft.com/office/drawing/2014/main" id="{CA8B3604-F185-4658-B432-1D022357EEF0}"/>
                </a:ext>
              </a:extLst>
            </p:cNvPr>
            <p:cNvSpPr/>
            <p:nvPr/>
          </p:nvSpPr>
          <p:spPr>
            <a:xfrm>
              <a:off x="230188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3" name="직사각형 692">
              <a:extLst>
                <a:ext uri="{FF2B5EF4-FFF2-40B4-BE49-F238E27FC236}">
                  <a16:creationId xmlns:a16="http://schemas.microsoft.com/office/drawing/2014/main" id="{F44400BD-70EF-4454-A45B-B78A6183E85F}"/>
                </a:ext>
              </a:extLst>
            </p:cNvPr>
            <p:cNvSpPr/>
            <p:nvPr/>
          </p:nvSpPr>
          <p:spPr>
            <a:xfrm>
              <a:off x="730599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4" name="직사각형 693">
              <a:extLst>
                <a:ext uri="{FF2B5EF4-FFF2-40B4-BE49-F238E27FC236}">
                  <a16:creationId xmlns:a16="http://schemas.microsoft.com/office/drawing/2014/main" id="{47255B9D-CC58-4498-9FD8-9D3E05132AD2}"/>
                </a:ext>
              </a:extLst>
            </p:cNvPr>
            <p:cNvSpPr/>
            <p:nvPr/>
          </p:nvSpPr>
          <p:spPr>
            <a:xfrm>
              <a:off x="1231010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5" name="직사각형 694">
              <a:extLst>
                <a:ext uri="{FF2B5EF4-FFF2-40B4-BE49-F238E27FC236}">
                  <a16:creationId xmlns:a16="http://schemas.microsoft.com/office/drawing/2014/main" id="{8ADE6BAD-FFFF-4186-AB95-1BDE85488920}"/>
                </a:ext>
              </a:extLst>
            </p:cNvPr>
            <p:cNvSpPr/>
            <p:nvPr/>
          </p:nvSpPr>
          <p:spPr>
            <a:xfrm>
              <a:off x="1731421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6" name="직사각형 695">
              <a:extLst>
                <a:ext uri="{FF2B5EF4-FFF2-40B4-BE49-F238E27FC236}">
                  <a16:creationId xmlns:a16="http://schemas.microsoft.com/office/drawing/2014/main" id="{3ACF385B-0098-4929-A1AE-F694E41DD5BC}"/>
                </a:ext>
              </a:extLst>
            </p:cNvPr>
            <p:cNvSpPr/>
            <p:nvPr/>
          </p:nvSpPr>
          <p:spPr>
            <a:xfrm>
              <a:off x="2231832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7" name="직사각형 696">
              <a:extLst>
                <a:ext uri="{FF2B5EF4-FFF2-40B4-BE49-F238E27FC236}">
                  <a16:creationId xmlns:a16="http://schemas.microsoft.com/office/drawing/2014/main" id="{EE6A8C4C-98AA-4DA0-9493-AEFE259556D7}"/>
                </a:ext>
              </a:extLst>
            </p:cNvPr>
            <p:cNvSpPr/>
            <p:nvPr/>
          </p:nvSpPr>
          <p:spPr>
            <a:xfrm>
              <a:off x="2732243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8" name="직사각형 697">
              <a:extLst>
                <a:ext uri="{FF2B5EF4-FFF2-40B4-BE49-F238E27FC236}">
                  <a16:creationId xmlns:a16="http://schemas.microsoft.com/office/drawing/2014/main" id="{549FA82B-2951-450A-A0EF-FEC3090DFD60}"/>
                </a:ext>
              </a:extLst>
            </p:cNvPr>
            <p:cNvSpPr/>
            <p:nvPr/>
          </p:nvSpPr>
          <p:spPr>
            <a:xfrm>
              <a:off x="3232654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9" name="직사각형 698">
              <a:extLst>
                <a:ext uri="{FF2B5EF4-FFF2-40B4-BE49-F238E27FC236}">
                  <a16:creationId xmlns:a16="http://schemas.microsoft.com/office/drawing/2014/main" id="{EE7A9CBC-8965-45B0-8538-04DE88A7FD53}"/>
                </a:ext>
              </a:extLst>
            </p:cNvPr>
            <p:cNvSpPr/>
            <p:nvPr/>
          </p:nvSpPr>
          <p:spPr>
            <a:xfrm>
              <a:off x="3733065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0" name="직사각형 699">
              <a:extLst>
                <a:ext uri="{FF2B5EF4-FFF2-40B4-BE49-F238E27FC236}">
                  <a16:creationId xmlns:a16="http://schemas.microsoft.com/office/drawing/2014/main" id="{A8B60CB5-C251-4940-9BB9-B3D28C1FBEEA}"/>
                </a:ext>
              </a:extLst>
            </p:cNvPr>
            <p:cNvSpPr/>
            <p:nvPr/>
          </p:nvSpPr>
          <p:spPr>
            <a:xfrm>
              <a:off x="4233476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1" name="직사각형 700">
              <a:extLst>
                <a:ext uri="{FF2B5EF4-FFF2-40B4-BE49-F238E27FC236}">
                  <a16:creationId xmlns:a16="http://schemas.microsoft.com/office/drawing/2014/main" id="{17F14783-2471-413E-9876-66D0DA6DA061}"/>
                </a:ext>
              </a:extLst>
            </p:cNvPr>
            <p:cNvSpPr/>
            <p:nvPr/>
          </p:nvSpPr>
          <p:spPr>
            <a:xfrm>
              <a:off x="4733887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2" name="직사각형 701">
              <a:extLst>
                <a:ext uri="{FF2B5EF4-FFF2-40B4-BE49-F238E27FC236}">
                  <a16:creationId xmlns:a16="http://schemas.microsoft.com/office/drawing/2014/main" id="{088F1BD9-43A4-45E7-AD46-7D786149B9B0}"/>
                </a:ext>
              </a:extLst>
            </p:cNvPr>
            <p:cNvSpPr/>
            <p:nvPr/>
          </p:nvSpPr>
          <p:spPr>
            <a:xfrm>
              <a:off x="5234300" y="46127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3" name="직사각형 702">
              <a:extLst>
                <a:ext uri="{FF2B5EF4-FFF2-40B4-BE49-F238E27FC236}">
                  <a16:creationId xmlns:a16="http://schemas.microsoft.com/office/drawing/2014/main" id="{45642626-74F5-4CC2-98FC-075BC322E238}"/>
                </a:ext>
              </a:extLst>
            </p:cNvPr>
            <p:cNvSpPr/>
            <p:nvPr/>
          </p:nvSpPr>
          <p:spPr>
            <a:xfrm>
              <a:off x="230188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4" name="직사각형 703">
              <a:extLst>
                <a:ext uri="{FF2B5EF4-FFF2-40B4-BE49-F238E27FC236}">
                  <a16:creationId xmlns:a16="http://schemas.microsoft.com/office/drawing/2014/main" id="{FDE3137B-DC5C-4659-87C2-0AED87FB535B}"/>
                </a:ext>
              </a:extLst>
            </p:cNvPr>
            <p:cNvSpPr/>
            <p:nvPr/>
          </p:nvSpPr>
          <p:spPr>
            <a:xfrm>
              <a:off x="730599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5" name="직사각형 704">
              <a:extLst>
                <a:ext uri="{FF2B5EF4-FFF2-40B4-BE49-F238E27FC236}">
                  <a16:creationId xmlns:a16="http://schemas.microsoft.com/office/drawing/2014/main" id="{0320D5B6-08B8-4A33-B31D-E6948BDB8D75}"/>
                </a:ext>
              </a:extLst>
            </p:cNvPr>
            <p:cNvSpPr/>
            <p:nvPr/>
          </p:nvSpPr>
          <p:spPr>
            <a:xfrm>
              <a:off x="1231010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6" name="직사각형 705">
              <a:extLst>
                <a:ext uri="{FF2B5EF4-FFF2-40B4-BE49-F238E27FC236}">
                  <a16:creationId xmlns:a16="http://schemas.microsoft.com/office/drawing/2014/main" id="{34245E6F-AC6B-4800-911C-B3D87B556D56}"/>
                </a:ext>
              </a:extLst>
            </p:cNvPr>
            <p:cNvSpPr/>
            <p:nvPr/>
          </p:nvSpPr>
          <p:spPr>
            <a:xfrm>
              <a:off x="1731421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7" name="직사각형 706">
              <a:extLst>
                <a:ext uri="{FF2B5EF4-FFF2-40B4-BE49-F238E27FC236}">
                  <a16:creationId xmlns:a16="http://schemas.microsoft.com/office/drawing/2014/main" id="{9A2BE001-EC5D-433F-BCF4-DE8D3F434385}"/>
                </a:ext>
              </a:extLst>
            </p:cNvPr>
            <p:cNvSpPr/>
            <p:nvPr/>
          </p:nvSpPr>
          <p:spPr>
            <a:xfrm>
              <a:off x="2231832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8" name="직사각형 707">
              <a:extLst>
                <a:ext uri="{FF2B5EF4-FFF2-40B4-BE49-F238E27FC236}">
                  <a16:creationId xmlns:a16="http://schemas.microsoft.com/office/drawing/2014/main" id="{CF299724-4019-4485-8963-72464B917586}"/>
                </a:ext>
              </a:extLst>
            </p:cNvPr>
            <p:cNvSpPr/>
            <p:nvPr/>
          </p:nvSpPr>
          <p:spPr>
            <a:xfrm>
              <a:off x="2732243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9" name="직사각형 708">
              <a:extLst>
                <a:ext uri="{FF2B5EF4-FFF2-40B4-BE49-F238E27FC236}">
                  <a16:creationId xmlns:a16="http://schemas.microsoft.com/office/drawing/2014/main" id="{44EFC750-2FE4-4713-A169-948FECEB2403}"/>
                </a:ext>
              </a:extLst>
            </p:cNvPr>
            <p:cNvSpPr/>
            <p:nvPr/>
          </p:nvSpPr>
          <p:spPr>
            <a:xfrm>
              <a:off x="3232654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0" name="직사각형 709">
              <a:extLst>
                <a:ext uri="{FF2B5EF4-FFF2-40B4-BE49-F238E27FC236}">
                  <a16:creationId xmlns:a16="http://schemas.microsoft.com/office/drawing/2014/main" id="{9C948335-D56F-4E75-A523-650DCEA3BF26}"/>
                </a:ext>
              </a:extLst>
            </p:cNvPr>
            <p:cNvSpPr/>
            <p:nvPr/>
          </p:nvSpPr>
          <p:spPr>
            <a:xfrm>
              <a:off x="3733065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1" name="직사각형 710">
              <a:extLst>
                <a:ext uri="{FF2B5EF4-FFF2-40B4-BE49-F238E27FC236}">
                  <a16:creationId xmlns:a16="http://schemas.microsoft.com/office/drawing/2014/main" id="{95E14FB5-E666-408A-840E-FD1237E72BC9}"/>
                </a:ext>
              </a:extLst>
            </p:cNvPr>
            <p:cNvSpPr/>
            <p:nvPr/>
          </p:nvSpPr>
          <p:spPr>
            <a:xfrm>
              <a:off x="4233476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2" name="직사각형 711">
              <a:extLst>
                <a:ext uri="{FF2B5EF4-FFF2-40B4-BE49-F238E27FC236}">
                  <a16:creationId xmlns:a16="http://schemas.microsoft.com/office/drawing/2014/main" id="{F5608C7B-027B-483E-A411-5C32E3CD6958}"/>
                </a:ext>
              </a:extLst>
            </p:cNvPr>
            <p:cNvSpPr/>
            <p:nvPr/>
          </p:nvSpPr>
          <p:spPr>
            <a:xfrm>
              <a:off x="4733887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3" name="직사각형 712">
              <a:extLst>
                <a:ext uri="{FF2B5EF4-FFF2-40B4-BE49-F238E27FC236}">
                  <a16:creationId xmlns:a16="http://schemas.microsoft.com/office/drawing/2014/main" id="{8DEBF7AF-A627-471C-833F-37696C361068}"/>
                </a:ext>
              </a:extLst>
            </p:cNvPr>
            <p:cNvSpPr/>
            <p:nvPr/>
          </p:nvSpPr>
          <p:spPr>
            <a:xfrm>
              <a:off x="5234300" y="51270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4" name="직사각형 713">
              <a:extLst>
                <a:ext uri="{FF2B5EF4-FFF2-40B4-BE49-F238E27FC236}">
                  <a16:creationId xmlns:a16="http://schemas.microsoft.com/office/drawing/2014/main" id="{9C354C75-01DF-49A9-BCF0-02E36A471EA6}"/>
                </a:ext>
              </a:extLst>
            </p:cNvPr>
            <p:cNvSpPr/>
            <p:nvPr/>
          </p:nvSpPr>
          <p:spPr>
            <a:xfrm>
              <a:off x="230188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5" name="직사각형 714">
              <a:extLst>
                <a:ext uri="{FF2B5EF4-FFF2-40B4-BE49-F238E27FC236}">
                  <a16:creationId xmlns:a16="http://schemas.microsoft.com/office/drawing/2014/main" id="{9058C37A-41FA-4CAB-85B8-4401A26F90CC}"/>
                </a:ext>
              </a:extLst>
            </p:cNvPr>
            <p:cNvSpPr/>
            <p:nvPr/>
          </p:nvSpPr>
          <p:spPr>
            <a:xfrm>
              <a:off x="730599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6" name="직사각형 715">
              <a:extLst>
                <a:ext uri="{FF2B5EF4-FFF2-40B4-BE49-F238E27FC236}">
                  <a16:creationId xmlns:a16="http://schemas.microsoft.com/office/drawing/2014/main" id="{657A1F2E-443E-48C0-B7A5-7A0B63F04BF4}"/>
                </a:ext>
              </a:extLst>
            </p:cNvPr>
            <p:cNvSpPr/>
            <p:nvPr/>
          </p:nvSpPr>
          <p:spPr>
            <a:xfrm>
              <a:off x="1231010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7" name="직사각형 716">
              <a:extLst>
                <a:ext uri="{FF2B5EF4-FFF2-40B4-BE49-F238E27FC236}">
                  <a16:creationId xmlns:a16="http://schemas.microsoft.com/office/drawing/2014/main" id="{7BCBACC5-C61E-4896-BA08-FEFFFF07AA8B}"/>
                </a:ext>
              </a:extLst>
            </p:cNvPr>
            <p:cNvSpPr/>
            <p:nvPr/>
          </p:nvSpPr>
          <p:spPr>
            <a:xfrm>
              <a:off x="1731421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8" name="직사각형 717">
              <a:extLst>
                <a:ext uri="{FF2B5EF4-FFF2-40B4-BE49-F238E27FC236}">
                  <a16:creationId xmlns:a16="http://schemas.microsoft.com/office/drawing/2014/main" id="{6C830614-BBD8-4340-B42C-C91A694DB64F}"/>
                </a:ext>
              </a:extLst>
            </p:cNvPr>
            <p:cNvSpPr/>
            <p:nvPr/>
          </p:nvSpPr>
          <p:spPr>
            <a:xfrm>
              <a:off x="2231832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9" name="직사각형 718">
              <a:extLst>
                <a:ext uri="{FF2B5EF4-FFF2-40B4-BE49-F238E27FC236}">
                  <a16:creationId xmlns:a16="http://schemas.microsoft.com/office/drawing/2014/main" id="{402E460B-F879-4DDF-B372-A91C49D90ECA}"/>
                </a:ext>
              </a:extLst>
            </p:cNvPr>
            <p:cNvSpPr/>
            <p:nvPr/>
          </p:nvSpPr>
          <p:spPr>
            <a:xfrm>
              <a:off x="2732243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0" name="직사각형 719">
              <a:extLst>
                <a:ext uri="{FF2B5EF4-FFF2-40B4-BE49-F238E27FC236}">
                  <a16:creationId xmlns:a16="http://schemas.microsoft.com/office/drawing/2014/main" id="{5E3489C2-CED9-4E57-9451-073EEEAC2EAB}"/>
                </a:ext>
              </a:extLst>
            </p:cNvPr>
            <p:cNvSpPr/>
            <p:nvPr/>
          </p:nvSpPr>
          <p:spPr>
            <a:xfrm>
              <a:off x="3232654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1" name="직사각형 720">
              <a:extLst>
                <a:ext uri="{FF2B5EF4-FFF2-40B4-BE49-F238E27FC236}">
                  <a16:creationId xmlns:a16="http://schemas.microsoft.com/office/drawing/2014/main" id="{34BE9475-3D15-410B-BD3D-47E0ED2A8702}"/>
                </a:ext>
              </a:extLst>
            </p:cNvPr>
            <p:cNvSpPr/>
            <p:nvPr/>
          </p:nvSpPr>
          <p:spPr>
            <a:xfrm>
              <a:off x="3733065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2" name="직사각형 721">
              <a:extLst>
                <a:ext uri="{FF2B5EF4-FFF2-40B4-BE49-F238E27FC236}">
                  <a16:creationId xmlns:a16="http://schemas.microsoft.com/office/drawing/2014/main" id="{7EECAEB8-8F93-48CC-9600-6BDB0BF24AC7}"/>
                </a:ext>
              </a:extLst>
            </p:cNvPr>
            <p:cNvSpPr/>
            <p:nvPr/>
          </p:nvSpPr>
          <p:spPr>
            <a:xfrm>
              <a:off x="4233476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3" name="직사각형 722">
              <a:extLst>
                <a:ext uri="{FF2B5EF4-FFF2-40B4-BE49-F238E27FC236}">
                  <a16:creationId xmlns:a16="http://schemas.microsoft.com/office/drawing/2014/main" id="{B1A532F8-98EF-4065-A8B0-5E91EC206B90}"/>
                </a:ext>
              </a:extLst>
            </p:cNvPr>
            <p:cNvSpPr/>
            <p:nvPr/>
          </p:nvSpPr>
          <p:spPr>
            <a:xfrm>
              <a:off x="4733887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4" name="직사각형 723">
              <a:extLst>
                <a:ext uri="{FF2B5EF4-FFF2-40B4-BE49-F238E27FC236}">
                  <a16:creationId xmlns:a16="http://schemas.microsoft.com/office/drawing/2014/main" id="{33035267-B116-454E-9629-BF5DC29FD70F}"/>
                </a:ext>
              </a:extLst>
            </p:cNvPr>
            <p:cNvSpPr/>
            <p:nvPr/>
          </p:nvSpPr>
          <p:spPr>
            <a:xfrm>
              <a:off x="5234300" y="56395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5" name="직사각형 724">
              <a:extLst>
                <a:ext uri="{FF2B5EF4-FFF2-40B4-BE49-F238E27FC236}">
                  <a16:creationId xmlns:a16="http://schemas.microsoft.com/office/drawing/2014/main" id="{ABE3A677-C309-4B0E-A33E-A933456050F9}"/>
                </a:ext>
              </a:extLst>
            </p:cNvPr>
            <p:cNvSpPr/>
            <p:nvPr/>
          </p:nvSpPr>
          <p:spPr>
            <a:xfrm>
              <a:off x="230188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6" name="직사각형 725">
              <a:extLst>
                <a:ext uri="{FF2B5EF4-FFF2-40B4-BE49-F238E27FC236}">
                  <a16:creationId xmlns:a16="http://schemas.microsoft.com/office/drawing/2014/main" id="{34A877A8-0699-46E7-BA3A-2DF16A7098F5}"/>
                </a:ext>
              </a:extLst>
            </p:cNvPr>
            <p:cNvSpPr/>
            <p:nvPr/>
          </p:nvSpPr>
          <p:spPr>
            <a:xfrm>
              <a:off x="730599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7" name="직사각형 726">
              <a:extLst>
                <a:ext uri="{FF2B5EF4-FFF2-40B4-BE49-F238E27FC236}">
                  <a16:creationId xmlns:a16="http://schemas.microsoft.com/office/drawing/2014/main" id="{24B6C8CD-0D83-4834-B861-E51AC508D727}"/>
                </a:ext>
              </a:extLst>
            </p:cNvPr>
            <p:cNvSpPr/>
            <p:nvPr/>
          </p:nvSpPr>
          <p:spPr>
            <a:xfrm>
              <a:off x="1231010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8" name="직사각형 727">
              <a:extLst>
                <a:ext uri="{FF2B5EF4-FFF2-40B4-BE49-F238E27FC236}">
                  <a16:creationId xmlns:a16="http://schemas.microsoft.com/office/drawing/2014/main" id="{DCE6B1E8-E9FD-4D71-B3E2-1DEA80673159}"/>
                </a:ext>
              </a:extLst>
            </p:cNvPr>
            <p:cNvSpPr/>
            <p:nvPr/>
          </p:nvSpPr>
          <p:spPr>
            <a:xfrm>
              <a:off x="1731421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9" name="직사각형 728">
              <a:extLst>
                <a:ext uri="{FF2B5EF4-FFF2-40B4-BE49-F238E27FC236}">
                  <a16:creationId xmlns:a16="http://schemas.microsoft.com/office/drawing/2014/main" id="{09E0CA14-DEA3-41A8-94FA-833E0CF5100A}"/>
                </a:ext>
              </a:extLst>
            </p:cNvPr>
            <p:cNvSpPr/>
            <p:nvPr/>
          </p:nvSpPr>
          <p:spPr>
            <a:xfrm>
              <a:off x="2231832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0" name="직사각형 729">
              <a:extLst>
                <a:ext uri="{FF2B5EF4-FFF2-40B4-BE49-F238E27FC236}">
                  <a16:creationId xmlns:a16="http://schemas.microsoft.com/office/drawing/2014/main" id="{09C3EFD8-8B13-4066-B8D1-FDDAB7F12778}"/>
                </a:ext>
              </a:extLst>
            </p:cNvPr>
            <p:cNvSpPr/>
            <p:nvPr/>
          </p:nvSpPr>
          <p:spPr>
            <a:xfrm>
              <a:off x="2732243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1" name="직사각형 730">
              <a:extLst>
                <a:ext uri="{FF2B5EF4-FFF2-40B4-BE49-F238E27FC236}">
                  <a16:creationId xmlns:a16="http://schemas.microsoft.com/office/drawing/2014/main" id="{F6131583-3626-4062-9286-38F3B16F16C9}"/>
                </a:ext>
              </a:extLst>
            </p:cNvPr>
            <p:cNvSpPr/>
            <p:nvPr/>
          </p:nvSpPr>
          <p:spPr>
            <a:xfrm>
              <a:off x="3232654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2" name="직사각형 731">
              <a:extLst>
                <a:ext uri="{FF2B5EF4-FFF2-40B4-BE49-F238E27FC236}">
                  <a16:creationId xmlns:a16="http://schemas.microsoft.com/office/drawing/2014/main" id="{C6520FE1-F634-4894-B3F3-5CF1546E77E1}"/>
                </a:ext>
              </a:extLst>
            </p:cNvPr>
            <p:cNvSpPr/>
            <p:nvPr/>
          </p:nvSpPr>
          <p:spPr>
            <a:xfrm>
              <a:off x="3733065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3" name="직사각형 732">
              <a:extLst>
                <a:ext uri="{FF2B5EF4-FFF2-40B4-BE49-F238E27FC236}">
                  <a16:creationId xmlns:a16="http://schemas.microsoft.com/office/drawing/2014/main" id="{1F26204E-E4A1-4DD6-80B5-D61C96DA3281}"/>
                </a:ext>
              </a:extLst>
            </p:cNvPr>
            <p:cNvSpPr/>
            <p:nvPr/>
          </p:nvSpPr>
          <p:spPr>
            <a:xfrm>
              <a:off x="4233476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4" name="직사각형 733">
              <a:extLst>
                <a:ext uri="{FF2B5EF4-FFF2-40B4-BE49-F238E27FC236}">
                  <a16:creationId xmlns:a16="http://schemas.microsoft.com/office/drawing/2014/main" id="{7AD4FF51-AD06-4A00-AF96-1EF492E4F44D}"/>
                </a:ext>
              </a:extLst>
            </p:cNvPr>
            <p:cNvSpPr/>
            <p:nvPr/>
          </p:nvSpPr>
          <p:spPr>
            <a:xfrm>
              <a:off x="4733887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5" name="직사각형 734">
              <a:extLst>
                <a:ext uri="{FF2B5EF4-FFF2-40B4-BE49-F238E27FC236}">
                  <a16:creationId xmlns:a16="http://schemas.microsoft.com/office/drawing/2014/main" id="{A6175640-4FB4-4F8E-882E-AF06B36749E3}"/>
                </a:ext>
              </a:extLst>
            </p:cNvPr>
            <p:cNvSpPr/>
            <p:nvPr/>
          </p:nvSpPr>
          <p:spPr>
            <a:xfrm>
              <a:off x="5234300" y="61538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6" name="직사각형 735">
              <a:extLst>
                <a:ext uri="{FF2B5EF4-FFF2-40B4-BE49-F238E27FC236}">
                  <a16:creationId xmlns:a16="http://schemas.microsoft.com/office/drawing/2014/main" id="{D7CF8329-B1CA-4088-AA98-960A7D40B5FF}"/>
                </a:ext>
              </a:extLst>
            </p:cNvPr>
            <p:cNvSpPr/>
            <p:nvPr/>
          </p:nvSpPr>
          <p:spPr>
            <a:xfrm>
              <a:off x="230188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7" name="직사각형 736">
              <a:extLst>
                <a:ext uri="{FF2B5EF4-FFF2-40B4-BE49-F238E27FC236}">
                  <a16:creationId xmlns:a16="http://schemas.microsoft.com/office/drawing/2014/main" id="{8596F772-DD52-4AF7-A768-44D564ECC38B}"/>
                </a:ext>
              </a:extLst>
            </p:cNvPr>
            <p:cNvSpPr/>
            <p:nvPr/>
          </p:nvSpPr>
          <p:spPr>
            <a:xfrm>
              <a:off x="730599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8" name="직사각형 737">
              <a:extLst>
                <a:ext uri="{FF2B5EF4-FFF2-40B4-BE49-F238E27FC236}">
                  <a16:creationId xmlns:a16="http://schemas.microsoft.com/office/drawing/2014/main" id="{2B43B2AC-AB56-44D3-987B-4FB6E1079CDC}"/>
                </a:ext>
              </a:extLst>
            </p:cNvPr>
            <p:cNvSpPr/>
            <p:nvPr/>
          </p:nvSpPr>
          <p:spPr>
            <a:xfrm>
              <a:off x="1231010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9" name="직사각형 738">
              <a:extLst>
                <a:ext uri="{FF2B5EF4-FFF2-40B4-BE49-F238E27FC236}">
                  <a16:creationId xmlns:a16="http://schemas.microsoft.com/office/drawing/2014/main" id="{0371E147-C0D9-4680-99DB-C71D82F42DE2}"/>
                </a:ext>
              </a:extLst>
            </p:cNvPr>
            <p:cNvSpPr/>
            <p:nvPr/>
          </p:nvSpPr>
          <p:spPr>
            <a:xfrm>
              <a:off x="1731421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0" name="직사각형 739">
              <a:extLst>
                <a:ext uri="{FF2B5EF4-FFF2-40B4-BE49-F238E27FC236}">
                  <a16:creationId xmlns:a16="http://schemas.microsoft.com/office/drawing/2014/main" id="{04CAFCA5-3F4F-4FCA-8BA8-60C340705852}"/>
                </a:ext>
              </a:extLst>
            </p:cNvPr>
            <p:cNvSpPr/>
            <p:nvPr/>
          </p:nvSpPr>
          <p:spPr>
            <a:xfrm>
              <a:off x="2231832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1" name="직사각형 740">
              <a:extLst>
                <a:ext uri="{FF2B5EF4-FFF2-40B4-BE49-F238E27FC236}">
                  <a16:creationId xmlns:a16="http://schemas.microsoft.com/office/drawing/2014/main" id="{F2879F96-9294-4DA0-968D-A889B3D59D9B}"/>
                </a:ext>
              </a:extLst>
            </p:cNvPr>
            <p:cNvSpPr/>
            <p:nvPr/>
          </p:nvSpPr>
          <p:spPr>
            <a:xfrm>
              <a:off x="2732243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2" name="직사각형 741">
              <a:extLst>
                <a:ext uri="{FF2B5EF4-FFF2-40B4-BE49-F238E27FC236}">
                  <a16:creationId xmlns:a16="http://schemas.microsoft.com/office/drawing/2014/main" id="{E0CF6F24-FD1E-4513-B955-40E5DF20D41C}"/>
                </a:ext>
              </a:extLst>
            </p:cNvPr>
            <p:cNvSpPr/>
            <p:nvPr/>
          </p:nvSpPr>
          <p:spPr>
            <a:xfrm>
              <a:off x="3232654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3" name="직사각형 742">
              <a:extLst>
                <a:ext uri="{FF2B5EF4-FFF2-40B4-BE49-F238E27FC236}">
                  <a16:creationId xmlns:a16="http://schemas.microsoft.com/office/drawing/2014/main" id="{F3D02AF2-508E-414D-9728-4EE7398240DA}"/>
                </a:ext>
              </a:extLst>
            </p:cNvPr>
            <p:cNvSpPr/>
            <p:nvPr/>
          </p:nvSpPr>
          <p:spPr>
            <a:xfrm>
              <a:off x="3733065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4" name="직사각형 743">
              <a:extLst>
                <a:ext uri="{FF2B5EF4-FFF2-40B4-BE49-F238E27FC236}">
                  <a16:creationId xmlns:a16="http://schemas.microsoft.com/office/drawing/2014/main" id="{54CB2CED-6932-42B4-8388-2EB2363DAD39}"/>
                </a:ext>
              </a:extLst>
            </p:cNvPr>
            <p:cNvSpPr/>
            <p:nvPr/>
          </p:nvSpPr>
          <p:spPr>
            <a:xfrm>
              <a:off x="4233476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5" name="직사각형 744">
              <a:extLst>
                <a:ext uri="{FF2B5EF4-FFF2-40B4-BE49-F238E27FC236}">
                  <a16:creationId xmlns:a16="http://schemas.microsoft.com/office/drawing/2014/main" id="{DAE6E7BF-B8AF-4097-97EF-6E26F6E322F4}"/>
                </a:ext>
              </a:extLst>
            </p:cNvPr>
            <p:cNvSpPr/>
            <p:nvPr/>
          </p:nvSpPr>
          <p:spPr>
            <a:xfrm>
              <a:off x="4733887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6" name="직사각형 745">
              <a:extLst>
                <a:ext uri="{FF2B5EF4-FFF2-40B4-BE49-F238E27FC236}">
                  <a16:creationId xmlns:a16="http://schemas.microsoft.com/office/drawing/2014/main" id="{52A4CE5F-1A16-4A9D-85DE-6BD32CA531F7}"/>
                </a:ext>
              </a:extLst>
            </p:cNvPr>
            <p:cNvSpPr/>
            <p:nvPr/>
          </p:nvSpPr>
          <p:spPr>
            <a:xfrm>
              <a:off x="5234300" y="666820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7" name="직사각형 746">
              <a:extLst>
                <a:ext uri="{FF2B5EF4-FFF2-40B4-BE49-F238E27FC236}">
                  <a16:creationId xmlns:a16="http://schemas.microsoft.com/office/drawing/2014/main" id="{BAA40889-F1A9-44D1-9F4E-F525F93739AB}"/>
                </a:ext>
              </a:extLst>
            </p:cNvPr>
            <p:cNvSpPr/>
            <p:nvPr/>
          </p:nvSpPr>
          <p:spPr>
            <a:xfrm>
              <a:off x="230188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8" name="직사각형 747">
              <a:extLst>
                <a:ext uri="{FF2B5EF4-FFF2-40B4-BE49-F238E27FC236}">
                  <a16:creationId xmlns:a16="http://schemas.microsoft.com/office/drawing/2014/main" id="{BD8ABF5D-5EAB-4A41-87EF-0B8F58D193B7}"/>
                </a:ext>
              </a:extLst>
            </p:cNvPr>
            <p:cNvSpPr/>
            <p:nvPr/>
          </p:nvSpPr>
          <p:spPr>
            <a:xfrm>
              <a:off x="730599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9" name="직사각형 748">
              <a:extLst>
                <a:ext uri="{FF2B5EF4-FFF2-40B4-BE49-F238E27FC236}">
                  <a16:creationId xmlns:a16="http://schemas.microsoft.com/office/drawing/2014/main" id="{31774C17-1EBE-45EA-8C48-FA4E3AFF6B8F}"/>
                </a:ext>
              </a:extLst>
            </p:cNvPr>
            <p:cNvSpPr/>
            <p:nvPr/>
          </p:nvSpPr>
          <p:spPr>
            <a:xfrm>
              <a:off x="1231010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0" name="직사각형 749">
              <a:extLst>
                <a:ext uri="{FF2B5EF4-FFF2-40B4-BE49-F238E27FC236}">
                  <a16:creationId xmlns:a16="http://schemas.microsoft.com/office/drawing/2014/main" id="{0EC21D1C-6F15-41B7-82D8-23BE6BD6E942}"/>
                </a:ext>
              </a:extLst>
            </p:cNvPr>
            <p:cNvSpPr/>
            <p:nvPr/>
          </p:nvSpPr>
          <p:spPr>
            <a:xfrm>
              <a:off x="1731421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1" name="직사각형 750">
              <a:extLst>
                <a:ext uri="{FF2B5EF4-FFF2-40B4-BE49-F238E27FC236}">
                  <a16:creationId xmlns:a16="http://schemas.microsoft.com/office/drawing/2014/main" id="{79CF410A-00F1-4B19-A675-C06EA4135184}"/>
                </a:ext>
              </a:extLst>
            </p:cNvPr>
            <p:cNvSpPr/>
            <p:nvPr/>
          </p:nvSpPr>
          <p:spPr>
            <a:xfrm>
              <a:off x="2231832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2" name="직사각형 751">
              <a:extLst>
                <a:ext uri="{FF2B5EF4-FFF2-40B4-BE49-F238E27FC236}">
                  <a16:creationId xmlns:a16="http://schemas.microsoft.com/office/drawing/2014/main" id="{022DB3E0-72B9-4D3D-B902-1D0996DAFBB6}"/>
                </a:ext>
              </a:extLst>
            </p:cNvPr>
            <p:cNvSpPr/>
            <p:nvPr/>
          </p:nvSpPr>
          <p:spPr>
            <a:xfrm>
              <a:off x="2732243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3" name="직사각형 752">
              <a:extLst>
                <a:ext uri="{FF2B5EF4-FFF2-40B4-BE49-F238E27FC236}">
                  <a16:creationId xmlns:a16="http://schemas.microsoft.com/office/drawing/2014/main" id="{E690B1B9-B5F1-4A64-9F44-2159E10FFF5F}"/>
                </a:ext>
              </a:extLst>
            </p:cNvPr>
            <p:cNvSpPr/>
            <p:nvPr/>
          </p:nvSpPr>
          <p:spPr>
            <a:xfrm>
              <a:off x="3232654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4" name="직사각형 753">
              <a:extLst>
                <a:ext uri="{FF2B5EF4-FFF2-40B4-BE49-F238E27FC236}">
                  <a16:creationId xmlns:a16="http://schemas.microsoft.com/office/drawing/2014/main" id="{90E4A21C-2D14-40B3-8097-49C8F0F7E0A4}"/>
                </a:ext>
              </a:extLst>
            </p:cNvPr>
            <p:cNvSpPr/>
            <p:nvPr/>
          </p:nvSpPr>
          <p:spPr>
            <a:xfrm>
              <a:off x="3733065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5" name="직사각형 754">
              <a:extLst>
                <a:ext uri="{FF2B5EF4-FFF2-40B4-BE49-F238E27FC236}">
                  <a16:creationId xmlns:a16="http://schemas.microsoft.com/office/drawing/2014/main" id="{1D202C24-E340-4C76-AF1D-B2514357B359}"/>
                </a:ext>
              </a:extLst>
            </p:cNvPr>
            <p:cNvSpPr/>
            <p:nvPr/>
          </p:nvSpPr>
          <p:spPr>
            <a:xfrm>
              <a:off x="4233476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6" name="직사각형 755">
              <a:extLst>
                <a:ext uri="{FF2B5EF4-FFF2-40B4-BE49-F238E27FC236}">
                  <a16:creationId xmlns:a16="http://schemas.microsoft.com/office/drawing/2014/main" id="{2A3989D0-F7C3-4243-ABC1-DC96354EA1C0}"/>
                </a:ext>
              </a:extLst>
            </p:cNvPr>
            <p:cNvSpPr/>
            <p:nvPr/>
          </p:nvSpPr>
          <p:spPr>
            <a:xfrm>
              <a:off x="4733887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7" name="직사각형 756">
              <a:extLst>
                <a:ext uri="{FF2B5EF4-FFF2-40B4-BE49-F238E27FC236}">
                  <a16:creationId xmlns:a16="http://schemas.microsoft.com/office/drawing/2014/main" id="{FAFC92F0-8973-4D0C-82AE-0BFE013F65A8}"/>
                </a:ext>
              </a:extLst>
            </p:cNvPr>
            <p:cNvSpPr/>
            <p:nvPr/>
          </p:nvSpPr>
          <p:spPr>
            <a:xfrm>
              <a:off x="5234300" y="7182550"/>
              <a:ext cx="468000" cy="468000"/>
            </a:xfrm>
            <a:prstGeom prst="rect">
              <a:avLst/>
            </a:prstGeom>
            <a:noFill/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758" name="직선 연결선 757">
              <a:extLst>
                <a:ext uri="{FF2B5EF4-FFF2-40B4-BE49-F238E27FC236}">
                  <a16:creationId xmlns:a16="http://schemas.microsoft.com/office/drawing/2014/main" id="{19EF5C3B-0E60-4B61-AD26-296A9721C41C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9" name="직선 연결선 758">
              <a:extLst>
                <a:ext uri="{FF2B5EF4-FFF2-40B4-BE49-F238E27FC236}">
                  <a16:creationId xmlns:a16="http://schemas.microsoft.com/office/drawing/2014/main" id="{6FB64391-3C41-44C4-BD03-38DB6F834203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8" name="TextBox 187">
            <a:hlinkClick r:id="rId2"/>
            <a:extLst>
              <a:ext uri="{FF2B5EF4-FFF2-40B4-BE49-F238E27FC236}">
                <a16:creationId xmlns:a16="http://schemas.microsoft.com/office/drawing/2014/main" id="{378E4FD5-E9B9-485E-BC7E-1E3A7AF27A8F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89" name="TextBox 188">
            <a:hlinkClick r:id="rId3"/>
            <a:extLst>
              <a:ext uri="{FF2B5EF4-FFF2-40B4-BE49-F238E27FC236}">
                <a16:creationId xmlns:a16="http://schemas.microsoft.com/office/drawing/2014/main" id="{C7D0AADA-8CF7-4665-87D5-D71159170D5D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90" name="TextBox 184">
            <a:hlinkClick r:id="rId4"/>
            <a:extLst>
              <a:ext uri="{FF2B5EF4-FFF2-40B4-BE49-F238E27FC236}">
                <a16:creationId xmlns:a16="http://schemas.microsoft.com/office/drawing/2014/main" id="{47135259-A71B-47D6-8B33-FB18218A4E73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54</cp:revision>
  <dcterms:created xsi:type="dcterms:W3CDTF">2021-10-29T04:43:38Z</dcterms:created>
  <dcterms:modified xsi:type="dcterms:W3CDTF">2021-12-19T07:53:39Z</dcterms:modified>
</cp:coreProperties>
</file>
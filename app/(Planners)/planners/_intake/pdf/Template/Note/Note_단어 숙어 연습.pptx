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8" name="그룹 1507">
            <a:extLst>
              <a:ext uri="{FF2B5EF4-FFF2-40B4-BE49-F238E27FC236}">
                <a16:creationId xmlns:a16="http://schemas.microsoft.com/office/drawing/2014/main" id="{5A12458E-6A32-41F0-8331-76CB96E1E890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1509" name="그룹 1508">
              <a:extLst>
                <a:ext uri="{FF2B5EF4-FFF2-40B4-BE49-F238E27FC236}">
                  <a16:creationId xmlns:a16="http://schemas.microsoft.com/office/drawing/2014/main" id="{6646111D-A7E3-4D88-B1A1-46BEE84ACC47}"/>
                </a:ext>
              </a:extLst>
            </p:cNvPr>
            <p:cNvGrpSpPr/>
            <p:nvPr/>
          </p:nvGrpSpPr>
          <p:grpSpPr>
            <a:xfrm>
              <a:off x="230188" y="533399"/>
              <a:ext cx="5472111" cy="628651"/>
              <a:chOff x="230188" y="533399"/>
              <a:chExt cx="5472111" cy="628651"/>
            </a:xfrm>
          </p:grpSpPr>
          <p:sp>
            <p:nvSpPr>
              <p:cNvPr id="1602" name="직사각형 1601">
                <a:extLst>
                  <a:ext uri="{FF2B5EF4-FFF2-40B4-BE49-F238E27FC236}">
                    <a16:creationId xmlns:a16="http://schemas.microsoft.com/office/drawing/2014/main" id="{DBF3D162-1996-4F2E-BD1D-70AE21047AF8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603" name="직사각형 1602">
                <a:extLst>
                  <a:ext uri="{FF2B5EF4-FFF2-40B4-BE49-F238E27FC236}">
                    <a16:creationId xmlns:a16="http://schemas.microsoft.com/office/drawing/2014/main" id="{803246CF-F141-4387-B1DD-B906606C5D07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604" name="직사각형 1603">
                <a:extLst>
                  <a:ext uri="{FF2B5EF4-FFF2-40B4-BE49-F238E27FC236}">
                    <a16:creationId xmlns:a16="http://schemas.microsoft.com/office/drawing/2014/main" id="{9E130482-995F-4128-BE17-530D21F9C63A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605" name="직사각형 1604">
                <a:extLst>
                  <a:ext uri="{FF2B5EF4-FFF2-40B4-BE49-F238E27FC236}">
                    <a16:creationId xmlns:a16="http://schemas.microsoft.com/office/drawing/2014/main" id="{6FA779BD-5DB4-4941-B37A-5167ADAB2675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606" name="그룹 1605">
                <a:extLst>
                  <a:ext uri="{FF2B5EF4-FFF2-40B4-BE49-F238E27FC236}">
                    <a16:creationId xmlns:a16="http://schemas.microsoft.com/office/drawing/2014/main" id="{7EF21C46-7B36-42D1-B0E8-EDF1D46E4E75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607" name="타원 1606">
                  <a:extLst>
                    <a:ext uri="{FF2B5EF4-FFF2-40B4-BE49-F238E27FC236}">
                      <a16:creationId xmlns:a16="http://schemas.microsoft.com/office/drawing/2014/main" id="{574CCEBA-08FB-44EC-82FC-7F1097A284EB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608" name="타원 1607">
                  <a:extLst>
                    <a:ext uri="{FF2B5EF4-FFF2-40B4-BE49-F238E27FC236}">
                      <a16:creationId xmlns:a16="http://schemas.microsoft.com/office/drawing/2014/main" id="{0A8E3EF4-92D7-4B74-84F4-28CC62345169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609" name="타원 1608">
                  <a:extLst>
                    <a:ext uri="{FF2B5EF4-FFF2-40B4-BE49-F238E27FC236}">
                      <a16:creationId xmlns:a16="http://schemas.microsoft.com/office/drawing/2014/main" id="{2585F6F2-3A49-4E2C-93CB-B1F58C41D0F9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610" name="타원 1609">
                  <a:extLst>
                    <a:ext uri="{FF2B5EF4-FFF2-40B4-BE49-F238E27FC236}">
                      <a16:creationId xmlns:a16="http://schemas.microsoft.com/office/drawing/2014/main" id="{8F85EFA6-B896-4B41-8A40-8F05B252E7DF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0" name="그룹 1509">
              <a:extLst>
                <a:ext uri="{FF2B5EF4-FFF2-40B4-BE49-F238E27FC236}">
                  <a16:creationId xmlns:a16="http://schemas.microsoft.com/office/drawing/2014/main" id="{48AA8F07-0DF2-4864-A9B4-7EFB749DA144}"/>
                </a:ext>
              </a:extLst>
            </p:cNvPr>
            <p:cNvGrpSpPr/>
            <p:nvPr/>
          </p:nvGrpSpPr>
          <p:grpSpPr>
            <a:xfrm>
              <a:off x="230188" y="1235603"/>
              <a:ext cx="5472111" cy="628651"/>
              <a:chOff x="230188" y="533399"/>
              <a:chExt cx="5472111" cy="628651"/>
            </a:xfrm>
          </p:grpSpPr>
          <p:sp>
            <p:nvSpPr>
              <p:cNvPr id="1593" name="직사각형 1592">
                <a:extLst>
                  <a:ext uri="{FF2B5EF4-FFF2-40B4-BE49-F238E27FC236}">
                    <a16:creationId xmlns:a16="http://schemas.microsoft.com/office/drawing/2014/main" id="{691AE637-F4B6-414A-BC7B-D360C21C996F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94" name="직사각형 1593">
                <a:extLst>
                  <a:ext uri="{FF2B5EF4-FFF2-40B4-BE49-F238E27FC236}">
                    <a16:creationId xmlns:a16="http://schemas.microsoft.com/office/drawing/2014/main" id="{A09EA17D-73F0-4D4D-B1FE-5E8AA7199A6D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95" name="직사각형 1594">
                <a:extLst>
                  <a:ext uri="{FF2B5EF4-FFF2-40B4-BE49-F238E27FC236}">
                    <a16:creationId xmlns:a16="http://schemas.microsoft.com/office/drawing/2014/main" id="{51CD4721-1B24-4C33-91AC-C589D5614379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96" name="직사각형 1595">
                <a:extLst>
                  <a:ext uri="{FF2B5EF4-FFF2-40B4-BE49-F238E27FC236}">
                    <a16:creationId xmlns:a16="http://schemas.microsoft.com/office/drawing/2014/main" id="{2B793C7C-B431-4EFD-B60E-F3B49B3FEA59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97" name="그룹 1596">
                <a:extLst>
                  <a:ext uri="{FF2B5EF4-FFF2-40B4-BE49-F238E27FC236}">
                    <a16:creationId xmlns:a16="http://schemas.microsoft.com/office/drawing/2014/main" id="{5F5D2F58-657D-4C32-B0DF-AEC8DB3BB8F1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98" name="타원 1597">
                  <a:extLst>
                    <a:ext uri="{FF2B5EF4-FFF2-40B4-BE49-F238E27FC236}">
                      <a16:creationId xmlns:a16="http://schemas.microsoft.com/office/drawing/2014/main" id="{9767117C-593D-4A10-807B-B1B44502B081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99" name="타원 1598">
                  <a:extLst>
                    <a:ext uri="{FF2B5EF4-FFF2-40B4-BE49-F238E27FC236}">
                      <a16:creationId xmlns:a16="http://schemas.microsoft.com/office/drawing/2014/main" id="{315857E8-8CE6-49C9-B779-95AAA3D61956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600" name="타원 1599">
                  <a:extLst>
                    <a:ext uri="{FF2B5EF4-FFF2-40B4-BE49-F238E27FC236}">
                      <a16:creationId xmlns:a16="http://schemas.microsoft.com/office/drawing/2014/main" id="{BD0A2C18-E5BD-4160-9869-98774F647072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601" name="타원 1600">
                  <a:extLst>
                    <a:ext uri="{FF2B5EF4-FFF2-40B4-BE49-F238E27FC236}">
                      <a16:creationId xmlns:a16="http://schemas.microsoft.com/office/drawing/2014/main" id="{EBF04D7C-2D70-4AD1-A4A1-42D8C097DD60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1" name="그룹 1510">
              <a:extLst>
                <a:ext uri="{FF2B5EF4-FFF2-40B4-BE49-F238E27FC236}">
                  <a16:creationId xmlns:a16="http://schemas.microsoft.com/office/drawing/2014/main" id="{3A729464-AC71-49CA-9EAF-940445219C62}"/>
                </a:ext>
              </a:extLst>
            </p:cNvPr>
            <p:cNvGrpSpPr/>
            <p:nvPr/>
          </p:nvGrpSpPr>
          <p:grpSpPr>
            <a:xfrm>
              <a:off x="230188" y="1937807"/>
              <a:ext cx="5472111" cy="628651"/>
              <a:chOff x="230188" y="533399"/>
              <a:chExt cx="5472111" cy="628651"/>
            </a:xfrm>
          </p:grpSpPr>
          <p:sp>
            <p:nvSpPr>
              <p:cNvPr id="1584" name="직사각형 1583">
                <a:extLst>
                  <a:ext uri="{FF2B5EF4-FFF2-40B4-BE49-F238E27FC236}">
                    <a16:creationId xmlns:a16="http://schemas.microsoft.com/office/drawing/2014/main" id="{018898CE-38A3-47C0-9323-0B020D8CB919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85" name="직사각형 1584">
                <a:extLst>
                  <a:ext uri="{FF2B5EF4-FFF2-40B4-BE49-F238E27FC236}">
                    <a16:creationId xmlns:a16="http://schemas.microsoft.com/office/drawing/2014/main" id="{41AD5B77-94F7-4181-9D22-D810E67CDCA5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86" name="직사각형 1585">
                <a:extLst>
                  <a:ext uri="{FF2B5EF4-FFF2-40B4-BE49-F238E27FC236}">
                    <a16:creationId xmlns:a16="http://schemas.microsoft.com/office/drawing/2014/main" id="{0757F195-F89E-4D43-AFF0-F7A7FCC63E8A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87" name="직사각형 1586">
                <a:extLst>
                  <a:ext uri="{FF2B5EF4-FFF2-40B4-BE49-F238E27FC236}">
                    <a16:creationId xmlns:a16="http://schemas.microsoft.com/office/drawing/2014/main" id="{2655A5D2-465E-4C5B-BE51-CD0F52336591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88" name="그룹 1587">
                <a:extLst>
                  <a:ext uri="{FF2B5EF4-FFF2-40B4-BE49-F238E27FC236}">
                    <a16:creationId xmlns:a16="http://schemas.microsoft.com/office/drawing/2014/main" id="{FAB0B6F9-F3DF-4A9F-BFAE-C395FDA8C25E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89" name="타원 1588">
                  <a:extLst>
                    <a:ext uri="{FF2B5EF4-FFF2-40B4-BE49-F238E27FC236}">
                      <a16:creationId xmlns:a16="http://schemas.microsoft.com/office/drawing/2014/main" id="{65A597F2-D87E-4A5A-B865-369F328318E1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90" name="타원 1589">
                  <a:extLst>
                    <a:ext uri="{FF2B5EF4-FFF2-40B4-BE49-F238E27FC236}">
                      <a16:creationId xmlns:a16="http://schemas.microsoft.com/office/drawing/2014/main" id="{4950670F-30A3-4934-844B-BA0902833732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91" name="타원 1590">
                  <a:extLst>
                    <a:ext uri="{FF2B5EF4-FFF2-40B4-BE49-F238E27FC236}">
                      <a16:creationId xmlns:a16="http://schemas.microsoft.com/office/drawing/2014/main" id="{3571D24B-957C-4E84-AD7B-30C180DA33F6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92" name="타원 1591">
                  <a:extLst>
                    <a:ext uri="{FF2B5EF4-FFF2-40B4-BE49-F238E27FC236}">
                      <a16:creationId xmlns:a16="http://schemas.microsoft.com/office/drawing/2014/main" id="{9DE75D33-3DEA-46E4-8B59-084B70E603CB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2" name="그룹 1511">
              <a:extLst>
                <a:ext uri="{FF2B5EF4-FFF2-40B4-BE49-F238E27FC236}">
                  <a16:creationId xmlns:a16="http://schemas.microsoft.com/office/drawing/2014/main" id="{CD2C222E-1585-4F9E-BF98-D86837511461}"/>
                </a:ext>
              </a:extLst>
            </p:cNvPr>
            <p:cNvGrpSpPr/>
            <p:nvPr/>
          </p:nvGrpSpPr>
          <p:grpSpPr>
            <a:xfrm>
              <a:off x="230188" y="2640011"/>
              <a:ext cx="5472111" cy="628651"/>
              <a:chOff x="230188" y="533399"/>
              <a:chExt cx="5472111" cy="628651"/>
            </a:xfrm>
          </p:grpSpPr>
          <p:sp>
            <p:nvSpPr>
              <p:cNvPr id="1575" name="직사각형 1574">
                <a:extLst>
                  <a:ext uri="{FF2B5EF4-FFF2-40B4-BE49-F238E27FC236}">
                    <a16:creationId xmlns:a16="http://schemas.microsoft.com/office/drawing/2014/main" id="{DA9DC4A4-8BC6-4762-9420-B1C25D6F8B55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76" name="직사각형 1575">
                <a:extLst>
                  <a:ext uri="{FF2B5EF4-FFF2-40B4-BE49-F238E27FC236}">
                    <a16:creationId xmlns:a16="http://schemas.microsoft.com/office/drawing/2014/main" id="{7764CE2E-1012-49F6-9B04-187E942CB65A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77" name="직사각형 1576">
                <a:extLst>
                  <a:ext uri="{FF2B5EF4-FFF2-40B4-BE49-F238E27FC236}">
                    <a16:creationId xmlns:a16="http://schemas.microsoft.com/office/drawing/2014/main" id="{E43B8EAB-09FA-4473-9393-7792E14BE2A0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78" name="직사각형 1577">
                <a:extLst>
                  <a:ext uri="{FF2B5EF4-FFF2-40B4-BE49-F238E27FC236}">
                    <a16:creationId xmlns:a16="http://schemas.microsoft.com/office/drawing/2014/main" id="{AA26766D-B848-48D8-A3D8-6A93589E5CFD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79" name="그룹 1578">
                <a:extLst>
                  <a:ext uri="{FF2B5EF4-FFF2-40B4-BE49-F238E27FC236}">
                    <a16:creationId xmlns:a16="http://schemas.microsoft.com/office/drawing/2014/main" id="{2F6E3A69-48AE-4195-87D8-394025ED303B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80" name="타원 1579">
                  <a:extLst>
                    <a:ext uri="{FF2B5EF4-FFF2-40B4-BE49-F238E27FC236}">
                      <a16:creationId xmlns:a16="http://schemas.microsoft.com/office/drawing/2014/main" id="{AE512896-3A36-46DA-ACB4-7C11112AC564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81" name="타원 1580">
                  <a:extLst>
                    <a:ext uri="{FF2B5EF4-FFF2-40B4-BE49-F238E27FC236}">
                      <a16:creationId xmlns:a16="http://schemas.microsoft.com/office/drawing/2014/main" id="{04ED1C27-F305-4152-B78D-7598193B6332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82" name="타원 1581">
                  <a:extLst>
                    <a:ext uri="{FF2B5EF4-FFF2-40B4-BE49-F238E27FC236}">
                      <a16:creationId xmlns:a16="http://schemas.microsoft.com/office/drawing/2014/main" id="{92C406D1-0654-4F8E-84A3-AFBB740AB56E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83" name="타원 1582">
                  <a:extLst>
                    <a:ext uri="{FF2B5EF4-FFF2-40B4-BE49-F238E27FC236}">
                      <a16:creationId xmlns:a16="http://schemas.microsoft.com/office/drawing/2014/main" id="{CA0AC233-637E-4E34-BA01-8144240C5E42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3" name="그룹 1512">
              <a:extLst>
                <a:ext uri="{FF2B5EF4-FFF2-40B4-BE49-F238E27FC236}">
                  <a16:creationId xmlns:a16="http://schemas.microsoft.com/office/drawing/2014/main" id="{78745E52-771F-4466-BBA3-790F4D28FCCB}"/>
                </a:ext>
              </a:extLst>
            </p:cNvPr>
            <p:cNvGrpSpPr/>
            <p:nvPr/>
          </p:nvGrpSpPr>
          <p:grpSpPr>
            <a:xfrm>
              <a:off x="230188" y="3342215"/>
              <a:ext cx="5472111" cy="628651"/>
              <a:chOff x="230188" y="533399"/>
              <a:chExt cx="5472111" cy="628651"/>
            </a:xfrm>
          </p:grpSpPr>
          <p:sp>
            <p:nvSpPr>
              <p:cNvPr id="1566" name="직사각형 1565">
                <a:extLst>
                  <a:ext uri="{FF2B5EF4-FFF2-40B4-BE49-F238E27FC236}">
                    <a16:creationId xmlns:a16="http://schemas.microsoft.com/office/drawing/2014/main" id="{B2EA5ABD-DA3C-4781-9214-9445A7C77FC8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7" name="직사각형 1566">
                <a:extLst>
                  <a:ext uri="{FF2B5EF4-FFF2-40B4-BE49-F238E27FC236}">
                    <a16:creationId xmlns:a16="http://schemas.microsoft.com/office/drawing/2014/main" id="{2BD73204-1961-4B4B-B821-43FEAD366EB5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8" name="직사각형 1567">
                <a:extLst>
                  <a:ext uri="{FF2B5EF4-FFF2-40B4-BE49-F238E27FC236}">
                    <a16:creationId xmlns:a16="http://schemas.microsoft.com/office/drawing/2014/main" id="{34B21B88-437C-442D-8A19-55914BDB67AE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9" name="직사각형 1568">
                <a:extLst>
                  <a:ext uri="{FF2B5EF4-FFF2-40B4-BE49-F238E27FC236}">
                    <a16:creationId xmlns:a16="http://schemas.microsoft.com/office/drawing/2014/main" id="{60955A27-F263-4D43-9930-D0DE004A99FF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70" name="그룹 1569">
                <a:extLst>
                  <a:ext uri="{FF2B5EF4-FFF2-40B4-BE49-F238E27FC236}">
                    <a16:creationId xmlns:a16="http://schemas.microsoft.com/office/drawing/2014/main" id="{E2BE067F-C48D-41E7-ABF8-50C3FE9AF9AC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71" name="타원 1570">
                  <a:extLst>
                    <a:ext uri="{FF2B5EF4-FFF2-40B4-BE49-F238E27FC236}">
                      <a16:creationId xmlns:a16="http://schemas.microsoft.com/office/drawing/2014/main" id="{9EDE2F74-1671-4C92-AB05-8C67257C09D8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72" name="타원 1571">
                  <a:extLst>
                    <a:ext uri="{FF2B5EF4-FFF2-40B4-BE49-F238E27FC236}">
                      <a16:creationId xmlns:a16="http://schemas.microsoft.com/office/drawing/2014/main" id="{746D67FA-5598-407F-B243-B976FAAB8641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73" name="타원 1572">
                  <a:extLst>
                    <a:ext uri="{FF2B5EF4-FFF2-40B4-BE49-F238E27FC236}">
                      <a16:creationId xmlns:a16="http://schemas.microsoft.com/office/drawing/2014/main" id="{B555CB62-9B90-4D50-9471-4DFE59317080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74" name="타원 1573">
                  <a:extLst>
                    <a:ext uri="{FF2B5EF4-FFF2-40B4-BE49-F238E27FC236}">
                      <a16:creationId xmlns:a16="http://schemas.microsoft.com/office/drawing/2014/main" id="{55C569A1-626C-451E-8136-7A2094827243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4" name="그룹 1513">
              <a:extLst>
                <a:ext uri="{FF2B5EF4-FFF2-40B4-BE49-F238E27FC236}">
                  <a16:creationId xmlns:a16="http://schemas.microsoft.com/office/drawing/2014/main" id="{DD6E467D-5090-449B-8F9D-7CF350C0CC68}"/>
                </a:ext>
              </a:extLst>
            </p:cNvPr>
            <p:cNvGrpSpPr/>
            <p:nvPr/>
          </p:nvGrpSpPr>
          <p:grpSpPr>
            <a:xfrm>
              <a:off x="230188" y="4044419"/>
              <a:ext cx="5472111" cy="628651"/>
              <a:chOff x="230188" y="533399"/>
              <a:chExt cx="5472111" cy="628651"/>
            </a:xfrm>
          </p:grpSpPr>
          <p:sp>
            <p:nvSpPr>
              <p:cNvPr id="1557" name="직사각형 1556">
                <a:extLst>
                  <a:ext uri="{FF2B5EF4-FFF2-40B4-BE49-F238E27FC236}">
                    <a16:creationId xmlns:a16="http://schemas.microsoft.com/office/drawing/2014/main" id="{6E3DD7F7-7CBF-4DBB-A299-EF6260A8712C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58" name="직사각형 1557">
                <a:extLst>
                  <a:ext uri="{FF2B5EF4-FFF2-40B4-BE49-F238E27FC236}">
                    <a16:creationId xmlns:a16="http://schemas.microsoft.com/office/drawing/2014/main" id="{C9EC96E7-B006-4CC7-8900-B53F85F32F17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59" name="직사각형 1558">
                <a:extLst>
                  <a:ext uri="{FF2B5EF4-FFF2-40B4-BE49-F238E27FC236}">
                    <a16:creationId xmlns:a16="http://schemas.microsoft.com/office/drawing/2014/main" id="{14C474C6-6461-432A-BAB3-5CDB71CF178C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60" name="직사각형 1559">
                <a:extLst>
                  <a:ext uri="{FF2B5EF4-FFF2-40B4-BE49-F238E27FC236}">
                    <a16:creationId xmlns:a16="http://schemas.microsoft.com/office/drawing/2014/main" id="{25C584BF-D4C2-4B83-A2F3-4CB012D09AEE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61" name="그룹 1560">
                <a:extLst>
                  <a:ext uri="{FF2B5EF4-FFF2-40B4-BE49-F238E27FC236}">
                    <a16:creationId xmlns:a16="http://schemas.microsoft.com/office/drawing/2014/main" id="{BA022C08-BCF9-4DCC-91D8-BE9A86444057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62" name="타원 1561">
                  <a:extLst>
                    <a:ext uri="{FF2B5EF4-FFF2-40B4-BE49-F238E27FC236}">
                      <a16:creationId xmlns:a16="http://schemas.microsoft.com/office/drawing/2014/main" id="{C6D9C58F-660D-4750-A7CD-D0FF9C7949BB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63" name="타원 1562">
                  <a:extLst>
                    <a:ext uri="{FF2B5EF4-FFF2-40B4-BE49-F238E27FC236}">
                      <a16:creationId xmlns:a16="http://schemas.microsoft.com/office/drawing/2014/main" id="{3750C678-6ED3-4AD4-82A3-7D384EA7C923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64" name="타원 1563">
                  <a:extLst>
                    <a:ext uri="{FF2B5EF4-FFF2-40B4-BE49-F238E27FC236}">
                      <a16:creationId xmlns:a16="http://schemas.microsoft.com/office/drawing/2014/main" id="{BA297397-0D89-48EC-9C5B-9EE936D3532A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65" name="타원 1564">
                  <a:extLst>
                    <a:ext uri="{FF2B5EF4-FFF2-40B4-BE49-F238E27FC236}">
                      <a16:creationId xmlns:a16="http://schemas.microsoft.com/office/drawing/2014/main" id="{24C89AC8-0FBC-4C19-974E-0468FAF265EA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5" name="그룹 1514">
              <a:extLst>
                <a:ext uri="{FF2B5EF4-FFF2-40B4-BE49-F238E27FC236}">
                  <a16:creationId xmlns:a16="http://schemas.microsoft.com/office/drawing/2014/main" id="{83A3D7E5-3432-4409-B1D4-F4A7EE58B891}"/>
                </a:ext>
              </a:extLst>
            </p:cNvPr>
            <p:cNvGrpSpPr/>
            <p:nvPr/>
          </p:nvGrpSpPr>
          <p:grpSpPr>
            <a:xfrm>
              <a:off x="230188" y="4746623"/>
              <a:ext cx="5472111" cy="628651"/>
              <a:chOff x="230188" y="533399"/>
              <a:chExt cx="5472111" cy="628651"/>
            </a:xfrm>
          </p:grpSpPr>
          <p:sp>
            <p:nvSpPr>
              <p:cNvPr id="1548" name="직사각형 1547">
                <a:extLst>
                  <a:ext uri="{FF2B5EF4-FFF2-40B4-BE49-F238E27FC236}">
                    <a16:creationId xmlns:a16="http://schemas.microsoft.com/office/drawing/2014/main" id="{08F90758-3897-4329-8EF3-1B3FA6DE480C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49" name="직사각형 1548">
                <a:extLst>
                  <a:ext uri="{FF2B5EF4-FFF2-40B4-BE49-F238E27FC236}">
                    <a16:creationId xmlns:a16="http://schemas.microsoft.com/office/drawing/2014/main" id="{1BA515B8-D050-4800-A4CB-BB3905FA70AD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50" name="직사각형 1549">
                <a:extLst>
                  <a:ext uri="{FF2B5EF4-FFF2-40B4-BE49-F238E27FC236}">
                    <a16:creationId xmlns:a16="http://schemas.microsoft.com/office/drawing/2014/main" id="{75175A3A-05D6-4712-AA34-DEB9AD2EAB6C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51" name="직사각형 1550">
                <a:extLst>
                  <a:ext uri="{FF2B5EF4-FFF2-40B4-BE49-F238E27FC236}">
                    <a16:creationId xmlns:a16="http://schemas.microsoft.com/office/drawing/2014/main" id="{72C99707-B3C2-4AB7-9B92-38D5C91B4F5C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52" name="그룹 1551">
                <a:extLst>
                  <a:ext uri="{FF2B5EF4-FFF2-40B4-BE49-F238E27FC236}">
                    <a16:creationId xmlns:a16="http://schemas.microsoft.com/office/drawing/2014/main" id="{C2E38833-CC9B-47C9-BA91-C04CC12A5B92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53" name="타원 1552">
                  <a:extLst>
                    <a:ext uri="{FF2B5EF4-FFF2-40B4-BE49-F238E27FC236}">
                      <a16:creationId xmlns:a16="http://schemas.microsoft.com/office/drawing/2014/main" id="{AC17CF82-21DC-4E04-915A-B3E6F8936E07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54" name="타원 1553">
                  <a:extLst>
                    <a:ext uri="{FF2B5EF4-FFF2-40B4-BE49-F238E27FC236}">
                      <a16:creationId xmlns:a16="http://schemas.microsoft.com/office/drawing/2014/main" id="{EE14034E-0F66-4745-820F-165BDC2282DD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55" name="타원 1554">
                  <a:extLst>
                    <a:ext uri="{FF2B5EF4-FFF2-40B4-BE49-F238E27FC236}">
                      <a16:creationId xmlns:a16="http://schemas.microsoft.com/office/drawing/2014/main" id="{78F5064A-393B-49F0-B109-4A508CFDF7C0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56" name="타원 1555">
                  <a:extLst>
                    <a:ext uri="{FF2B5EF4-FFF2-40B4-BE49-F238E27FC236}">
                      <a16:creationId xmlns:a16="http://schemas.microsoft.com/office/drawing/2014/main" id="{E2B1CECB-9132-4D4E-B993-9A1B02D02D2F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6" name="그룹 1515">
              <a:extLst>
                <a:ext uri="{FF2B5EF4-FFF2-40B4-BE49-F238E27FC236}">
                  <a16:creationId xmlns:a16="http://schemas.microsoft.com/office/drawing/2014/main" id="{ACFBBA26-D70F-4F43-B003-CA3B0B6F2A1F}"/>
                </a:ext>
              </a:extLst>
            </p:cNvPr>
            <p:cNvGrpSpPr/>
            <p:nvPr/>
          </p:nvGrpSpPr>
          <p:grpSpPr>
            <a:xfrm>
              <a:off x="230188" y="5448827"/>
              <a:ext cx="5472111" cy="628651"/>
              <a:chOff x="230188" y="533399"/>
              <a:chExt cx="5472111" cy="628651"/>
            </a:xfrm>
          </p:grpSpPr>
          <p:sp>
            <p:nvSpPr>
              <p:cNvPr id="1539" name="직사각형 1538">
                <a:extLst>
                  <a:ext uri="{FF2B5EF4-FFF2-40B4-BE49-F238E27FC236}">
                    <a16:creationId xmlns:a16="http://schemas.microsoft.com/office/drawing/2014/main" id="{3999C4C7-4485-4342-8199-46A9C03E7FE1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40" name="직사각형 1539">
                <a:extLst>
                  <a:ext uri="{FF2B5EF4-FFF2-40B4-BE49-F238E27FC236}">
                    <a16:creationId xmlns:a16="http://schemas.microsoft.com/office/drawing/2014/main" id="{0C84AFFB-1CFF-444E-894C-AD27386A00FD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41" name="직사각형 1540">
                <a:extLst>
                  <a:ext uri="{FF2B5EF4-FFF2-40B4-BE49-F238E27FC236}">
                    <a16:creationId xmlns:a16="http://schemas.microsoft.com/office/drawing/2014/main" id="{FAE89131-35F3-4B99-B590-9EE16FCE0078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42" name="직사각형 1541">
                <a:extLst>
                  <a:ext uri="{FF2B5EF4-FFF2-40B4-BE49-F238E27FC236}">
                    <a16:creationId xmlns:a16="http://schemas.microsoft.com/office/drawing/2014/main" id="{724BD593-DE92-47A3-BDA7-E9F6F392CE86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43" name="그룹 1542">
                <a:extLst>
                  <a:ext uri="{FF2B5EF4-FFF2-40B4-BE49-F238E27FC236}">
                    <a16:creationId xmlns:a16="http://schemas.microsoft.com/office/drawing/2014/main" id="{A60B9A82-AA92-46AD-AA97-90594F4FCEBC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44" name="타원 1543">
                  <a:extLst>
                    <a:ext uri="{FF2B5EF4-FFF2-40B4-BE49-F238E27FC236}">
                      <a16:creationId xmlns:a16="http://schemas.microsoft.com/office/drawing/2014/main" id="{53C0FFB9-C752-48E5-81CB-95B537404AF1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45" name="타원 1544">
                  <a:extLst>
                    <a:ext uri="{FF2B5EF4-FFF2-40B4-BE49-F238E27FC236}">
                      <a16:creationId xmlns:a16="http://schemas.microsoft.com/office/drawing/2014/main" id="{FC7191FF-F1B6-4E03-8215-70C2B9840040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46" name="타원 1545">
                  <a:extLst>
                    <a:ext uri="{FF2B5EF4-FFF2-40B4-BE49-F238E27FC236}">
                      <a16:creationId xmlns:a16="http://schemas.microsoft.com/office/drawing/2014/main" id="{7050FF5B-3567-410A-BB97-266E3455C530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47" name="타원 1546">
                  <a:extLst>
                    <a:ext uri="{FF2B5EF4-FFF2-40B4-BE49-F238E27FC236}">
                      <a16:creationId xmlns:a16="http://schemas.microsoft.com/office/drawing/2014/main" id="{995A71EC-0FF9-435D-95F9-A411EF20D298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7" name="그룹 1516">
              <a:extLst>
                <a:ext uri="{FF2B5EF4-FFF2-40B4-BE49-F238E27FC236}">
                  <a16:creationId xmlns:a16="http://schemas.microsoft.com/office/drawing/2014/main" id="{ADD25D2E-4E13-4041-A364-6385FF93DDD2}"/>
                </a:ext>
              </a:extLst>
            </p:cNvPr>
            <p:cNvGrpSpPr/>
            <p:nvPr/>
          </p:nvGrpSpPr>
          <p:grpSpPr>
            <a:xfrm>
              <a:off x="230188" y="6151031"/>
              <a:ext cx="5472111" cy="628651"/>
              <a:chOff x="230188" y="533399"/>
              <a:chExt cx="5472111" cy="628651"/>
            </a:xfrm>
          </p:grpSpPr>
          <p:sp>
            <p:nvSpPr>
              <p:cNvPr id="1530" name="직사각형 1529">
                <a:extLst>
                  <a:ext uri="{FF2B5EF4-FFF2-40B4-BE49-F238E27FC236}">
                    <a16:creationId xmlns:a16="http://schemas.microsoft.com/office/drawing/2014/main" id="{E56AF604-65F7-42E7-A696-1868078900A1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31" name="직사각형 1530">
                <a:extLst>
                  <a:ext uri="{FF2B5EF4-FFF2-40B4-BE49-F238E27FC236}">
                    <a16:creationId xmlns:a16="http://schemas.microsoft.com/office/drawing/2014/main" id="{B35F1B47-A0FD-4FA0-9CC1-7949630CE626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32" name="직사각형 1531">
                <a:extLst>
                  <a:ext uri="{FF2B5EF4-FFF2-40B4-BE49-F238E27FC236}">
                    <a16:creationId xmlns:a16="http://schemas.microsoft.com/office/drawing/2014/main" id="{7896EA41-CF9A-4F0B-9CA6-3B1851551C69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33" name="직사각형 1532">
                <a:extLst>
                  <a:ext uri="{FF2B5EF4-FFF2-40B4-BE49-F238E27FC236}">
                    <a16:creationId xmlns:a16="http://schemas.microsoft.com/office/drawing/2014/main" id="{D9741609-08AB-47C6-AA04-63FF50E2BCC1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34" name="그룹 1533">
                <a:extLst>
                  <a:ext uri="{FF2B5EF4-FFF2-40B4-BE49-F238E27FC236}">
                    <a16:creationId xmlns:a16="http://schemas.microsoft.com/office/drawing/2014/main" id="{3325733F-FA8E-4F02-8FB6-5854F18AC0A8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35" name="타원 1534">
                  <a:extLst>
                    <a:ext uri="{FF2B5EF4-FFF2-40B4-BE49-F238E27FC236}">
                      <a16:creationId xmlns:a16="http://schemas.microsoft.com/office/drawing/2014/main" id="{8335719A-1985-4F0B-A57D-5D607ADDD82D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36" name="타원 1535">
                  <a:extLst>
                    <a:ext uri="{FF2B5EF4-FFF2-40B4-BE49-F238E27FC236}">
                      <a16:creationId xmlns:a16="http://schemas.microsoft.com/office/drawing/2014/main" id="{6FB1A47F-A0CE-472C-86FC-FFC034DA2585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37" name="타원 1536">
                  <a:extLst>
                    <a:ext uri="{FF2B5EF4-FFF2-40B4-BE49-F238E27FC236}">
                      <a16:creationId xmlns:a16="http://schemas.microsoft.com/office/drawing/2014/main" id="{850F07DF-9429-4617-A431-413E887ED671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38" name="타원 1537">
                  <a:extLst>
                    <a:ext uri="{FF2B5EF4-FFF2-40B4-BE49-F238E27FC236}">
                      <a16:creationId xmlns:a16="http://schemas.microsoft.com/office/drawing/2014/main" id="{9A66D5F8-91D5-4343-BBD8-C01B1AAD07FE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grpSp>
          <p:nvGrpSpPr>
            <p:cNvPr id="1518" name="그룹 1517">
              <a:extLst>
                <a:ext uri="{FF2B5EF4-FFF2-40B4-BE49-F238E27FC236}">
                  <a16:creationId xmlns:a16="http://schemas.microsoft.com/office/drawing/2014/main" id="{8ED5D656-1F95-4F51-81B4-7AD90647E116}"/>
                </a:ext>
              </a:extLst>
            </p:cNvPr>
            <p:cNvGrpSpPr/>
            <p:nvPr/>
          </p:nvGrpSpPr>
          <p:grpSpPr>
            <a:xfrm>
              <a:off x="230188" y="6853237"/>
              <a:ext cx="5472111" cy="628651"/>
              <a:chOff x="230188" y="533399"/>
              <a:chExt cx="5472111" cy="628651"/>
            </a:xfrm>
          </p:grpSpPr>
          <p:sp>
            <p:nvSpPr>
              <p:cNvPr id="1521" name="직사각형 1520">
                <a:extLst>
                  <a:ext uri="{FF2B5EF4-FFF2-40B4-BE49-F238E27FC236}">
                    <a16:creationId xmlns:a16="http://schemas.microsoft.com/office/drawing/2014/main" id="{FE6ED08E-815F-4C7D-82A8-1FD75167C2BF}"/>
                  </a:ext>
                </a:extLst>
              </p:cNvPr>
              <p:cNvSpPr/>
              <p:nvPr/>
            </p:nvSpPr>
            <p:spPr>
              <a:xfrm>
                <a:off x="230188" y="533399"/>
                <a:ext cx="2275945" cy="2730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2" name="직사각형 1521">
                <a:extLst>
                  <a:ext uri="{FF2B5EF4-FFF2-40B4-BE49-F238E27FC236}">
                    <a16:creationId xmlns:a16="http://schemas.microsoft.com/office/drawing/2014/main" id="{457C93DA-ADC6-4B76-B008-2926159552EA}"/>
                  </a:ext>
                </a:extLst>
              </p:cNvPr>
              <p:cNvSpPr/>
              <p:nvPr/>
            </p:nvSpPr>
            <p:spPr>
              <a:xfrm>
                <a:off x="2573497" y="533400"/>
                <a:ext cx="2743570" cy="2730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3" name="직사각형 1522">
                <a:extLst>
                  <a:ext uri="{FF2B5EF4-FFF2-40B4-BE49-F238E27FC236}">
                    <a16:creationId xmlns:a16="http://schemas.microsoft.com/office/drawing/2014/main" id="{A47572EA-AEA8-42CD-930F-92D5F0998C13}"/>
                  </a:ext>
                </a:extLst>
              </p:cNvPr>
              <p:cNvSpPr/>
              <p:nvPr/>
            </p:nvSpPr>
            <p:spPr>
              <a:xfrm>
                <a:off x="5357706" y="533399"/>
                <a:ext cx="344593" cy="628651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4" name="직사각형 1523">
                <a:extLst>
                  <a:ext uri="{FF2B5EF4-FFF2-40B4-BE49-F238E27FC236}">
                    <a16:creationId xmlns:a16="http://schemas.microsoft.com/office/drawing/2014/main" id="{0F0F09A9-8F77-4895-B50F-5FE2786DA97C}"/>
                  </a:ext>
                </a:extLst>
              </p:cNvPr>
              <p:cNvSpPr/>
              <p:nvPr/>
            </p:nvSpPr>
            <p:spPr>
              <a:xfrm>
                <a:off x="230188" y="842010"/>
                <a:ext cx="5086879" cy="3200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grpSp>
            <p:nvGrpSpPr>
              <p:cNvPr id="1525" name="그룹 1524">
                <a:extLst>
                  <a:ext uri="{FF2B5EF4-FFF2-40B4-BE49-F238E27FC236}">
                    <a16:creationId xmlns:a16="http://schemas.microsoft.com/office/drawing/2014/main" id="{C5BCFD26-650F-43E8-99AB-E4D14C83BA58}"/>
                  </a:ext>
                </a:extLst>
              </p:cNvPr>
              <p:cNvGrpSpPr/>
              <p:nvPr/>
            </p:nvGrpSpPr>
            <p:grpSpPr>
              <a:xfrm>
                <a:off x="5495077" y="576657"/>
                <a:ext cx="69850" cy="542135"/>
                <a:chOff x="5495077" y="590759"/>
                <a:chExt cx="69850" cy="542135"/>
              </a:xfrm>
            </p:grpSpPr>
            <p:sp>
              <p:nvSpPr>
                <p:cNvPr id="1526" name="타원 1525">
                  <a:extLst>
                    <a:ext uri="{FF2B5EF4-FFF2-40B4-BE49-F238E27FC236}">
                      <a16:creationId xmlns:a16="http://schemas.microsoft.com/office/drawing/2014/main" id="{7F87DC23-075C-4AA2-B17C-24AAB8380329}"/>
                    </a:ext>
                  </a:extLst>
                </p:cNvPr>
                <p:cNvSpPr/>
                <p:nvPr/>
              </p:nvSpPr>
              <p:spPr>
                <a:xfrm>
                  <a:off x="5495077" y="590759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27" name="타원 1526">
                  <a:extLst>
                    <a:ext uri="{FF2B5EF4-FFF2-40B4-BE49-F238E27FC236}">
                      <a16:creationId xmlns:a16="http://schemas.microsoft.com/office/drawing/2014/main" id="{AE3A12B3-6882-4EBC-97D2-13433B096DD1}"/>
                    </a:ext>
                  </a:extLst>
                </p:cNvPr>
                <p:cNvSpPr/>
                <p:nvPr/>
              </p:nvSpPr>
              <p:spPr>
                <a:xfrm>
                  <a:off x="5495077" y="748187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28" name="타원 1527">
                  <a:extLst>
                    <a:ext uri="{FF2B5EF4-FFF2-40B4-BE49-F238E27FC236}">
                      <a16:creationId xmlns:a16="http://schemas.microsoft.com/office/drawing/2014/main" id="{AA2C0D1A-5765-42DD-9DF5-AF2C2C79EEB9}"/>
                    </a:ext>
                  </a:extLst>
                </p:cNvPr>
                <p:cNvSpPr/>
                <p:nvPr/>
              </p:nvSpPr>
              <p:spPr>
                <a:xfrm>
                  <a:off x="5495077" y="905615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529" name="타원 1528">
                  <a:extLst>
                    <a:ext uri="{FF2B5EF4-FFF2-40B4-BE49-F238E27FC236}">
                      <a16:creationId xmlns:a16="http://schemas.microsoft.com/office/drawing/2014/main" id="{B50C093F-2B9B-4000-975A-7866F9EE6E4C}"/>
                    </a:ext>
                  </a:extLst>
                </p:cNvPr>
                <p:cNvSpPr/>
                <p:nvPr/>
              </p:nvSpPr>
              <p:spPr>
                <a:xfrm>
                  <a:off x="5495077" y="1063044"/>
                  <a:ext cx="69850" cy="69850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1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cxnSp>
          <p:nvCxnSpPr>
            <p:cNvPr id="1519" name="직선 연결선 1518">
              <a:extLst>
                <a:ext uri="{FF2B5EF4-FFF2-40B4-BE49-F238E27FC236}">
                  <a16:creationId xmlns:a16="http://schemas.microsoft.com/office/drawing/2014/main" id="{F50F166B-59C7-4FD2-AC26-FB4906ADAF3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직선 연결선 1519">
              <a:extLst>
                <a:ext uri="{FF2B5EF4-FFF2-40B4-BE49-F238E27FC236}">
                  <a16:creationId xmlns:a16="http://schemas.microsoft.com/office/drawing/2014/main" id="{A9764607-D419-4FCE-BE95-CE4E0744480D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85">
            <a:hlinkClick r:id="rId2"/>
            <a:extLst>
              <a:ext uri="{FF2B5EF4-FFF2-40B4-BE49-F238E27FC236}">
                <a16:creationId xmlns:a16="http://schemas.microsoft.com/office/drawing/2014/main" id="{1570AC40-8236-469F-AC20-4CA5335BFB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TextBox 186">
            <a:hlinkClick r:id="rId3"/>
            <a:extLst>
              <a:ext uri="{FF2B5EF4-FFF2-40B4-BE49-F238E27FC236}">
                <a16:creationId xmlns:a16="http://schemas.microsoft.com/office/drawing/2014/main" id="{E9434916-2CE6-428C-BD90-F922EF2F6CB2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xtBox 184">
            <a:hlinkClick r:id="rId4"/>
            <a:extLst>
              <a:ext uri="{FF2B5EF4-FFF2-40B4-BE49-F238E27FC236}">
                <a16:creationId xmlns:a16="http://schemas.microsoft.com/office/drawing/2014/main" id="{5F6C85BA-E539-446C-9BF9-F357628888D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60</cp:revision>
  <dcterms:created xsi:type="dcterms:W3CDTF">2021-10-29T04:43:38Z</dcterms:created>
  <dcterms:modified xsi:type="dcterms:W3CDTF">2021-12-19T07:51:27Z</dcterms:modified>
</cp:coreProperties>
</file>
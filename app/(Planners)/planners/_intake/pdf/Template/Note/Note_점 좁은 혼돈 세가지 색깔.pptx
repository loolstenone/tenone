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01" name="그룹 23900">
            <a:extLst>
              <a:ext uri="{FF2B5EF4-FFF2-40B4-BE49-F238E27FC236}">
                <a16:creationId xmlns:a16="http://schemas.microsoft.com/office/drawing/2014/main" id="{D60D20D1-494A-42B6-A69B-878B81E3CB14}"/>
              </a:ext>
            </a:extLst>
          </p:cNvPr>
          <p:cNvGrpSpPr/>
          <p:nvPr/>
        </p:nvGrpSpPr>
        <p:grpSpPr>
          <a:xfrm>
            <a:off x="302419" y="462531"/>
            <a:ext cx="5472112" cy="7015074"/>
            <a:chOff x="230188" y="462531"/>
            <a:chExt cx="5472112" cy="7015074"/>
          </a:xfrm>
        </p:grpSpPr>
        <p:grpSp>
          <p:nvGrpSpPr>
            <p:cNvPr id="17310" name="그룹 17309">
              <a:extLst>
                <a:ext uri="{FF2B5EF4-FFF2-40B4-BE49-F238E27FC236}">
                  <a16:creationId xmlns:a16="http://schemas.microsoft.com/office/drawing/2014/main" id="{FF5350FC-A6F1-443F-8FCE-AA095E93DDA2}"/>
                </a:ext>
              </a:extLst>
            </p:cNvPr>
            <p:cNvGrpSpPr/>
            <p:nvPr/>
          </p:nvGrpSpPr>
          <p:grpSpPr>
            <a:xfrm>
              <a:off x="230188" y="527050"/>
              <a:ext cx="5464175" cy="6950555"/>
              <a:chOff x="230188" y="527050"/>
              <a:chExt cx="5464175" cy="6950555"/>
            </a:xfrm>
          </p:grpSpPr>
          <p:sp>
            <p:nvSpPr>
              <p:cNvPr id="17311" name="타원 17310">
                <a:extLst>
                  <a:ext uri="{FF2B5EF4-FFF2-40B4-BE49-F238E27FC236}">
                    <a16:creationId xmlns:a16="http://schemas.microsoft.com/office/drawing/2014/main" id="{A1E518FA-0014-4E78-B588-37E9604CD188}"/>
                  </a:ext>
                </a:extLst>
              </p:cNvPr>
              <p:cNvSpPr/>
              <p:nvPr/>
            </p:nvSpPr>
            <p:spPr>
              <a:xfrm>
                <a:off x="2301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12" name="타원 17311">
                <a:extLst>
                  <a:ext uri="{FF2B5EF4-FFF2-40B4-BE49-F238E27FC236}">
                    <a16:creationId xmlns:a16="http://schemas.microsoft.com/office/drawing/2014/main" id="{C6F85602-1220-4830-8C18-E9884BE96032}"/>
                  </a:ext>
                </a:extLst>
              </p:cNvPr>
              <p:cNvSpPr/>
              <p:nvPr/>
            </p:nvSpPr>
            <p:spPr>
              <a:xfrm>
                <a:off x="3825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13" name="타원 17312">
                <a:extLst>
                  <a:ext uri="{FF2B5EF4-FFF2-40B4-BE49-F238E27FC236}">
                    <a16:creationId xmlns:a16="http://schemas.microsoft.com/office/drawing/2014/main" id="{24A7A8E1-57F9-46B0-9374-E73994FE039D}"/>
                  </a:ext>
                </a:extLst>
              </p:cNvPr>
              <p:cNvSpPr/>
              <p:nvPr/>
            </p:nvSpPr>
            <p:spPr>
              <a:xfrm>
                <a:off x="5349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14" name="타원 17313">
                <a:extLst>
                  <a:ext uri="{FF2B5EF4-FFF2-40B4-BE49-F238E27FC236}">
                    <a16:creationId xmlns:a16="http://schemas.microsoft.com/office/drawing/2014/main" id="{CC38810C-5963-4C91-8C7D-E9444AC25EC9}"/>
                  </a:ext>
                </a:extLst>
              </p:cNvPr>
              <p:cNvSpPr/>
              <p:nvPr/>
            </p:nvSpPr>
            <p:spPr>
              <a:xfrm>
                <a:off x="6873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15" name="타원 17314">
                <a:extLst>
                  <a:ext uri="{FF2B5EF4-FFF2-40B4-BE49-F238E27FC236}">
                    <a16:creationId xmlns:a16="http://schemas.microsoft.com/office/drawing/2014/main" id="{1258A8A5-0FD9-450B-8E5F-D6F7A795A8AD}"/>
                  </a:ext>
                </a:extLst>
              </p:cNvPr>
              <p:cNvSpPr/>
              <p:nvPr/>
            </p:nvSpPr>
            <p:spPr>
              <a:xfrm>
                <a:off x="8397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16" name="타원 17315">
                <a:extLst>
                  <a:ext uri="{FF2B5EF4-FFF2-40B4-BE49-F238E27FC236}">
                    <a16:creationId xmlns:a16="http://schemas.microsoft.com/office/drawing/2014/main" id="{D759E3ED-547B-47E9-AB6E-009B5AE5A8AC}"/>
                  </a:ext>
                </a:extLst>
              </p:cNvPr>
              <p:cNvSpPr/>
              <p:nvPr/>
            </p:nvSpPr>
            <p:spPr>
              <a:xfrm>
                <a:off x="9921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17" name="타원 17316">
                <a:extLst>
                  <a:ext uri="{FF2B5EF4-FFF2-40B4-BE49-F238E27FC236}">
                    <a16:creationId xmlns:a16="http://schemas.microsoft.com/office/drawing/2014/main" id="{4724EC9A-FBC4-4B03-B79C-5C5051BDC7B4}"/>
                  </a:ext>
                </a:extLst>
              </p:cNvPr>
              <p:cNvSpPr/>
              <p:nvPr/>
            </p:nvSpPr>
            <p:spPr>
              <a:xfrm>
                <a:off x="11445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18" name="타원 17317">
                <a:extLst>
                  <a:ext uri="{FF2B5EF4-FFF2-40B4-BE49-F238E27FC236}">
                    <a16:creationId xmlns:a16="http://schemas.microsoft.com/office/drawing/2014/main" id="{DD6EB07F-373E-4BE1-9731-408A714226CD}"/>
                  </a:ext>
                </a:extLst>
              </p:cNvPr>
              <p:cNvSpPr/>
              <p:nvPr/>
            </p:nvSpPr>
            <p:spPr>
              <a:xfrm>
                <a:off x="12969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19" name="타원 17318">
                <a:extLst>
                  <a:ext uri="{FF2B5EF4-FFF2-40B4-BE49-F238E27FC236}">
                    <a16:creationId xmlns:a16="http://schemas.microsoft.com/office/drawing/2014/main" id="{212CF1B7-607B-4A6B-BF87-FA81BC83929C}"/>
                  </a:ext>
                </a:extLst>
              </p:cNvPr>
              <p:cNvSpPr/>
              <p:nvPr/>
            </p:nvSpPr>
            <p:spPr>
              <a:xfrm>
                <a:off x="14493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20" name="타원 17319">
                <a:extLst>
                  <a:ext uri="{FF2B5EF4-FFF2-40B4-BE49-F238E27FC236}">
                    <a16:creationId xmlns:a16="http://schemas.microsoft.com/office/drawing/2014/main" id="{58E0E665-2490-4BB8-B6A1-F39F1F51FFF4}"/>
                  </a:ext>
                </a:extLst>
              </p:cNvPr>
              <p:cNvSpPr/>
              <p:nvPr/>
            </p:nvSpPr>
            <p:spPr>
              <a:xfrm>
                <a:off x="16017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21" name="타원 17320">
                <a:extLst>
                  <a:ext uri="{FF2B5EF4-FFF2-40B4-BE49-F238E27FC236}">
                    <a16:creationId xmlns:a16="http://schemas.microsoft.com/office/drawing/2014/main" id="{0AD2A8A3-F654-4740-95CC-846EB6FD27A1}"/>
                  </a:ext>
                </a:extLst>
              </p:cNvPr>
              <p:cNvSpPr/>
              <p:nvPr/>
            </p:nvSpPr>
            <p:spPr>
              <a:xfrm>
                <a:off x="17541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22" name="타원 17321">
                <a:extLst>
                  <a:ext uri="{FF2B5EF4-FFF2-40B4-BE49-F238E27FC236}">
                    <a16:creationId xmlns:a16="http://schemas.microsoft.com/office/drawing/2014/main" id="{D0CE4359-3E11-4848-8883-1F9AB34315C3}"/>
                  </a:ext>
                </a:extLst>
              </p:cNvPr>
              <p:cNvSpPr/>
              <p:nvPr/>
            </p:nvSpPr>
            <p:spPr>
              <a:xfrm>
                <a:off x="19065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23" name="타원 17322">
                <a:extLst>
                  <a:ext uri="{FF2B5EF4-FFF2-40B4-BE49-F238E27FC236}">
                    <a16:creationId xmlns:a16="http://schemas.microsoft.com/office/drawing/2014/main" id="{E1287E8D-9713-4453-902C-1D630C9A6DAA}"/>
                  </a:ext>
                </a:extLst>
              </p:cNvPr>
              <p:cNvSpPr/>
              <p:nvPr/>
            </p:nvSpPr>
            <p:spPr>
              <a:xfrm>
                <a:off x="20589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24" name="타원 17323">
                <a:extLst>
                  <a:ext uri="{FF2B5EF4-FFF2-40B4-BE49-F238E27FC236}">
                    <a16:creationId xmlns:a16="http://schemas.microsoft.com/office/drawing/2014/main" id="{8B0AC6F7-0C89-479D-BDCA-BECAF4016DCB}"/>
                  </a:ext>
                </a:extLst>
              </p:cNvPr>
              <p:cNvSpPr/>
              <p:nvPr/>
            </p:nvSpPr>
            <p:spPr>
              <a:xfrm>
                <a:off x="22113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25" name="타원 17324">
                <a:extLst>
                  <a:ext uri="{FF2B5EF4-FFF2-40B4-BE49-F238E27FC236}">
                    <a16:creationId xmlns:a16="http://schemas.microsoft.com/office/drawing/2014/main" id="{1869F242-8363-4120-B19B-BE185803B341}"/>
                  </a:ext>
                </a:extLst>
              </p:cNvPr>
              <p:cNvSpPr/>
              <p:nvPr/>
            </p:nvSpPr>
            <p:spPr>
              <a:xfrm>
                <a:off x="23637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26" name="타원 17325">
                <a:extLst>
                  <a:ext uri="{FF2B5EF4-FFF2-40B4-BE49-F238E27FC236}">
                    <a16:creationId xmlns:a16="http://schemas.microsoft.com/office/drawing/2014/main" id="{3A8586F7-001E-4098-99C3-754EE8BF4C80}"/>
                  </a:ext>
                </a:extLst>
              </p:cNvPr>
              <p:cNvSpPr/>
              <p:nvPr/>
            </p:nvSpPr>
            <p:spPr>
              <a:xfrm>
                <a:off x="25161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27" name="타원 17326">
                <a:extLst>
                  <a:ext uri="{FF2B5EF4-FFF2-40B4-BE49-F238E27FC236}">
                    <a16:creationId xmlns:a16="http://schemas.microsoft.com/office/drawing/2014/main" id="{2FB178BA-7545-45AC-82DE-674241BA402F}"/>
                  </a:ext>
                </a:extLst>
              </p:cNvPr>
              <p:cNvSpPr/>
              <p:nvPr/>
            </p:nvSpPr>
            <p:spPr>
              <a:xfrm>
                <a:off x="26685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28" name="타원 17327">
                <a:extLst>
                  <a:ext uri="{FF2B5EF4-FFF2-40B4-BE49-F238E27FC236}">
                    <a16:creationId xmlns:a16="http://schemas.microsoft.com/office/drawing/2014/main" id="{60000F4B-0FC1-4017-8484-C498D6BCA318}"/>
                  </a:ext>
                </a:extLst>
              </p:cNvPr>
              <p:cNvSpPr/>
              <p:nvPr/>
            </p:nvSpPr>
            <p:spPr>
              <a:xfrm>
                <a:off x="28209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29" name="타원 17328">
                <a:extLst>
                  <a:ext uri="{FF2B5EF4-FFF2-40B4-BE49-F238E27FC236}">
                    <a16:creationId xmlns:a16="http://schemas.microsoft.com/office/drawing/2014/main" id="{6CBDCF29-8E43-41F1-8E37-C7AE8935D94C}"/>
                  </a:ext>
                </a:extLst>
              </p:cNvPr>
              <p:cNvSpPr/>
              <p:nvPr/>
            </p:nvSpPr>
            <p:spPr>
              <a:xfrm>
                <a:off x="29733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30" name="타원 17329">
                <a:extLst>
                  <a:ext uri="{FF2B5EF4-FFF2-40B4-BE49-F238E27FC236}">
                    <a16:creationId xmlns:a16="http://schemas.microsoft.com/office/drawing/2014/main" id="{5335F6D3-C8A0-4D56-A366-85035651F4ED}"/>
                  </a:ext>
                </a:extLst>
              </p:cNvPr>
              <p:cNvSpPr/>
              <p:nvPr/>
            </p:nvSpPr>
            <p:spPr>
              <a:xfrm>
                <a:off x="31257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31" name="타원 17330">
                <a:extLst>
                  <a:ext uri="{FF2B5EF4-FFF2-40B4-BE49-F238E27FC236}">
                    <a16:creationId xmlns:a16="http://schemas.microsoft.com/office/drawing/2014/main" id="{A4FC5A13-4C08-4A6B-B5B9-94BA688812C7}"/>
                  </a:ext>
                </a:extLst>
              </p:cNvPr>
              <p:cNvSpPr/>
              <p:nvPr/>
            </p:nvSpPr>
            <p:spPr>
              <a:xfrm>
                <a:off x="32781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32" name="타원 17331">
                <a:extLst>
                  <a:ext uri="{FF2B5EF4-FFF2-40B4-BE49-F238E27FC236}">
                    <a16:creationId xmlns:a16="http://schemas.microsoft.com/office/drawing/2014/main" id="{03BEE459-EE94-4CFE-9208-4FB8D8183904}"/>
                  </a:ext>
                </a:extLst>
              </p:cNvPr>
              <p:cNvSpPr/>
              <p:nvPr/>
            </p:nvSpPr>
            <p:spPr>
              <a:xfrm>
                <a:off x="34305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33" name="타원 17332">
                <a:extLst>
                  <a:ext uri="{FF2B5EF4-FFF2-40B4-BE49-F238E27FC236}">
                    <a16:creationId xmlns:a16="http://schemas.microsoft.com/office/drawing/2014/main" id="{2A408BF8-9A06-4217-BF06-3ABDF1A9821C}"/>
                  </a:ext>
                </a:extLst>
              </p:cNvPr>
              <p:cNvSpPr/>
              <p:nvPr/>
            </p:nvSpPr>
            <p:spPr>
              <a:xfrm>
                <a:off x="35829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34" name="타원 17333">
                <a:extLst>
                  <a:ext uri="{FF2B5EF4-FFF2-40B4-BE49-F238E27FC236}">
                    <a16:creationId xmlns:a16="http://schemas.microsoft.com/office/drawing/2014/main" id="{0BC57BFE-96A1-4210-8BF0-78F64A416A7B}"/>
                  </a:ext>
                </a:extLst>
              </p:cNvPr>
              <p:cNvSpPr/>
              <p:nvPr/>
            </p:nvSpPr>
            <p:spPr>
              <a:xfrm>
                <a:off x="37353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35" name="타원 17334">
                <a:extLst>
                  <a:ext uri="{FF2B5EF4-FFF2-40B4-BE49-F238E27FC236}">
                    <a16:creationId xmlns:a16="http://schemas.microsoft.com/office/drawing/2014/main" id="{3A29FFBE-75F5-4A9F-A9BC-F9E8FAA3EA2E}"/>
                  </a:ext>
                </a:extLst>
              </p:cNvPr>
              <p:cNvSpPr/>
              <p:nvPr/>
            </p:nvSpPr>
            <p:spPr>
              <a:xfrm>
                <a:off x="38877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36" name="타원 17335">
                <a:extLst>
                  <a:ext uri="{FF2B5EF4-FFF2-40B4-BE49-F238E27FC236}">
                    <a16:creationId xmlns:a16="http://schemas.microsoft.com/office/drawing/2014/main" id="{A6A317DF-28F1-4862-BBA7-40FDA3C37818}"/>
                  </a:ext>
                </a:extLst>
              </p:cNvPr>
              <p:cNvSpPr/>
              <p:nvPr/>
            </p:nvSpPr>
            <p:spPr>
              <a:xfrm>
                <a:off x="40401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37" name="타원 17336">
                <a:extLst>
                  <a:ext uri="{FF2B5EF4-FFF2-40B4-BE49-F238E27FC236}">
                    <a16:creationId xmlns:a16="http://schemas.microsoft.com/office/drawing/2014/main" id="{AF2B5E70-30FE-46A6-B2B8-BACE9D291796}"/>
                  </a:ext>
                </a:extLst>
              </p:cNvPr>
              <p:cNvSpPr/>
              <p:nvPr/>
            </p:nvSpPr>
            <p:spPr>
              <a:xfrm>
                <a:off x="41925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38" name="타원 17337">
                <a:extLst>
                  <a:ext uri="{FF2B5EF4-FFF2-40B4-BE49-F238E27FC236}">
                    <a16:creationId xmlns:a16="http://schemas.microsoft.com/office/drawing/2014/main" id="{5DC40F55-0E7B-4060-8459-A083A1ACCB88}"/>
                  </a:ext>
                </a:extLst>
              </p:cNvPr>
              <p:cNvSpPr/>
              <p:nvPr/>
            </p:nvSpPr>
            <p:spPr>
              <a:xfrm>
                <a:off x="43449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39" name="타원 17338">
                <a:extLst>
                  <a:ext uri="{FF2B5EF4-FFF2-40B4-BE49-F238E27FC236}">
                    <a16:creationId xmlns:a16="http://schemas.microsoft.com/office/drawing/2014/main" id="{75AA02AB-4B4C-4C92-9CB4-7F401C8BED5E}"/>
                  </a:ext>
                </a:extLst>
              </p:cNvPr>
              <p:cNvSpPr/>
              <p:nvPr/>
            </p:nvSpPr>
            <p:spPr>
              <a:xfrm>
                <a:off x="44973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40" name="타원 17339">
                <a:extLst>
                  <a:ext uri="{FF2B5EF4-FFF2-40B4-BE49-F238E27FC236}">
                    <a16:creationId xmlns:a16="http://schemas.microsoft.com/office/drawing/2014/main" id="{813363EE-7E1A-4DF7-A9A5-D99D38EC3A0F}"/>
                  </a:ext>
                </a:extLst>
              </p:cNvPr>
              <p:cNvSpPr/>
              <p:nvPr/>
            </p:nvSpPr>
            <p:spPr>
              <a:xfrm>
                <a:off x="46497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41" name="타원 17340">
                <a:extLst>
                  <a:ext uri="{FF2B5EF4-FFF2-40B4-BE49-F238E27FC236}">
                    <a16:creationId xmlns:a16="http://schemas.microsoft.com/office/drawing/2014/main" id="{B3B045C8-99DB-4134-8161-8D12E172C54F}"/>
                  </a:ext>
                </a:extLst>
              </p:cNvPr>
              <p:cNvSpPr/>
              <p:nvPr/>
            </p:nvSpPr>
            <p:spPr>
              <a:xfrm>
                <a:off x="48021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42" name="타원 17341">
                <a:extLst>
                  <a:ext uri="{FF2B5EF4-FFF2-40B4-BE49-F238E27FC236}">
                    <a16:creationId xmlns:a16="http://schemas.microsoft.com/office/drawing/2014/main" id="{11EC3F37-13CC-469E-91F3-20EB589F094D}"/>
                  </a:ext>
                </a:extLst>
              </p:cNvPr>
              <p:cNvSpPr/>
              <p:nvPr/>
            </p:nvSpPr>
            <p:spPr>
              <a:xfrm>
                <a:off x="49545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43" name="타원 17342">
                <a:extLst>
                  <a:ext uri="{FF2B5EF4-FFF2-40B4-BE49-F238E27FC236}">
                    <a16:creationId xmlns:a16="http://schemas.microsoft.com/office/drawing/2014/main" id="{E97D9948-C924-40FB-A593-183F6E46680A}"/>
                  </a:ext>
                </a:extLst>
              </p:cNvPr>
              <p:cNvSpPr/>
              <p:nvPr/>
            </p:nvSpPr>
            <p:spPr>
              <a:xfrm>
                <a:off x="51069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44" name="타원 17343">
                <a:extLst>
                  <a:ext uri="{FF2B5EF4-FFF2-40B4-BE49-F238E27FC236}">
                    <a16:creationId xmlns:a16="http://schemas.microsoft.com/office/drawing/2014/main" id="{CF4848B1-925E-4F50-844D-DD0590CD499C}"/>
                  </a:ext>
                </a:extLst>
              </p:cNvPr>
              <p:cNvSpPr/>
              <p:nvPr/>
            </p:nvSpPr>
            <p:spPr>
              <a:xfrm>
                <a:off x="52593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45" name="타원 17344">
                <a:extLst>
                  <a:ext uri="{FF2B5EF4-FFF2-40B4-BE49-F238E27FC236}">
                    <a16:creationId xmlns:a16="http://schemas.microsoft.com/office/drawing/2014/main" id="{A9921042-499A-4EA8-A149-23F7D9BABF72}"/>
                  </a:ext>
                </a:extLst>
              </p:cNvPr>
              <p:cNvSpPr/>
              <p:nvPr/>
            </p:nvSpPr>
            <p:spPr>
              <a:xfrm>
                <a:off x="54117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46" name="타원 17345">
                <a:extLst>
                  <a:ext uri="{FF2B5EF4-FFF2-40B4-BE49-F238E27FC236}">
                    <a16:creationId xmlns:a16="http://schemas.microsoft.com/office/drawing/2014/main" id="{156AD71D-CD1F-4568-A0B1-D0A8D26039E9}"/>
                  </a:ext>
                </a:extLst>
              </p:cNvPr>
              <p:cNvSpPr/>
              <p:nvPr/>
            </p:nvSpPr>
            <p:spPr>
              <a:xfrm>
                <a:off x="5564188" y="53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47" name="타원 17346">
                <a:extLst>
                  <a:ext uri="{FF2B5EF4-FFF2-40B4-BE49-F238E27FC236}">
                    <a16:creationId xmlns:a16="http://schemas.microsoft.com/office/drawing/2014/main" id="{88383C69-CA6E-4431-BB72-34A881A648CD}"/>
                  </a:ext>
                </a:extLst>
              </p:cNvPr>
              <p:cNvSpPr/>
              <p:nvPr/>
            </p:nvSpPr>
            <p:spPr>
              <a:xfrm>
                <a:off x="2301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48" name="타원 17347">
                <a:extLst>
                  <a:ext uri="{FF2B5EF4-FFF2-40B4-BE49-F238E27FC236}">
                    <a16:creationId xmlns:a16="http://schemas.microsoft.com/office/drawing/2014/main" id="{C234992B-2470-4B92-A79E-B191199EE534}"/>
                  </a:ext>
                </a:extLst>
              </p:cNvPr>
              <p:cNvSpPr/>
              <p:nvPr/>
            </p:nvSpPr>
            <p:spPr>
              <a:xfrm>
                <a:off x="3825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49" name="타원 17348">
                <a:extLst>
                  <a:ext uri="{FF2B5EF4-FFF2-40B4-BE49-F238E27FC236}">
                    <a16:creationId xmlns:a16="http://schemas.microsoft.com/office/drawing/2014/main" id="{A6D3B9A1-68FA-4DE7-85F8-DF7D28C844CA}"/>
                  </a:ext>
                </a:extLst>
              </p:cNvPr>
              <p:cNvSpPr/>
              <p:nvPr/>
            </p:nvSpPr>
            <p:spPr>
              <a:xfrm>
                <a:off x="5349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50" name="타원 17349">
                <a:extLst>
                  <a:ext uri="{FF2B5EF4-FFF2-40B4-BE49-F238E27FC236}">
                    <a16:creationId xmlns:a16="http://schemas.microsoft.com/office/drawing/2014/main" id="{B2B24018-5891-4770-8F05-C40F4063B4F3}"/>
                  </a:ext>
                </a:extLst>
              </p:cNvPr>
              <p:cNvSpPr/>
              <p:nvPr/>
            </p:nvSpPr>
            <p:spPr>
              <a:xfrm>
                <a:off x="6873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51" name="타원 17350">
                <a:extLst>
                  <a:ext uri="{FF2B5EF4-FFF2-40B4-BE49-F238E27FC236}">
                    <a16:creationId xmlns:a16="http://schemas.microsoft.com/office/drawing/2014/main" id="{048F7CB6-B205-4C58-9243-605C2DBFD643}"/>
                  </a:ext>
                </a:extLst>
              </p:cNvPr>
              <p:cNvSpPr/>
              <p:nvPr/>
            </p:nvSpPr>
            <p:spPr>
              <a:xfrm>
                <a:off x="8397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52" name="타원 17351">
                <a:extLst>
                  <a:ext uri="{FF2B5EF4-FFF2-40B4-BE49-F238E27FC236}">
                    <a16:creationId xmlns:a16="http://schemas.microsoft.com/office/drawing/2014/main" id="{1D77AED7-3674-4C02-BA4B-74C85B6458E4}"/>
                  </a:ext>
                </a:extLst>
              </p:cNvPr>
              <p:cNvSpPr/>
              <p:nvPr/>
            </p:nvSpPr>
            <p:spPr>
              <a:xfrm>
                <a:off x="9921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53" name="타원 17352">
                <a:extLst>
                  <a:ext uri="{FF2B5EF4-FFF2-40B4-BE49-F238E27FC236}">
                    <a16:creationId xmlns:a16="http://schemas.microsoft.com/office/drawing/2014/main" id="{0BE3CCC3-CCEE-4ADF-B5DC-16DC73E7FB7B}"/>
                  </a:ext>
                </a:extLst>
              </p:cNvPr>
              <p:cNvSpPr/>
              <p:nvPr/>
            </p:nvSpPr>
            <p:spPr>
              <a:xfrm>
                <a:off x="11445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54" name="타원 17353">
                <a:extLst>
                  <a:ext uri="{FF2B5EF4-FFF2-40B4-BE49-F238E27FC236}">
                    <a16:creationId xmlns:a16="http://schemas.microsoft.com/office/drawing/2014/main" id="{B273C231-64EF-4CB0-816F-4F18DB9C778E}"/>
                  </a:ext>
                </a:extLst>
              </p:cNvPr>
              <p:cNvSpPr/>
              <p:nvPr/>
            </p:nvSpPr>
            <p:spPr>
              <a:xfrm>
                <a:off x="12969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55" name="타원 17354">
                <a:extLst>
                  <a:ext uri="{FF2B5EF4-FFF2-40B4-BE49-F238E27FC236}">
                    <a16:creationId xmlns:a16="http://schemas.microsoft.com/office/drawing/2014/main" id="{8351ED28-A5AC-420F-9DE0-31D8EC91C0C8}"/>
                  </a:ext>
                </a:extLst>
              </p:cNvPr>
              <p:cNvSpPr/>
              <p:nvPr/>
            </p:nvSpPr>
            <p:spPr>
              <a:xfrm>
                <a:off x="14493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56" name="타원 17355">
                <a:extLst>
                  <a:ext uri="{FF2B5EF4-FFF2-40B4-BE49-F238E27FC236}">
                    <a16:creationId xmlns:a16="http://schemas.microsoft.com/office/drawing/2014/main" id="{7D79EE8C-BBA3-4C79-956E-0D96FBC78C0B}"/>
                  </a:ext>
                </a:extLst>
              </p:cNvPr>
              <p:cNvSpPr/>
              <p:nvPr/>
            </p:nvSpPr>
            <p:spPr>
              <a:xfrm>
                <a:off x="16017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57" name="타원 17356">
                <a:extLst>
                  <a:ext uri="{FF2B5EF4-FFF2-40B4-BE49-F238E27FC236}">
                    <a16:creationId xmlns:a16="http://schemas.microsoft.com/office/drawing/2014/main" id="{15731492-66F5-4640-8AD6-498B425263FE}"/>
                  </a:ext>
                </a:extLst>
              </p:cNvPr>
              <p:cNvSpPr/>
              <p:nvPr/>
            </p:nvSpPr>
            <p:spPr>
              <a:xfrm>
                <a:off x="17541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58" name="타원 17357">
                <a:extLst>
                  <a:ext uri="{FF2B5EF4-FFF2-40B4-BE49-F238E27FC236}">
                    <a16:creationId xmlns:a16="http://schemas.microsoft.com/office/drawing/2014/main" id="{2C26B341-E4E7-4650-B34A-918AA499DB7C}"/>
                  </a:ext>
                </a:extLst>
              </p:cNvPr>
              <p:cNvSpPr/>
              <p:nvPr/>
            </p:nvSpPr>
            <p:spPr>
              <a:xfrm>
                <a:off x="19065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59" name="타원 17358">
                <a:extLst>
                  <a:ext uri="{FF2B5EF4-FFF2-40B4-BE49-F238E27FC236}">
                    <a16:creationId xmlns:a16="http://schemas.microsoft.com/office/drawing/2014/main" id="{A8860BD7-9235-4A6E-92FF-28F7E0BA3D96}"/>
                  </a:ext>
                </a:extLst>
              </p:cNvPr>
              <p:cNvSpPr/>
              <p:nvPr/>
            </p:nvSpPr>
            <p:spPr>
              <a:xfrm>
                <a:off x="20589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60" name="타원 17359">
                <a:extLst>
                  <a:ext uri="{FF2B5EF4-FFF2-40B4-BE49-F238E27FC236}">
                    <a16:creationId xmlns:a16="http://schemas.microsoft.com/office/drawing/2014/main" id="{005BFFE7-3244-4F51-9F17-02C441C8772A}"/>
                  </a:ext>
                </a:extLst>
              </p:cNvPr>
              <p:cNvSpPr/>
              <p:nvPr/>
            </p:nvSpPr>
            <p:spPr>
              <a:xfrm>
                <a:off x="22113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61" name="타원 17360">
                <a:extLst>
                  <a:ext uri="{FF2B5EF4-FFF2-40B4-BE49-F238E27FC236}">
                    <a16:creationId xmlns:a16="http://schemas.microsoft.com/office/drawing/2014/main" id="{9CEE54CE-2214-4E6E-AA93-D039D0C34FD5}"/>
                  </a:ext>
                </a:extLst>
              </p:cNvPr>
              <p:cNvSpPr/>
              <p:nvPr/>
            </p:nvSpPr>
            <p:spPr>
              <a:xfrm>
                <a:off x="23637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62" name="타원 17361">
                <a:extLst>
                  <a:ext uri="{FF2B5EF4-FFF2-40B4-BE49-F238E27FC236}">
                    <a16:creationId xmlns:a16="http://schemas.microsoft.com/office/drawing/2014/main" id="{7689FD02-1910-4445-AC3B-BA93B121941B}"/>
                  </a:ext>
                </a:extLst>
              </p:cNvPr>
              <p:cNvSpPr/>
              <p:nvPr/>
            </p:nvSpPr>
            <p:spPr>
              <a:xfrm>
                <a:off x="25161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63" name="타원 17362">
                <a:extLst>
                  <a:ext uri="{FF2B5EF4-FFF2-40B4-BE49-F238E27FC236}">
                    <a16:creationId xmlns:a16="http://schemas.microsoft.com/office/drawing/2014/main" id="{CE697BBD-56C5-4AA0-A941-E8E110D7B623}"/>
                  </a:ext>
                </a:extLst>
              </p:cNvPr>
              <p:cNvSpPr/>
              <p:nvPr/>
            </p:nvSpPr>
            <p:spPr>
              <a:xfrm>
                <a:off x="26685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64" name="타원 17363">
                <a:extLst>
                  <a:ext uri="{FF2B5EF4-FFF2-40B4-BE49-F238E27FC236}">
                    <a16:creationId xmlns:a16="http://schemas.microsoft.com/office/drawing/2014/main" id="{29563DD9-505E-40C9-A8B4-2B46DEB439A3}"/>
                  </a:ext>
                </a:extLst>
              </p:cNvPr>
              <p:cNvSpPr/>
              <p:nvPr/>
            </p:nvSpPr>
            <p:spPr>
              <a:xfrm>
                <a:off x="28209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65" name="타원 17364">
                <a:extLst>
                  <a:ext uri="{FF2B5EF4-FFF2-40B4-BE49-F238E27FC236}">
                    <a16:creationId xmlns:a16="http://schemas.microsoft.com/office/drawing/2014/main" id="{6F8E34D3-4CCF-4776-B738-092CB31E25EB}"/>
                  </a:ext>
                </a:extLst>
              </p:cNvPr>
              <p:cNvSpPr/>
              <p:nvPr/>
            </p:nvSpPr>
            <p:spPr>
              <a:xfrm>
                <a:off x="29733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66" name="타원 17365">
                <a:extLst>
                  <a:ext uri="{FF2B5EF4-FFF2-40B4-BE49-F238E27FC236}">
                    <a16:creationId xmlns:a16="http://schemas.microsoft.com/office/drawing/2014/main" id="{1E0D26A8-BF01-44AD-9D53-6F0E9749D484}"/>
                  </a:ext>
                </a:extLst>
              </p:cNvPr>
              <p:cNvSpPr/>
              <p:nvPr/>
            </p:nvSpPr>
            <p:spPr>
              <a:xfrm>
                <a:off x="31257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67" name="타원 17366">
                <a:extLst>
                  <a:ext uri="{FF2B5EF4-FFF2-40B4-BE49-F238E27FC236}">
                    <a16:creationId xmlns:a16="http://schemas.microsoft.com/office/drawing/2014/main" id="{432F7C1A-8CC8-4374-AD83-08A4A675FE39}"/>
                  </a:ext>
                </a:extLst>
              </p:cNvPr>
              <p:cNvSpPr/>
              <p:nvPr/>
            </p:nvSpPr>
            <p:spPr>
              <a:xfrm>
                <a:off x="32781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68" name="타원 17367">
                <a:extLst>
                  <a:ext uri="{FF2B5EF4-FFF2-40B4-BE49-F238E27FC236}">
                    <a16:creationId xmlns:a16="http://schemas.microsoft.com/office/drawing/2014/main" id="{4239B6C8-6150-4591-980F-FE90CCE8E981}"/>
                  </a:ext>
                </a:extLst>
              </p:cNvPr>
              <p:cNvSpPr/>
              <p:nvPr/>
            </p:nvSpPr>
            <p:spPr>
              <a:xfrm>
                <a:off x="34305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69" name="타원 17368">
                <a:extLst>
                  <a:ext uri="{FF2B5EF4-FFF2-40B4-BE49-F238E27FC236}">
                    <a16:creationId xmlns:a16="http://schemas.microsoft.com/office/drawing/2014/main" id="{63646BEA-8425-4411-8EE8-BB692CE21103}"/>
                  </a:ext>
                </a:extLst>
              </p:cNvPr>
              <p:cNvSpPr/>
              <p:nvPr/>
            </p:nvSpPr>
            <p:spPr>
              <a:xfrm>
                <a:off x="35829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70" name="타원 17369">
                <a:extLst>
                  <a:ext uri="{FF2B5EF4-FFF2-40B4-BE49-F238E27FC236}">
                    <a16:creationId xmlns:a16="http://schemas.microsoft.com/office/drawing/2014/main" id="{C5EE8430-D156-4838-A1E2-669D45D20AF9}"/>
                  </a:ext>
                </a:extLst>
              </p:cNvPr>
              <p:cNvSpPr/>
              <p:nvPr/>
            </p:nvSpPr>
            <p:spPr>
              <a:xfrm>
                <a:off x="37353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71" name="타원 17370">
                <a:extLst>
                  <a:ext uri="{FF2B5EF4-FFF2-40B4-BE49-F238E27FC236}">
                    <a16:creationId xmlns:a16="http://schemas.microsoft.com/office/drawing/2014/main" id="{648A5CEA-2716-482F-A6EA-37B7D789127B}"/>
                  </a:ext>
                </a:extLst>
              </p:cNvPr>
              <p:cNvSpPr/>
              <p:nvPr/>
            </p:nvSpPr>
            <p:spPr>
              <a:xfrm>
                <a:off x="38877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72" name="타원 17371">
                <a:extLst>
                  <a:ext uri="{FF2B5EF4-FFF2-40B4-BE49-F238E27FC236}">
                    <a16:creationId xmlns:a16="http://schemas.microsoft.com/office/drawing/2014/main" id="{6483119B-1D18-40E3-B0E6-56EF01CDD1F0}"/>
                  </a:ext>
                </a:extLst>
              </p:cNvPr>
              <p:cNvSpPr/>
              <p:nvPr/>
            </p:nvSpPr>
            <p:spPr>
              <a:xfrm>
                <a:off x="40401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73" name="타원 17372">
                <a:extLst>
                  <a:ext uri="{FF2B5EF4-FFF2-40B4-BE49-F238E27FC236}">
                    <a16:creationId xmlns:a16="http://schemas.microsoft.com/office/drawing/2014/main" id="{CE726559-0C7B-4D6C-9B87-224463334384}"/>
                  </a:ext>
                </a:extLst>
              </p:cNvPr>
              <p:cNvSpPr/>
              <p:nvPr/>
            </p:nvSpPr>
            <p:spPr>
              <a:xfrm>
                <a:off x="41925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74" name="타원 17373">
                <a:extLst>
                  <a:ext uri="{FF2B5EF4-FFF2-40B4-BE49-F238E27FC236}">
                    <a16:creationId xmlns:a16="http://schemas.microsoft.com/office/drawing/2014/main" id="{914536D9-5778-49BD-98FF-C02578175CC5}"/>
                  </a:ext>
                </a:extLst>
              </p:cNvPr>
              <p:cNvSpPr/>
              <p:nvPr/>
            </p:nvSpPr>
            <p:spPr>
              <a:xfrm>
                <a:off x="43449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75" name="타원 17374">
                <a:extLst>
                  <a:ext uri="{FF2B5EF4-FFF2-40B4-BE49-F238E27FC236}">
                    <a16:creationId xmlns:a16="http://schemas.microsoft.com/office/drawing/2014/main" id="{1F54C996-B518-428A-B59D-26698675F56C}"/>
                  </a:ext>
                </a:extLst>
              </p:cNvPr>
              <p:cNvSpPr/>
              <p:nvPr/>
            </p:nvSpPr>
            <p:spPr>
              <a:xfrm>
                <a:off x="44973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76" name="타원 17375">
                <a:extLst>
                  <a:ext uri="{FF2B5EF4-FFF2-40B4-BE49-F238E27FC236}">
                    <a16:creationId xmlns:a16="http://schemas.microsoft.com/office/drawing/2014/main" id="{17F5EAD9-31EF-4E06-97B6-789B8D91C142}"/>
                  </a:ext>
                </a:extLst>
              </p:cNvPr>
              <p:cNvSpPr/>
              <p:nvPr/>
            </p:nvSpPr>
            <p:spPr>
              <a:xfrm>
                <a:off x="46497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77" name="타원 17376">
                <a:extLst>
                  <a:ext uri="{FF2B5EF4-FFF2-40B4-BE49-F238E27FC236}">
                    <a16:creationId xmlns:a16="http://schemas.microsoft.com/office/drawing/2014/main" id="{5AAC6786-DF09-4322-87B4-4DEE166DB50F}"/>
                  </a:ext>
                </a:extLst>
              </p:cNvPr>
              <p:cNvSpPr/>
              <p:nvPr/>
            </p:nvSpPr>
            <p:spPr>
              <a:xfrm>
                <a:off x="48021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78" name="타원 17377">
                <a:extLst>
                  <a:ext uri="{FF2B5EF4-FFF2-40B4-BE49-F238E27FC236}">
                    <a16:creationId xmlns:a16="http://schemas.microsoft.com/office/drawing/2014/main" id="{7E07EF7D-4E08-4B00-84E5-93C3A0A54469}"/>
                  </a:ext>
                </a:extLst>
              </p:cNvPr>
              <p:cNvSpPr/>
              <p:nvPr/>
            </p:nvSpPr>
            <p:spPr>
              <a:xfrm>
                <a:off x="49545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79" name="타원 17378">
                <a:extLst>
                  <a:ext uri="{FF2B5EF4-FFF2-40B4-BE49-F238E27FC236}">
                    <a16:creationId xmlns:a16="http://schemas.microsoft.com/office/drawing/2014/main" id="{4026255D-8E26-4927-9238-34FBDC5C04A1}"/>
                  </a:ext>
                </a:extLst>
              </p:cNvPr>
              <p:cNvSpPr/>
              <p:nvPr/>
            </p:nvSpPr>
            <p:spPr>
              <a:xfrm>
                <a:off x="51069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80" name="타원 17379">
                <a:extLst>
                  <a:ext uri="{FF2B5EF4-FFF2-40B4-BE49-F238E27FC236}">
                    <a16:creationId xmlns:a16="http://schemas.microsoft.com/office/drawing/2014/main" id="{4DC50C38-A97D-432A-81E6-86C7DE64F1AE}"/>
                  </a:ext>
                </a:extLst>
              </p:cNvPr>
              <p:cNvSpPr/>
              <p:nvPr/>
            </p:nvSpPr>
            <p:spPr>
              <a:xfrm>
                <a:off x="52593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81" name="타원 17380">
                <a:extLst>
                  <a:ext uri="{FF2B5EF4-FFF2-40B4-BE49-F238E27FC236}">
                    <a16:creationId xmlns:a16="http://schemas.microsoft.com/office/drawing/2014/main" id="{67315AF1-6B57-4984-B4FF-78ACC61914D0}"/>
                  </a:ext>
                </a:extLst>
              </p:cNvPr>
              <p:cNvSpPr/>
              <p:nvPr/>
            </p:nvSpPr>
            <p:spPr>
              <a:xfrm>
                <a:off x="54117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82" name="타원 17381">
                <a:extLst>
                  <a:ext uri="{FF2B5EF4-FFF2-40B4-BE49-F238E27FC236}">
                    <a16:creationId xmlns:a16="http://schemas.microsoft.com/office/drawing/2014/main" id="{CF386670-CAC2-4E30-B723-7B88D52019F5}"/>
                  </a:ext>
                </a:extLst>
              </p:cNvPr>
              <p:cNvSpPr/>
              <p:nvPr/>
            </p:nvSpPr>
            <p:spPr>
              <a:xfrm>
                <a:off x="5564188" y="68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83" name="타원 17382">
                <a:extLst>
                  <a:ext uri="{FF2B5EF4-FFF2-40B4-BE49-F238E27FC236}">
                    <a16:creationId xmlns:a16="http://schemas.microsoft.com/office/drawing/2014/main" id="{5B715D8E-A9D0-4015-AF00-303DC7AC92A7}"/>
                  </a:ext>
                </a:extLst>
              </p:cNvPr>
              <p:cNvSpPr/>
              <p:nvPr/>
            </p:nvSpPr>
            <p:spPr>
              <a:xfrm>
                <a:off x="2301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84" name="타원 17383">
                <a:extLst>
                  <a:ext uri="{FF2B5EF4-FFF2-40B4-BE49-F238E27FC236}">
                    <a16:creationId xmlns:a16="http://schemas.microsoft.com/office/drawing/2014/main" id="{EA56968E-ACAA-412D-8D96-E6407C90A33E}"/>
                  </a:ext>
                </a:extLst>
              </p:cNvPr>
              <p:cNvSpPr/>
              <p:nvPr/>
            </p:nvSpPr>
            <p:spPr>
              <a:xfrm>
                <a:off x="3825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85" name="타원 17384">
                <a:extLst>
                  <a:ext uri="{FF2B5EF4-FFF2-40B4-BE49-F238E27FC236}">
                    <a16:creationId xmlns:a16="http://schemas.microsoft.com/office/drawing/2014/main" id="{52BF15A9-C29D-4682-8B0D-3B9B0C15F8B7}"/>
                  </a:ext>
                </a:extLst>
              </p:cNvPr>
              <p:cNvSpPr/>
              <p:nvPr/>
            </p:nvSpPr>
            <p:spPr>
              <a:xfrm>
                <a:off x="5349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86" name="타원 17385">
                <a:extLst>
                  <a:ext uri="{FF2B5EF4-FFF2-40B4-BE49-F238E27FC236}">
                    <a16:creationId xmlns:a16="http://schemas.microsoft.com/office/drawing/2014/main" id="{1DD52B32-CC8C-436D-9D0C-7D8C7556B621}"/>
                  </a:ext>
                </a:extLst>
              </p:cNvPr>
              <p:cNvSpPr/>
              <p:nvPr/>
            </p:nvSpPr>
            <p:spPr>
              <a:xfrm>
                <a:off x="6873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87" name="타원 17386">
                <a:extLst>
                  <a:ext uri="{FF2B5EF4-FFF2-40B4-BE49-F238E27FC236}">
                    <a16:creationId xmlns:a16="http://schemas.microsoft.com/office/drawing/2014/main" id="{0613C505-1B9A-4EC5-BFA7-468CC114E9F5}"/>
                  </a:ext>
                </a:extLst>
              </p:cNvPr>
              <p:cNvSpPr/>
              <p:nvPr/>
            </p:nvSpPr>
            <p:spPr>
              <a:xfrm>
                <a:off x="8397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88" name="타원 17387">
                <a:extLst>
                  <a:ext uri="{FF2B5EF4-FFF2-40B4-BE49-F238E27FC236}">
                    <a16:creationId xmlns:a16="http://schemas.microsoft.com/office/drawing/2014/main" id="{A7C023E8-D0CB-4D28-B441-43269290894E}"/>
                  </a:ext>
                </a:extLst>
              </p:cNvPr>
              <p:cNvSpPr/>
              <p:nvPr/>
            </p:nvSpPr>
            <p:spPr>
              <a:xfrm>
                <a:off x="9921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89" name="타원 17388">
                <a:extLst>
                  <a:ext uri="{FF2B5EF4-FFF2-40B4-BE49-F238E27FC236}">
                    <a16:creationId xmlns:a16="http://schemas.microsoft.com/office/drawing/2014/main" id="{BD6A4B7E-2FCC-4769-A8A7-BE6040A3313E}"/>
                  </a:ext>
                </a:extLst>
              </p:cNvPr>
              <p:cNvSpPr/>
              <p:nvPr/>
            </p:nvSpPr>
            <p:spPr>
              <a:xfrm>
                <a:off x="11445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90" name="타원 17389">
                <a:extLst>
                  <a:ext uri="{FF2B5EF4-FFF2-40B4-BE49-F238E27FC236}">
                    <a16:creationId xmlns:a16="http://schemas.microsoft.com/office/drawing/2014/main" id="{A18D7F73-6743-4AFD-B277-F268FE6BECB6}"/>
                  </a:ext>
                </a:extLst>
              </p:cNvPr>
              <p:cNvSpPr/>
              <p:nvPr/>
            </p:nvSpPr>
            <p:spPr>
              <a:xfrm>
                <a:off x="12969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91" name="타원 17390">
                <a:extLst>
                  <a:ext uri="{FF2B5EF4-FFF2-40B4-BE49-F238E27FC236}">
                    <a16:creationId xmlns:a16="http://schemas.microsoft.com/office/drawing/2014/main" id="{C948C452-B36C-47FB-AEA7-A76E36FB93E6}"/>
                  </a:ext>
                </a:extLst>
              </p:cNvPr>
              <p:cNvSpPr/>
              <p:nvPr/>
            </p:nvSpPr>
            <p:spPr>
              <a:xfrm>
                <a:off x="14493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92" name="타원 17391">
                <a:extLst>
                  <a:ext uri="{FF2B5EF4-FFF2-40B4-BE49-F238E27FC236}">
                    <a16:creationId xmlns:a16="http://schemas.microsoft.com/office/drawing/2014/main" id="{C53C689A-80A1-4719-A994-430557D5777C}"/>
                  </a:ext>
                </a:extLst>
              </p:cNvPr>
              <p:cNvSpPr/>
              <p:nvPr/>
            </p:nvSpPr>
            <p:spPr>
              <a:xfrm>
                <a:off x="16017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93" name="타원 17392">
                <a:extLst>
                  <a:ext uri="{FF2B5EF4-FFF2-40B4-BE49-F238E27FC236}">
                    <a16:creationId xmlns:a16="http://schemas.microsoft.com/office/drawing/2014/main" id="{14B343DB-A8A8-4498-9856-030A065BDDCA}"/>
                  </a:ext>
                </a:extLst>
              </p:cNvPr>
              <p:cNvSpPr/>
              <p:nvPr/>
            </p:nvSpPr>
            <p:spPr>
              <a:xfrm>
                <a:off x="17541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94" name="타원 17393">
                <a:extLst>
                  <a:ext uri="{FF2B5EF4-FFF2-40B4-BE49-F238E27FC236}">
                    <a16:creationId xmlns:a16="http://schemas.microsoft.com/office/drawing/2014/main" id="{BF8677AC-2FA7-42A3-AD46-60D2ABB6D0A6}"/>
                  </a:ext>
                </a:extLst>
              </p:cNvPr>
              <p:cNvSpPr/>
              <p:nvPr/>
            </p:nvSpPr>
            <p:spPr>
              <a:xfrm>
                <a:off x="19065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95" name="타원 17394">
                <a:extLst>
                  <a:ext uri="{FF2B5EF4-FFF2-40B4-BE49-F238E27FC236}">
                    <a16:creationId xmlns:a16="http://schemas.microsoft.com/office/drawing/2014/main" id="{67008179-720E-4E03-B1E0-FDBBCA2D4F3D}"/>
                  </a:ext>
                </a:extLst>
              </p:cNvPr>
              <p:cNvSpPr/>
              <p:nvPr/>
            </p:nvSpPr>
            <p:spPr>
              <a:xfrm>
                <a:off x="20589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96" name="타원 17395">
                <a:extLst>
                  <a:ext uri="{FF2B5EF4-FFF2-40B4-BE49-F238E27FC236}">
                    <a16:creationId xmlns:a16="http://schemas.microsoft.com/office/drawing/2014/main" id="{0F23A727-93E5-4041-9C98-5ABB1D0657AB}"/>
                  </a:ext>
                </a:extLst>
              </p:cNvPr>
              <p:cNvSpPr/>
              <p:nvPr/>
            </p:nvSpPr>
            <p:spPr>
              <a:xfrm>
                <a:off x="22113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97" name="타원 17396">
                <a:extLst>
                  <a:ext uri="{FF2B5EF4-FFF2-40B4-BE49-F238E27FC236}">
                    <a16:creationId xmlns:a16="http://schemas.microsoft.com/office/drawing/2014/main" id="{5F27439F-35B6-4306-9DE4-4067E0A9B3BA}"/>
                  </a:ext>
                </a:extLst>
              </p:cNvPr>
              <p:cNvSpPr/>
              <p:nvPr/>
            </p:nvSpPr>
            <p:spPr>
              <a:xfrm>
                <a:off x="23637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98" name="타원 17397">
                <a:extLst>
                  <a:ext uri="{FF2B5EF4-FFF2-40B4-BE49-F238E27FC236}">
                    <a16:creationId xmlns:a16="http://schemas.microsoft.com/office/drawing/2014/main" id="{EA5C3D87-3769-415F-9C29-F52612CBA7DA}"/>
                  </a:ext>
                </a:extLst>
              </p:cNvPr>
              <p:cNvSpPr/>
              <p:nvPr/>
            </p:nvSpPr>
            <p:spPr>
              <a:xfrm>
                <a:off x="25161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99" name="타원 17398">
                <a:extLst>
                  <a:ext uri="{FF2B5EF4-FFF2-40B4-BE49-F238E27FC236}">
                    <a16:creationId xmlns:a16="http://schemas.microsoft.com/office/drawing/2014/main" id="{87686A73-2712-40AB-9869-2716243DE03D}"/>
                  </a:ext>
                </a:extLst>
              </p:cNvPr>
              <p:cNvSpPr/>
              <p:nvPr/>
            </p:nvSpPr>
            <p:spPr>
              <a:xfrm>
                <a:off x="26685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00" name="타원 17399">
                <a:extLst>
                  <a:ext uri="{FF2B5EF4-FFF2-40B4-BE49-F238E27FC236}">
                    <a16:creationId xmlns:a16="http://schemas.microsoft.com/office/drawing/2014/main" id="{6AAE06B8-D84E-453B-837A-E892F3AC8544}"/>
                  </a:ext>
                </a:extLst>
              </p:cNvPr>
              <p:cNvSpPr/>
              <p:nvPr/>
            </p:nvSpPr>
            <p:spPr>
              <a:xfrm>
                <a:off x="28209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01" name="타원 17400">
                <a:extLst>
                  <a:ext uri="{FF2B5EF4-FFF2-40B4-BE49-F238E27FC236}">
                    <a16:creationId xmlns:a16="http://schemas.microsoft.com/office/drawing/2014/main" id="{AADDC5E4-A902-4A1B-90A0-B5D0C036B809}"/>
                  </a:ext>
                </a:extLst>
              </p:cNvPr>
              <p:cNvSpPr/>
              <p:nvPr/>
            </p:nvSpPr>
            <p:spPr>
              <a:xfrm>
                <a:off x="29733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02" name="타원 17401">
                <a:extLst>
                  <a:ext uri="{FF2B5EF4-FFF2-40B4-BE49-F238E27FC236}">
                    <a16:creationId xmlns:a16="http://schemas.microsoft.com/office/drawing/2014/main" id="{9AC2CFD9-C286-434D-B904-6D26035B73A9}"/>
                  </a:ext>
                </a:extLst>
              </p:cNvPr>
              <p:cNvSpPr/>
              <p:nvPr/>
            </p:nvSpPr>
            <p:spPr>
              <a:xfrm>
                <a:off x="31257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03" name="타원 17402">
                <a:extLst>
                  <a:ext uri="{FF2B5EF4-FFF2-40B4-BE49-F238E27FC236}">
                    <a16:creationId xmlns:a16="http://schemas.microsoft.com/office/drawing/2014/main" id="{13A14CBF-D8D9-4BB1-AD6C-853C8AC1368A}"/>
                  </a:ext>
                </a:extLst>
              </p:cNvPr>
              <p:cNvSpPr/>
              <p:nvPr/>
            </p:nvSpPr>
            <p:spPr>
              <a:xfrm>
                <a:off x="32781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04" name="타원 17403">
                <a:extLst>
                  <a:ext uri="{FF2B5EF4-FFF2-40B4-BE49-F238E27FC236}">
                    <a16:creationId xmlns:a16="http://schemas.microsoft.com/office/drawing/2014/main" id="{F701FE44-FBCE-4F59-BF05-1261C4CC6D5C}"/>
                  </a:ext>
                </a:extLst>
              </p:cNvPr>
              <p:cNvSpPr/>
              <p:nvPr/>
            </p:nvSpPr>
            <p:spPr>
              <a:xfrm>
                <a:off x="34305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05" name="타원 17404">
                <a:extLst>
                  <a:ext uri="{FF2B5EF4-FFF2-40B4-BE49-F238E27FC236}">
                    <a16:creationId xmlns:a16="http://schemas.microsoft.com/office/drawing/2014/main" id="{DB8D5AD9-AF60-4086-A895-EEDD36403124}"/>
                  </a:ext>
                </a:extLst>
              </p:cNvPr>
              <p:cNvSpPr/>
              <p:nvPr/>
            </p:nvSpPr>
            <p:spPr>
              <a:xfrm>
                <a:off x="35829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06" name="타원 17405">
                <a:extLst>
                  <a:ext uri="{FF2B5EF4-FFF2-40B4-BE49-F238E27FC236}">
                    <a16:creationId xmlns:a16="http://schemas.microsoft.com/office/drawing/2014/main" id="{542554D3-33BB-488C-AFBB-8D0AE6808D71}"/>
                  </a:ext>
                </a:extLst>
              </p:cNvPr>
              <p:cNvSpPr/>
              <p:nvPr/>
            </p:nvSpPr>
            <p:spPr>
              <a:xfrm>
                <a:off x="37353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07" name="타원 17406">
                <a:extLst>
                  <a:ext uri="{FF2B5EF4-FFF2-40B4-BE49-F238E27FC236}">
                    <a16:creationId xmlns:a16="http://schemas.microsoft.com/office/drawing/2014/main" id="{F8808ABF-722F-4CCE-8341-1AAA46794C79}"/>
                  </a:ext>
                </a:extLst>
              </p:cNvPr>
              <p:cNvSpPr/>
              <p:nvPr/>
            </p:nvSpPr>
            <p:spPr>
              <a:xfrm>
                <a:off x="38877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08" name="타원 17407">
                <a:extLst>
                  <a:ext uri="{FF2B5EF4-FFF2-40B4-BE49-F238E27FC236}">
                    <a16:creationId xmlns:a16="http://schemas.microsoft.com/office/drawing/2014/main" id="{D15F4B11-5E7E-4FB5-B1A1-4B74BD602DE9}"/>
                  </a:ext>
                </a:extLst>
              </p:cNvPr>
              <p:cNvSpPr/>
              <p:nvPr/>
            </p:nvSpPr>
            <p:spPr>
              <a:xfrm>
                <a:off x="40401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09" name="타원 17408">
                <a:extLst>
                  <a:ext uri="{FF2B5EF4-FFF2-40B4-BE49-F238E27FC236}">
                    <a16:creationId xmlns:a16="http://schemas.microsoft.com/office/drawing/2014/main" id="{A3784C51-4138-43F0-BFE0-72D4D4A506FE}"/>
                  </a:ext>
                </a:extLst>
              </p:cNvPr>
              <p:cNvSpPr/>
              <p:nvPr/>
            </p:nvSpPr>
            <p:spPr>
              <a:xfrm>
                <a:off x="41925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10" name="타원 17409">
                <a:extLst>
                  <a:ext uri="{FF2B5EF4-FFF2-40B4-BE49-F238E27FC236}">
                    <a16:creationId xmlns:a16="http://schemas.microsoft.com/office/drawing/2014/main" id="{28E7602E-E863-44C2-B4CF-03A99F859ED7}"/>
                  </a:ext>
                </a:extLst>
              </p:cNvPr>
              <p:cNvSpPr/>
              <p:nvPr/>
            </p:nvSpPr>
            <p:spPr>
              <a:xfrm>
                <a:off x="43449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11" name="타원 17410">
                <a:extLst>
                  <a:ext uri="{FF2B5EF4-FFF2-40B4-BE49-F238E27FC236}">
                    <a16:creationId xmlns:a16="http://schemas.microsoft.com/office/drawing/2014/main" id="{D067B375-C73F-4293-9D57-A53829B30CA9}"/>
                  </a:ext>
                </a:extLst>
              </p:cNvPr>
              <p:cNvSpPr/>
              <p:nvPr/>
            </p:nvSpPr>
            <p:spPr>
              <a:xfrm>
                <a:off x="44973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12" name="타원 17411">
                <a:extLst>
                  <a:ext uri="{FF2B5EF4-FFF2-40B4-BE49-F238E27FC236}">
                    <a16:creationId xmlns:a16="http://schemas.microsoft.com/office/drawing/2014/main" id="{6A1A03C4-BC48-4285-A4B9-E8431913B00D}"/>
                  </a:ext>
                </a:extLst>
              </p:cNvPr>
              <p:cNvSpPr/>
              <p:nvPr/>
            </p:nvSpPr>
            <p:spPr>
              <a:xfrm>
                <a:off x="46497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13" name="타원 17412">
                <a:extLst>
                  <a:ext uri="{FF2B5EF4-FFF2-40B4-BE49-F238E27FC236}">
                    <a16:creationId xmlns:a16="http://schemas.microsoft.com/office/drawing/2014/main" id="{56EE5A72-9075-4450-8057-A2734D3B5C16}"/>
                  </a:ext>
                </a:extLst>
              </p:cNvPr>
              <p:cNvSpPr/>
              <p:nvPr/>
            </p:nvSpPr>
            <p:spPr>
              <a:xfrm>
                <a:off x="48021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14" name="타원 17413">
                <a:extLst>
                  <a:ext uri="{FF2B5EF4-FFF2-40B4-BE49-F238E27FC236}">
                    <a16:creationId xmlns:a16="http://schemas.microsoft.com/office/drawing/2014/main" id="{6E568C16-FC85-400D-B8A5-731DA9F20EFC}"/>
                  </a:ext>
                </a:extLst>
              </p:cNvPr>
              <p:cNvSpPr/>
              <p:nvPr/>
            </p:nvSpPr>
            <p:spPr>
              <a:xfrm>
                <a:off x="49545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15" name="타원 17414">
                <a:extLst>
                  <a:ext uri="{FF2B5EF4-FFF2-40B4-BE49-F238E27FC236}">
                    <a16:creationId xmlns:a16="http://schemas.microsoft.com/office/drawing/2014/main" id="{A5BD34E3-1FE0-480F-9478-FDB131B58C68}"/>
                  </a:ext>
                </a:extLst>
              </p:cNvPr>
              <p:cNvSpPr/>
              <p:nvPr/>
            </p:nvSpPr>
            <p:spPr>
              <a:xfrm>
                <a:off x="51069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16" name="타원 17415">
                <a:extLst>
                  <a:ext uri="{FF2B5EF4-FFF2-40B4-BE49-F238E27FC236}">
                    <a16:creationId xmlns:a16="http://schemas.microsoft.com/office/drawing/2014/main" id="{D66D5C9D-80C1-4767-81E5-10BEA70C32E0}"/>
                  </a:ext>
                </a:extLst>
              </p:cNvPr>
              <p:cNvSpPr/>
              <p:nvPr/>
            </p:nvSpPr>
            <p:spPr>
              <a:xfrm>
                <a:off x="52593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17" name="타원 17416">
                <a:extLst>
                  <a:ext uri="{FF2B5EF4-FFF2-40B4-BE49-F238E27FC236}">
                    <a16:creationId xmlns:a16="http://schemas.microsoft.com/office/drawing/2014/main" id="{BEF01D48-DED4-4ADE-8EC8-82E1D6A1598F}"/>
                  </a:ext>
                </a:extLst>
              </p:cNvPr>
              <p:cNvSpPr/>
              <p:nvPr/>
            </p:nvSpPr>
            <p:spPr>
              <a:xfrm>
                <a:off x="54117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18" name="타원 17417">
                <a:extLst>
                  <a:ext uri="{FF2B5EF4-FFF2-40B4-BE49-F238E27FC236}">
                    <a16:creationId xmlns:a16="http://schemas.microsoft.com/office/drawing/2014/main" id="{32439C0E-A167-4E55-B1C7-FB1D74CC60BA}"/>
                  </a:ext>
                </a:extLst>
              </p:cNvPr>
              <p:cNvSpPr/>
              <p:nvPr/>
            </p:nvSpPr>
            <p:spPr>
              <a:xfrm>
                <a:off x="5564188" y="83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19" name="타원 17418">
                <a:extLst>
                  <a:ext uri="{FF2B5EF4-FFF2-40B4-BE49-F238E27FC236}">
                    <a16:creationId xmlns:a16="http://schemas.microsoft.com/office/drawing/2014/main" id="{8157E975-EBEF-4389-8717-B170D446491E}"/>
                  </a:ext>
                </a:extLst>
              </p:cNvPr>
              <p:cNvSpPr/>
              <p:nvPr/>
            </p:nvSpPr>
            <p:spPr>
              <a:xfrm>
                <a:off x="2301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20" name="타원 17419">
                <a:extLst>
                  <a:ext uri="{FF2B5EF4-FFF2-40B4-BE49-F238E27FC236}">
                    <a16:creationId xmlns:a16="http://schemas.microsoft.com/office/drawing/2014/main" id="{EE1EC750-C9EE-4FC5-8132-D114B27914BD}"/>
                  </a:ext>
                </a:extLst>
              </p:cNvPr>
              <p:cNvSpPr/>
              <p:nvPr/>
            </p:nvSpPr>
            <p:spPr>
              <a:xfrm>
                <a:off x="3825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21" name="타원 17420">
                <a:extLst>
                  <a:ext uri="{FF2B5EF4-FFF2-40B4-BE49-F238E27FC236}">
                    <a16:creationId xmlns:a16="http://schemas.microsoft.com/office/drawing/2014/main" id="{D601A9E9-5573-4449-A2B3-971771087759}"/>
                  </a:ext>
                </a:extLst>
              </p:cNvPr>
              <p:cNvSpPr/>
              <p:nvPr/>
            </p:nvSpPr>
            <p:spPr>
              <a:xfrm>
                <a:off x="5349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22" name="타원 17421">
                <a:extLst>
                  <a:ext uri="{FF2B5EF4-FFF2-40B4-BE49-F238E27FC236}">
                    <a16:creationId xmlns:a16="http://schemas.microsoft.com/office/drawing/2014/main" id="{C98741CA-8D24-4C41-A4A2-C6F7459DA589}"/>
                  </a:ext>
                </a:extLst>
              </p:cNvPr>
              <p:cNvSpPr/>
              <p:nvPr/>
            </p:nvSpPr>
            <p:spPr>
              <a:xfrm>
                <a:off x="6873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23" name="타원 17422">
                <a:extLst>
                  <a:ext uri="{FF2B5EF4-FFF2-40B4-BE49-F238E27FC236}">
                    <a16:creationId xmlns:a16="http://schemas.microsoft.com/office/drawing/2014/main" id="{24A9D9D6-4AA2-4571-8B7A-1AD1E1675DC6}"/>
                  </a:ext>
                </a:extLst>
              </p:cNvPr>
              <p:cNvSpPr/>
              <p:nvPr/>
            </p:nvSpPr>
            <p:spPr>
              <a:xfrm>
                <a:off x="8397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24" name="타원 17423">
                <a:extLst>
                  <a:ext uri="{FF2B5EF4-FFF2-40B4-BE49-F238E27FC236}">
                    <a16:creationId xmlns:a16="http://schemas.microsoft.com/office/drawing/2014/main" id="{AAE6E216-9FF0-4958-A475-F0E09F2673F8}"/>
                  </a:ext>
                </a:extLst>
              </p:cNvPr>
              <p:cNvSpPr/>
              <p:nvPr/>
            </p:nvSpPr>
            <p:spPr>
              <a:xfrm>
                <a:off x="9921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25" name="타원 17424">
                <a:extLst>
                  <a:ext uri="{FF2B5EF4-FFF2-40B4-BE49-F238E27FC236}">
                    <a16:creationId xmlns:a16="http://schemas.microsoft.com/office/drawing/2014/main" id="{ED4897DB-3EA2-42A1-8418-18F9C9060C7A}"/>
                  </a:ext>
                </a:extLst>
              </p:cNvPr>
              <p:cNvSpPr/>
              <p:nvPr/>
            </p:nvSpPr>
            <p:spPr>
              <a:xfrm>
                <a:off x="11445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26" name="타원 17425">
                <a:extLst>
                  <a:ext uri="{FF2B5EF4-FFF2-40B4-BE49-F238E27FC236}">
                    <a16:creationId xmlns:a16="http://schemas.microsoft.com/office/drawing/2014/main" id="{F3D9E8F8-AC3E-45B9-97C4-40F969635EA4}"/>
                  </a:ext>
                </a:extLst>
              </p:cNvPr>
              <p:cNvSpPr/>
              <p:nvPr/>
            </p:nvSpPr>
            <p:spPr>
              <a:xfrm>
                <a:off x="12969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27" name="타원 17426">
                <a:extLst>
                  <a:ext uri="{FF2B5EF4-FFF2-40B4-BE49-F238E27FC236}">
                    <a16:creationId xmlns:a16="http://schemas.microsoft.com/office/drawing/2014/main" id="{4A4B5E51-364B-4D64-82F9-F789A8F1AA99}"/>
                  </a:ext>
                </a:extLst>
              </p:cNvPr>
              <p:cNvSpPr/>
              <p:nvPr/>
            </p:nvSpPr>
            <p:spPr>
              <a:xfrm>
                <a:off x="14493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28" name="타원 17427">
                <a:extLst>
                  <a:ext uri="{FF2B5EF4-FFF2-40B4-BE49-F238E27FC236}">
                    <a16:creationId xmlns:a16="http://schemas.microsoft.com/office/drawing/2014/main" id="{4B44CF37-A173-4043-AD66-FDFB964F907B}"/>
                  </a:ext>
                </a:extLst>
              </p:cNvPr>
              <p:cNvSpPr/>
              <p:nvPr/>
            </p:nvSpPr>
            <p:spPr>
              <a:xfrm>
                <a:off x="16017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29" name="타원 17428">
                <a:extLst>
                  <a:ext uri="{FF2B5EF4-FFF2-40B4-BE49-F238E27FC236}">
                    <a16:creationId xmlns:a16="http://schemas.microsoft.com/office/drawing/2014/main" id="{A05E4E82-0A57-4D81-BB04-2C64453BCB86}"/>
                  </a:ext>
                </a:extLst>
              </p:cNvPr>
              <p:cNvSpPr/>
              <p:nvPr/>
            </p:nvSpPr>
            <p:spPr>
              <a:xfrm>
                <a:off x="17541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30" name="타원 17429">
                <a:extLst>
                  <a:ext uri="{FF2B5EF4-FFF2-40B4-BE49-F238E27FC236}">
                    <a16:creationId xmlns:a16="http://schemas.microsoft.com/office/drawing/2014/main" id="{962C4E77-B7AA-41A1-9B08-7974E15E0708}"/>
                  </a:ext>
                </a:extLst>
              </p:cNvPr>
              <p:cNvSpPr/>
              <p:nvPr/>
            </p:nvSpPr>
            <p:spPr>
              <a:xfrm>
                <a:off x="19065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31" name="타원 17430">
                <a:extLst>
                  <a:ext uri="{FF2B5EF4-FFF2-40B4-BE49-F238E27FC236}">
                    <a16:creationId xmlns:a16="http://schemas.microsoft.com/office/drawing/2014/main" id="{CDE4FBBC-330B-4CD7-923F-D4D515671725}"/>
                  </a:ext>
                </a:extLst>
              </p:cNvPr>
              <p:cNvSpPr/>
              <p:nvPr/>
            </p:nvSpPr>
            <p:spPr>
              <a:xfrm>
                <a:off x="20589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32" name="타원 17431">
                <a:extLst>
                  <a:ext uri="{FF2B5EF4-FFF2-40B4-BE49-F238E27FC236}">
                    <a16:creationId xmlns:a16="http://schemas.microsoft.com/office/drawing/2014/main" id="{A02DDF38-5893-46DD-BE09-6748C167B926}"/>
                  </a:ext>
                </a:extLst>
              </p:cNvPr>
              <p:cNvSpPr/>
              <p:nvPr/>
            </p:nvSpPr>
            <p:spPr>
              <a:xfrm>
                <a:off x="22113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33" name="타원 17432">
                <a:extLst>
                  <a:ext uri="{FF2B5EF4-FFF2-40B4-BE49-F238E27FC236}">
                    <a16:creationId xmlns:a16="http://schemas.microsoft.com/office/drawing/2014/main" id="{C90CCEFF-D7D6-4284-8F2A-28DF6E03DDF1}"/>
                  </a:ext>
                </a:extLst>
              </p:cNvPr>
              <p:cNvSpPr/>
              <p:nvPr/>
            </p:nvSpPr>
            <p:spPr>
              <a:xfrm>
                <a:off x="23637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34" name="타원 17433">
                <a:extLst>
                  <a:ext uri="{FF2B5EF4-FFF2-40B4-BE49-F238E27FC236}">
                    <a16:creationId xmlns:a16="http://schemas.microsoft.com/office/drawing/2014/main" id="{F4C54F92-052A-4C7D-9A68-A000B65B6F7A}"/>
                  </a:ext>
                </a:extLst>
              </p:cNvPr>
              <p:cNvSpPr/>
              <p:nvPr/>
            </p:nvSpPr>
            <p:spPr>
              <a:xfrm>
                <a:off x="25161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35" name="타원 17434">
                <a:extLst>
                  <a:ext uri="{FF2B5EF4-FFF2-40B4-BE49-F238E27FC236}">
                    <a16:creationId xmlns:a16="http://schemas.microsoft.com/office/drawing/2014/main" id="{83D02E03-A993-4729-903C-741A52F5EAF3}"/>
                  </a:ext>
                </a:extLst>
              </p:cNvPr>
              <p:cNvSpPr/>
              <p:nvPr/>
            </p:nvSpPr>
            <p:spPr>
              <a:xfrm>
                <a:off x="26685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36" name="타원 17435">
                <a:extLst>
                  <a:ext uri="{FF2B5EF4-FFF2-40B4-BE49-F238E27FC236}">
                    <a16:creationId xmlns:a16="http://schemas.microsoft.com/office/drawing/2014/main" id="{DC6845DF-F27A-4E9A-B8D2-AD652D58C803}"/>
                  </a:ext>
                </a:extLst>
              </p:cNvPr>
              <p:cNvSpPr/>
              <p:nvPr/>
            </p:nvSpPr>
            <p:spPr>
              <a:xfrm>
                <a:off x="28209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37" name="타원 17436">
                <a:extLst>
                  <a:ext uri="{FF2B5EF4-FFF2-40B4-BE49-F238E27FC236}">
                    <a16:creationId xmlns:a16="http://schemas.microsoft.com/office/drawing/2014/main" id="{AE5ED07B-7D64-40A0-99E6-16C9CDE5D1E8}"/>
                  </a:ext>
                </a:extLst>
              </p:cNvPr>
              <p:cNvSpPr/>
              <p:nvPr/>
            </p:nvSpPr>
            <p:spPr>
              <a:xfrm>
                <a:off x="29733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38" name="타원 17437">
                <a:extLst>
                  <a:ext uri="{FF2B5EF4-FFF2-40B4-BE49-F238E27FC236}">
                    <a16:creationId xmlns:a16="http://schemas.microsoft.com/office/drawing/2014/main" id="{1CADE0D3-4D8A-47DB-A4DD-6AB2AC06BC53}"/>
                  </a:ext>
                </a:extLst>
              </p:cNvPr>
              <p:cNvSpPr/>
              <p:nvPr/>
            </p:nvSpPr>
            <p:spPr>
              <a:xfrm>
                <a:off x="31257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39" name="타원 17438">
                <a:extLst>
                  <a:ext uri="{FF2B5EF4-FFF2-40B4-BE49-F238E27FC236}">
                    <a16:creationId xmlns:a16="http://schemas.microsoft.com/office/drawing/2014/main" id="{B84C2631-3EF6-47A5-AFF8-5C4B9C3B0246}"/>
                  </a:ext>
                </a:extLst>
              </p:cNvPr>
              <p:cNvSpPr/>
              <p:nvPr/>
            </p:nvSpPr>
            <p:spPr>
              <a:xfrm>
                <a:off x="32781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40" name="타원 17439">
                <a:extLst>
                  <a:ext uri="{FF2B5EF4-FFF2-40B4-BE49-F238E27FC236}">
                    <a16:creationId xmlns:a16="http://schemas.microsoft.com/office/drawing/2014/main" id="{D0EE1B2B-C28A-492B-BA9A-B11EA2AB8661}"/>
                  </a:ext>
                </a:extLst>
              </p:cNvPr>
              <p:cNvSpPr/>
              <p:nvPr/>
            </p:nvSpPr>
            <p:spPr>
              <a:xfrm>
                <a:off x="34305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41" name="타원 17440">
                <a:extLst>
                  <a:ext uri="{FF2B5EF4-FFF2-40B4-BE49-F238E27FC236}">
                    <a16:creationId xmlns:a16="http://schemas.microsoft.com/office/drawing/2014/main" id="{3304B7CF-A4F6-4874-9875-FAA9F6ADB1F3}"/>
                  </a:ext>
                </a:extLst>
              </p:cNvPr>
              <p:cNvSpPr/>
              <p:nvPr/>
            </p:nvSpPr>
            <p:spPr>
              <a:xfrm>
                <a:off x="35829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42" name="타원 17441">
                <a:extLst>
                  <a:ext uri="{FF2B5EF4-FFF2-40B4-BE49-F238E27FC236}">
                    <a16:creationId xmlns:a16="http://schemas.microsoft.com/office/drawing/2014/main" id="{75EC144E-AABA-4B76-B370-EB54F16CBB32}"/>
                  </a:ext>
                </a:extLst>
              </p:cNvPr>
              <p:cNvSpPr/>
              <p:nvPr/>
            </p:nvSpPr>
            <p:spPr>
              <a:xfrm>
                <a:off x="37353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43" name="타원 17442">
                <a:extLst>
                  <a:ext uri="{FF2B5EF4-FFF2-40B4-BE49-F238E27FC236}">
                    <a16:creationId xmlns:a16="http://schemas.microsoft.com/office/drawing/2014/main" id="{EC27E8F9-DA5C-4D4C-BA55-4F967A45B6B2}"/>
                  </a:ext>
                </a:extLst>
              </p:cNvPr>
              <p:cNvSpPr/>
              <p:nvPr/>
            </p:nvSpPr>
            <p:spPr>
              <a:xfrm>
                <a:off x="38877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44" name="타원 17443">
                <a:extLst>
                  <a:ext uri="{FF2B5EF4-FFF2-40B4-BE49-F238E27FC236}">
                    <a16:creationId xmlns:a16="http://schemas.microsoft.com/office/drawing/2014/main" id="{42C810D8-0350-4B3B-9CA8-4D55C2015EB6}"/>
                  </a:ext>
                </a:extLst>
              </p:cNvPr>
              <p:cNvSpPr/>
              <p:nvPr/>
            </p:nvSpPr>
            <p:spPr>
              <a:xfrm>
                <a:off x="40401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45" name="타원 17444">
                <a:extLst>
                  <a:ext uri="{FF2B5EF4-FFF2-40B4-BE49-F238E27FC236}">
                    <a16:creationId xmlns:a16="http://schemas.microsoft.com/office/drawing/2014/main" id="{BDCB893B-B026-49C7-B7DE-2C7BE7F7F1AB}"/>
                  </a:ext>
                </a:extLst>
              </p:cNvPr>
              <p:cNvSpPr/>
              <p:nvPr/>
            </p:nvSpPr>
            <p:spPr>
              <a:xfrm>
                <a:off x="41925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46" name="타원 17445">
                <a:extLst>
                  <a:ext uri="{FF2B5EF4-FFF2-40B4-BE49-F238E27FC236}">
                    <a16:creationId xmlns:a16="http://schemas.microsoft.com/office/drawing/2014/main" id="{7E0E908D-A883-4FAB-A23A-A24537061F65}"/>
                  </a:ext>
                </a:extLst>
              </p:cNvPr>
              <p:cNvSpPr/>
              <p:nvPr/>
            </p:nvSpPr>
            <p:spPr>
              <a:xfrm>
                <a:off x="43449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47" name="타원 17446">
                <a:extLst>
                  <a:ext uri="{FF2B5EF4-FFF2-40B4-BE49-F238E27FC236}">
                    <a16:creationId xmlns:a16="http://schemas.microsoft.com/office/drawing/2014/main" id="{3F0C2F56-971D-4281-AB74-E450560A1867}"/>
                  </a:ext>
                </a:extLst>
              </p:cNvPr>
              <p:cNvSpPr/>
              <p:nvPr/>
            </p:nvSpPr>
            <p:spPr>
              <a:xfrm>
                <a:off x="44973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48" name="타원 17447">
                <a:extLst>
                  <a:ext uri="{FF2B5EF4-FFF2-40B4-BE49-F238E27FC236}">
                    <a16:creationId xmlns:a16="http://schemas.microsoft.com/office/drawing/2014/main" id="{A36FB353-AF39-4698-B930-B7A18F4E73FF}"/>
                  </a:ext>
                </a:extLst>
              </p:cNvPr>
              <p:cNvSpPr/>
              <p:nvPr/>
            </p:nvSpPr>
            <p:spPr>
              <a:xfrm>
                <a:off x="46497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49" name="타원 17448">
                <a:extLst>
                  <a:ext uri="{FF2B5EF4-FFF2-40B4-BE49-F238E27FC236}">
                    <a16:creationId xmlns:a16="http://schemas.microsoft.com/office/drawing/2014/main" id="{A67914F8-E57B-4CFC-8866-0365628C506B}"/>
                  </a:ext>
                </a:extLst>
              </p:cNvPr>
              <p:cNvSpPr/>
              <p:nvPr/>
            </p:nvSpPr>
            <p:spPr>
              <a:xfrm>
                <a:off x="48021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50" name="타원 17449">
                <a:extLst>
                  <a:ext uri="{FF2B5EF4-FFF2-40B4-BE49-F238E27FC236}">
                    <a16:creationId xmlns:a16="http://schemas.microsoft.com/office/drawing/2014/main" id="{9663B754-A02C-4AA9-A845-4162D978128F}"/>
                  </a:ext>
                </a:extLst>
              </p:cNvPr>
              <p:cNvSpPr/>
              <p:nvPr/>
            </p:nvSpPr>
            <p:spPr>
              <a:xfrm>
                <a:off x="49545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51" name="타원 17450">
                <a:extLst>
                  <a:ext uri="{FF2B5EF4-FFF2-40B4-BE49-F238E27FC236}">
                    <a16:creationId xmlns:a16="http://schemas.microsoft.com/office/drawing/2014/main" id="{27AFF3E1-23B6-4681-B7AD-581926FAA1E9}"/>
                  </a:ext>
                </a:extLst>
              </p:cNvPr>
              <p:cNvSpPr/>
              <p:nvPr/>
            </p:nvSpPr>
            <p:spPr>
              <a:xfrm>
                <a:off x="51069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52" name="타원 17451">
                <a:extLst>
                  <a:ext uri="{FF2B5EF4-FFF2-40B4-BE49-F238E27FC236}">
                    <a16:creationId xmlns:a16="http://schemas.microsoft.com/office/drawing/2014/main" id="{AB77A659-9A1D-4DB3-8405-4E5A334D2A8A}"/>
                  </a:ext>
                </a:extLst>
              </p:cNvPr>
              <p:cNvSpPr/>
              <p:nvPr/>
            </p:nvSpPr>
            <p:spPr>
              <a:xfrm>
                <a:off x="52593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53" name="타원 17452">
                <a:extLst>
                  <a:ext uri="{FF2B5EF4-FFF2-40B4-BE49-F238E27FC236}">
                    <a16:creationId xmlns:a16="http://schemas.microsoft.com/office/drawing/2014/main" id="{76D87FD4-1F72-4D17-B0F6-D0C86EA2647B}"/>
                  </a:ext>
                </a:extLst>
              </p:cNvPr>
              <p:cNvSpPr/>
              <p:nvPr/>
            </p:nvSpPr>
            <p:spPr>
              <a:xfrm>
                <a:off x="54117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54" name="타원 17453">
                <a:extLst>
                  <a:ext uri="{FF2B5EF4-FFF2-40B4-BE49-F238E27FC236}">
                    <a16:creationId xmlns:a16="http://schemas.microsoft.com/office/drawing/2014/main" id="{6751DBEB-35BB-49F0-B3A5-251A5D0DE087}"/>
                  </a:ext>
                </a:extLst>
              </p:cNvPr>
              <p:cNvSpPr/>
              <p:nvPr/>
            </p:nvSpPr>
            <p:spPr>
              <a:xfrm>
                <a:off x="5564188" y="99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55" name="타원 17454">
                <a:extLst>
                  <a:ext uri="{FF2B5EF4-FFF2-40B4-BE49-F238E27FC236}">
                    <a16:creationId xmlns:a16="http://schemas.microsoft.com/office/drawing/2014/main" id="{11FD170E-3FCF-411D-9E0D-D966AD15D267}"/>
                  </a:ext>
                </a:extLst>
              </p:cNvPr>
              <p:cNvSpPr/>
              <p:nvPr/>
            </p:nvSpPr>
            <p:spPr>
              <a:xfrm>
                <a:off x="2301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56" name="타원 17455">
                <a:extLst>
                  <a:ext uri="{FF2B5EF4-FFF2-40B4-BE49-F238E27FC236}">
                    <a16:creationId xmlns:a16="http://schemas.microsoft.com/office/drawing/2014/main" id="{3547832B-2678-4A45-B777-4DACE367F15D}"/>
                  </a:ext>
                </a:extLst>
              </p:cNvPr>
              <p:cNvSpPr/>
              <p:nvPr/>
            </p:nvSpPr>
            <p:spPr>
              <a:xfrm>
                <a:off x="3825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57" name="타원 17456">
                <a:extLst>
                  <a:ext uri="{FF2B5EF4-FFF2-40B4-BE49-F238E27FC236}">
                    <a16:creationId xmlns:a16="http://schemas.microsoft.com/office/drawing/2014/main" id="{E35EBADC-55EE-4250-A92B-9B513859DF9A}"/>
                  </a:ext>
                </a:extLst>
              </p:cNvPr>
              <p:cNvSpPr/>
              <p:nvPr/>
            </p:nvSpPr>
            <p:spPr>
              <a:xfrm>
                <a:off x="5349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58" name="타원 17457">
                <a:extLst>
                  <a:ext uri="{FF2B5EF4-FFF2-40B4-BE49-F238E27FC236}">
                    <a16:creationId xmlns:a16="http://schemas.microsoft.com/office/drawing/2014/main" id="{6E43C6F1-8CAD-4CFD-852E-819D8D3AC284}"/>
                  </a:ext>
                </a:extLst>
              </p:cNvPr>
              <p:cNvSpPr/>
              <p:nvPr/>
            </p:nvSpPr>
            <p:spPr>
              <a:xfrm>
                <a:off x="6873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59" name="타원 17458">
                <a:extLst>
                  <a:ext uri="{FF2B5EF4-FFF2-40B4-BE49-F238E27FC236}">
                    <a16:creationId xmlns:a16="http://schemas.microsoft.com/office/drawing/2014/main" id="{C5AB4C75-CA78-48A3-92F3-7A70EF4394C7}"/>
                  </a:ext>
                </a:extLst>
              </p:cNvPr>
              <p:cNvSpPr/>
              <p:nvPr/>
            </p:nvSpPr>
            <p:spPr>
              <a:xfrm>
                <a:off x="8397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60" name="타원 17459">
                <a:extLst>
                  <a:ext uri="{FF2B5EF4-FFF2-40B4-BE49-F238E27FC236}">
                    <a16:creationId xmlns:a16="http://schemas.microsoft.com/office/drawing/2014/main" id="{93C8F1F4-306A-406D-A157-D407D07C7376}"/>
                  </a:ext>
                </a:extLst>
              </p:cNvPr>
              <p:cNvSpPr/>
              <p:nvPr/>
            </p:nvSpPr>
            <p:spPr>
              <a:xfrm>
                <a:off x="9921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61" name="타원 17460">
                <a:extLst>
                  <a:ext uri="{FF2B5EF4-FFF2-40B4-BE49-F238E27FC236}">
                    <a16:creationId xmlns:a16="http://schemas.microsoft.com/office/drawing/2014/main" id="{66DC824C-C67A-4A1B-A3AD-B8C0E07AD84D}"/>
                  </a:ext>
                </a:extLst>
              </p:cNvPr>
              <p:cNvSpPr/>
              <p:nvPr/>
            </p:nvSpPr>
            <p:spPr>
              <a:xfrm>
                <a:off x="11445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62" name="타원 17461">
                <a:extLst>
                  <a:ext uri="{FF2B5EF4-FFF2-40B4-BE49-F238E27FC236}">
                    <a16:creationId xmlns:a16="http://schemas.microsoft.com/office/drawing/2014/main" id="{8CAAF987-75E0-4ED4-8AEA-DD6C802B77D1}"/>
                  </a:ext>
                </a:extLst>
              </p:cNvPr>
              <p:cNvSpPr/>
              <p:nvPr/>
            </p:nvSpPr>
            <p:spPr>
              <a:xfrm>
                <a:off x="12969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63" name="타원 17462">
                <a:extLst>
                  <a:ext uri="{FF2B5EF4-FFF2-40B4-BE49-F238E27FC236}">
                    <a16:creationId xmlns:a16="http://schemas.microsoft.com/office/drawing/2014/main" id="{80332F1D-3BBE-401B-AF6F-18AF46923778}"/>
                  </a:ext>
                </a:extLst>
              </p:cNvPr>
              <p:cNvSpPr/>
              <p:nvPr/>
            </p:nvSpPr>
            <p:spPr>
              <a:xfrm>
                <a:off x="14493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64" name="타원 17463">
                <a:extLst>
                  <a:ext uri="{FF2B5EF4-FFF2-40B4-BE49-F238E27FC236}">
                    <a16:creationId xmlns:a16="http://schemas.microsoft.com/office/drawing/2014/main" id="{7511247C-0401-4985-9487-20779456BB29}"/>
                  </a:ext>
                </a:extLst>
              </p:cNvPr>
              <p:cNvSpPr/>
              <p:nvPr/>
            </p:nvSpPr>
            <p:spPr>
              <a:xfrm>
                <a:off x="16017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65" name="타원 17464">
                <a:extLst>
                  <a:ext uri="{FF2B5EF4-FFF2-40B4-BE49-F238E27FC236}">
                    <a16:creationId xmlns:a16="http://schemas.microsoft.com/office/drawing/2014/main" id="{2E8DD67F-3D2D-4B64-BF31-D98D1F88260B}"/>
                  </a:ext>
                </a:extLst>
              </p:cNvPr>
              <p:cNvSpPr/>
              <p:nvPr/>
            </p:nvSpPr>
            <p:spPr>
              <a:xfrm>
                <a:off x="17541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66" name="타원 17465">
                <a:extLst>
                  <a:ext uri="{FF2B5EF4-FFF2-40B4-BE49-F238E27FC236}">
                    <a16:creationId xmlns:a16="http://schemas.microsoft.com/office/drawing/2014/main" id="{DF033C9F-2639-4B19-9525-C7F321CBF23F}"/>
                  </a:ext>
                </a:extLst>
              </p:cNvPr>
              <p:cNvSpPr/>
              <p:nvPr/>
            </p:nvSpPr>
            <p:spPr>
              <a:xfrm>
                <a:off x="19065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67" name="타원 17466">
                <a:extLst>
                  <a:ext uri="{FF2B5EF4-FFF2-40B4-BE49-F238E27FC236}">
                    <a16:creationId xmlns:a16="http://schemas.microsoft.com/office/drawing/2014/main" id="{0D047D59-3E22-40DE-BB7F-92EBA9E5D13E}"/>
                  </a:ext>
                </a:extLst>
              </p:cNvPr>
              <p:cNvSpPr/>
              <p:nvPr/>
            </p:nvSpPr>
            <p:spPr>
              <a:xfrm>
                <a:off x="20589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68" name="타원 17467">
                <a:extLst>
                  <a:ext uri="{FF2B5EF4-FFF2-40B4-BE49-F238E27FC236}">
                    <a16:creationId xmlns:a16="http://schemas.microsoft.com/office/drawing/2014/main" id="{32EB41ED-DFD7-457E-AC31-6FC29FA047AC}"/>
                  </a:ext>
                </a:extLst>
              </p:cNvPr>
              <p:cNvSpPr/>
              <p:nvPr/>
            </p:nvSpPr>
            <p:spPr>
              <a:xfrm>
                <a:off x="22113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69" name="타원 17468">
                <a:extLst>
                  <a:ext uri="{FF2B5EF4-FFF2-40B4-BE49-F238E27FC236}">
                    <a16:creationId xmlns:a16="http://schemas.microsoft.com/office/drawing/2014/main" id="{5EDDD565-1A2E-4493-86FA-466070392191}"/>
                  </a:ext>
                </a:extLst>
              </p:cNvPr>
              <p:cNvSpPr/>
              <p:nvPr/>
            </p:nvSpPr>
            <p:spPr>
              <a:xfrm>
                <a:off x="23637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70" name="타원 17469">
                <a:extLst>
                  <a:ext uri="{FF2B5EF4-FFF2-40B4-BE49-F238E27FC236}">
                    <a16:creationId xmlns:a16="http://schemas.microsoft.com/office/drawing/2014/main" id="{774044BE-A27C-4354-B53C-E5DA66D9866A}"/>
                  </a:ext>
                </a:extLst>
              </p:cNvPr>
              <p:cNvSpPr/>
              <p:nvPr/>
            </p:nvSpPr>
            <p:spPr>
              <a:xfrm>
                <a:off x="25161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71" name="타원 17470">
                <a:extLst>
                  <a:ext uri="{FF2B5EF4-FFF2-40B4-BE49-F238E27FC236}">
                    <a16:creationId xmlns:a16="http://schemas.microsoft.com/office/drawing/2014/main" id="{757EA786-7891-4ADA-99E0-65BAF0887E08}"/>
                  </a:ext>
                </a:extLst>
              </p:cNvPr>
              <p:cNvSpPr/>
              <p:nvPr/>
            </p:nvSpPr>
            <p:spPr>
              <a:xfrm>
                <a:off x="26685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72" name="타원 17471">
                <a:extLst>
                  <a:ext uri="{FF2B5EF4-FFF2-40B4-BE49-F238E27FC236}">
                    <a16:creationId xmlns:a16="http://schemas.microsoft.com/office/drawing/2014/main" id="{1A4B35D0-1294-495B-8431-0794289F4499}"/>
                  </a:ext>
                </a:extLst>
              </p:cNvPr>
              <p:cNvSpPr/>
              <p:nvPr/>
            </p:nvSpPr>
            <p:spPr>
              <a:xfrm>
                <a:off x="28209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73" name="타원 17472">
                <a:extLst>
                  <a:ext uri="{FF2B5EF4-FFF2-40B4-BE49-F238E27FC236}">
                    <a16:creationId xmlns:a16="http://schemas.microsoft.com/office/drawing/2014/main" id="{D392A826-AADA-45E6-B384-34D707B55D40}"/>
                  </a:ext>
                </a:extLst>
              </p:cNvPr>
              <p:cNvSpPr/>
              <p:nvPr/>
            </p:nvSpPr>
            <p:spPr>
              <a:xfrm>
                <a:off x="29733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74" name="타원 17473">
                <a:extLst>
                  <a:ext uri="{FF2B5EF4-FFF2-40B4-BE49-F238E27FC236}">
                    <a16:creationId xmlns:a16="http://schemas.microsoft.com/office/drawing/2014/main" id="{BC833816-0A99-403F-82B7-F6F143C8841E}"/>
                  </a:ext>
                </a:extLst>
              </p:cNvPr>
              <p:cNvSpPr/>
              <p:nvPr/>
            </p:nvSpPr>
            <p:spPr>
              <a:xfrm>
                <a:off x="31257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75" name="타원 17474">
                <a:extLst>
                  <a:ext uri="{FF2B5EF4-FFF2-40B4-BE49-F238E27FC236}">
                    <a16:creationId xmlns:a16="http://schemas.microsoft.com/office/drawing/2014/main" id="{6567A2FE-5440-45C0-B897-73FCCAB3FA2C}"/>
                  </a:ext>
                </a:extLst>
              </p:cNvPr>
              <p:cNvSpPr/>
              <p:nvPr/>
            </p:nvSpPr>
            <p:spPr>
              <a:xfrm>
                <a:off x="32781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76" name="타원 17475">
                <a:extLst>
                  <a:ext uri="{FF2B5EF4-FFF2-40B4-BE49-F238E27FC236}">
                    <a16:creationId xmlns:a16="http://schemas.microsoft.com/office/drawing/2014/main" id="{87621C8E-8B91-4B34-B49C-F4CDD9CA59A2}"/>
                  </a:ext>
                </a:extLst>
              </p:cNvPr>
              <p:cNvSpPr/>
              <p:nvPr/>
            </p:nvSpPr>
            <p:spPr>
              <a:xfrm>
                <a:off x="34305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77" name="타원 17476">
                <a:extLst>
                  <a:ext uri="{FF2B5EF4-FFF2-40B4-BE49-F238E27FC236}">
                    <a16:creationId xmlns:a16="http://schemas.microsoft.com/office/drawing/2014/main" id="{1E161498-836C-43FC-9EEB-F82BD1A02764}"/>
                  </a:ext>
                </a:extLst>
              </p:cNvPr>
              <p:cNvSpPr/>
              <p:nvPr/>
            </p:nvSpPr>
            <p:spPr>
              <a:xfrm>
                <a:off x="35829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78" name="타원 17477">
                <a:extLst>
                  <a:ext uri="{FF2B5EF4-FFF2-40B4-BE49-F238E27FC236}">
                    <a16:creationId xmlns:a16="http://schemas.microsoft.com/office/drawing/2014/main" id="{5EB4FB29-00BB-421D-B059-2C79112B7E0C}"/>
                  </a:ext>
                </a:extLst>
              </p:cNvPr>
              <p:cNvSpPr/>
              <p:nvPr/>
            </p:nvSpPr>
            <p:spPr>
              <a:xfrm>
                <a:off x="37353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79" name="타원 17478">
                <a:extLst>
                  <a:ext uri="{FF2B5EF4-FFF2-40B4-BE49-F238E27FC236}">
                    <a16:creationId xmlns:a16="http://schemas.microsoft.com/office/drawing/2014/main" id="{5EF7C53F-7A82-4384-971A-9C374C247F61}"/>
                  </a:ext>
                </a:extLst>
              </p:cNvPr>
              <p:cNvSpPr/>
              <p:nvPr/>
            </p:nvSpPr>
            <p:spPr>
              <a:xfrm>
                <a:off x="38877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80" name="타원 17479">
                <a:extLst>
                  <a:ext uri="{FF2B5EF4-FFF2-40B4-BE49-F238E27FC236}">
                    <a16:creationId xmlns:a16="http://schemas.microsoft.com/office/drawing/2014/main" id="{D26B65D2-5D04-419E-98C5-78AD236EC415}"/>
                  </a:ext>
                </a:extLst>
              </p:cNvPr>
              <p:cNvSpPr/>
              <p:nvPr/>
            </p:nvSpPr>
            <p:spPr>
              <a:xfrm>
                <a:off x="40401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81" name="타원 17480">
                <a:extLst>
                  <a:ext uri="{FF2B5EF4-FFF2-40B4-BE49-F238E27FC236}">
                    <a16:creationId xmlns:a16="http://schemas.microsoft.com/office/drawing/2014/main" id="{0FB6F8A9-E921-479A-A933-59C8856B9C05}"/>
                  </a:ext>
                </a:extLst>
              </p:cNvPr>
              <p:cNvSpPr/>
              <p:nvPr/>
            </p:nvSpPr>
            <p:spPr>
              <a:xfrm>
                <a:off x="41925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82" name="타원 17481">
                <a:extLst>
                  <a:ext uri="{FF2B5EF4-FFF2-40B4-BE49-F238E27FC236}">
                    <a16:creationId xmlns:a16="http://schemas.microsoft.com/office/drawing/2014/main" id="{D7C982B3-B5F0-4DC3-A903-E6057AE89E3A}"/>
                  </a:ext>
                </a:extLst>
              </p:cNvPr>
              <p:cNvSpPr/>
              <p:nvPr/>
            </p:nvSpPr>
            <p:spPr>
              <a:xfrm>
                <a:off x="43449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83" name="타원 17482">
                <a:extLst>
                  <a:ext uri="{FF2B5EF4-FFF2-40B4-BE49-F238E27FC236}">
                    <a16:creationId xmlns:a16="http://schemas.microsoft.com/office/drawing/2014/main" id="{97B10F74-77A3-4491-8D2D-EF5BBEA862A1}"/>
                  </a:ext>
                </a:extLst>
              </p:cNvPr>
              <p:cNvSpPr/>
              <p:nvPr/>
            </p:nvSpPr>
            <p:spPr>
              <a:xfrm>
                <a:off x="44973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84" name="타원 17483">
                <a:extLst>
                  <a:ext uri="{FF2B5EF4-FFF2-40B4-BE49-F238E27FC236}">
                    <a16:creationId xmlns:a16="http://schemas.microsoft.com/office/drawing/2014/main" id="{24FC502A-9D0A-4EC1-A9AB-FF1B1CF204C1}"/>
                  </a:ext>
                </a:extLst>
              </p:cNvPr>
              <p:cNvSpPr/>
              <p:nvPr/>
            </p:nvSpPr>
            <p:spPr>
              <a:xfrm>
                <a:off x="46497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85" name="타원 17484">
                <a:extLst>
                  <a:ext uri="{FF2B5EF4-FFF2-40B4-BE49-F238E27FC236}">
                    <a16:creationId xmlns:a16="http://schemas.microsoft.com/office/drawing/2014/main" id="{2DD50C86-7686-46B8-AAB9-3A36E4CE235F}"/>
                  </a:ext>
                </a:extLst>
              </p:cNvPr>
              <p:cNvSpPr/>
              <p:nvPr/>
            </p:nvSpPr>
            <p:spPr>
              <a:xfrm>
                <a:off x="48021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86" name="타원 17485">
                <a:extLst>
                  <a:ext uri="{FF2B5EF4-FFF2-40B4-BE49-F238E27FC236}">
                    <a16:creationId xmlns:a16="http://schemas.microsoft.com/office/drawing/2014/main" id="{064A7B04-536B-49BB-AFD0-A4D0C4C6DE8C}"/>
                  </a:ext>
                </a:extLst>
              </p:cNvPr>
              <p:cNvSpPr/>
              <p:nvPr/>
            </p:nvSpPr>
            <p:spPr>
              <a:xfrm>
                <a:off x="49545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87" name="타원 17486">
                <a:extLst>
                  <a:ext uri="{FF2B5EF4-FFF2-40B4-BE49-F238E27FC236}">
                    <a16:creationId xmlns:a16="http://schemas.microsoft.com/office/drawing/2014/main" id="{3FD3A924-6EE1-4012-A670-747788B2C82A}"/>
                  </a:ext>
                </a:extLst>
              </p:cNvPr>
              <p:cNvSpPr/>
              <p:nvPr/>
            </p:nvSpPr>
            <p:spPr>
              <a:xfrm>
                <a:off x="51069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88" name="타원 17487">
                <a:extLst>
                  <a:ext uri="{FF2B5EF4-FFF2-40B4-BE49-F238E27FC236}">
                    <a16:creationId xmlns:a16="http://schemas.microsoft.com/office/drawing/2014/main" id="{703FD091-D220-4F06-BFA7-13748029A297}"/>
                  </a:ext>
                </a:extLst>
              </p:cNvPr>
              <p:cNvSpPr/>
              <p:nvPr/>
            </p:nvSpPr>
            <p:spPr>
              <a:xfrm>
                <a:off x="52593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89" name="타원 17488">
                <a:extLst>
                  <a:ext uri="{FF2B5EF4-FFF2-40B4-BE49-F238E27FC236}">
                    <a16:creationId xmlns:a16="http://schemas.microsoft.com/office/drawing/2014/main" id="{517AB0BD-6118-42F7-839E-923F139A8340}"/>
                  </a:ext>
                </a:extLst>
              </p:cNvPr>
              <p:cNvSpPr/>
              <p:nvPr/>
            </p:nvSpPr>
            <p:spPr>
              <a:xfrm>
                <a:off x="54117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90" name="타원 17489">
                <a:extLst>
                  <a:ext uri="{FF2B5EF4-FFF2-40B4-BE49-F238E27FC236}">
                    <a16:creationId xmlns:a16="http://schemas.microsoft.com/office/drawing/2014/main" id="{CA9124A8-8168-4F50-AEDA-A62C3F6E8119}"/>
                  </a:ext>
                </a:extLst>
              </p:cNvPr>
              <p:cNvSpPr/>
              <p:nvPr/>
            </p:nvSpPr>
            <p:spPr>
              <a:xfrm>
                <a:off x="5564188" y="114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91" name="타원 17490">
                <a:extLst>
                  <a:ext uri="{FF2B5EF4-FFF2-40B4-BE49-F238E27FC236}">
                    <a16:creationId xmlns:a16="http://schemas.microsoft.com/office/drawing/2014/main" id="{3C92B609-D9BF-499F-AA9F-B8442B3E44ED}"/>
                  </a:ext>
                </a:extLst>
              </p:cNvPr>
              <p:cNvSpPr/>
              <p:nvPr/>
            </p:nvSpPr>
            <p:spPr>
              <a:xfrm>
                <a:off x="2301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92" name="타원 17491">
                <a:extLst>
                  <a:ext uri="{FF2B5EF4-FFF2-40B4-BE49-F238E27FC236}">
                    <a16:creationId xmlns:a16="http://schemas.microsoft.com/office/drawing/2014/main" id="{9F29328B-D445-41E5-8216-4AA022CD6EAE}"/>
                  </a:ext>
                </a:extLst>
              </p:cNvPr>
              <p:cNvSpPr/>
              <p:nvPr/>
            </p:nvSpPr>
            <p:spPr>
              <a:xfrm>
                <a:off x="3825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93" name="타원 17492">
                <a:extLst>
                  <a:ext uri="{FF2B5EF4-FFF2-40B4-BE49-F238E27FC236}">
                    <a16:creationId xmlns:a16="http://schemas.microsoft.com/office/drawing/2014/main" id="{92E41D2F-6EFB-4BB7-A650-C73289A620AD}"/>
                  </a:ext>
                </a:extLst>
              </p:cNvPr>
              <p:cNvSpPr/>
              <p:nvPr/>
            </p:nvSpPr>
            <p:spPr>
              <a:xfrm>
                <a:off x="5349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94" name="타원 17493">
                <a:extLst>
                  <a:ext uri="{FF2B5EF4-FFF2-40B4-BE49-F238E27FC236}">
                    <a16:creationId xmlns:a16="http://schemas.microsoft.com/office/drawing/2014/main" id="{0C81F96F-5310-4A1A-8889-0FA3EEB8721F}"/>
                  </a:ext>
                </a:extLst>
              </p:cNvPr>
              <p:cNvSpPr/>
              <p:nvPr/>
            </p:nvSpPr>
            <p:spPr>
              <a:xfrm>
                <a:off x="6873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95" name="타원 17494">
                <a:extLst>
                  <a:ext uri="{FF2B5EF4-FFF2-40B4-BE49-F238E27FC236}">
                    <a16:creationId xmlns:a16="http://schemas.microsoft.com/office/drawing/2014/main" id="{C582DBE4-BBD7-46E0-A2B7-E967EF4BD440}"/>
                  </a:ext>
                </a:extLst>
              </p:cNvPr>
              <p:cNvSpPr/>
              <p:nvPr/>
            </p:nvSpPr>
            <p:spPr>
              <a:xfrm>
                <a:off x="8397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96" name="타원 17495">
                <a:extLst>
                  <a:ext uri="{FF2B5EF4-FFF2-40B4-BE49-F238E27FC236}">
                    <a16:creationId xmlns:a16="http://schemas.microsoft.com/office/drawing/2014/main" id="{EA97BA69-F6A0-40E4-BBEA-827ABA6EE921}"/>
                  </a:ext>
                </a:extLst>
              </p:cNvPr>
              <p:cNvSpPr/>
              <p:nvPr/>
            </p:nvSpPr>
            <p:spPr>
              <a:xfrm>
                <a:off x="9921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97" name="타원 17496">
                <a:extLst>
                  <a:ext uri="{FF2B5EF4-FFF2-40B4-BE49-F238E27FC236}">
                    <a16:creationId xmlns:a16="http://schemas.microsoft.com/office/drawing/2014/main" id="{783784B3-B1A4-4EEB-A568-8656ACFC6F02}"/>
                  </a:ext>
                </a:extLst>
              </p:cNvPr>
              <p:cNvSpPr/>
              <p:nvPr/>
            </p:nvSpPr>
            <p:spPr>
              <a:xfrm>
                <a:off x="11445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98" name="타원 17497">
                <a:extLst>
                  <a:ext uri="{FF2B5EF4-FFF2-40B4-BE49-F238E27FC236}">
                    <a16:creationId xmlns:a16="http://schemas.microsoft.com/office/drawing/2014/main" id="{5A34A826-4444-4B7A-8B2D-5560C4BBF673}"/>
                  </a:ext>
                </a:extLst>
              </p:cNvPr>
              <p:cNvSpPr/>
              <p:nvPr/>
            </p:nvSpPr>
            <p:spPr>
              <a:xfrm>
                <a:off x="12969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99" name="타원 17498">
                <a:extLst>
                  <a:ext uri="{FF2B5EF4-FFF2-40B4-BE49-F238E27FC236}">
                    <a16:creationId xmlns:a16="http://schemas.microsoft.com/office/drawing/2014/main" id="{D9F2EDAF-B21C-476A-9623-D680250844FA}"/>
                  </a:ext>
                </a:extLst>
              </p:cNvPr>
              <p:cNvSpPr/>
              <p:nvPr/>
            </p:nvSpPr>
            <p:spPr>
              <a:xfrm>
                <a:off x="14493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00" name="타원 17499">
                <a:extLst>
                  <a:ext uri="{FF2B5EF4-FFF2-40B4-BE49-F238E27FC236}">
                    <a16:creationId xmlns:a16="http://schemas.microsoft.com/office/drawing/2014/main" id="{A3DCCE47-1A30-4694-AF82-42CFC8EE56F3}"/>
                  </a:ext>
                </a:extLst>
              </p:cNvPr>
              <p:cNvSpPr/>
              <p:nvPr/>
            </p:nvSpPr>
            <p:spPr>
              <a:xfrm>
                <a:off x="16017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01" name="타원 17500">
                <a:extLst>
                  <a:ext uri="{FF2B5EF4-FFF2-40B4-BE49-F238E27FC236}">
                    <a16:creationId xmlns:a16="http://schemas.microsoft.com/office/drawing/2014/main" id="{F2136DA0-B4DB-433C-920F-25E8F3D6A406}"/>
                  </a:ext>
                </a:extLst>
              </p:cNvPr>
              <p:cNvSpPr/>
              <p:nvPr/>
            </p:nvSpPr>
            <p:spPr>
              <a:xfrm>
                <a:off x="17541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02" name="타원 17501">
                <a:extLst>
                  <a:ext uri="{FF2B5EF4-FFF2-40B4-BE49-F238E27FC236}">
                    <a16:creationId xmlns:a16="http://schemas.microsoft.com/office/drawing/2014/main" id="{295D2142-C7E2-4177-B3AE-75FC34671C7C}"/>
                  </a:ext>
                </a:extLst>
              </p:cNvPr>
              <p:cNvSpPr/>
              <p:nvPr/>
            </p:nvSpPr>
            <p:spPr>
              <a:xfrm>
                <a:off x="19065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03" name="타원 17502">
                <a:extLst>
                  <a:ext uri="{FF2B5EF4-FFF2-40B4-BE49-F238E27FC236}">
                    <a16:creationId xmlns:a16="http://schemas.microsoft.com/office/drawing/2014/main" id="{D551D605-F926-47D6-A2D0-4A5217727192}"/>
                  </a:ext>
                </a:extLst>
              </p:cNvPr>
              <p:cNvSpPr/>
              <p:nvPr/>
            </p:nvSpPr>
            <p:spPr>
              <a:xfrm>
                <a:off x="20589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04" name="타원 17503">
                <a:extLst>
                  <a:ext uri="{FF2B5EF4-FFF2-40B4-BE49-F238E27FC236}">
                    <a16:creationId xmlns:a16="http://schemas.microsoft.com/office/drawing/2014/main" id="{FD0A5F14-3A74-42EC-831A-43EA55ACF690}"/>
                  </a:ext>
                </a:extLst>
              </p:cNvPr>
              <p:cNvSpPr/>
              <p:nvPr/>
            </p:nvSpPr>
            <p:spPr>
              <a:xfrm>
                <a:off x="22113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05" name="타원 17504">
                <a:extLst>
                  <a:ext uri="{FF2B5EF4-FFF2-40B4-BE49-F238E27FC236}">
                    <a16:creationId xmlns:a16="http://schemas.microsoft.com/office/drawing/2014/main" id="{595746B8-40C7-4825-B884-EA9FF3F17516}"/>
                  </a:ext>
                </a:extLst>
              </p:cNvPr>
              <p:cNvSpPr/>
              <p:nvPr/>
            </p:nvSpPr>
            <p:spPr>
              <a:xfrm>
                <a:off x="23637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06" name="타원 17505">
                <a:extLst>
                  <a:ext uri="{FF2B5EF4-FFF2-40B4-BE49-F238E27FC236}">
                    <a16:creationId xmlns:a16="http://schemas.microsoft.com/office/drawing/2014/main" id="{FAE83009-FD75-4F44-A78D-BA6E2FA2C053}"/>
                  </a:ext>
                </a:extLst>
              </p:cNvPr>
              <p:cNvSpPr/>
              <p:nvPr/>
            </p:nvSpPr>
            <p:spPr>
              <a:xfrm>
                <a:off x="25161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07" name="타원 17506">
                <a:extLst>
                  <a:ext uri="{FF2B5EF4-FFF2-40B4-BE49-F238E27FC236}">
                    <a16:creationId xmlns:a16="http://schemas.microsoft.com/office/drawing/2014/main" id="{E6DEA10A-CA22-4E8A-8F9B-1A07F3155789}"/>
                  </a:ext>
                </a:extLst>
              </p:cNvPr>
              <p:cNvSpPr/>
              <p:nvPr/>
            </p:nvSpPr>
            <p:spPr>
              <a:xfrm>
                <a:off x="26685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08" name="타원 17507">
                <a:extLst>
                  <a:ext uri="{FF2B5EF4-FFF2-40B4-BE49-F238E27FC236}">
                    <a16:creationId xmlns:a16="http://schemas.microsoft.com/office/drawing/2014/main" id="{7F160849-823D-4376-A37E-365AC8B0C1FA}"/>
                  </a:ext>
                </a:extLst>
              </p:cNvPr>
              <p:cNvSpPr/>
              <p:nvPr/>
            </p:nvSpPr>
            <p:spPr>
              <a:xfrm>
                <a:off x="28209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09" name="타원 17508">
                <a:extLst>
                  <a:ext uri="{FF2B5EF4-FFF2-40B4-BE49-F238E27FC236}">
                    <a16:creationId xmlns:a16="http://schemas.microsoft.com/office/drawing/2014/main" id="{1F36F879-8B90-4B0E-A39A-8FC2DABB7C93}"/>
                  </a:ext>
                </a:extLst>
              </p:cNvPr>
              <p:cNvSpPr/>
              <p:nvPr/>
            </p:nvSpPr>
            <p:spPr>
              <a:xfrm>
                <a:off x="29733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10" name="타원 17509">
                <a:extLst>
                  <a:ext uri="{FF2B5EF4-FFF2-40B4-BE49-F238E27FC236}">
                    <a16:creationId xmlns:a16="http://schemas.microsoft.com/office/drawing/2014/main" id="{3DEF981C-7A4F-4C30-B89B-D8B603B9D37B}"/>
                  </a:ext>
                </a:extLst>
              </p:cNvPr>
              <p:cNvSpPr/>
              <p:nvPr/>
            </p:nvSpPr>
            <p:spPr>
              <a:xfrm>
                <a:off x="31257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11" name="타원 17510">
                <a:extLst>
                  <a:ext uri="{FF2B5EF4-FFF2-40B4-BE49-F238E27FC236}">
                    <a16:creationId xmlns:a16="http://schemas.microsoft.com/office/drawing/2014/main" id="{84A7E50B-8D6B-4535-B4CC-5CA5A021D8A4}"/>
                  </a:ext>
                </a:extLst>
              </p:cNvPr>
              <p:cNvSpPr/>
              <p:nvPr/>
            </p:nvSpPr>
            <p:spPr>
              <a:xfrm>
                <a:off x="32781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12" name="타원 17511">
                <a:extLst>
                  <a:ext uri="{FF2B5EF4-FFF2-40B4-BE49-F238E27FC236}">
                    <a16:creationId xmlns:a16="http://schemas.microsoft.com/office/drawing/2014/main" id="{B78C5B94-5446-40A0-A996-26ABD2F6DA83}"/>
                  </a:ext>
                </a:extLst>
              </p:cNvPr>
              <p:cNvSpPr/>
              <p:nvPr/>
            </p:nvSpPr>
            <p:spPr>
              <a:xfrm>
                <a:off x="34305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13" name="타원 17512">
                <a:extLst>
                  <a:ext uri="{FF2B5EF4-FFF2-40B4-BE49-F238E27FC236}">
                    <a16:creationId xmlns:a16="http://schemas.microsoft.com/office/drawing/2014/main" id="{26E54C61-81D6-4084-85AA-BA821C8E7AC5}"/>
                  </a:ext>
                </a:extLst>
              </p:cNvPr>
              <p:cNvSpPr/>
              <p:nvPr/>
            </p:nvSpPr>
            <p:spPr>
              <a:xfrm>
                <a:off x="35829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14" name="타원 17513">
                <a:extLst>
                  <a:ext uri="{FF2B5EF4-FFF2-40B4-BE49-F238E27FC236}">
                    <a16:creationId xmlns:a16="http://schemas.microsoft.com/office/drawing/2014/main" id="{62FA6BD7-543E-4459-9B93-2DC66346B548}"/>
                  </a:ext>
                </a:extLst>
              </p:cNvPr>
              <p:cNvSpPr/>
              <p:nvPr/>
            </p:nvSpPr>
            <p:spPr>
              <a:xfrm>
                <a:off x="37353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15" name="타원 17514">
                <a:extLst>
                  <a:ext uri="{FF2B5EF4-FFF2-40B4-BE49-F238E27FC236}">
                    <a16:creationId xmlns:a16="http://schemas.microsoft.com/office/drawing/2014/main" id="{8359B6F4-F7B9-451E-BADE-FBB103ACBD6D}"/>
                  </a:ext>
                </a:extLst>
              </p:cNvPr>
              <p:cNvSpPr/>
              <p:nvPr/>
            </p:nvSpPr>
            <p:spPr>
              <a:xfrm>
                <a:off x="38877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16" name="타원 17515">
                <a:extLst>
                  <a:ext uri="{FF2B5EF4-FFF2-40B4-BE49-F238E27FC236}">
                    <a16:creationId xmlns:a16="http://schemas.microsoft.com/office/drawing/2014/main" id="{C8781F37-9F75-45A3-9944-7445294AF00D}"/>
                  </a:ext>
                </a:extLst>
              </p:cNvPr>
              <p:cNvSpPr/>
              <p:nvPr/>
            </p:nvSpPr>
            <p:spPr>
              <a:xfrm>
                <a:off x="40401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17" name="타원 17516">
                <a:extLst>
                  <a:ext uri="{FF2B5EF4-FFF2-40B4-BE49-F238E27FC236}">
                    <a16:creationId xmlns:a16="http://schemas.microsoft.com/office/drawing/2014/main" id="{466D85B6-3F6A-438A-B704-68D9B24CA5D1}"/>
                  </a:ext>
                </a:extLst>
              </p:cNvPr>
              <p:cNvSpPr/>
              <p:nvPr/>
            </p:nvSpPr>
            <p:spPr>
              <a:xfrm>
                <a:off x="41925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18" name="타원 17517">
                <a:extLst>
                  <a:ext uri="{FF2B5EF4-FFF2-40B4-BE49-F238E27FC236}">
                    <a16:creationId xmlns:a16="http://schemas.microsoft.com/office/drawing/2014/main" id="{CD305E65-7655-43A4-86DC-FA4D6A7BDD82}"/>
                  </a:ext>
                </a:extLst>
              </p:cNvPr>
              <p:cNvSpPr/>
              <p:nvPr/>
            </p:nvSpPr>
            <p:spPr>
              <a:xfrm>
                <a:off x="43449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19" name="타원 17518">
                <a:extLst>
                  <a:ext uri="{FF2B5EF4-FFF2-40B4-BE49-F238E27FC236}">
                    <a16:creationId xmlns:a16="http://schemas.microsoft.com/office/drawing/2014/main" id="{8A27079C-0388-4B65-A27E-7671E73E80FF}"/>
                  </a:ext>
                </a:extLst>
              </p:cNvPr>
              <p:cNvSpPr/>
              <p:nvPr/>
            </p:nvSpPr>
            <p:spPr>
              <a:xfrm>
                <a:off x="44973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20" name="타원 17519">
                <a:extLst>
                  <a:ext uri="{FF2B5EF4-FFF2-40B4-BE49-F238E27FC236}">
                    <a16:creationId xmlns:a16="http://schemas.microsoft.com/office/drawing/2014/main" id="{5092E28D-6958-4954-AC3D-8290D149CD83}"/>
                  </a:ext>
                </a:extLst>
              </p:cNvPr>
              <p:cNvSpPr/>
              <p:nvPr/>
            </p:nvSpPr>
            <p:spPr>
              <a:xfrm>
                <a:off x="46497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21" name="타원 17520">
                <a:extLst>
                  <a:ext uri="{FF2B5EF4-FFF2-40B4-BE49-F238E27FC236}">
                    <a16:creationId xmlns:a16="http://schemas.microsoft.com/office/drawing/2014/main" id="{BDD3B6A2-EE33-49E2-A4E1-923C0DD601EC}"/>
                  </a:ext>
                </a:extLst>
              </p:cNvPr>
              <p:cNvSpPr/>
              <p:nvPr/>
            </p:nvSpPr>
            <p:spPr>
              <a:xfrm>
                <a:off x="48021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22" name="타원 17521">
                <a:extLst>
                  <a:ext uri="{FF2B5EF4-FFF2-40B4-BE49-F238E27FC236}">
                    <a16:creationId xmlns:a16="http://schemas.microsoft.com/office/drawing/2014/main" id="{8DD7BEAD-9CEF-438E-ADF9-35CBE355F603}"/>
                  </a:ext>
                </a:extLst>
              </p:cNvPr>
              <p:cNvSpPr/>
              <p:nvPr/>
            </p:nvSpPr>
            <p:spPr>
              <a:xfrm>
                <a:off x="49545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23" name="타원 17522">
                <a:extLst>
                  <a:ext uri="{FF2B5EF4-FFF2-40B4-BE49-F238E27FC236}">
                    <a16:creationId xmlns:a16="http://schemas.microsoft.com/office/drawing/2014/main" id="{8550B0B0-EE4F-4E39-B201-3EE4642305EE}"/>
                  </a:ext>
                </a:extLst>
              </p:cNvPr>
              <p:cNvSpPr/>
              <p:nvPr/>
            </p:nvSpPr>
            <p:spPr>
              <a:xfrm>
                <a:off x="51069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24" name="타원 17523">
                <a:extLst>
                  <a:ext uri="{FF2B5EF4-FFF2-40B4-BE49-F238E27FC236}">
                    <a16:creationId xmlns:a16="http://schemas.microsoft.com/office/drawing/2014/main" id="{6165E5AA-7C9D-4EC8-B0C7-D70B2313BFA2}"/>
                  </a:ext>
                </a:extLst>
              </p:cNvPr>
              <p:cNvSpPr/>
              <p:nvPr/>
            </p:nvSpPr>
            <p:spPr>
              <a:xfrm>
                <a:off x="52593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25" name="타원 17524">
                <a:extLst>
                  <a:ext uri="{FF2B5EF4-FFF2-40B4-BE49-F238E27FC236}">
                    <a16:creationId xmlns:a16="http://schemas.microsoft.com/office/drawing/2014/main" id="{ADA051DE-8E24-4757-8671-EE117ECE5D4A}"/>
                  </a:ext>
                </a:extLst>
              </p:cNvPr>
              <p:cNvSpPr/>
              <p:nvPr/>
            </p:nvSpPr>
            <p:spPr>
              <a:xfrm>
                <a:off x="54117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26" name="타원 17525">
                <a:extLst>
                  <a:ext uri="{FF2B5EF4-FFF2-40B4-BE49-F238E27FC236}">
                    <a16:creationId xmlns:a16="http://schemas.microsoft.com/office/drawing/2014/main" id="{250C7E39-FF91-4034-B60D-4E22B78F4117}"/>
                  </a:ext>
                </a:extLst>
              </p:cNvPr>
              <p:cNvSpPr/>
              <p:nvPr/>
            </p:nvSpPr>
            <p:spPr>
              <a:xfrm>
                <a:off x="5564188" y="129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27" name="타원 17526">
                <a:extLst>
                  <a:ext uri="{FF2B5EF4-FFF2-40B4-BE49-F238E27FC236}">
                    <a16:creationId xmlns:a16="http://schemas.microsoft.com/office/drawing/2014/main" id="{5F46D4E9-7E45-4C0C-8BA5-92C673728FE1}"/>
                  </a:ext>
                </a:extLst>
              </p:cNvPr>
              <p:cNvSpPr/>
              <p:nvPr/>
            </p:nvSpPr>
            <p:spPr>
              <a:xfrm>
                <a:off x="2301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28" name="타원 17527">
                <a:extLst>
                  <a:ext uri="{FF2B5EF4-FFF2-40B4-BE49-F238E27FC236}">
                    <a16:creationId xmlns:a16="http://schemas.microsoft.com/office/drawing/2014/main" id="{61AD8DB0-FAA0-4C76-B90C-CAEA647999C2}"/>
                  </a:ext>
                </a:extLst>
              </p:cNvPr>
              <p:cNvSpPr/>
              <p:nvPr/>
            </p:nvSpPr>
            <p:spPr>
              <a:xfrm>
                <a:off x="3825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29" name="타원 17528">
                <a:extLst>
                  <a:ext uri="{FF2B5EF4-FFF2-40B4-BE49-F238E27FC236}">
                    <a16:creationId xmlns:a16="http://schemas.microsoft.com/office/drawing/2014/main" id="{96F101C0-69CB-4F2E-BEE8-A587269C320A}"/>
                  </a:ext>
                </a:extLst>
              </p:cNvPr>
              <p:cNvSpPr/>
              <p:nvPr/>
            </p:nvSpPr>
            <p:spPr>
              <a:xfrm>
                <a:off x="5349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30" name="타원 17529">
                <a:extLst>
                  <a:ext uri="{FF2B5EF4-FFF2-40B4-BE49-F238E27FC236}">
                    <a16:creationId xmlns:a16="http://schemas.microsoft.com/office/drawing/2014/main" id="{CFA0432E-7C92-49EB-A4B7-A490CEBD9709}"/>
                  </a:ext>
                </a:extLst>
              </p:cNvPr>
              <p:cNvSpPr/>
              <p:nvPr/>
            </p:nvSpPr>
            <p:spPr>
              <a:xfrm>
                <a:off x="6873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31" name="타원 17530">
                <a:extLst>
                  <a:ext uri="{FF2B5EF4-FFF2-40B4-BE49-F238E27FC236}">
                    <a16:creationId xmlns:a16="http://schemas.microsoft.com/office/drawing/2014/main" id="{59BC191E-BE96-4950-B911-438E772EC4C1}"/>
                  </a:ext>
                </a:extLst>
              </p:cNvPr>
              <p:cNvSpPr/>
              <p:nvPr/>
            </p:nvSpPr>
            <p:spPr>
              <a:xfrm>
                <a:off x="8397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32" name="타원 17531">
                <a:extLst>
                  <a:ext uri="{FF2B5EF4-FFF2-40B4-BE49-F238E27FC236}">
                    <a16:creationId xmlns:a16="http://schemas.microsoft.com/office/drawing/2014/main" id="{DC7B4D70-6827-487C-85E9-02B8C0CEBD71}"/>
                  </a:ext>
                </a:extLst>
              </p:cNvPr>
              <p:cNvSpPr/>
              <p:nvPr/>
            </p:nvSpPr>
            <p:spPr>
              <a:xfrm>
                <a:off x="9921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33" name="타원 17532">
                <a:extLst>
                  <a:ext uri="{FF2B5EF4-FFF2-40B4-BE49-F238E27FC236}">
                    <a16:creationId xmlns:a16="http://schemas.microsoft.com/office/drawing/2014/main" id="{61D720C1-66D3-447E-996C-E57E58157B4D}"/>
                  </a:ext>
                </a:extLst>
              </p:cNvPr>
              <p:cNvSpPr/>
              <p:nvPr/>
            </p:nvSpPr>
            <p:spPr>
              <a:xfrm>
                <a:off x="11445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34" name="타원 17533">
                <a:extLst>
                  <a:ext uri="{FF2B5EF4-FFF2-40B4-BE49-F238E27FC236}">
                    <a16:creationId xmlns:a16="http://schemas.microsoft.com/office/drawing/2014/main" id="{F5F75D57-D257-4A12-A5AA-07DEF6D7A78F}"/>
                  </a:ext>
                </a:extLst>
              </p:cNvPr>
              <p:cNvSpPr/>
              <p:nvPr/>
            </p:nvSpPr>
            <p:spPr>
              <a:xfrm>
                <a:off x="12969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35" name="타원 17534">
                <a:extLst>
                  <a:ext uri="{FF2B5EF4-FFF2-40B4-BE49-F238E27FC236}">
                    <a16:creationId xmlns:a16="http://schemas.microsoft.com/office/drawing/2014/main" id="{74681850-CC71-404B-9DF6-96D2A3307DBD}"/>
                  </a:ext>
                </a:extLst>
              </p:cNvPr>
              <p:cNvSpPr/>
              <p:nvPr/>
            </p:nvSpPr>
            <p:spPr>
              <a:xfrm>
                <a:off x="14493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36" name="타원 17535">
                <a:extLst>
                  <a:ext uri="{FF2B5EF4-FFF2-40B4-BE49-F238E27FC236}">
                    <a16:creationId xmlns:a16="http://schemas.microsoft.com/office/drawing/2014/main" id="{E2A33C06-3EA3-4EDD-AF68-E8E0181A6E97}"/>
                  </a:ext>
                </a:extLst>
              </p:cNvPr>
              <p:cNvSpPr/>
              <p:nvPr/>
            </p:nvSpPr>
            <p:spPr>
              <a:xfrm>
                <a:off x="16017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37" name="타원 17536">
                <a:extLst>
                  <a:ext uri="{FF2B5EF4-FFF2-40B4-BE49-F238E27FC236}">
                    <a16:creationId xmlns:a16="http://schemas.microsoft.com/office/drawing/2014/main" id="{65057A57-AC21-4BA4-BC9D-42608DDBEBB0}"/>
                  </a:ext>
                </a:extLst>
              </p:cNvPr>
              <p:cNvSpPr/>
              <p:nvPr/>
            </p:nvSpPr>
            <p:spPr>
              <a:xfrm>
                <a:off x="17541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38" name="타원 17537">
                <a:extLst>
                  <a:ext uri="{FF2B5EF4-FFF2-40B4-BE49-F238E27FC236}">
                    <a16:creationId xmlns:a16="http://schemas.microsoft.com/office/drawing/2014/main" id="{13965EC8-6191-4DA4-9DF7-90B7A70B3824}"/>
                  </a:ext>
                </a:extLst>
              </p:cNvPr>
              <p:cNvSpPr/>
              <p:nvPr/>
            </p:nvSpPr>
            <p:spPr>
              <a:xfrm>
                <a:off x="19065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39" name="타원 17538">
                <a:extLst>
                  <a:ext uri="{FF2B5EF4-FFF2-40B4-BE49-F238E27FC236}">
                    <a16:creationId xmlns:a16="http://schemas.microsoft.com/office/drawing/2014/main" id="{23EF7203-667E-4DDB-8178-8642667A38A4}"/>
                  </a:ext>
                </a:extLst>
              </p:cNvPr>
              <p:cNvSpPr/>
              <p:nvPr/>
            </p:nvSpPr>
            <p:spPr>
              <a:xfrm>
                <a:off x="20589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40" name="타원 17539">
                <a:extLst>
                  <a:ext uri="{FF2B5EF4-FFF2-40B4-BE49-F238E27FC236}">
                    <a16:creationId xmlns:a16="http://schemas.microsoft.com/office/drawing/2014/main" id="{AE437C66-2733-4981-80A3-7C9055113BA9}"/>
                  </a:ext>
                </a:extLst>
              </p:cNvPr>
              <p:cNvSpPr/>
              <p:nvPr/>
            </p:nvSpPr>
            <p:spPr>
              <a:xfrm>
                <a:off x="22113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41" name="타원 17540">
                <a:extLst>
                  <a:ext uri="{FF2B5EF4-FFF2-40B4-BE49-F238E27FC236}">
                    <a16:creationId xmlns:a16="http://schemas.microsoft.com/office/drawing/2014/main" id="{B7605AAB-CE22-4B8D-A5D5-F3B5B1AA2E3D}"/>
                  </a:ext>
                </a:extLst>
              </p:cNvPr>
              <p:cNvSpPr/>
              <p:nvPr/>
            </p:nvSpPr>
            <p:spPr>
              <a:xfrm>
                <a:off x="23637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42" name="타원 17541">
                <a:extLst>
                  <a:ext uri="{FF2B5EF4-FFF2-40B4-BE49-F238E27FC236}">
                    <a16:creationId xmlns:a16="http://schemas.microsoft.com/office/drawing/2014/main" id="{83CF2427-A0AA-4581-81A6-E4D60DFE930F}"/>
                  </a:ext>
                </a:extLst>
              </p:cNvPr>
              <p:cNvSpPr/>
              <p:nvPr/>
            </p:nvSpPr>
            <p:spPr>
              <a:xfrm>
                <a:off x="25161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43" name="타원 17542">
                <a:extLst>
                  <a:ext uri="{FF2B5EF4-FFF2-40B4-BE49-F238E27FC236}">
                    <a16:creationId xmlns:a16="http://schemas.microsoft.com/office/drawing/2014/main" id="{1674FF79-F30D-4483-952E-7FCDF6174D53}"/>
                  </a:ext>
                </a:extLst>
              </p:cNvPr>
              <p:cNvSpPr/>
              <p:nvPr/>
            </p:nvSpPr>
            <p:spPr>
              <a:xfrm>
                <a:off x="26685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44" name="타원 17543">
                <a:extLst>
                  <a:ext uri="{FF2B5EF4-FFF2-40B4-BE49-F238E27FC236}">
                    <a16:creationId xmlns:a16="http://schemas.microsoft.com/office/drawing/2014/main" id="{9045A59C-0DFE-46F5-AB1A-83817B64DBDB}"/>
                  </a:ext>
                </a:extLst>
              </p:cNvPr>
              <p:cNvSpPr/>
              <p:nvPr/>
            </p:nvSpPr>
            <p:spPr>
              <a:xfrm>
                <a:off x="28209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45" name="타원 17544">
                <a:extLst>
                  <a:ext uri="{FF2B5EF4-FFF2-40B4-BE49-F238E27FC236}">
                    <a16:creationId xmlns:a16="http://schemas.microsoft.com/office/drawing/2014/main" id="{188F278B-D619-439F-A9CA-9E519ED00F94}"/>
                  </a:ext>
                </a:extLst>
              </p:cNvPr>
              <p:cNvSpPr/>
              <p:nvPr/>
            </p:nvSpPr>
            <p:spPr>
              <a:xfrm>
                <a:off x="29733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46" name="타원 17545">
                <a:extLst>
                  <a:ext uri="{FF2B5EF4-FFF2-40B4-BE49-F238E27FC236}">
                    <a16:creationId xmlns:a16="http://schemas.microsoft.com/office/drawing/2014/main" id="{0F0E6243-0863-4D52-A79B-19C2A9F9EEC5}"/>
                  </a:ext>
                </a:extLst>
              </p:cNvPr>
              <p:cNvSpPr/>
              <p:nvPr/>
            </p:nvSpPr>
            <p:spPr>
              <a:xfrm>
                <a:off x="31257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47" name="타원 17546">
                <a:extLst>
                  <a:ext uri="{FF2B5EF4-FFF2-40B4-BE49-F238E27FC236}">
                    <a16:creationId xmlns:a16="http://schemas.microsoft.com/office/drawing/2014/main" id="{B4193AD2-55D0-4F97-8C6A-BB928415A7CD}"/>
                  </a:ext>
                </a:extLst>
              </p:cNvPr>
              <p:cNvSpPr/>
              <p:nvPr/>
            </p:nvSpPr>
            <p:spPr>
              <a:xfrm>
                <a:off x="32781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48" name="타원 17547">
                <a:extLst>
                  <a:ext uri="{FF2B5EF4-FFF2-40B4-BE49-F238E27FC236}">
                    <a16:creationId xmlns:a16="http://schemas.microsoft.com/office/drawing/2014/main" id="{4F105475-3A16-42C1-BAE9-15DFD98C3EDF}"/>
                  </a:ext>
                </a:extLst>
              </p:cNvPr>
              <p:cNvSpPr/>
              <p:nvPr/>
            </p:nvSpPr>
            <p:spPr>
              <a:xfrm>
                <a:off x="34305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49" name="타원 17548">
                <a:extLst>
                  <a:ext uri="{FF2B5EF4-FFF2-40B4-BE49-F238E27FC236}">
                    <a16:creationId xmlns:a16="http://schemas.microsoft.com/office/drawing/2014/main" id="{8C2D0B76-8287-4D94-8B4D-28BA0443638D}"/>
                  </a:ext>
                </a:extLst>
              </p:cNvPr>
              <p:cNvSpPr/>
              <p:nvPr/>
            </p:nvSpPr>
            <p:spPr>
              <a:xfrm>
                <a:off x="35829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50" name="타원 17549">
                <a:extLst>
                  <a:ext uri="{FF2B5EF4-FFF2-40B4-BE49-F238E27FC236}">
                    <a16:creationId xmlns:a16="http://schemas.microsoft.com/office/drawing/2014/main" id="{204AD29B-A8D3-4E44-A0EA-803CD526412C}"/>
                  </a:ext>
                </a:extLst>
              </p:cNvPr>
              <p:cNvSpPr/>
              <p:nvPr/>
            </p:nvSpPr>
            <p:spPr>
              <a:xfrm>
                <a:off x="37353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51" name="타원 17550">
                <a:extLst>
                  <a:ext uri="{FF2B5EF4-FFF2-40B4-BE49-F238E27FC236}">
                    <a16:creationId xmlns:a16="http://schemas.microsoft.com/office/drawing/2014/main" id="{8A438693-3103-4C7B-AC01-DC4DF4D30466}"/>
                  </a:ext>
                </a:extLst>
              </p:cNvPr>
              <p:cNvSpPr/>
              <p:nvPr/>
            </p:nvSpPr>
            <p:spPr>
              <a:xfrm>
                <a:off x="38877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52" name="타원 17551">
                <a:extLst>
                  <a:ext uri="{FF2B5EF4-FFF2-40B4-BE49-F238E27FC236}">
                    <a16:creationId xmlns:a16="http://schemas.microsoft.com/office/drawing/2014/main" id="{80995D72-9DE8-412B-BAD5-3808DAD410F3}"/>
                  </a:ext>
                </a:extLst>
              </p:cNvPr>
              <p:cNvSpPr/>
              <p:nvPr/>
            </p:nvSpPr>
            <p:spPr>
              <a:xfrm>
                <a:off x="40401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53" name="타원 17552">
                <a:extLst>
                  <a:ext uri="{FF2B5EF4-FFF2-40B4-BE49-F238E27FC236}">
                    <a16:creationId xmlns:a16="http://schemas.microsoft.com/office/drawing/2014/main" id="{ADA28F57-18DA-4709-968B-21F6E6AED3A8}"/>
                  </a:ext>
                </a:extLst>
              </p:cNvPr>
              <p:cNvSpPr/>
              <p:nvPr/>
            </p:nvSpPr>
            <p:spPr>
              <a:xfrm>
                <a:off x="41925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54" name="타원 17553">
                <a:extLst>
                  <a:ext uri="{FF2B5EF4-FFF2-40B4-BE49-F238E27FC236}">
                    <a16:creationId xmlns:a16="http://schemas.microsoft.com/office/drawing/2014/main" id="{9BC10A76-561A-4794-87EB-9198650C5491}"/>
                  </a:ext>
                </a:extLst>
              </p:cNvPr>
              <p:cNvSpPr/>
              <p:nvPr/>
            </p:nvSpPr>
            <p:spPr>
              <a:xfrm>
                <a:off x="43449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55" name="타원 17554">
                <a:extLst>
                  <a:ext uri="{FF2B5EF4-FFF2-40B4-BE49-F238E27FC236}">
                    <a16:creationId xmlns:a16="http://schemas.microsoft.com/office/drawing/2014/main" id="{CB1AD0E8-7F1C-451F-BB64-4590A6961E43}"/>
                  </a:ext>
                </a:extLst>
              </p:cNvPr>
              <p:cNvSpPr/>
              <p:nvPr/>
            </p:nvSpPr>
            <p:spPr>
              <a:xfrm>
                <a:off x="44973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56" name="타원 17555">
                <a:extLst>
                  <a:ext uri="{FF2B5EF4-FFF2-40B4-BE49-F238E27FC236}">
                    <a16:creationId xmlns:a16="http://schemas.microsoft.com/office/drawing/2014/main" id="{CA37607C-876E-4D86-B4CC-5BAB6EC2DFD6}"/>
                  </a:ext>
                </a:extLst>
              </p:cNvPr>
              <p:cNvSpPr/>
              <p:nvPr/>
            </p:nvSpPr>
            <p:spPr>
              <a:xfrm>
                <a:off x="46497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57" name="타원 17556">
                <a:extLst>
                  <a:ext uri="{FF2B5EF4-FFF2-40B4-BE49-F238E27FC236}">
                    <a16:creationId xmlns:a16="http://schemas.microsoft.com/office/drawing/2014/main" id="{2FA3216A-6A08-4B07-96CE-FAAE449DAAD0}"/>
                  </a:ext>
                </a:extLst>
              </p:cNvPr>
              <p:cNvSpPr/>
              <p:nvPr/>
            </p:nvSpPr>
            <p:spPr>
              <a:xfrm>
                <a:off x="48021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58" name="타원 17557">
                <a:extLst>
                  <a:ext uri="{FF2B5EF4-FFF2-40B4-BE49-F238E27FC236}">
                    <a16:creationId xmlns:a16="http://schemas.microsoft.com/office/drawing/2014/main" id="{368F9A79-BCF4-43C3-8731-70CFA4375CEF}"/>
                  </a:ext>
                </a:extLst>
              </p:cNvPr>
              <p:cNvSpPr/>
              <p:nvPr/>
            </p:nvSpPr>
            <p:spPr>
              <a:xfrm>
                <a:off x="49545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59" name="타원 17558">
                <a:extLst>
                  <a:ext uri="{FF2B5EF4-FFF2-40B4-BE49-F238E27FC236}">
                    <a16:creationId xmlns:a16="http://schemas.microsoft.com/office/drawing/2014/main" id="{7D1CD99C-6C25-4B9F-823F-85A25E9F8327}"/>
                  </a:ext>
                </a:extLst>
              </p:cNvPr>
              <p:cNvSpPr/>
              <p:nvPr/>
            </p:nvSpPr>
            <p:spPr>
              <a:xfrm>
                <a:off x="51069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60" name="타원 17559">
                <a:extLst>
                  <a:ext uri="{FF2B5EF4-FFF2-40B4-BE49-F238E27FC236}">
                    <a16:creationId xmlns:a16="http://schemas.microsoft.com/office/drawing/2014/main" id="{CC7EEAEF-1BC8-4A85-96E7-DFCED9F286C0}"/>
                  </a:ext>
                </a:extLst>
              </p:cNvPr>
              <p:cNvSpPr/>
              <p:nvPr/>
            </p:nvSpPr>
            <p:spPr>
              <a:xfrm>
                <a:off x="52593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61" name="타원 17560">
                <a:extLst>
                  <a:ext uri="{FF2B5EF4-FFF2-40B4-BE49-F238E27FC236}">
                    <a16:creationId xmlns:a16="http://schemas.microsoft.com/office/drawing/2014/main" id="{9F4E3F0A-0926-4CBA-9EA4-0AAE952510FE}"/>
                  </a:ext>
                </a:extLst>
              </p:cNvPr>
              <p:cNvSpPr/>
              <p:nvPr/>
            </p:nvSpPr>
            <p:spPr>
              <a:xfrm>
                <a:off x="54117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62" name="타원 17561">
                <a:extLst>
                  <a:ext uri="{FF2B5EF4-FFF2-40B4-BE49-F238E27FC236}">
                    <a16:creationId xmlns:a16="http://schemas.microsoft.com/office/drawing/2014/main" id="{F6BEED4B-B864-43BB-9375-7EB5F782ED6A}"/>
                  </a:ext>
                </a:extLst>
              </p:cNvPr>
              <p:cNvSpPr/>
              <p:nvPr/>
            </p:nvSpPr>
            <p:spPr>
              <a:xfrm>
                <a:off x="5564188" y="144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63" name="타원 17562">
                <a:extLst>
                  <a:ext uri="{FF2B5EF4-FFF2-40B4-BE49-F238E27FC236}">
                    <a16:creationId xmlns:a16="http://schemas.microsoft.com/office/drawing/2014/main" id="{A2529300-CABF-4F3C-BCFD-8AB9D49BB31B}"/>
                  </a:ext>
                </a:extLst>
              </p:cNvPr>
              <p:cNvSpPr/>
              <p:nvPr/>
            </p:nvSpPr>
            <p:spPr>
              <a:xfrm>
                <a:off x="2301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64" name="타원 17563">
                <a:extLst>
                  <a:ext uri="{FF2B5EF4-FFF2-40B4-BE49-F238E27FC236}">
                    <a16:creationId xmlns:a16="http://schemas.microsoft.com/office/drawing/2014/main" id="{7A6C7707-CBCA-4E56-B89F-971AC0EAD668}"/>
                  </a:ext>
                </a:extLst>
              </p:cNvPr>
              <p:cNvSpPr/>
              <p:nvPr/>
            </p:nvSpPr>
            <p:spPr>
              <a:xfrm>
                <a:off x="3825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65" name="타원 17564">
                <a:extLst>
                  <a:ext uri="{FF2B5EF4-FFF2-40B4-BE49-F238E27FC236}">
                    <a16:creationId xmlns:a16="http://schemas.microsoft.com/office/drawing/2014/main" id="{E16109DD-8D53-44B4-A4D5-247246E3D204}"/>
                  </a:ext>
                </a:extLst>
              </p:cNvPr>
              <p:cNvSpPr/>
              <p:nvPr/>
            </p:nvSpPr>
            <p:spPr>
              <a:xfrm>
                <a:off x="5349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66" name="타원 17565">
                <a:extLst>
                  <a:ext uri="{FF2B5EF4-FFF2-40B4-BE49-F238E27FC236}">
                    <a16:creationId xmlns:a16="http://schemas.microsoft.com/office/drawing/2014/main" id="{03687CB1-48C1-4376-971F-B6569FCA60D8}"/>
                  </a:ext>
                </a:extLst>
              </p:cNvPr>
              <p:cNvSpPr/>
              <p:nvPr/>
            </p:nvSpPr>
            <p:spPr>
              <a:xfrm>
                <a:off x="6873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67" name="타원 17566">
                <a:extLst>
                  <a:ext uri="{FF2B5EF4-FFF2-40B4-BE49-F238E27FC236}">
                    <a16:creationId xmlns:a16="http://schemas.microsoft.com/office/drawing/2014/main" id="{53619B8C-277F-44B5-B47A-D5C29973501C}"/>
                  </a:ext>
                </a:extLst>
              </p:cNvPr>
              <p:cNvSpPr/>
              <p:nvPr/>
            </p:nvSpPr>
            <p:spPr>
              <a:xfrm>
                <a:off x="8397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68" name="타원 17567">
                <a:extLst>
                  <a:ext uri="{FF2B5EF4-FFF2-40B4-BE49-F238E27FC236}">
                    <a16:creationId xmlns:a16="http://schemas.microsoft.com/office/drawing/2014/main" id="{12448BE5-C6CC-48C2-BC7A-D872D61F55FF}"/>
                  </a:ext>
                </a:extLst>
              </p:cNvPr>
              <p:cNvSpPr/>
              <p:nvPr/>
            </p:nvSpPr>
            <p:spPr>
              <a:xfrm>
                <a:off x="9921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69" name="타원 17568">
                <a:extLst>
                  <a:ext uri="{FF2B5EF4-FFF2-40B4-BE49-F238E27FC236}">
                    <a16:creationId xmlns:a16="http://schemas.microsoft.com/office/drawing/2014/main" id="{573D84AC-BCE2-47C9-B4BA-745C1470A3C3}"/>
                  </a:ext>
                </a:extLst>
              </p:cNvPr>
              <p:cNvSpPr/>
              <p:nvPr/>
            </p:nvSpPr>
            <p:spPr>
              <a:xfrm>
                <a:off x="11445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70" name="타원 17569">
                <a:extLst>
                  <a:ext uri="{FF2B5EF4-FFF2-40B4-BE49-F238E27FC236}">
                    <a16:creationId xmlns:a16="http://schemas.microsoft.com/office/drawing/2014/main" id="{90E9BD5A-D6A0-4347-836C-B6F9C2B42CC4}"/>
                  </a:ext>
                </a:extLst>
              </p:cNvPr>
              <p:cNvSpPr/>
              <p:nvPr/>
            </p:nvSpPr>
            <p:spPr>
              <a:xfrm>
                <a:off x="12969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71" name="타원 17570">
                <a:extLst>
                  <a:ext uri="{FF2B5EF4-FFF2-40B4-BE49-F238E27FC236}">
                    <a16:creationId xmlns:a16="http://schemas.microsoft.com/office/drawing/2014/main" id="{AB939E3F-070B-4846-A90D-2CDAFE378F33}"/>
                  </a:ext>
                </a:extLst>
              </p:cNvPr>
              <p:cNvSpPr/>
              <p:nvPr/>
            </p:nvSpPr>
            <p:spPr>
              <a:xfrm>
                <a:off x="14493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72" name="타원 17571">
                <a:extLst>
                  <a:ext uri="{FF2B5EF4-FFF2-40B4-BE49-F238E27FC236}">
                    <a16:creationId xmlns:a16="http://schemas.microsoft.com/office/drawing/2014/main" id="{CAA9DC05-1278-474B-B573-1DDAFDA9F636}"/>
                  </a:ext>
                </a:extLst>
              </p:cNvPr>
              <p:cNvSpPr/>
              <p:nvPr/>
            </p:nvSpPr>
            <p:spPr>
              <a:xfrm>
                <a:off x="16017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73" name="타원 17572">
                <a:extLst>
                  <a:ext uri="{FF2B5EF4-FFF2-40B4-BE49-F238E27FC236}">
                    <a16:creationId xmlns:a16="http://schemas.microsoft.com/office/drawing/2014/main" id="{A5BE368E-ABC9-40FA-B4A7-172F9ADD8E5B}"/>
                  </a:ext>
                </a:extLst>
              </p:cNvPr>
              <p:cNvSpPr/>
              <p:nvPr/>
            </p:nvSpPr>
            <p:spPr>
              <a:xfrm>
                <a:off x="17541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74" name="타원 17573">
                <a:extLst>
                  <a:ext uri="{FF2B5EF4-FFF2-40B4-BE49-F238E27FC236}">
                    <a16:creationId xmlns:a16="http://schemas.microsoft.com/office/drawing/2014/main" id="{A5774803-302A-4E05-8AA1-F174E0D3B53D}"/>
                  </a:ext>
                </a:extLst>
              </p:cNvPr>
              <p:cNvSpPr/>
              <p:nvPr/>
            </p:nvSpPr>
            <p:spPr>
              <a:xfrm>
                <a:off x="19065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75" name="타원 17574">
                <a:extLst>
                  <a:ext uri="{FF2B5EF4-FFF2-40B4-BE49-F238E27FC236}">
                    <a16:creationId xmlns:a16="http://schemas.microsoft.com/office/drawing/2014/main" id="{3B4BD877-1988-47E5-86B1-6C0F944E6CAD}"/>
                  </a:ext>
                </a:extLst>
              </p:cNvPr>
              <p:cNvSpPr/>
              <p:nvPr/>
            </p:nvSpPr>
            <p:spPr>
              <a:xfrm>
                <a:off x="20589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76" name="타원 17575">
                <a:extLst>
                  <a:ext uri="{FF2B5EF4-FFF2-40B4-BE49-F238E27FC236}">
                    <a16:creationId xmlns:a16="http://schemas.microsoft.com/office/drawing/2014/main" id="{00669E33-A5ED-4373-BC26-08B920CFFF45}"/>
                  </a:ext>
                </a:extLst>
              </p:cNvPr>
              <p:cNvSpPr/>
              <p:nvPr/>
            </p:nvSpPr>
            <p:spPr>
              <a:xfrm>
                <a:off x="22113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77" name="타원 17576">
                <a:extLst>
                  <a:ext uri="{FF2B5EF4-FFF2-40B4-BE49-F238E27FC236}">
                    <a16:creationId xmlns:a16="http://schemas.microsoft.com/office/drawing/2014/main" id="{8AE61094-B9A1-4759-B5DA-9590B19824F0}"/>
                  </a:ext>
                </a:extLst>
              </p:cNvPr>
              <p:cNvSpPr/>
              <p:nvPr/>
            </p:nvSpPr>
            <p:spPr>
              <a:xfrm>
                <a:off x="23637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78" name="타원 17577">
                <a:extLst>
                  <a:ext uri="{FF2B5EF4-FFF2-40B4-BE49-F238E27FC236}">
                    <a16:creationId xmlns:a16="http://schemas.microsoft.com/office/drawing/2014/main" id="{C6E63D70-74FE-4D07-B4CC-F7FC22E7E1F4}"/>
                  </a:ext>
                </a:extLst>
              </p:cNvPr>
              <p:cNvSpPr/>
              <p:nvPr/>
            </p:nvSpPr>
            <p:spPr>
              <a:xfrm>
                <a:off x="25161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79" name="타원 17578">
                <a:extLst>
                  <a:ext uri="{FF2B5EF4-FFF2-40B4-BE49-F238E27FC236}">
                    <a16:creationId xmlns:a16="http://schemas.microsoft.com/office/drawing/2014/main" id="{B48FBDC6-8568-42D8-B53A-0C287EE17322}"/>
                  </a:ext>
                </a:extLst>
              </p:cNvPr>
              <p:cNvSpPr/>
              <p:nvPr/>
            </p:nvSpPr>
            <p:spPr>
              <a:xfrm>
                <a:off x="26685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80" name="타원 17579">
                <a:extLst>
                  <a:ext uri="{FF2B5EF4-FFF2-40B4-BE49-F238E27FC236}">
                    <a16:creationId xmlns:a16="http://schemas.microsoft.com/office/drawing/2014/main" id="{0F279ACE-4393-4FA1-B5ED-27FCAF55DF55}"/>
                  </a:ext>
                </a:extLst>
              </p:cNvPr>
              <p:cNvSpPr/>
              <p:nvPr/>
            </p:nvSpPr>
            <p:spPr>
              <a:xfrm>
                <a:off x="28209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81" name="타원 17580">
                <a:extLst>
                  <a:ext uri="{FF2B5EF4-FFF2-40B4-BE49-F238E27FC236}">
                    <a16:creationId xmlns:a16="http://schemas.microsoft.com/office/drawing/2014/main" id="{97665959-5186-4528-9A16-42116091238E}"/>
                  </a:ext>
                </a:extLst>
              </p:cNvPr>
              <p:cNvSpPr/>
              <p:nvPr/>
            </p:nvSpPr>
            <p:spPr>
              <a:xfrm>
                <a:off x="29733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82" name="타원 17581">
                <a:extLst>
                  <a:ext uri="{FF2B5EF4-FFF2-40B4-BE49-F238E27FC236}">
                    <a16:creationId xmlns:a16="http://schemas.microsoft.com/office/drawing/2014/main" id="{3C4A766A-2C6F-4053-BEB0-2BA2F7C7DDFC}"/>
                  </a:ext>
                </a:extLst>
              </p:cNvPr>
              <p:cNvSpPr/>
              <p:nvPr/>
            </p:nvSpPr>
            <p:spPr>
              <a:xfrm>
                <a:off x="31257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83" name="타원 17582">
                <a:extLst>
                  <a:ext uri="{FF2B5EF4-FFF2-40B4-BE49-F238E27FC236}">
                    <a16:creationId xmlns:a16="http://schemas.microsoft.com/office/drawing/2014/main" id="{588DE788-828B-4674-8C97-D433E4F7E687}"/>
                  </a:ext>
                </a:extLst>
              </p:cNvPr>
              <p:cNvSpPr/>
              <p:nvPr/>
            </p:nvSpPr>
            <p:spPr>
              <a:xfrm>
                <a:off x="32781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84" name="타원 17583">
                <a:extLst>
                  <a:ext uri="{FF2B5EF4-FFF2-40B4-BE49-F238E27FC236}">
                    <a16:creationId xmlns:a16="http://schemas.microsoft.com/office/drawing/2014/main" id="{5581D8C8-AC01-4333-91CF-875115F588AC}"/>
                  </a:ext>
                </a:extLst>
              </p:cNvPr>
              <p:cNvSpPr/>
              <p:nvPr/>
            </p:nvSpPr>
            <p:spPr>
              <a:xfrm>
                <a:off x="34305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85" name="타원 17584">
                <a:extLst>
                  <a:ext uri="{FF2B5EF4-FFF2-40B4-BE49-F238E27FC236}">
                    <a16:creationId xmlns:a16="http://schemas.microsoft.com/office/drawing/2014/main" id="{93253D53-3053-4F20-8AE3-AB6E00E250CE}"/>
                  </a:ext>
                </a:extLst>
              </p:cNvPr>
              <p:cNvSpPr/>
              <p:nvPr/>
            </p:nvSpPr>
            <p:spPr>
              <a:xfrm>
                <a:off x="35829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86" name="타원 17585">
                <a:extLst>
                  <a:ext uri="{FF2B5EF4-FFF2-40B4-BE49-F238E27FC236}">
                    <a16:creationId xmlns:a16="http://schemas.microsoft.com/office/drawing/2014/main" id="{1AEA0EEC-C32C-45F8-8B8F-F266208F2B13}"/>
                  </a:ext>
                </a:extLst>
              </p:cNvPr>
              <p:cNvSpPr/>
              <p:nvPr/>
            </p:nvSpPr>
            <p:spPr>
              <a:xfrm>
                <a:off x="37353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87" name="타원 17586">
                <a:extLst>
                  <a:ext uri="{FF2B5EF4-FFF2-40B4-BE49-F238E27FC236}">
                    <a16:creationId xmlns:a16="http://schemas.microsoft.com/office/drawing/2014/main" id="{B0FC2816-3B0A-48B6-9F1E-171FD6D984BE}"/>
                  </a:ext>
                </a:extLst>
              </p:cNvPr>
              <p:cNvSpPr/>
              <p:nvPr/>
            </p:nvSpPr>
            <p:spPr>
              <a:xfrm>
                <a:off x="38877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88" name="타원 17587">
                <a:extLst>
                  <a:ext uri="{FF2B5EF4-FFF2-40B4-BE49-F238E27FC236}">
                    <a16:creationId xmlns:a16="http://schemas.microsoft.com/office/drawing/2014/main" id="{047588AF-40D8-4037-9DB5-91D112D7C73D}"/>
                  </a:ext>
                </a:extLst>
              </p:cNvPr>
              <p:cNvSpPr/>
              <p:nvPr/>
            </p:nvSpPr>
            <p:spPr>
              <a:xfrm>
                <a:off x="40401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89" name="타원 17588">
                <a:extLst>
                  <a:ext uri="{FF2B5EF4-FFF2-40B4-BE49-F238E27FC236}">
                    <a16:creationId xmlns:a16="http://schemas.microsoft.com/office/drawing/2014/main" id="{6A8D3E34-829A-4337-855F-3A3BD84BDD5B}"/>
                  </a:ext>
                </a:extLst>
              </p:cNvPr>
              <p:cNvSpPr/>
              <p:nvPr/>
            </p:nvSpPr>
            <p:spPr>
              <a:xfrm>
                <a:off x="41925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90" name="타원 17589">
                <a:extLst>
                  <a:ext uri="{FF2B5EF4-FFF2-40B4-BE49-F238E27FC236}">
                    <a16:creationId xmlns:a16="http://schemas.microsoft.com/office/drawing/2014/main" id="{A36DBA23-ED28-4A02-AC82-3090AB537DBE}"/>
                  </a:ext>
                </a:extLst>
              </p:cNvPr>
              <p:cNvSpPr/>
              <p:nvPr/>
            </p:nvSpPr>
            <p:spPr>
              <a:xfrm>
                <a:off x="43449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91" name="타원 17590">
                <a:extLst>
                  <a:ext uri="{FF2B5EF4-FFF2-40B4-BE49-F238E27FC236}">
                    <a16:creationId xmlns:a16="http://schemas.microsoft.com/office/drawing/2014/main" id="{1DC979DF-C5C5-4DC5-9BC6-B0C7D43C8E14}"/>
                  </a:ext>
                </a:extLst>
              </p:cNvPr>
              <p:cNvSpPr/>
              <p:nvPr/>
            </p:nvSpPr>
            <p:spPr>
              <a:xfrm>
                <a:off x="44973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92" name="타원 17591">
                <a:extLst>
                  <a:ext uri="{FF2B5EF4-FFF2-40B4-BE49-F238E27FC236}">
                    <a16:creationId xmlns:a16="http://schemas.microsoft.com/office/drawing/2014/main" id="{1305C9CF-140C-4249-B70D-A97304E57D1B}"/>
                  </a:ext>
                </a:extLst>
              </p:cNvPr>
              <p:cNvSpPr/>
              <p:nvPr/>
            </p:nvSpPr>
            <p:spPr>
              <a:xfrm>
                <a:off x="46497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93" name="타원 17592">
                <a:extLst>
                  <a:ext uri="{FF2B5EF4-FFF2-40B4-BE49-F238E27FC236}">
                    <a16:creationId xmlns:a16="http://schemas.microsoft.com/office/drawing/2014/main" id="{9BA1338E-BEAE-4C44-B06C-C994ABA87BAC}"/>
                  </a:ext>
                </a:extLst>
              </p:cNvPr>
              <p:cNvSpPr/>
              <p:nvPr/>
            </p:nvSpPr>
            <p:spPr>
              <a:xfrm>
                <a:off x="48021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94" name="타원 17593">
                <a:extLst>
                  <a:ext uri="{FF2B5EF4-FFF2-40B4-BE49-F238E27FC236}">
                    <a16:creationId xmlns:a16="http://schemas.microsoft.com/office/drawing/2014/main" id="{E284A35A-9165-4E91-9040-8CCC40D8EF9D}"/>
                  </a:ext>
                </a:extLst>
              </p:cNvPr>
              <p:cNvSpPr/>
              <p:nvPr/>
            </p:nvSpPr>
            <p:spPr>
              <a:xfrm>
                <a:off x="49545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95" name="타원 17594">
                <a:extLst>
                  <a:ext uri="{FF2B5EF4-FFF2-40B4-BE49-F238E27FC236}">
                    <a16:creationId xmlns:a16="http://schemas.microsoft.com/office/drawing/2014/main" id="{7EFAD7CD-7525-4CC1-9E77-EF4D664B774A}"/>
                  </a:ext>
                </a:extLst>
              </p:cNvPr>
              <p:cNvSpPr/>
              <p:nvPr/>
            </p:nvSpPr>
            <p:spPr>
              <a:xfrm>
                <a:off x="51069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96" name="타원 17595">
                <a:extLst>
                  <a:ext uri="{FF2B5EF4-FFF2-40B4-BE49-F238E27FC236}">
                    <a16:creationId xmlns:a16="http://schemas.microsoft.com/office/drawing/2014/main" id="{D8E903A0-6772-45E5-BF7A-2E956C9FEDB3}"/>
                  </a:ext>
                </a:extLst>
              </p:cNvPr>
              <p:cNvSpPr/>
              <p:nvPr/>
            </p:nvSpPr>
            <p:spPr>
              <a:xfrm>
                <a:off x="52593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97" name="타원 17596">
                <a:extLst>
                  <a:ext uri="{FF2B5EF4-FFF2-40B4-BE49-F238E27FC236}">
                    <a16:creationId xmlns:a16="http://schemas.microsoft.com/office/drawing/2014/main" id="{429B2E13-5A2E-4C9A-A7AC-13DA3A7BEB24}"/>
                  </a:ext>
                </a:extLst>
              </p:cNvPr>
              <p:cNvSpPr/>
              <p:nvPr/>
            </p:nvSpPr>
            <p:spPr>
              <a:xfrm>
                <a:off x="54117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98" name="타원 17597">
                <a:extLst>
                  <a:ext uri="{FF2B5EF4-FFF2-40B4-BE49-F238E27FC236}">
                    <a16:creationId xmlns:a16="http://schemas.microsoft.com/office/drawing/2014/main" id="{22DC17DB-CD56-496E-B173-8DE34E8B2E3A}"/>
                  </a:ext>
                </a:extLst>
              </p:cNvPr>
              <p:cNvSpPr/>
              <p:nvPr/>
            </p:nvSpPr>
            <p:spPr>
              <a:xfrm>
                <a:off x="5564188" y="160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99" name="타원 17598">
                <a:extLst>
                  <a:ext uri="{FF2B5EF4-FFF2-40B4-BE49-F238E27FC236}">
                    <a16:creationId xmlns:a16="http://schemas.microsoft.com/office/drawing/2014/main" id="{A6BBC63B-434B-4938-ADC1-87291A5BFFA6}"/>
                  </a:ext>
                </a:extLst>
              </p:cNvPr>
              <p:cNvSpPr/>
              <p:nvPr/>
            </p:nvSpPr>
            <p:spPr>
              <a:xfrm>
                <a:off x="2301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00" name="타원 17599">
                <a:extLst>
                  <a:ext uri="{FF2B5EF4-FFF2-40B4-BE49-F238E27FC236}">
                    <a16:creationId xmlns:a16="http://schemas.microsoft.com/office/drawing/2014/main" id="{B8F814D5-7831-408D-A209-011007F8780D}"/>
                  </a:ext>
                </a:extLst>
              </p:cNvPr>
              <p:cNvSpPr/>
              <p:nvPr/>
            </p:nvSpPr>
            <p:spPr>
              <a:xfrm>
                <a:off x="3825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01" name="타원 17600">
                <a:extLst>
                  <a:ext uri="{FF2B5EF4-FFF2-40B4-BE49-F238E27FC236}">
                    <a16:creationId xmlns:a16="http://schemas.microsoft.com/office/drawing/2014/main" id="{89FC8A77-3D3C-4D2D-9CB4-F05856F6268B}"/>
                  </a:ext>
                </a:extLst>
              </p:cNvPr>
              <p:cNvSpPr/>
              <p:nvPr/>
            </p:nvSpPr>
            <p:spPr>
              <a:xfrm>
                <a:off x="5349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02" name="타원 17601">
                <a:extLst>
                  <a:ext uri="{FF2B5EF4-FFF2-40B4-BE49-F238E27FC236}">
                    <a16:creationId xmlns:a16="http://schemas.microsoft.com/office/drawing/2014/main" id="{9B5DDA51-2CFD-4845-AE87-9F9D14282A91}"/>
                  </a:ext>
                </a:extLst>
              </p:cNvPr>
              <p:cNvSpPr/>
              <p:nvPr/>
            </p:nvSpPr>
            <p:spPr>
              <a:xfrm>
                <a:off x="6873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03" name="타원 17602">
                <a:extLst>
                  <a:ext uri="{FF2B5EF4-FFF2-40B4-BE49-F238E27FC236}">
                    <a16:creationId xmlns:a16="http://schemas.microsoft.com/office/drawing/2014/main" id="{38AD30C2-AA5B-444F-AAE8-1D6124414D6A}"/>
                  </a:ext>
                </a:extLst>
              </p:cNvPr>
              <p:cNvSpPr/>
              <p:nvPr/>
            </p:nvSpPr>
            <p:spPr>
              <a:xfrm>
                <a:off x="8397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04" name="타원 17603">
                <a:extLst>
                  <a:ext uri="{FF2B5EF4-FFF2-40B4-BE49-F238E27FC236}">
                    <a16:creationId xmlns:a16="http://schemas.microsoft.com/office/drawing/2014/main" id="{43B2C62D-A721-42B0-842D-09AC94A2363E}"/>
                  </a:ext>
                </a:extLst>
              </p:cNvPr>
              <p:cNvSpPr/>
              <p:nvPr/>
            </p:nvSpPr>
            <p:spPr>
              <a:xfrm>
                <a:off x="9921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05" name="타원 17604">
                <a:extLst>
                  <a:ext uri="{FF2B5EF4-FFF2-40B4-BE49-F238E27FC236}">
                    <a16:creationId xmlns:a16="http://schemas.microsoft.com/office/drawing/2014/main" id="{64C8C6CC-AA44-46A5-942E-78451905239A}"/>
                  </a:ext>
                </a:extLst>
              </p:cNvPr>
              <p:cNvSpPr/>
              <p:nvPr/>
            </p:nvSpPr>
            <p:spPr>
              <a:xfrm>
                <a:off x="11445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06" name="타원 17605">
                <a:extLst>
                  <a:ext uri="{FF2B5EF4-FFF2-40B4-BE49-F238E27FC236}">
                    <a16:creationId xmlns:a16="http://schemas.microsoft.com/office/drawing/2014/main" id="{08096554-D4AA-4FEB-8CD2-720F73C1E52C}"/>
                  </a:ext>
                </a:extLst>
              </p:cNvPr>
              <p:cNvSpPr/>
              <p:nvPr/>
            </p:nvSpPr>
            <p:spPr>
              <a:xfrm>
                <a:off x="12969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07" name="타원 17606">
                <a:extLst>
                  <a:ext uri="{FF2B5EF4-FFF2-40B4-BE49-F238E27FC236}">
                    <a16:creationId xmlns:a16="http://schemas.microsoft.com/office/drawing/2014/main" id="{F276DA80-6D41-46B8-B8C8-463656E6C4BA}"/>
                  </a:ext>
                </a:extLst>
              </p:cNvPr>
              <p:cNvSpPr/>
              <p:nvPr/>
            </p:nvSpPr>
            <p:spPr>
              <a:xfrm>
                <a:off x="14493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08" name="타원 17607">
                <a:extLst>
                  <a:ext uri="{FF2B5EF4-FFF2-40B4-BE49-F238E27FC236}">
                    <a16:creationId xmlns:a16="http://schemas.microsoft.com/office/drawing/2014/main" id="{79327E2B-C70E-467B-8A3A-EE8CFB6F5BE8}"/>
                  </a:ext>
                </a:extLst>
              </p:cNvPr>
              <p:cNvSpPr/>
              <p:nvPr/>
            </p:nvSpPr>
            <p:spPr>
              <a:xfrm>
                <a:off x="16017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09" name="타원 17608">
                <a:extLst>
                  <a:ext uri="{FF2B5EF4-FFF2-40B4-BE49-F238E27FC236}">
                    <a16:creationId xmlns:a16="http://schemas.microsoft.com/office/drawing/2014/main" id="{C61EFB70-C55D-4FCB-98C3-A2103307740D}"/>
                  </a:ext>
                </a:extLst>
              </p:cNvPr>
              <p:cNvSpPr/>
              <p:nvPr/>
            </p:nvSpPr>
            <p:spPr>
              <a:xfrm>
                <a:off x="17541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10" name="타원 17609">
                <a:extLst>
                  <a:ext uri="{FF2B5EF4-FFF2-40B4-BE49-F238E27FC236}">
                    <a16:creationId xmlns:a16="http://schemas.microsoft.com/office/drawing/2014/main" id="{A7FE6902-ECDD-439B-8AF5-5B6D4DAC238D}"/>
                  </a:ext>
                </a:extLst>
              </p:cNvPr>
              <p:cNvSpPr/>
              <p:nvPr/>
            </p:nvSpPr>
            <p:spPr>
              <a:xfrm>
                <a:off x="19065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11" name="타원 17610">
                <a:extLst>
                  <a:ext uri="{FF2B5EF4-FFF2-40B4-BE49-F238E27FC236}">
                    <a16:creationId xmlns:a16="http://schemas.microsoft.com/office/drawing/2014/main" id="{862A71F9-6607-4D0A-8E5B-6A1C360FBB8B}"/>
                  </a:ext>
                </a:extLst>
              </p:cNvPr>
              <p:cNvSpPr/>
              <p:nvPr/>
            </p:nvSpPr>
            <p:spPr>
              <a:xfrm>
                <a:off x="20589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12" name="타원 17611">
                <a:extLst>
                  <a:ext uri="{FF2B5EF4-FFF2-40B4-BE49-F238E27FC236}">
                    <a16:creationId xmlns:a16="http://schemas.microsoft.com/office/drawing/2014/main" id="{D36D0C65-14F8-402E-A652-AB667F181F09}"/>
                  </a:ext>
                </a:extLst>
              </p:cNvPr>
              <p:cNvSpPr/>
              <p:nvPr/>
            </p:nvSpPr>
            <p:spPr>
              <a:xfrm>
                <a:off x="22113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13" name="타원 17612">
                <a:extLst>
                  <a:ext uri="{FF2B5EF4-FFF2-40B4-BE49-F238E27FC236}">
                    <a16:creationId xmlns:a16="http://schemas.microsoft.com/office/drawing/2014/main" id="{485A784D-FB9D-4479-A8F7-30FFEB5481DE}"/>
                  </a:ext>
                </a:extLst>
              </p:cNvPr>
              <p:cNvSpPr/>
              <p:nvPr/>
            </p:nvSpPr>
            <p:spPr>
              <a:xfrm>
                <a:off x="23637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14" name="타원 17613">
                <a:extLst>
                  <a:ext uri="{FF2B5EF4-FFF2-40B4-BE49-F238E27FC236}">
                    <a16:creationId xmlns:a16="http://schemas.microsoft.com/office/drawing/2014/main" id="{23D47561-54D8-45CE-BF01-28B2C5A125F6}"/>
                  </a:ext>
                </a:extLst>
              </p:cNvPr>
              <p:cNvSpPr/>
              <p:nvPr/>
            </p:nvSpPr>
            <p:spPr>
              <a:xfrm>
                <a:off x="25161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15" name="타원 17614">
                <a:extLst>
                  <a:ext uri="{FF2B5EF4-FFF2-40B4-BE49-F238E27FC236}">
                    <a16:creationId xmlns:a16="http://schemas.microsoft.com/office/drawing/2014/main" id="{6B5DFEA6-4B23-4895-A11A-E1C1F46AE0BD}"/>
                  </a:ext>
                </a:extLst>
              </p:cNvPr>
              <p:cNvSpPr/>
              <p:nvPr/>
            </p:nvSpPr>
            <p:spPr>
              <a:xfrm>
                <a:off x="26685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16" name="타원 17615">
                <a:extLst>
                  <a:ext uri="{FF2B5EF4-FFF2-40B4-BE49-F238E27FC236}">
                    <a16:creationId xmlns:a16="http://schemas.microsoft.com/office/drawing/2014/main" id="{C2E089C9-1C36-499E-B620-E110B0CAA45D}"/>
                  </a:ext>
                </a:extLst>
              </p:cNvPr>
              <p:cNvSpPr/>
              <p:nvPr/>
            </p:nvSpPr>
            <p:spPr>
              <a:xfrm>
                <a:off x="28209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17" name="타원 17616">
                <a:extLst>
                  <a:ext uri="{FF2B5EF4-FFF2-40B4-BE49-F238E27FC236}">
                    <a16:creationId xmlns:a16="http://schemas.microsoft.com/office/drawing/2014/main" id="{3D927ABF-B29E-40CD-B0BF-2B1775009FB7}"/>
                  </a:ext>
                </a:extLst>
              </p:cNvPr>
              <p:cNvSpPr/>
              <p:nvPr/>
            </p:nvSpPr>
            <p:spPr>
              <a:xfrm>
                <a:off x="29733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18" name="타원 17617">
                <a:extLst>
                  <a:ext uri="{FF2B5EF4-FFF2-40B4-BE49-F238E27FC236}">
                    <a16:creationId xmlns:a16="http://schemas.microsoft.com/office/drawing/2014/main" id="{E6842BC1-28CC-4EE4-8B34-E45026D7D76C}"/>
                  </a:ext>
                </a:extLst>
              </p:cNvPr>
              <p:cNvSpPr/>
              <p:nvPr/>
            </p:nvSpPr>
            <p:spPr>
              <a:xfrm>
                <a:off x="31257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19" name="타원 17618">
                <a:extLst>
                  <a:ext uri="{FF2B5EF4-FFF2-40B4-BE49-F238E27FC236}">
                    <a16:creationId xmlns:a16="http://schemas.microsoft.com/office/drawing/2014/main" id="{4CE23870-0B58-46F5-A033-3812DF2DFE4C}"/>
                  </a:ext>
                </a:extLst>
              </p:cNvPr>
              <p:cNvSpPr/>
              <p:nvPr/>
            </p:nvSpPr>
            <p:spPr>
              <a:xfrm>
                <a:off x="32781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20" name="타원 17619">
                <a:extLst>
                  <a:ext uri="{FF2B5EF4-FFF2-40B4-BE49-F238E27FC236}">
                    <a16:creationId xmlns:a16="http://schemas.microsoft.com/office/drawing/2014/main" id="{8F7B8973-ACC2-4C37-8DE4-48EC90A52836}"/>
                  </a:ext>
                </a:extLst>
              </p:cNvPr>
              <p:cNvSpPr/>
              <p:nvPr/>
            </p:nvSpPr>
            <p:spPr>
              <a:xfrm>
                <a:off x="34305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21" name="타원 17620">
                <a:extLst>
                  <a:ext uri="{FF2B5EF4-FFF2-40B4-BE49-F238E27FC236}">
                    <a16:creationId xmlns:a16="http://schemas.microsoft.com/office/drawing/2014/main" id="{E31963DF-B521-4AC3-B223-FCD1236927CD}"/>
                  </a:ext>
                </a:extLst>
              </p:cNvPr>
              <p:cNvSpPr/>
              <p:nvPr/>
            </p:nvSpPr>
            <p:spPr>
              <a:xfrm>
                <a:off x="35829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22" name="타원 17621">
                <a:extLst>
                  <a:ext uri="{FF2B5EF4-FFF2-40B4-BE49-F238E27FC236}">
                    <a16:creationId xmlns:a16="http://schemas.microsoft.com/office/drawing/2014/main" id="{C80F7716-0A6D-45D8-949E-1AE27E230741}"/>
                  </a:ext>
                </a:extLst>
              </p:cNvPr>
              <p:cNvSpPr/>
              <p:nvPr/>
            </p:nvSpPr>
            <p:spPr>
              <a:xfrm>
                <a:off x="37353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23" name="타원 17622">
                <a:extLst>
                  <a:ext uri="{FF2B5EF4-FFF2-40B4-BE49-F238E27FC236}">
                    <a16:creationId xmlns:a16="http://schemas.microsoft.com/office/drawing/2014/main" id="{49AC857C-433A-41EB-82DA-8E99E4E93DA3}"/>
                  </a:ext>
                </a:extLst>
              </p:cNvPr>
              <p:cNvSpPr/>
              <p:nvPr/>
            </p:nvSpPr>
            <p:spPr>
              <a:xfrm>
                <a:off x="38877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24" name="타원 17623">
                <a:extLst>
                  <a:ext uri="{FF2B5EF4-FFF2-40B4-BE49-F238E27FC236}">
                    <a16:creationId xmlns:a16="http://schemas.microsoft.com/office/drawing/2014/main" id="{972FEAB6-D092-4AB2-8F5D-636D2F61E309}"/>
                  </a:ext>
                </a:extLst>
              </p:cNvPr>
              <p:cNvSpPr/>
              <p:nvPr/>
            </p:nvSpPr>
            <p:spPr>
              <a:xfrm>
                <a:off x="40401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25" name="타원 17624">
                <a:extLst>
                  <a:ext uri="{FF2B5EF4-FFF2-40B4-BE49-F238E27FC236}">
                    <a16:creationId xmlns:a16="http://schemas.microsoft.com/office/drawing/2014/main" id="{41F0D5E7-B960-4A8E-A1B2-DD7BBC47442B}"/>
                  </a:ext>
                </a:extLst>
              </p:cNvPr>
              <p:cNvSpPr/>
              <p:nvPr/>
            </p:nvSpPr>
            <p:spPr>
              <a:xfrm>
                <a:off x="41925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26" name="타원 17625">
                <a:extLst>
                  <a:ext uri="{FF2B5EF4-FFF2-40B4-BE49-F238E27FC236}">
                    <a16:creationId xmlns:a16="http://schemas.microsoft.com/office/drawing/2014/main" id="{3C01C619-E55F-453F-BE80-C0A4F62FABC2}"/>
                  </a:ext>
                </a:extLst>
              </p:cNvPr>
              <p:cNvSpPr/>
              <p:nvPr/>
            </p:nvSpPr>
            <p:spPr>
              <a:xfrm>
                <a:off x="43449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27" name="타원 17626">
                <a:extLst>
                  <a:ext uri="{FF2B5EF4-FFF2-40B4-BE49-F238E27FC236}">
                    <a16:creationId xmlns:a16="http://schemas.microsoft.com/office/drawing/2014/main" id="{DAB5B598-C3C3-492D-9D10-7E2F72054AFC}"/>
                  </a:ext>
                </a:extLst>
              </p:cNvPr>
              <p:cNvSpPr/>
              <p:nvPr/>
            </p:nvSpPr>
            <p:spPr>
              <a:xfrm>
                <a:off x="44973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28" name="타원 17627">
                <a:extLst>
                  <a:ext uri="{FF2B5EF4-FFF2-40B4-BE49-F238E27FC236}">
                    <a16:creationId xmlns:a16="http://schemas.microsoft.com/office/drawing/2014/main" id="{B178FBC0-5879-448C-A508-D0030BEC5957}"/>
                  </a:ext>
                </a:extLst>
              </p:cNvPr>
              <p:cNvSpPr/>
              <p:nvPr/>
            </p:nvSpPr>
            <p:spPr>
              <a:xfrm>
                <a:off x="46497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29" name="타원 17628">
                <a:extLst>
                  <a:ext uri="{FF2B5EF4-FFF2-40B4-BE49-F238E27FC236}">
                    <a16:creationId xmlns:a16="http://schemas.microsoft.com/office/drawing/2014/main" id="{BEC7622B-6464-49CA-A144-81864A097163}"/>
                  </a:ext>
                </a:extLst>
              </p:cNvPr>
              <p:cNvSpPr/>
              <p:nvPr/>
            </p:nvSpPr>
            <p:spPr>
              <a:xfrm>
                <a:off x="48021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30" name="타원 17629">
                <a:extLst>
                  <a:ext uri="{FF2B5EF4-FFF2-40B4-BE49-F238E27FC236}">
                    <a16:creationId xmlns:a16="http://schemas.microsoft.com/office/drawing/2014/main" id="{21BA6B40-879F-4A08-B7C8-BF527C413CC9}"/>
                  </a:ext>
                </a:extLst>
              </p:cNvPr>
              <p:cNvSpPr/>
              <p:nvPr/>
            </p:nvSpPr>
            <p:spPr>
              <a:xfrm>
                <a:off x="49545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31" name="타원 17630">
                <a:extLst>
                  <a:ext uri="{FF2B5EF4-FFF2-40B4-BE49-F238E27FC236}">
                    <a16:creationId xmlns:a16="http://schemas.microsoft.com/office/drawing/2014/main" id="{1D5D5C9E-F06F-412E-A347-68952DF72D82}"/>
                  </a:ext>
                </a:extLst>
              </p:cNvPr>
              <p:cNvSpPr/>
              <p:nvPr/>
            </p:nvSpPr>
            <p:spPr>
              <a:xfrm>
                <a:off x="51069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32" name="타원 17631">
                <a:extLst>
                  <a:ext uri="{FF2B5EF4-FFF2-40B4-BE49-F238E27FC236}">
                    <a16:creationId xmlns:a16="http://schemas.microsoft.com/office/drawing/2014/main" id="{40E5BF68-A30F-4809-9FF8-48A64DC7A5A3}"/>
                  </a:ext>
                </a:extLst>
              </p:cNvPr>
              <p:cNvSpPr/>
              <p:nvPr/>
            </p:nvSpPr>
            <p:spPr>
              <a:xfrm>
                <a:off x="52593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33" name="타원 17632">
                <a:extLst>
                  <a:ext uri="{FF2B5EF4-FFF2-40B4-BE49-F238E27FC236}">
                    <a16:creationId xmlns:a16="http://schemas.microsoft.com/office/drawing/2014/main" id="{E764F8E8-48C4-426F-BEEA-F0663D899992}"/>
                  </a:ext>
                </a:extLst>
              </p:cNvPr>
              <p:cNvSpPr/>
              <p:nvPr/>
            </p:nvSpPr>
            <p:spPr>
              <a:xfrm>
                <a:off x="54117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34" name="타원 17633">
                <a:extLst>
                  <a:ext uri="{FF2B5EF4-FFF2-40B4-BE49-F238E27FC236}">
                    <a16:creationId xmlns:a16="http://schemas.microsoft.com/office/drawing/2014/main" id="{83F75C60-A838-40BF-A3CE-3BEE6DA4E845}"/>
                  </a:ext>
                </a:extLst>
              </p:cNvPr>
              <p:cNvSpPr/>
              <p:nvPr/>
            </p:nvSpPr>
            <p:spPr>
              <a:xfrm>
                <a:off x="5564188" y="175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35" name="타원 17634">
                <a:extLst>
                  <a:ext uri="{FF2B5EF4-FFF2-40B4-BE49-F238E27FC236}">
                    <a16:creationId xmlns:a16="http://schemas.microsoft.com/office/drawing/2014/main" id="{0ACCE1F0-46F3-4750-853A-BC871B087A9E}"/>
                  </a:ext>
                </a:extLst>
              </p:cNvPr>
              <p:cNvSpPr/>
              <p:nvPr/>
            </p:nvSpPr>
            <p:spPr>
              <a:xfrm>
                <a:off x="2301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36" name="타원 17635">
                <a:extLst>
                  <a:ext uri="{FF2B5EF4-FFF2-40B4-BE49-F238E27FC236}">
                    <a16:creationId xmlns:a16="http://schemas.microsoft.com/office/drawing/2014/main" id="{36283B15-3092-43F2-B48B-86D8F1973082}"/>
                  </a:ext>
                </a:extLst>
              </p:cNvPr>
              <p:cNvSpPr/>
              <p:nvPr/>
            </p:nvSpPr>
            <p:spPr>
              <a:xfrm>
                <a:off x="3825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37" name="타원 17636">
                <a:extLst>
                  <a:ext uri="{FF2B5EF4-FFF2-40B4-BE49-F238E27FC236}">
                    <a16:creationId xmlns:a16="http://schemas.microsoft.com/office/drawing/2014/main" id="{C071C5C3-37C8-4656-8D62-DAF669D57A34}"/>
                  </a:ext>
                </a:extLst>
              </p:cNvPr>
              <p:cNvSpPr/>
              <p:nvPr/>
            </p:nvSpPr>
            <p:spPr>
              <a:xfrm>
                <a:off x="5349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38" name="타원 17637">
                <a:extLst>
                  <a:ext uri="{FF2B5EF4-FFF2-40B4-BE49-F238E27FC236}">
                    <a16:creationId xmlns:a16="http://schemas.microsoft.com/office/drawing/2014/main" id="{998A0EE1-3005-4D34-BA4D-4798FE056CF0}"/>
                  </a:ext>
                </a:extLst>
              </p:cNvPr>
              <p:cNvSpPr/>
              <p:nvPr/>
            </p:nvSpPr>
            <p:spPr>
              <a:xfrm>
                <a:off x="6873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39" name="타원 17638">
                <a:extLst>
                  <a:ext uri="{FF2B5EF4-FFF2-40B4-BE49-F238E27FC236}">
                    <a16:creationId xmlns:a16="http://schemas.microsoft.com/office/drawing/2014/main" id="{0CD4DF40-2B31-469F-94D8-5ED9B6557156}"/>
                  </a:ext>
                </a:extLst>
              </p:cNvPr>
              <p:cNvSpPr/>
              <p:nvPr/>
            </p:nvSpPr>
            <p:spPr>
              <a:xfrm>
                <a:off x="8397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40" name="타원 17639">
                <a:extLst>
                  <a:ext uri="{FF2B5EF4-FFF2-40B4-BE49-F238E27FC236}">
                    <a16:creationId xmlns:a16="http://schemas.microsoft.com/office/drawing/2014/main" id="{8164C36B-F7C4-4CA0-A675-FA1EEE23E4A4}"/>
                  </a:ext>
                </a:extLst>
              </p:cNvPr>
              <p:cNvSpPr/>
              <p:nvPr/>
            </p:nvSpPr>
            <p:spPr>
              <a:xfrm>
                <a:off x="9921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41" name="타원 17640">
                <a:extLst>
                  <a:ext uri="{FF2B5EF4-FFF2-40B4-BE49-F238E27FC236}">
                    <a16:creationId xmlns:a16="http://schemas.microsoft.com/office/drawing/2014/main" id="{C52C65CA-8E8B-4FDB-B101-C156B0F95AEF}"/>
                  </a:ext>
                </a:extLst>
              </p:cNvPr>
              <p:cNvSpPr/>
              <p:nvPr/>
            </p:nvSpPr>
            <p:spPr>
              <a:xfrm>
                <a:off x="11445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42" name="타원 17641">
                <a:extLst>
                  <a:ext uri="{FF2B5EF4-FFF2-40B4-BE49-F238E27FC236}">
                    <a16:creationId xmlns:a16="http://schemas.microsoft.com/office/drawing/2014/main" id="{EA7A23A2-9A36-4520-AE84-3C83C6559943}"/>
                  </a:ext>
                </a:extLst>
              </p:cNvPr>
              <p:cNvSpPr/>
              <p:nvPr/>
            </p:nvSpPr>
            <p:spPr>
              <a:xfrm>
                <a:off x="12969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43" name="타원 17642">
                <a:extLst>
                  <a:ext uri="{FF2B5EF4-FFF2-40B4-BE49-F238E27FC236}">
                    <a16:creationId xmlns:a16="http://schemas.microsoft.com/office/drawing/2014/main" id="{DF1259C3-2E27-47CB-AEFE-A00E6A458A22}"/>
                  </a:ext>
                </a:extLst>
              </p:cNvPr>
              <p:cNvSpPr/>
              <p:nvPr/>
            </p:nvSpPr>
            <p:spPr>
              <a:xfrm>
                <a:off x="14493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44" name="타원 17643">
                <a:extLst>
                  <a:ext uri="{FF2B5EF4-FFF2-40B4-BE49-F238E27FC236}">
                    <a16:creationId xmlns:a16="http://schemas.microsoft.com/office/drawing/2014/main" id="{B2061D26-085A-4E53-AE5F-E2EE9D1ED746}"/>
                  </a:ext>
                </a:extLst>
              </p:cNvPr>
              <p:cNvSpPr/>
              <p:nvPr/>
            </p:nvSpPr>
            <p:spPr>
              <a:xfrm>
                <a:off x="16017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45" name="타원 17644">
                <a:extLst>
                  <a:ext uri="{FF2B5EF4-FFF2-40B4-BE49-F238E27FC236}">
                    <a16:creationId xmlns:a16="http://schemas.microsoft.com/office/drawing/2014/main" id="{0FA33836-BA7F-4F1A-AEB1-F873562DE661}"/>
                  </a:ext>
                </a:extLst>
              </p:cNvPr>
              <p:cNvSpPr/>
              <p:nvPr/>
            </p:nvSpPr>
            <p:spPr>
              <a:xfrm>
                <a:off x="17541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46" name="타원 17645">
                <a:extLst>
                  <a:ext uri="{FF2B5EF4-FFF2-40B4-BE49-F238E27FC236}">
                    <a16:creationId xmlns:a16="http://schemas.microsoft.com/office/drawing/2014/main" id="{E4146EA8-7949-4C8C-AFE4-0E4EDC9EFEA7}"/>
                  </a:ext>
                </a:extLst>
              </p:cNvPr>
              <p:cNvSpPr/>
              <p:nvPr/>
            </p:nvSpPr>
            <p:spPr>
              <a:xfrm>
                <a:off x="19065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47" name="타원 17646">
                <a:extLst>
                  <a:ext uri="{FF2B5EF4-FFF2-40B4-BE49-F238E27FC236}">
                    <a16:creationId xmlns:a16="http://schemas.microsoft.com/office/drawing/2014/main" id="{1886C946-B5CF-400F-B11C-95B032946C10}"/>
                  </a:ext>
                </a:extLst>
              </p:cNvPr>
              <p:cNvSpPr/>
              <p:nvPr/>
            </p:nvSpPr>
            <p:spPr>
              <a:xfrm>
                <a:off x="20589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48" name="타원 17647">
                <a:extLst>
                  <a:ext uri="{FF2B5EF4-FFF2-40B4-BE49-F238E27FC236}">
                    <a16:creationId xmlns:a16="http://schemas.microsoft.com/office/drawing/2014/main" id="{3560B168-0D70-465E-A498-56159FEE991B}"/>
                  </a:ext>
                </a:extLst>
              </p:cNvPr>
              <p:cNvSpPr/>
              <p:nvPr/>
            </p:nvSpPr>
            <p:spPr>
              <a:xfrm>
                <a:off x="22113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49" name="타원 17648">
                <a:extLst>
                  <a:ext uri="{FF2B5EF4-FFF2-40B4-BE49-F238E27FC236}">
                    <a16:creationId xmlns:a16="http://schemas.microsoft.com/office/drawing/2014/main" id="{09866CA2-358D-493F-AAA4-7A6961313F59}"/>
                  </a:ext>
                </a:extLst>
              </p:cNvPr>
              <p:cNvSpPr/>
              <p:nvPr/>
            </p:nvSpPr>
            <p:spPr>
              <a:xfrm>
                <a:off x="23637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50" name="타원 17649">
                <a:extLst>
                  <a:ext uri="{FF2B5EF4-FFF2-40B4-BE49-F238E27FC236}">
                    <a16:creationId xmlns:a16="http://schemas.microsoft.com/office/drawing/2014/main" id="{7AFB2704-076B-4D6C-BFB4-02D9021B80B3}"/>
                  </a:ext>
                </a:extLst>
              </p:cNvPr>
              <p:cNvSpPr/>
              <p:nvPr/>
            </p:nvSpPr>
            <p:spPr>
              <a:xfrm>
                <a:off x="25161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51" name="타원 17650">
                <a:extLst>
                  <a:ext uri="{FF2B5EF4-FFF2-40B4-BE49-F238E27FC236}">
                    <a16:creationId xmlns:a16="http://schemas.microsoft.com/office/drawing/2014/main" id="{E135D62E-AF48-498C-9D61-E1C566D3A20E}"/>
                  </a:ext>
                </a:extLst>
              </p:cNvPr>
              <p:cNvSpPr/>
              <p:nvPr/>
            </p:nvSpPr>
            <p:spPr>
              <a:xfrm>
                <a:off x="26685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52" name="타원 17651">
                <a:extLst>
                  <a:ext uri="{FF2B5EF4-FFF2-40B4-BE49-F238E27FC236}">
                    <a16:creationId xmlns:a16="http://schemas.microsoft.com/office/drawing/2014/main" id="{B3E69BF5-8EE1-4A47-8245-DD22ADEA2C3B}"/>
                  </a:ext>
                </a:extLst>
              </p:cNvPr>
              <p:cNvSpPr/>
              <p:nvPr/>
            </p:nvSpPr>
            <p:spPr>
              <a:xfrm>
                <a:off x="28209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53" name="타원 17652">
                <a:extLst>
                  <a:ext uri="{FF2B5EF4-FFF2-40B4-BE49-F238E27FC236}">
                    <a16:creationId xmlns:a16="http://schemas.microsoft.com/office/drawing/2014/main" id="{49076C03-D72B-4C34-8EA2-AA5DA5947911}"/>
                  </a:ext>
                </a:extLst>
              </p:cNvPr>
              <p:cNvSpPr/>
              <p:nvPr/>
            </p:nvSpPr>
            <p:spPr>
              <a:xfrm>
                <a:off x="29733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54" name="타원 17653">
                <a:extLst>
                  <a:ext uri="{FF2B5EF4-FFF2-40B4-BE49-F238E27FC236}">
                    <a16:creationId xmlns:a16="http://schemas.microsoft.com/office/drawing/2014/main" id="{3E2B4820-2C29-478D-9DAD-AFE66F450814}"/>
                  </a:ext>
                </a:extLst>
              </p:cNvPr>
              <p:cNvSpPr/>
              <p:nvPr/>
            </p:nvSpPr>
            <p:spPr>
              <a:xfrm>
                <a:off x="31257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55" name="타원 17654">
                <a:extLst>
                  <a:ext uri="{FF2B5EF4-FFF2-40B4-BE49-F238E27FC236}">
                    <a16:creationId xmlns:a16="http://schemas.microsoft.com/office/drawing/2014/main" id="{EC63AC4C-1CF0-4B20-8937-F430A8680701}"/>
                  </a:ext>
                </a:extLst>
              </p:cNvPr>
              <p:cNvSpPr/>
              <p:nvPr/>
            </p:nvSpPr>
            <p:spPr>
              <a:xfrm>
                <a:off x="32781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56" name="타원 17655">
                <a:extLst>
                  <a:ext uri="{FF2B5EF4-FFF2-40B4-BE49-F238E27FC236}">
                    <a16:creationId xmlns:a16="http://schemas.microsoft.com/office/drawing/2014/main" id="{635069F8-4D22-4CAD-B5A4-F4D96F0083AA}"/>
                  </a:ext>
                </a:extLst>
              </p:cNvPr>
              <p:cNvSpPr/>
              <p:nvPr/>
            </p:nvSpPr>
            <p:spPr>
              <a:xfrm>
                <a:off x="34305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57" name="타원 17656">
                <a:extLst>
                  <a:ext uri="{FF2B5EF4-FFF2-40B4-BE49-F238E27FC236}">
                    <a16:creationId xmlns:a16="http://schemas.microsoft.com/office/drawing/2014/main" id="{6F3287FB-19AA-4214-810D-96F96B5AB4AF}"/>
                  </a:ext>
                </a:extLst>
              </p:cNvPr>
              <p:cNvSpPr/>
              <p:nvPr/>
            </p:nvSpPr>
            <p:spPr>
              <a:xfrm>
                <a:off x="35829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58" name="타원 17657">
                <a:extLst>
                  <a:ext uri="{FF2B5EF4-FFF2-40B4-BE49-F238E27FC236}">
                    <a16:creationId xmlns:a16="http://schemas.microsoft.com/office/drawing/2014/main" id="{49BC1934-F823-4F95-9E98-52671D84C4A3}"/>
                  </a:ext>
                </a:extLst>
              </p:cNvPr>
              <p:cNvSpPr/>
              <p:nvPr/>
            </p:nvSpPr>
            <p:spPr>
              <a:xfrm>
                <a:off x="37353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59" name="타원 17658">
                <a:extLst>
                  <a:ext uri="{FF2B5EF4-FFF2-40B4-BE49-F238E27FC236}">
                    <a16:creationId xmlns:a16="http://schemas.microsoft.com/office/drawing/2014/main" id="{D2311DA4-2BBA-4D91-ABAF-C361F4358267}"/>
                  </a:ext>
                </a:extLst>
              </p:cNvPr>
              <p:cNvSpPr/>
              <p:nvPr/>
            </p:nvSpPr>
            <p:spPr>
              <a:xfrm>
                <a:off x="38877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60" name="타원 17659">
                <a:extLst>
                  <a:ext uri="{FF2B5EF4-FFF2-40B4-BE49-F238E27FC236}">
                    <a16:creationId xmlns:a16="http://schemas.microsoft.com/office/drawing/2014/main" id="{A52185E3-CA5D-4BCF-B0F9-45D54FD40318}"/>
                  </a:ext>
                </a:extLst>
              </p:cNvPr>
              <p:cNvSpPr/>
              <p:nvPr/>
            </p:nvSpPr>
            <p:spPr>
              <a:xfrm>
                <a:off x="40401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61" name="타원 17660">
                <a:extLst>
                  <a:ext uri="{FF2B5EF4-FFF2-40B4-BE49-F238E27FC236}">
                    <a16:creationId xmlns:a16="http://schemas.microsoft.com/office/drawing/2014/main" id="{1D8A9391-A655-4809-8679-23A8BF11AC87}"/>
                  </a:ext>
                </a:extLst>
              </p:cNvPr>
              <p:cNvSpPr/>
              <p:nvPr/>
            </p:nvSpPr>
            <p:spPr>
              <a:xfrm>
                <a:off x="41925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62" name="타원 17661">
                <a:extLst>
                  <a:ext uri="{FF2B5EF4-FFF2-40B4-BE49-F238E27FC236}">
                    <a16:creationId xmlns:a16="http://schemas.microsoft.com/office/drawing/2014/main" id="{43BB2B7A-64E4-4589-95BB-19731B0BB277}"/>
                  </a:ext>
                </a:extLst>
              </p:cNvPr>
              <p:cNvSpPr/>
              <p:nvPr/>
            </p:nvSpPr>
            <p:spPr>
              <a:xfrm>
                <a:off x="43449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63" name="타원 17662">
                <a:extLst>
                  <a:ext uri="{FF2B5EF4-FFF2-40B4-BE49-F238E27FC236}">
                    <a16:creationId xmlns:a16="http://schemas.microsoft.com/office/drawing/2014/main" id="{A9A7C308-A0D3-483B-9102-CD06E6593B40}"/>
                  </a:ext>
                </a:extLst>
              </p:cNvPr>
              <p:cNvSpPr/>
              <p:nvPr/>
            </p:nvSpPr>
            <p:spPr>
              <a:xfrm>
                <a:off x="44973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64" name="타원 17663">
                <a:extLst>
                  <a:ext uri="{FF2B5EF4-FFF2-40B4-BE49-F238E27FC236}">
                    <a16:creationId xmlns:a16="http://schemas.microsoft.com/office/drawing/2014/main" id="{06071229-71C3-4270-B17E-D4F2FEB56611}"/>
                  </a:ext>
                </a:extLst>
              </p:cNvPr>
              <p:cNvSpPr/>
              <p:nvPr/>
            </p:nvSpPr>
            <p:spPr>
              <a:xfrm>
                <a:off x="46497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65" name="타원 17664">
                <a:extLst>
                  <a:ext uri="{FF2B5EF4-FFF2-40B4-BE49-F238E27FC236}">
                    <a16:creationId xmlns:a16="http://schemas.microsoft.com/office/drawing/2014/main" id="{5F78C3F6-A104-4936-BCF7-14835E93EFF3}"/>
                  </a:ext>
                </a:extLst>
              </p:cNvPr>
              <p:cNvSpPr/>
              <p:nvPr/>
            </p:nvSpPr>
            <p:spPr>
              <a:xfrm>
                <a:off x="48021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66" name="타원 17665">
                <a:extLst>
                  <a:ext uri="{FF2B5EF4-FFF2-40B4-BE49-F238E27FC236}">
                    <a16:creationId xmlns:a16="http://schemas.microsoft.com/office/drawing/2014/main" id="{573B75AF-7118-4547-8338-FCB81C40CD1C}"/>
                  </a:ext>
                </a:extLst>
              </p:cNvPr>
              <p:cNvSpPr/>
              <p:nvPr/>
            </p:nvSpPr>
            <p:spPr>
              <a:xfrm>
                <a:off x="49545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67" name="타원 17666">
                <a:extLst>
                  <a:ext uri="{FF2B5EF4-FFF2-40B4-BE49-F238E27FC236}">
                    <a16:creationId xmlns:a16="http://schemas.microsoft.com/office/drawing/2014/main" id="{C6329318-036A-4B5B-9BB6-C1F0AEE9837A}"/>
                  </a:ext>
                </a:extLst>
              </p:cNvPr>
              <p:cNvSpPr/>
              <p:nvPr/>
            </p:nvSpPr>
            <p:spPr>
              <a:xfrm>
                <a:off x="51069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68" name="타원 17667">
                <a:extLst>
                  <a:ext uri="{FF2B5EF4-FFF2-40B4-BE49-F238E27FC236}">
                    <a16:creationId xmlns:a16="http://schemas.microsoft.com/office/drawing/2014/main" id="{0E71A7B7-860C-4213-8068-1E63F204221C}"/>
                  </a:ext>
                </a:extLst>
              </p:cNvPr>
              <p:cNvSpPr/>
              <p:nvPr/>
            </p:nvSpPr>
            <p:spPr>
              <a:xfrm>
                <a:off x="52593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69" name="타원 17668">
                <a:extLst>
                  <a:ext uri="{FF2B5EF4-FFF2-40B4-BE49-F238E27FC236}">
                    <a16:creationId xmlns:a16="http://schemas.microsoft.com/office/drawing/2014/main" id="{ACDA3A6D-72D3-4946-8D97-28BB6337B007}"/>
                  </a:ext>
                </a:extLst>
              </p:cNvPr>
              <p:cNvSpPr/>
              <p:nvPr/>
            </p:nvSpPr>
            <p:spPr>
              <a:xfrm>
                <a:off x="54117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70" name="타원 17669">
                <a:extLst>
                  <a:ext uri="{FF2B5EF4-FFF2-40B4-BE49-F238E27FC236}">
                    <a16:creationId xmlns:a16="http://schemas.microsoft.com/office/drawing/2014/main" id="{4671FF13-C38D-49FA-B3A6-31490ED7F654}"/>
                  </a:ext>
                </a:extLst>
              </p:cNvPr>
              <p:cNvSpPr/>
              <p:nvPr/>
            </p:nvSpPr>
            <p:spPr>
              <a:xfrm>
                <a:off x="5564188" y="190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71" name="타원 17670">
                <a:extLst>
                  <a:ext uri="{FF2B5EF4-FFF2-40B4-BE49-F238E27FC236}">
                    <a16:creationId xmlns:a16="http://schemas.microsoft.com/office/drawing/2014/main" id="{E1F38EBF-0880-4537-A630-026832AEBF44}"/>
                  </a:ext>
                </a:extLst>
              </p:cNvPr>
              <p:cNvSpPr/>
              <p:nvPr/>
            </p:nvSpPr>
            <p:spPr>
              <a:xfrm>
                <a:off x="2301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72" name="타원 17671">
                <a:extLst>
                  <a:ext uri="{FF2B5EF4-FFF2-40B4-BE49-F238E27FC236}">
                    <a16:creationId xmlns:a16="http://schemas.microsoft.com/office/drawing/2014/main" id="{81DB35B5-E513-445F-ADAD-BF995B3A91CD}"/>
                  </a:ext>
                </a:extLst>
              </p:cNvPr>
              <p:cNvSpPr/>
              <p:nvPr/>
            </p:nvSpPr>
            <p:spPr>
              <a:xfrm>
                <a:off x="3825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73" name="타원 17672">
                <a:extLst>
                  <a:ext uri="{FF2B5EF4-FFF2-40B4-BE49-F238E27FC236}">
                    <a16:creationId xmlns:a16="http://schemas.microsoft.com/office/drawing/2014/main" id="{E73C3D75-BD62-4B40-AA91-5D072DF6C2F9}"/>
                  </a:ext>
                </a:extLst>
              </p:cNvPr>
              <p:cNvSpPr/>
              <p:nvPr/>
            </p:nvSpPr>
            <p:spPr>
              <a:xfrm>
                <a:off x="5349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74" name="타원 17673">
                <a:extLst>
                  <a:ext uri="{FF2B5EF4-FFF2-40B4-BE49-F238E27FC236}">
                    <a16:creationId xmlns:a16="http://schemas.microsoft.com/office/drawing/2014/main" id="{3EF9350A-742D-4DF3-81E8-3502EE0C0550}"/>
                  </a:ext>
                </a:extLst>
              </p:cNvPr>
              <p:cNvSpPr/>
              <p:nvPr/>
            </p:nvSpPr>
            <p:spPr>
              <a:xfrm>
                <a:off x="6873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75" name="타원 17674">
                <a:extLst>
                  <a:ext uri="{FF2B5EF4-FFF2-40B4-BE49-F238E27FC236}">
                    <a16:creationId xmlns:a16="http://schemas.microsoft.com/office/drawing/2014/main" id="{AF7661A5-516E-435D-A159-683274DF8546}"/>
                  </a:ext>
                </a:extLst>
              </p:cNvPr>
              <p:cNvSpPr/>
              <p:nvPr/>
            </p:nvSpPr>
            <p:spPr>
              <a:xfrm>
                <a:off x="8397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76" name="타원 17675">
                <a:extLst>
                  <a:ext uri="{FF2B5EF4-FFF2-40B4-BE49-F238E27FC236}">
                    <a16:creationId xmlns:a16="http://schemas.microsoft.com/office/drawing/2014/main" id="{08355B0D-44AC-41E0-A63E-7E1852A25BA6}"/>
                  </a:ext>
                </a:extLst>
              </p:cNvPr>
              <p:cNvSpPr/>
              <p:nvPr/>
            </p:nvSpPr>
            <p:spPr>
              <a:xfrm>
                <a:off x="9921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77" name="타원 17676">
                <a:extLst>
                  <a:ext uri="{FF2B5EF4-FFF2-40B4-BE49-F238E27FC236}">
                    <a16:creationId xmlns:a16="http://schemas.microsoft.com/office/drawing/2014/main" id="{E0BF1351-0535-40C2-90D1-F28D9281EEB4}"/>
                  </a:ext>
                </a:extLst>
              </p:cNvPr>
              <p:cNvSpPr/>
              <p:nvPr/>
            </p:nvSpPr>
            <p:spPr>
              <a:xfrm>
                <a:off x="11445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78" name="타원 17677">
                <a:extLst>
                  <a:ext uri="{FF2B5EF4-FFF2-40B4-BE49-F238E27FC236}">
                    <a16:creationId xmlns:a16="http://schemas.microsoft.com/office/drawing/2014/main" id="{9BA60351-33E4-4B9A-B33B-6207EF53A17D}"/>
                  </a:ext>
                </a:extLst>
              </p:cNvPr>
              <p:cNvSpPr/>
              <p:nvPr/>
            </p:nvSpPr>
            <p:spPr>
              <a:xfrm>
                <a:off x="12969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79" name="타원 17678">
                <a:extLst>
                  <a:ext uri="{FF2B5EF4-FFF2-40B4-BE49-F238E27FC236}">
                    <a16:creationId xmlns:a16="http://schemas.microsoft.com/office/drawing/2014/main" id="{EA0042C6-98DA-48D6-BAB2-8E12078F4B6B}"/>
                  </a:ext>
                </a:extLst>
              </p:cNvPr>
              <p:cNvSpPr/>
              <p:nvPr/>
            </p:nvSpPr>
            <p:spPr>
              <a:xfrm>
                <a:off x="14493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80" name="타원 17679">
                <a:extLst>
                  <a:ext uri="{FF2B5EF4-FFF2-40B4-BE49-F238E27FC236}">
                    <a16:creationId xmlns:a16="http://schemas.microsoft.com/office/drawing/2014/main" id="{1ABB49E5-D819-43B8-82EC-B5380097D5FF}"/>
                  </a:ext>
                </a:extLst>
              </p:cNvPr>
              <p:cNvSpPr/>
              <p:nvPr/>
            </p:nvSpPr>
            <p:spPr>
              <a:xfrm>
                <a:off x="16017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81" name="타원 17680">
                <a:extLst>
                  <a:ext uri="{FF2B5EF4-FFF2-40B4-BE49-F238E27FC236}">
                    <a16:creationId xmlns:a16="http://schemas.microsoft.com/office/drawing/2014/main" id="{B1B568E2-C519-4324-BF34-DAD868031B8E}"/>
                  </a:ext>
                </a:extLst>
              </p:cNvPr>
              <p:cNvSpPr/>
              <p:nvPr/>
            </p:nvSpPr>
            <p:spPr>
              <a:xfrm>
                <a:off x="17541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82" name="타원 17681">
                <a:extLst>
                  <a:ext uri="{FF2B5EF4-FFF2-40B4-BE49-F238E27FC236}">
                    <a16:creationId xmlns:a16="http://schemas.microsoft.com/office/drawing/2014/main" id="{EE48B244-DF6C-440B-B033-B4350A10C894}"/>
                  </a:ext>
                </a:extLst>
              </p:cNvPr>
              <p:cNvSpPr/>
              <p:nvPr/>
            </p:nvSpPr>
            <p:spPr>
              <a:xfrm>
                <a:off x="19065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83" name="타원 17682">
                <a:extLst>
                  <a:ext uri="{FF2B5EF4-FFF2-40B4-BE49-F238E27FC236}">
                    <a16:creationId xmlns:a16="http://schemas.microsoft.com/office/drawing/2014/main" id="{097D1C92-6CF3-4266-BC43-04B44218BD06}"/>
                  </a:ext>
                </a:extLst>
              </p:cNvPr>
              <p:cNvSpPr/>
              <p:nvPr/>
            </p:nvSpPr>
            <p:spPr>
              <a:xfrm>
                <a:off x="20589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84" name="타원 17683">
                <a:extLst>
                  <a:ext uri="{FF2B5EF4-FFF2-40B4-BE49-F238E27FC236}">
                    <a16:creationId xmlns:a16="http://schemas.microsoft.com/office/drawing/2014/main" id="{642A88CD-672B-4CD9-B5AC-A5612F51AE7F}"/>
                  </a:ext>
                </a:extLst>
              </p:cNvPr>
              <p:cNvSpPr/>
              <p:nvPr/>
            </p:nvSpPr>
            <p:spPr>
              <a:xfrm>
                <a:off x="22113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85" name="타원 17684">
                <a:extLst>
                  <a:ext uri="{FF2B5EF4-FFF2-40B4-BE49-F238E27FC236}">
                    <a16:creationId xmlns:a16="http://schemas.microsoft.com/office/drawing/2014/main" id="{0AED508D-8050-4F35-B5C7-579357F40E84}"/>
                  </a:ext>
                </a:extLst>
              </p:cNvPr>
              <p:cNvSpPr/>
              <p:nvPr/>
            </p:nvSpPr>
            <p:spPr>
              <a:xfrm>
                <a:off x="23637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86" name="타원 17685">
                <a:extLst>
                  <a:ext uri="{FF2B5EF4-FFF2-40B4-BE49-F238E27FC236}">
                    <a16:creationId xmlns:a16="http://schemas.microsoft.com/office/drawing/2014/main" id="{6E884CB6-AEE2-4B71-9F58-1CCA2A38B129}"/>
                  </a:ext>
                </a:extLst>
              </p:cNvPr>
              <p:cNvSpPr/>
              <p:nvPr/>
            </p:nvSpPr>
            <p:spPr>
              <a:xfrm>
                <a:off x="25161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87" name="타원 17686">
                <a:extLst>
                  <a:ext uri="{FF2B5EF4-FFF2-40B4-BE49-F238E27FC236}">
                    <a16:creationId xmlns:a16="http://schemas.microsoft.com/office/drawing/2014/main" id="{8C19CA76-19F5-4505-B1A5-97CFE7201645}"/>
                  </a:ext>
                </a:extLst>
              </p:cNvPr>
              <p:cNvSpPr/>
              <p:nvPr/>
            </p:nvSpPr>
            <p:spPr>
              <a:xfrm>
                <a:off x="26685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88" name="타원 17687">
                <a:extLst>
                  <a:ext uri="{FF2B5EF4-FFF2-40B4-BE49-F238E27FC236}">
                    <a16:creationId xmlns:a16="http://schemas.microsoft.com/office/drawing/2014/main" id="{0F7E4EE0-F382-443B-AD28-1EACD7981565}"/>
                  </a:ext>
                </a:extLst>
              </p:cNvPr>
              <p:cNvSpPr/>
              <p:nvPr/>
            </p:nvSpPr>
            <p:spPr>
              <a:xfrm>
                <a:off x="28209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89" name="타원 17688">
                <a:extLst>
                  <a:ext uri="{FF2B5EF4-FFF2-40B4-BE49-F238E27FC236}">
                    <a16:creationId xmlns:a16="http://schemas.microsoft.com/office/drawing/2014/main" id="{CB986C47-58B8-4B66-8BEA-F8B341F39B4F}"/>
                  </a:ext>
                </a:extLst>
              </p:cNvPr>
              <p:cNvSpPr/>
              <p:nvPr/>
            </p:nvSpPr>
            <p:spPr>
              <a:xfrm>
                <a:off x="29733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90" name="타원 17689">
                <a:extLst>
                  <a:ext uri="{FF2B5EF4-FFF2-40B4-BE49-F238E27FC236}">
                    <a16:creationId xmlns:a16="http://schemas.microsoft.com/office/drawing/2014/main" id="{C2A27035-64B7-4F1D-BD09-3E2DBECED7CF}"/>
                  </a:ext>
                </a:extLst>
              </p:cNvPr>
              <p:cNvSpPr/>
              <p:nvPr/>
            </p:nvSpPr>
            <p:spPr>
              <a:xfrm>
                <a:off x="31257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91" name="타원 17690">
                <a:extLst>
                  <a:ext uri="{FF2B5EF4-FFF2-40B4-BE49-F238E27FC236}">
                    <a16:creationId xmlns:a16="http://schemas.microsoft.com/office/drawing/2014/main" id="{B596D49C-F770-4642-970B-3F95165489CB}"/>
                  </a:ext>
                </a:extLst>
              </p:cNvPr>
              <p:cNvSpPr/>
              <p:nvPr/>
            </p:nvSpPr>
            <p:spPr>
              <a:xfrm>
                <a:off x="32781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92" name="타원 17691">
                <a:extLst>
                  <a:ext uri="{FF2B5EF4-FFF2-40B4-BE49-F238E27FC236}">
                    <a16:creationId xmlns:a16="http://schemas.microsoft.com/office/drawing/2014/main" id="{DA18ECAA-AD8F-4E6F-89A0-D9000587482E}"/>
                  </a:ext>
                </a:extLst>
              </p:cNvPr>
              <p:cNvSpPr/>
              <p:nvPr/>
            </p:nvSpPr>
            <p:spPr>
              <a:xfrm>
                <a:off x="34305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93" name="타원 17692">
                <a:extLst>
                  <a:ext uri="{FF2B5EF4-FFF2-40B4-BE49-F238E27FC236}">
                    <a16:creationId xmlns:a16="http://schemas.microsoft.com/office/drawing/2014/main" id="{E6D80759-3EA4-4094-BD23-3B52A437E76C}"/>
                  </a:ext>
                </a:extLst>
              </p:cNvPr>
              <p:cNvSpPr/>
              <p:nvPr/>
            </p:nvSpPr>
            <p:spPr>
              <a:xfrm>
                <a:off x="35829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94" name="타원 17693">
                <a:extLst>
                  <a:ext uri="{FF2B5EF4-FFF2-40B4-BE49-F238E27FC236}">
                    <a16:creationId xmlns:a16="http://schemas.microsoft.com/office/drawing/2014/main" id="{4AC9D561-A70B-4A4A-B6CA-23240F9FE926}"/>
                  </a:ext>
                </a:extLst>
              </p:cNvPr>
              <p:cNvSpPr/>
              <p:nvPr/>
            </p:nvSpPr>
            <p:spPr>
              <a:xfrm>
                <a:off x="37353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95" name="타원 17694">
                <a:extLst>
                  <a:ext uri="{FF2B5EF4-FFF2-40B4-BE49-F238E27FC236}">
                    <a16:creationId xmlns:a16="http://schemas.microsoft.com/office/drawing/2014/main" id="{BC77E504-43D8-4A1C-A0D2-58D43AE0A300}"/>
                  </a:ext>
                </a:extLst>
              </p:cNvPr>
              <p:cNvSpPr/>
              <p:nvPr/>
            </p:nvSpPr>
            <p:spPr>
              <a:xfrm>
                <a:off x="38877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96" name="타원 17695">
                <a:extLst>
                  <a:ext uri="{FF2B5EF4-FFF2-40B4-BE49-F238E27FC236}">
                    <a16:creationId xmlns:a16="http://schemas.microsoft.com/office/drawing/2014/main" id="{B5099D18-8328-4B10-9442-7313F2E38CE1}"/>
                  </a:ext>
                </a:extLst>
              </p:cNvPr>
              <p:cNvSpPr/>
              <p:nvPr/>
            </p:nvSpPr>
            <p:spPr>
              <a:xfrm>
                <a:off x="40401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97" name="타원 17696">
                <a:extLst>
                  <a:ext uri="{FF2B5EF4-FFF2-40B4-BE49-F238E27FC236}">
                    <a16:creationId xmlns:a16="http://schemas.microsoft.com/office/drawing/2014/main" id="{49CBD5BB-0762-4935-A8C1-E72304AE9073}"/>
                  </a:ext>
                </a:extLst>
              </p:cNvPr>
              <p:cNvSpPr/>
              <p:nvPr/>
            </p:nvSpPr>
            <p:spPr>
              <a:xfrm>
                <a:off x="41925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98" name="타원 17697">
                <a:extLst>
                  <a:ext uri="{FF2B5EF4-FFF2-40B4-BE49-F238E27FC236}">
                    <a16:creationId xmlns:a16="http://schemas.microsoft.com/office/drawing/2014/main" id="{04977529-42F3-4399-8AB3-E86D06A4148F}"/>
                  </a:ext>
                </a:extLst>
              </p:cNvPr>
              <p:cNvSpPr/>
              <p:nvPr/>
            </p:nvSpPr>
            <p:spPr>
              <a:xfrm>
                <a:off x="43449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699" name="타원 17698">
                <a:extLst>
                  <a:ext uri="{FF2B5EF4-FFF2-40B4-BE49-F238E27FC236}">
                    <a16:creationId xmlns:a16="http://schemas.microsoft.com/office/drawing/2014/main" id="{A981FF83-7BCA-4077-9C3D-3B0E9E2C278F}"/>
                  </a:ext>
                </a:extLst>
              </p:cNvPr>
              <p:cNvSpPr/>
              <p:nvPr/>
            </p:nvSpPr>
            <p:spPr>
              <a:xfrm>
                <a:off x="44973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00" name="타원 17699">
                <a:extLst>
                  <a:ext uri="{FF2B5EF4-FFF2-40B4-BE49-F238E27FC236}">
                    <a16:creationId xmlns:a16="http://schemas.microsoft.com/office/drawing/2014/main" id="{AC26D309-1461-4C6A-A720-85E394A7B137}"/>
                  </a:ext>
                </a:extLst>
              </p:cNvPr>
              <p:cNvSpPr/>
              <p:nvPr/>
            </p:nvSpPr>
            <p:spPr>
              <a:xfrm>
                <a:off x="46497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01" name="타원 17700">
                <a:extLst>
                  <a:ext uri="{FF2B5EF4-FFF2-40B4-BE49-F238E27FC236}">
                    <a16:creationId xmlns:a16="http://schemas.microsoft.com/office/drawing/2014/main" id="{74B7EF55-56A9-4C30-8AB8-A5B711DB530D}"/>
                  </a:ext>
                </a:extLst>
              </p:cNvPr>
              <p:cNvSpPr/>
              <p:nvPr/>
            </p:nvSpPr>
            <p:spPr>
              <a:xfrm>
                <a:off x="48021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02" name="타원 17701">
                <a:extLst>
                  <a:ext uri="{FF2B5EF4-FFF2-40B4-BE49-F238E27FC236}">
                    <a16:creationId xmlns:a16="http://schemas.microsoft.com/office/drawing/2014/main" id="{1541294B-B4AC-4E2F-A747-44A25D588C3B}"/>
                  </a:ext>
                </a:extLst>
              </p:cNvPr>
              <p:cNvSpPr/>
              <p:nvPr/>
            </p:nvSpPr>
            <p:spPr>
              <a:xfrm>
                <a:off x="49545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03" name="타원 17702">
                <a:extLst>
                  <a:ext uri="{FF2B5EF4-FFF2-40B4-BE49-F238E27FC236}">
                    <a16:creationId xmlns:a16="http://schemas.microsoft.com/office/drawing/2014/main" id="{91DC16DF-1F0E-4D0D-8A2B-BE6F1A3C79EE}"/>
                  </a:ext>
                </a:extLst>
              </p:cNvPr>
              <p:cNvSpPr/>
              <p:nvPr/>
            </p:nvSpPr>
            <p:spPr>
              <a:xfrm>
                <a:off x="51069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04" name="타원 17703">
                <a:extLst>
                  <a:ext uri="{FF2B5EF4-FFF2-40B4-BE49-F238E27FC236}">
                    <a16:creationId xmlns:a16="http://schemas.microsoft.com/office/drawing/2014/main" id="{E522B39D-0D5A-43A9-A759-84BA090B6C41}"/>
                  </a:ext>
                </a:extLst>
              </p:cNvPr>
              <p:cNvSpPr/>
              <p:nvPr/>
            </p:nvSpPr>
            <p:spPr>
              <a:xfrm>
                <a:off x="52593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05" name="타원 17704">
                <a:extLst>
                  <a:ext uri="{FF2B5EF4-FFF2-40B4-BE49-F238E27FC236}">
                    <a16:creationId xmlns:a16="http://schemas.microsoft.com/office/drawing/2014/main" id="{0C40D674-98AC-42C3-AB5C-A3EEBA3B3E7F}"/>
                  </a:ext>
                </a:extLst>
              </p:cNvPr>
              <p:cNvSpPr/>
              <p:nvPr/>
            </p:nvSpPr>
            <p:spPr>
              <a:xfrm>
                <a:off x="54117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06" name="타원 17705">
                <a:extLst>
                  <a:ext uri="{FF2B5EF4-FFF2-40B4-BE49-F238E27FC236}">
                    <a16:creationId xmlns:a16="http://schemas.microsoft.com/office/drawing/2014/main" id="{B5D2BE81-B222-48EF-BCBD-7A2A437A1B5E}"/>
                  </a:ext>
                </a:extLst>
              </p:cNvPr>
              <p:cNvSpPr/>
              <p:nvPr/>
            </p:nvSpPr>
            <p:spPr>
              <a:xfrm>
                <a:off x="5564188" y="205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07" name="타원 17706">
                <a:extLst>
                  <a:ext uri="{FF2B5EF4-FFF2-40B4-BE49-F238E27FC236}">
                    <a16:creationId xmlns:a16="http://schemas.microsoft.com/office/drawing/2014/main" id="{A7916031-9840-467A-AF41-2DCE5395C540}"/>
                  </a:ext>
                </a:extLst>
              </p:cNvPr>
              <p:cNvSpPr/>
              <p:nvPr/>
            </p:nvSpPr>
            <p:spPr>
              <a:xfrm>
                <a:off x="2301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08" name="타원 17707">
                <a:extLst>
                  <a:ext uri="{FF2B5EF4-FFF2-40B4-BE49-F238E27FC236}">
                    <a16:creationId xmlns:a16="http://schemas.microsoft.com/office/drawing/2014/main" id="{1F3F62EE-399B-4C74-9FF5-69376A7760CC}"/>
                  </a:ext>
                </a:extLst>
              </p:cNvPr>
              <p:cNvSpPr/>
              <p:nvPr/>
            </p:nvSpPr>
            <p:spPr>
              <a:xfrm>
                <a:off x="3825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09" name="타원 17708">
                <a:extLst>
                  <a:ext uri="{FF2B5EF4-FFF2-40B4-BE49-F238E27FC236}">
                    <a16:creationId xmlns:a16="http://schemas.microsoft.com/office/drawing/2014/main" id="{AFFEF368-9262-48E4-AF3C-03D918E5E0A8}"/>
                  </a:ext>
                </a:extLst>
              </p:cNvPr>
              <p:cNvSpPr/>
              <p:nvPr/>
            </p:nvSpPr>
            <p:spPr>
              <a:xfrm>
                <a:off x="5349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10" name="타원 17709">
                <a:extLst>
                  <a:ext uri="{FF2B5EF4-FFF2-40B4-BE49-F238E27FC236}">
                    <a16:creationId xmlns:a16="http://schemas.microsoft.com/office/drawing/2014/main" id="{19BAB626-2300-460C-A1CF-187CC25FE4ED}"/>
                  </a:ext>
                </a:extLst>
              </p:cNvPr>
              <p:cNvSpPr/>
              <p:nvPr/>
            </p:nvSpPr>
            <p:spPr>
              <a:xfrm>
                <a:off x="6873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11" name="타원 17710">
                <a:extLst>
                  <a:ext uri="{FF2B5EF4-FFF2-40B4-BE49-F238E27FC236}">
                    <a16:creationId xmlns:a16="http://schemas.microsoft.com/office/drawing/2014/main" id="{22F69BAC-C64E-4685-87BD-1E2FE7AF2471}"/>
                  </a:ext>
                </a:extLst>
              </p:cNvPr>
              <p:cNvSpPr/>
              <p:nvPr/>
            </p:nvSpPr>
            <p:spPr>
              <a:xfrm>
                <a:off x="8397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12" name="타원 17711">
                <a:extLst>
                  <a:ext uri="{FF2B5EF4-FFF2-40B4-BE49-F238E27FC236}">
                    <a16:creationId xmlns:a16="http://schemas.microsoft.com/office/drawing/2014/main" id="{EFCDA58A-C27E-4BCA-B50F-47382C06515B}"/>
                  </a:ext>
                </a:extLst>
              </p:cNvPr>
              <p:cNvSpPr/>
              <p:nvPr/>
            </p:nvSpPr>
            <p:spPr>
              <a:xfrm>
                <a:off x="9921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13" name="타원 17712">
                <a:extLst>
                  <a:ext uri="{FF2B5EF4-FFF2-40B4-BE49-F238E27FC236}">
                    <a16:creationId xmlns:a16="http://schemas.microsoft.com/office/drawing/2014/main" id="{A979C6C9-9FF2-48F3-95D9-E361B6535E6B}"/>
                  </a:ext>
                </a:extLst>
              </p:cNvPr>
              <p:cNvSpPr/>
              <p:nvPr/>
            </p:nvSpPr>
            <p:spPr>
              <a:xfrm>
                <a:off x="11445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14" name="타원 17713">
                <a:extLst>
                  <a:ext uri="{FF2B5EF4-FFF2-40B4-BE49-F238E27FC236}">
                    <a16:creationId xmlns:a16="http://schemas.microsoft.com/office/drawing/2014/main" id="{59D1447E-4B22-4EEE-B9C6-4C08F8FC3FC2}"/>
                  </a:ext>
                </a:extLst>
              </p:cNvPr>
              <p:cNvSpPr/>
              <p:nvPr/>
            </p:nvSpPr>
            <p:spPr>
              <a:xfrm>
                <a:off x="12969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15" name="타원 17714">
                <a:extLst>
                  <a:ext uri="{FF2B5EF4-FFF2-40B4-BE49-F238E27FC236}">
                    <a16:creationId xmlns:a16="http://schemas.microsoft.com/office/drawing/2014/main" id="{E860E8E8-E582-4504-AF9E-94FB9AE24222}"/>
                  </a:ext>
                </a:extLst>
              </p:cNvPr>
              <p:cNvSpPr/>
              <p:nvPr/>
            </p:nvSpPr>
            <p:spPr>
              <a:xfrm>
                <a:off x="14493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16" name="타원 17715">
                <a:extLst>
                  <a:ext uri="{FF2B5EF4-FFF2-40B4-BE49-F238E27FC236}">
                    <a16:creationId xmlns:a16="http://schemas.microsoft.com/office/drawing/2014/main" id="{937ED251-772B-4181-BC33-FA5ADA8F29C3}"/>
                  </a:ext>
                </a:extLst>
              </p:cNvPr>
              <p:cNvSpPr/>
              <p:nvPr/>
            </p:nvSpPr>
            <p:spPr>
              <a:xfrm>
                <a:off x="16017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17" name="타원 17716">
                <a:extLst>
                  <a:ext uri="{FF2B5EF4-FFF2-40B4-BE49-F238E27FC236}">
                    <a16:creationId xmlns:a16="http://schemas.microsoft.com/office/drawing/2014/main" id="{05293BEC-68E2-4B16-BEBB-9E36BD4C35BF}"/>
                  </a:ext>
                </a:extLst>
              </p:cNvPr>
              <p:cNvSpPr/>
              <p:nvPr/>
            </p:nvSpPr>
            <p:spPr>
              <a:xfrm>
                <a:off x="17541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18" name="타원 17717">
                <a:extLst>
                  <a:ext uri="{FF2B5EF4-FFF2-40B4-BE49-F238E27FC236}">
                    <a16:creationId xmlns:a16="http://schemas.microsoft.com/office/drawing/2014/main" id="{971600DC-EDA9-4553-8510-4211AB89834E}"/>
                  </a:ext>
                </a:extLst>
              </p:cNvPr>
              <p:cNvSpPr/>
              <p:nvPr/>
            </p:nvSpPr>
            <p:spPr>
              <a:xfrm>
                <a:off x="19065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19" name="타원 17718">
                <a:extLst>
                  <a:ext uri="{FF2B5EF4-FFF2-40B4-BE49-F238E27FC236}">
                    <a16:creationId xmlns:a16="http://schemas.microsoft.com/office/drawing/2014/main" id="{8F57540F-39A8-4E71-8BFE-8F003BD45093}"/>
                  </a:ext>
                </a:extLst>
              </p:cNvPr>
              <p:cNvSpPr/>
              <p:nvPr/>
            </p:nvSpPr>
            <p:spPr>
              <a:xfrm>
                <a:off x="20589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20" name="타원 17719">
                <a:extLst>
                  <a:ext uri="{FF2B5EF4-FFF2-40B4-BE49-F238E27FC236}">
                    <a16:creationId xmlns:a16="http://schemas.microsoft.com/office/drawing/2014/main" id="{473716E3-4B3A-48C1-B35C-05594B1B7DB3}"/>
                  </a:ext>
                </a:extLst>
              </p:cNvPr>
              <p:cNvSpPr/>
              <p:nvPr/>
            </p:nvSpPr>
            <p:spPr>
              <a:xfrm>
                <a:off x="22113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21" name="타원 17720">
                <a:extLst>
                  <a:ext uri="{FF2B5EF4-FFF2-40B4-BE49-F238E27FC236}">
                    <a16:creationId xmlns:a16="http://schemas.microsoft.com/office/drawing/2014/main" id="{A73F8204-C4FF-4361-8CA3-9955CD1371F4}"/>
                  </a:ext>
                </a:extLst>
              </p:cNvPr>
              <p:cNvSpPr/>
              <p:nvPr/>
            </p:nvSpPr>
            <p:spPr>
              <a:xfrm>
                <a:off x="23637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22" name="타원 17721">
                <a:extLst>
                  <a:ext uri="{FF2B5EF4-FFF2-40B4-BE49-F238E27FC236}">
                    <a16:creationId xmlns:a16="http://schemas.microsoft.com/office/drawing/2014/main" id="{EE71B981-5246-4AB6-93C9-F203B62B02C6}"/>
                  </a:ext>
                </a:extLst>
              </p:cNvPr>
              <p:cNvSpPr/>
              <p:nvPr/>
            </p:nvSpPr>
            <p:spPr>
              <a:xfrm>
                <a:off x="25161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23" name="타원 17722">
                <a:extLst>
                  <a:ext uri="{FF2B5EF4-FFF2-40B4-BE49-F238E27FC236}">
                    <a16:creationId xmlns:a16="http://schemas.microsoft.com/office/drawing/2014/main" id="{2DDEBD2E-F080-4F59-94AD-5759104C7D52}"/>
                  </a:ext>
                </a:extLst>
              </p:cNvPr>
              <p:cNvSpPr/>
              <p:nvPr/>
            </p:nvSpPr>
            <p:spPr>
              <a:xfrm>
                <a:off x="26685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24" name="타원 17723">
                <a:extLst>
                  <a:ext uri="{FF2B5EF4-FFF2-40B4-BE49-F238E27FC236}">
                    <a16:creationId xmlns:a16="http://schemas.microsoft.com/office/drawing/2014/main" id="{452A53BE-63F9-41E6-A77B-0546A49A9850}"/>
                  </a:ext>
                </a:extLst>
              </p:cNvPr>
              <p:cNvSpPr/>
              <p:nvPr/>
            </p:nvSpPr>
            <p:spPr>
              <a:xfrm>
                <a:off x="28209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25" name="타원 17724">
                <a:extLst>
                  <a:ext uri="{FF2B5EF4-FFF2-40B4-BE49-F238E27FC236}">
                    <a16:creationId xmlns:a16="http://schemas.microsoft.com/office/drawing/2014/main" id="{8A9CF21E-405C-4F57-B896-953F3D6607C1}"/>
                  </a:ext>
                </a:extLst>
              </p:cNvPr>
              <p:cNvSpPr/>
              <p:nvPr/>
            </p:nvSpPr>
            <p:spPr>
              <a:xfrm>
                <a:off x="29733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26" name="타원 17725">
                <a:extLst>
                  <a:ext uri="{FF2B5EF4-FFF2-40B4-BE49-F238E27FC236}">
                    <a16:creationId xmlns:a16="http://schemas.microsoft.com/office/drawing/2014/main" id="{FB495AC1-67C2-4487-B8EC-91A7BD63B019}"/>
                  </a:ext>
                </a:extLst>
              </p:cNvPr>
              <p:cNvSpPr/>
              <p:nvPr/>
            </p:nvSpPr>
            <p:spPr>
              <a:xfrm>
                <a:off x="31257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27" name="타원 17726">
                <a:extLst>
                  <a:ext uri="{FF2B5EF4-FFF2-40B4-BE49-F238E27FC236}">
                    <a16:creationId xmlns:a16="http://schemas.microsoft.com/office/drawing/2014/main" id="{9A4BFCDD-A097-41CA-AAE8-3F7A873F8CB4}"/>
                  </a:ext>
                </a:extLst>
              </p:cNvPr>
              <p:cNvSpPr/>
              <p:nvPr/>
            </p:nvSpPr>
            <p:spPr>
              <a:xfrm>
                <a:off x="32781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28" name="타원 17727">
                <a:extLst>
                  <a:ext uri="{FF2B5EF4-FFF2-40B4-BE49-F238E27FC236}">
                    <a16:creationId xmlns:a16="http://schemas.microsoft.com/office/drawing/2014/main" id="{C623C3F0-5369-4600-BE34-B97FC3E3E140}"/>
                  </a:ext>
                </a:extLst>
              </p:cNvPr>
              <p:cNvSpPr/>
              <p:nvPr/>
            </p:nvSpPr>
            <p:spPr>
              <a:xfrm>
                <a:off x="34305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29" name="타원 17728">
                <a:extLst>
                  <a:ext uri="{FF2B5EF4-FFF2-40B4-BE49-F238E27FC236}">
                    <a16:creationId xmlns:a16="http://schemas.microsoft.com/office/drawing/2014/main" id="{B00C34FF-1A98-4D58-9715-9623FA9076A8}"/>
                  </a:ext>
                </a:extLst>
              </p:cNvPr>
              <p:cNvSpPr/>
              <p:nvPr/>
            </p:nvSpPr>
            <p:spPr>
              <a:xfrm>
                <a:off x="35829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30" name="타원 17729">
                <a:extLst>
                  <a:ext uri="{FF2B5EF4-FFF2-40B4-BE49-F238E27FC236}">
                    <a16:creationId xmlns:a16="http://schemas.microsoft.com/office/drawing/2014/main" id="{7A5C1C03-39E9-4684-8B44-E6595CC9CB11}"/>
                  </a:ext>
                </a:extLst>
              </p:cNvPr>
              <p:cNvSpPr/>
              <p:nvPr/>
            </p:nvSpPr>
            <p:spPr>
              <a:xfrm>
                <a:off x="37353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31" name="타원 17730">
                <a:extLst>
                  <a:ext uri="{FF2B5EF4-FFF2-40B4-BE49-F238E27FC236}">
                    <a16:creationId xmlns:a16="http://schemas.microsoft.com/office/drawing/2014/main" id="{5AC1D895-0076-4BBF-B431-7CB024210D68}"/>
                  </a:ext>
                </a:extLst>
              </p:cNvPr>
              <p:cNvSpPr/>
              <p:nvPr/>
            </p:nvSpPr>
            <p:spPr>
              <a:xfrm>
                <a:off x="38877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32" name="타원 17731">
                <a:extLst>
                  <a:ext uri="{FF2B5EF4-FFF2-40B4-BE49-F238E27FC236}">
                    <a16:creationId xmlns:a16="http://schemas.microsoft.com/office/drawing/2014/main" id="{95CF71E0-2DB1-4130-B9C4-9F3D9AF39EB6}"/>
                  </a:ext>
                </a:extLst>
              </p:cNvPr>
              <p:cNvSpPr/>
              <p:nvPr/>
            </p:nvSpPr>
            <p:spPr>
              <a:xfrm>
                <a:off x="40401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33" name="타원 17732">
                <a:extLst>
                  <a:ext uri="{FF2B5EF4-FFF2-40B4-BE49-F238E27FC236}">
                    <a16:creationId xmlns:a16="http://schemas.microsoft.com/office/drawing/2014/main" id="{754F29B3-AD99-4F9C-96AE-2D73FB11706A}"/>
                  </a:ext>
                </a:extLst>
              </p:cNvPr>
              <p:cNvSpPr/>
              <p:nvPr/>
            </p:nvSpPr>
            <p:spPr>
              <a:xfrm>
                <a:off x="41925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34" name="타원 17733">
                <a:extLst>
                  <a:ext uri="{FF2B5EF4-FFF2-40B4-BE49-F238E27FC236}">
                    <a16:creationId xmlns:a16="http://schemas.microsoft.com/office/drawing/2014/main" id="{887C6E71-4A37-425F-BF0B-C95525F35B21}"/>
                  </a:ext>
                </a:extLst>
              </p:cNvPr>
              <p:cNvSpPr/>
              <p:nvPr/>
            </p:nvSpPr>
            <p:spPr>
              <a:xfrm>
                <a:off x="43449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35" name="타원 17734">
                <a:extLst>
                  <a:ext uri="{FF2B5EF4-FFF2-40B4-BE49-F238E27FC236}">
                    <a16:creationId xmlns:a16="http://schemas.microsoft.com/office/drawing/2014/main" id="{79F4A97C-A77D-4BFD-8FFE-904CE5B75351}"/>
                  </a:ext>
                </a:extLst>
              </p:cNvPr>
              <p:cNvSpPr/>
              <p:nvPr/>
            </p:nvSpPr>
            <p:spPr>
              <a:xfrm>
                <a:off x="44973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36" name="타원 17735">
                <a:extLst>
                  <a:ext uri="{FF2B5EF4-FFF2-40B4-BE49-F238E27FC236}">
                    <a16:creationId xmlns:a16="http://schemas.microsoft.com/office/drawing/2014/main" id="{0ADC3F36-9A4C-4344-9FFB-68CC27DA3507}"/>
                  </a:ext>
                </a:extLst>
              </p:cNvPr>
              <p:cNvSpPr/>
              <p:nvPr/>
            </p:nvSpPr>
            <p:spPr>
              <a:xfrm>
                <a:off x="46497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37" name="타원 17736">
                <a:extLst>
                  <a:ext uri="{FF2B5EF4-FFF2-40B4-BE49-F238E27FC236}">
                    <a16:creationId xmlns:a16="http://schemas.microsoft.com/office/drawing/2014/main" id="{7A6A58F0-B7E2-4738-90CF-81EDBCDFFA64}"/>
                  </a:ext>
                </a:extLst>
              </p:cNvPr>
              <p:cNvSpPr/>
              <p:nvPr/>
            </p:nvSpPr>
            <p:spPr>
              <a:xfrm>
                <a:off x="48021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38" name="타원 17737">
                <a:extLst>
                  <a:ext uri="{FF2B5EF4-FFF2-40B4-BE49-F238E27FC236}">
                    <a16:creationId xmlns:a16="http://schemas.microsoft.com/office/drawing/2014/main" id="{EAF4B24B-4E30-4318-AED2-8FD7FF51A979}"/>
                  </a:ext>
                </a:extLst>
              </p:cNvPr>
              <p:cNvSpPr/>
              <p:nvPr/>
            </p:nvSpPr>
            <p:spPr>
              <a:xfrm>
                <a:off x="49545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39" name="타원 17738">
                <a:extLst>
                  <a:ext uri="{FF2B5EF4-FFF2-40B4-BE49-F238E27FC236}">
                    <a16:creationId xmlns:a16="http://schemas.microsoft.com/office/drawing/2014/main" id="{85E3A28C-9403-410B-ABAB-ECCEF0D7E5AA}"/>
                  </a:ext>
                </a:extLst>
              </p:cNvPr>
              <p:cNvSpPr/>
              <p:nvPr/>
            </p:nvSpPr>
            <p:spPr>
              <a:xfrm>
                <a:off x="51069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40" name="타원 17739">
                <a:extLst>
                  <a:ext uri="{FF2B5EF4-FFF2-40B4-BE49-F238E27FC236}">
                    <a16:creationId xmlns:a16="http://schemas.microsoft.com/office/drawing/2014/main" id="{6CFE5414-52F7-4D20-8EC7-2E981D708E29}"/>
                  </a:ext>
                </a:extLst>
              </p:cNvPr>
              <p:cNvSpPr/>
              <p:nvPr/>
            </p:nvSpPr>
            <p:spPr>
              <a:xfrm>
                <a:off x="52593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41" name="타원 17740">
                <a:extLst>
                  <a:ext uri="{FF2B5EF4-FFF2-40B4-BE49-F238E27FC236}">
                    <a16:creationId xmlns:a16="http://schemas.microsoft.com/office/drawing/2014/main" id="{5D04B185-C87F-400E-ABC7-3AAE5BBC678B}"/>
                  </a:ext>
                </a:extLst>
              </p:cNvPr>
              <p:cNvSpPr/>
              <p:nvPr/>
            </p:nvSpPr>
            <p:spPr>
              <a:xfrm>
                <a:off x="54117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42" name="타원 17741">
                <a:extLst>
                  <a:ext uri="{FF2B5EF4-FFF2-40B4-BE49-F238E27FC236}">
                    <a16:creationId xmlns:a16="http://schemas.microsoft.com/office/drawing/2014/main" id="{25ACAA8F-2BE8-4BB5-AD88-507A4A7C323E}"/>
                  </a:ext>
                </a:extLst>
              </p:cNvPr>
              <p:cNvSpPr/>
              <p:nvPr/>
            </p:nvSpPr>
            <p:spPr>
              <a:xfrm>
                <a:off x="5564188" y="220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43" name="타원 17742">
                <a:extLst>
                  <a:ext uri="{FF2B5EF4-FFF2-40B4-BE49-F238E27FC236}">
                    <a16:creationId xmlns:a16="http://schemas.microsoft.com/office/drawing/2014/main" id="{B5C2E221-3C99-48FE-A9A3-D33160EC446A}"/>
                  </a:ext>
                </a:extLst>
              </p:cNvPr>
              <p:cNvSpPr/>
              <p:nvPr/>
            </p:nvSpPr>
            <p:spPr>
              <a:xfrm>
                <a:off x="2301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44" name="타원 17743">
                <a:extLst>
                  <a:ext uri="{FF2B5EF4-FFF2-40B4-BE49-F238E27FC236}">
                    <a16:creationId xmlns:a16="http://schemas.microsoft.com/office/drawing/2014/main" id="{DED9ABEF-012C-4A3A-B697-7D93DB30AE31}"/>
                  </a:ext>
                </a:extLst>
              </p:cNvPr>
              <p:cNvSpPr/>
              <p:nvPr/>
            </p:nvSpPr>
            <p:spPr>
              <a:xfrm>
                <a:off x="3825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45" name="타원 17744">
                <a:extLst>
                  <a:ext uri="{FF2B5EF4-FFF2-40B4-BE49-F238E27FC236}">
                    <a16:creationId xmlns:a16="http://schemas.microsoft.com/office/drawing/2014/main" id="{3820D0F2-3DEB-4A07-9159-927E5F4D9655}"/>
                  </a:ext>
                </a:extLst>
              </p:cNvPr>
              <p:cNvSpPr/>
              <p:nvPr/>
            </p:nvSpPr>
            <p:spPr>
              <a:xfrm>
                <a:off x="5349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46" name="타원 17745">
                <a:extLst>
                  <a:ext uri="{FF2B5EF4-FFF2-40B4-BE49-F238E27FC236}">
                    <a16:creationId xmlns:a16="http://schemas.microsoft.com/office/drawing/2014/main" id="{9A27E39C-1BA6-4574-8208-685C89BB224D}"/>
                  </a:ext>
                </a:extLst>
              </p:cNvPr>
              <p:cNvSpPr/>
              <p:nvPr/>
            </p:nvSpPr>
            <p:spPr>
              <a:xfrm>
                <a:off x="6873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47" name="타원 17746">
                <a:extLst>
                  <a:ext uri="{FF2B5EF4-FFF2-40B4-BE49-F238E27FC236}">
                    <a16:creationId xmlns:a16="http://schemas.microsoft.com/office/drawing/2014/main" id="{A6169553-CBC0-4BEB-A855-E1CE54A28FBA}"/>
                  </a:ext>
                </a:extLst>
              </p:cNvPr>
              <p:cNvSpPr/>
              <p:nvPr/>
            </p:nvSpPr>
            <p:spPr>
              <a:xfrm>
                <a:off x="8397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48" name="타원 17747">
                <a:extLst>
                  <a:ext uri="{FF2B5EF4-FFF2-40B4-BE49-F238E27FC236}">
                    <a16:creationId xmlns:a16="http://schemas.microsoft.com/office/drawing/2014/main" id="{EAE48DF0-60A0-4D1E-B5E3-B5F712673CC8}"/>
                  </a:ext>
                </a:extLst>
              </p:cNvPr>
              <p:cNvSpPr/>
              <p:nvPr/>
            </p:nvSpPr>
            <p:spPr>
              <a:xfrm>
                <a:off x="9921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49" name="타원 17748">
                <a:extLst>
                  <a:ext uri="{FF2B5EF4-FFF2-40B4-BE49-F238E27FC236}">
                    <a16:creationId xmlns:a16="http://schemas.microsoft.com/office/drawing/2014/main" id="{2A578B89-4DC5-480A-8C4E-A526E03E753B}"/>
                  </a:ext>
                </a:extLst>
              </p:cNvPr>
              <p:cNvSpPr/>
              <p:nvPr/>
            </p:nvSpPr>
            <p:spPr>
              <a:xfrm>
                <a:off x="11445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50" name="타원 17749">
                <a:extLst>
                  <a:ext uri="{FF2B5EF4-FFF2-40B4-BE49-F238E27FC236}">
                    <a16:creationId xmlns:a16="http://schemas.microsoft.com/office/drawing/2014/main" id="{A17B3C0D-1E7E-406E-BCDD-B8B6C41DC01C}"/>
                  </a:ext>
                </a:extLst>
              </p:cNvPr>
              <p:cNvSpPr/>
              <p:nvPr/>
            </p:nvSpPr>
            <p:spPr>
              <a:xfrm>
                <a:off x="12969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51" name="타원 17750">
                <a:extLst>
                  <a:ext uri="{FF2B5EF4-FFF2-40B4-BE49-F238E27FC236}">
                    <a16:creationId xmlns:a16="http://schemas.microsoft.com/office/drawing/2014/main" id="{5AD4D010-20C4-4BFA-94B5-0CC1397D61FB}"/>
                  </a:ext>
                </a:extLst>
              </p:cNvPr>
              <p:cNvSpPr/>
              <p:nvPr/>
            </p:nvSpPr>
            <p:spPr>
              <a:xfrm>
                <a:off x="14493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52" name="타원 17751">
                <a:extLst>
                  <a:ext uri="{FF2B5EF4-FFF2-40B4-BE49-F238E27FC236}">
                    <a16:creationId xmlns:a16="http://schemas.microsoft.com/office/drawing/2014/main" id="{42F5335D-2417-403D-AC8A-D85C99E71840}"/>
                  </a:ext>
                </a:extLst>
              </p:cNvPr>
              <p:cNvSpPr/>
              <p:nvPr/>
            </p:nvSpPr>
            <p:spPr>
              <a:xfrm>
                <a:off x="16017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53" name="타원 17752">
                <a:extLst>
                  <a:ext uri="{FF2B5EF4-FFF2-40B4-BE49-F238E27FC236}">
                    <a16:creationId xmlns:a16="http://schemas.microsoft.com/office/drawing/2014/main" id="{2EEBB5A7-B087-4AC9-9706-D85A32CA4646}"/>
                  </a:ext>
                </a:extLst>
              </p:cNvPr>
              <p:cNvSpPr/>
              <p:nvPr/>
            </p:nvSpPr>
            <p:spPr>
              <a:xfrm>
                <a:off x="17541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54" name="타원 17753">
                <a:extLst>
                  <a:ext uri="{FF2B5EF4-FFF2-40B4-BE49-F238E27FC236}">
                    <a16:creationId xmlns:a16="http://schemas.microsoft.com/office/drawing/2014/main" id="{EDCD2653-5E1E-43B9-B738-DFAEBA7839EF}"/>
                  </a:ext>
                </a:extLst>
              </p:cNvPr>
              <p:cNvSpPr/>
              <p:nvPr/>
            </p:nvSpPr>
            <p:spPr>
              <a:xfrm>
                <a:off x="19065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55" name="타원 17754">
                <a:extLst>
                  <a:ext uri="{FF2B5EF4-FFF2-40B4-BE49-F238E27FC236}">
                    <a16:creationId xmlns:a16="http://schemas.microsoft.com/office/drawing/2014/main" id="{21EE7FD4-FA84-421F-87C8-9894A77C98D8}"/>
                  </a:ext>
                </a:extLst>
              </p:cNvPr>
              <p:cNvSpPr/>
              <p:nvPr/>
            </p:nvSpPr>
            <p:spPr>
              <a:xfrm>
                <a:off x="20589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56" name="타원 17755">
                <a:extLst>
                  <a:ext uri="{FF2B5EF4-FFF2-40B4-BE49-F238E27FC236}">
                    <a16:creationId xmlns:a16="http://schemas.microsoft.com/office/drawing/2014/main" id="{BDDA3DFF-4DC1-4EB1-B6FE-57FDDD5D46CB}"/>
                  </a:ext>
                </a:extLst>
              </p:cNvPr>
              <p:cNvSpPr/>
              <p:nvPr/>
            </p:nvSpPr>
            <p:spPr>
              <a:xfrm>
                <a:off x="22113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57" name="타원 17756">
                <a:extLst>
                  <a:ext uri="{FF2B5EF4-FFF2-40B4-BE49-F238E27FC236}">
                    <a16:creationId xmlns:a16="http://schemas.microsoft.com/office/drawing/2014/main" id="{CB841168-0C65-4C62-B223-B47E4E60BF32}"/>
                  </a:ext>
                </a:extLst>
              </p:cNvPr>
              <p:cNvSpPr/>
              <p:nvPr/>
            </p:nvSpPr>
            <p:spPr>
              <a:xfrm>
                <a:off x="23637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58" name="타원 17757">
                <a:extLst>
                  <a:ext uri="{FF2B5EF4-FFF2-40B4-BE49-F238E27FC236}">
                    <a16:creationId xmlns:a16="http://schemas.microsoft.com/office/drawing/2014/main" id="{C56459CE-38E6-4B42-9AE7-CD4C61CE5D28}"/>
                  </a:ext>
                </a:extLst>
              </p:cNvPr>
              <p:cNvSpPr/>
              <p:nvPr/>
            </p:nvSpPr>
            <p:spPr>
              <a:xfrm>
                <a:off x="25161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59" name="타원 17758">
                <a:extLst>
                  <a:ext uri="{FF2B5EF4-FFF2-40B4-BE49-F238E27FC236}">
                    <a16:creationId xmlns:a16="http://schemas.microsoft.com/office/drawing/2014/main" id="{8D34EB1C-EAAF-4766-AB57-8421750FC25D}"/>
                  </a:ext>
                </a:extLst>
              </p:cNvPr>
              <p:cNvSpPr/>
              <p:nvPr/>
            </p:nvSpPr>
            <p:spPr>
              <a:xfrm>
                <a:off x="26685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60" name="타원 17759">
                <a:extLst>
                  <a:ext uri="{FF2B5EF4-FFF2-40B4-BE49-F238E27FC236}">
                    <a16:creationId xmlns:a16="http://schemas.microsoft.com/office/drawing/2014/main" id="{B5E9A5D1-7803-4AF1-9799-9A97BC281231}"/>
                  </a:ext>
                </a:extLst>
              </p:cNvPr>
              <p:cNvSpPr/>
              <p:nvPr/>
            </p:nvSpPr>
            <p:spPr>
              <a:xfrm>
                <a:off x="28209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61" name="타원 17760">
                <a:extLst>
                  <a:ext uri="{FF2B5EF4-FFF2-40B4-BE49-F238E27FC236}">
                    <a16:creationId xmlns:a16="http://schemas.microsoft.com/office/drawing/2014/main" id="{6ACB16CD-F908-4191-935D-B82EBEA833CD}"/>
                  </a:ext>
                </a:extLst>
              </p:cNvPr>
              <p:cNvSpPr/>
              <p:nvPr/>
            </p:nvSpPr>
            <p:spPr>
              <a:xfrm>
                <a:off x="29733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62" name="타원 17761">
                <a:extLst>
                  <a:ext uri="{FF2B5EF4-FFF2-40B4-BE49-F238E27FC236}">
                    <a16:creationId xmlns:a16="http://schemas.microsoft.com/office/drawing/2014/main" id="{B685E587-C6AC-4588-BCC8-D22FD5920E0F}"/>
                  </a:ext>
                </a:extLst>
              </p:cNvPr>
              <p:cNvSpPr/>
              <p:nvPr/>
            </p:nvSpPr>
            <p:spPr>
              <a:xfrm>
                <a:off x="31257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63" name="타원 17762">
                <a:extLst>
                  <a:ext uri="{FF2B5EF4-FFF2-40B4-BE49-F238E27FC236}">
                    <a16:creationId xmlns:a16="http://schemas.microsoft.com/office/drawing/2014/main" id="{63377F0A-766D-412C-BF72-F00CD92A843E}"/>
                  </a:ext>
                </a:extLst>
              </p:cNvPr>
              <p:cNvSpPr/>
              <p:nvPr/>
            </p:nvSpPr>
            <p:spPr>
              <a:xfrm>
                <a:off x="32781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64" name="타원 17763">
                <a:extLst>
                  <a:ext uri="{FF2B5EF4-FFF2-40B4-BE49-F238E27FC236}">
                    <a16:creationId xmlns:a16="http://schemas.microsoft.com/office/drawing/2014/main" id="{F275FA45-489A-4E64-9827-055505964C52}"/>
                  </a:ext>
                </a:extLst>
              </p:cNvPr>
              <p:cNvSpPr/>
              <p:nvPr/>
            </p:nvSpPr>
            <p:spPr>
              <a:xfrm>
                <a:off x="34305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65" name="타원 17764">
                <a:extLst>
                  <a:ext uri="{FF2B5EF4-FFF2-40B4-BE49-F238E27FC236}">
                    <a16:creationId xmlns:a16="http://schemas.microsoft.com/office/drawing/2014/main" id="{5B56A26D-3065-4E52-A3F8-3BB72B65D247}"/>
                  </a:ext>
                </a:extLst>
              </p:cNvPr>
              <p:cNvSpPr/>
              <p:nvPr/>
            </p:nvSpPr>
            <p:spPr>
              <a:xfrm>
                <a:off x="35829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66" name="타원 17765">
                <a:extLst>
                  <a:ext uri="{FF2B5EF4-FFF2-40B4-BE49-F238E27FC236}">
                    <a16:creationId xmlns:a16="http://schemas.microsoft.com/office/drawing/2014/main" id="{3C505D18-D7CD-457B-B74D-11F63811E721}"/>
                  </a:ext>
                </a:extLst>
              </p:cNvPr>
              <p:cNvSpPr/>
              <p:nvPr/>
            </p:nvSpPr>
            <p:spPr>
              <a:xfrm>
                <a:off x="37353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67" name="타원 17766">
                <a:extLst>
                  <a:ext uri="{FF2B5EF4-FFF2-40B4-BE49-F238E27FC236}">
                    <a16:creationId xmlns:a16="http://schemas.microsoft.com/office/drawing/2014/main" id="{2FF89C84-50E8-4872-B8DF-88A1BBF4DE3A}"/>
                  </a:ext>
                </a:extLst>
              </p:cNvPr>
              <p:cNvSpPr/>
              <p:nvPr/>
            </p:nvSpPr>
            <p:spPr>
              <a:xfrm>
                <a:off x="38877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68" name="타원 17767">
                <a:extLst>
                  <a:ext uri="{FF2B5EF4-FFF2-40B4-BE49-F238E27FC236}">
                    <a16:creationId xmlns:a16="http://schemas.microsoft.com/office/drawing/2014/main" id="{49B364C1-1D8A-4703-9561-BDAD692CD108}"/>
                  </a:ext>
                </a:extLst>
              </p:cNvPr>
              <p:cNvSpPr/>
              <p:nvPr/>
            </p:nvSpPr>
            <p:spPr>
              <a:xfrm>
                <a:off x="40401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69" name="타원 17768">
                <a:extLst>
                  <a:ext uri="{FF2B5EF4-FFF2-40B4-BE49-F238E27FC236}">
                    <a16:creationId xmlns:a16="http://schemas.microsoft.com/office/drawing/2014/main" id="{1AFF72C7-0E1A-4505-B4D5-05F098E06EF4}"/>
                  </a:ext>
                </a:extLst>
              </p:cNvPr>
              <p:cNvSpPr/>
              <p:nvPr/>
            </p:nvSpPr>
            <p:spPr>
              <a:xfrm>
                <a:off x="41925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70" name="타원 17769">
                <a:extLst>
                  <a:ext uri="{FF2B5EF4-FFF2-40B4-BE49-F238E27FC236}">
                    <a16:creationId xmlns:a16="http://schemas.microsoft.com/office/drawing/2014/main" id="{43B17A62-9644-4E22-9474-8A68CD366C18}"/>
                  </a:ext>
                </a:extLst>
              </p:cNvPr>
              <p:cNvSpPr/>
              <p:nvPr/>
            </p:nvSpPr>
            <p:spPr>
              <a:xfrm>
                <a:off x="43449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71" name="타원 17770">
                <a:extLst>
                  <a:ext uri="{FF2B5EF4-FFF2-40B4-BE49-F238E27FC236}">
                    <a16:creationId xmlns:a16="http://schemas.microsoft.com/office/drawing/2014/main" id="{41A40524-4CF2-4FFF-99F0-E079FA015445}"/>
                  </a:ext>
                </a:extLst>
              </p:cNvPr>
              <p:cNvSpPr/>
              <p:nvPr/>
            </p:nvSpPr>
            <p:spPr>
              <a:xfrm>
                <a:off x="44973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72" name="타원 17771">
                <a:extLst>
                  <a:ext uri="{FF2B5EF4-FFF2-40B4-BE49-F238E27FC236}">
                    <a16:creationId xmlns:a16="http://schemas.microsoft.com/office/drawing/2014/main" id="{6F446C23-BD92-495A-AFB0-44BBCF369640}"/>
                  </a:ext>
                </a:extLst>
              </p:cNvPr>
              <p:cNvSpPr/>
              <p:nvPr/>
            </p:nvSpPr>
            <p:spPr>
              <a:xfrm>
                <a:off x="46497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73" name="타원 17772">
                <a:extLst>
                  <a:ext uri="{FF2B5EF4-FFF2-40B4-BE49-F238E27FC236}">
                    <a16:creationId xmlns:a16="http://schemas.microsoft.com/office/drawing/2014/main" id="{D3745622-9DBE-4E93-92A6-3FD2631BBA01}"/>
                  </a:ext>
                </a:extLst>
              </p:cNvPr>
              <p:cNvSpPr/>
              <p:nvPr/>
            </p:nvSpPr>
            <p:spPr>
              <a:xfrm>
                <a:off x="48021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74" name="타원 17773">
                <a:extLst>
                  <a:ext uri="{FF2B5EF4-FFF2-40B4-BE49-F238E27FC236}">
                    <a16:creationId xmlns:a16="http://schemas.microsoft.com/office/drawing/2014/main" id="{A5DF8325-6FC8-4B3E-8D4F-40D4D51A5C96}"/>
                  </a:ext>
                </a:extLst>
              </p:cNvPr>
              <p:cNvSpPr/>
              <p:nvPr/>
            </p:nvSpPr>
            <p:spPr>
              <a:xfrm>
                <a:off x="49545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75" name="타원 17774">
                <a:extLst>
                  <a:ext uri="{FF2B5EF4-FFF2-40B4-BE49-F238E27FC236}">
                    <a16:creationId xmlns:a16="http://schemas.microsoft.com/office/drawing/2014/main" id="{6059E512-AE30-48B3-BDB3-3ABD3A69A9C0}"/>
                  </a:ext>
                </a:extLst>
              </p:cNvPr>
              <p:cNvSpPr/>
              <p:nvPr/>
            </p:nvSpPr>
            <p:spPr>
              <a:xfrm>
                <a:off x="51069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76" name="타원 17775">
                <a:extLst>
                  <a:ext uri="{FF2B5EF4-FFF2-40B4-BE49-F238E27FC236}">
                    <a16:creationId xmlns:a16="http://schemas.microsoft.com/office/drawing/2014/main" id="{E3FF1705-1E04-41E4-A151-09B7C2B900F0}"/>
                  </a:ext>
                </a:extLst>
              </p:cNvPr>
              <p:cNvSpPr/>
              <p:nvPr/>
            </p:nvSpPr>
            <p:spPr>
              <a:xfrm>
                <a:off x="52593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77" name="타원 17776">
                <a:extLst>
                  <a:ext uri="{FF2B5EF4-FFF2-40B4-BE49-F238E27FC236}">
                    <a16:creationId xmlns:a16="http://schemas.microsoft.com/office/drawing/2014/main" id="{BDD69998-87C1-49F1-B366-0BBF8574CD7C}"/>
                  </a:ext>
                </a:extLst>
              </p:cNvPr>
              <p:cNvSpPr/>
              <p:nvPr/>
            </p:nvSpPr>
            <p:spPr>
              <a:xfrm>
                <a:off x="54117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78" name="타원 17777">
                <a:extLst>
                  <a:ext uri="{FF2B5EF4-FFF2-40B4-BE49-F238E27FC236}">
                    <a16:creationId xmlns:a16="http://schemas.microsoft.com/office/drawing/2014/main" id="{84077040-C0FD-4321-88DE-8A6EDE9ADA6B}"/>
                  </a:ext>
                </a:extLst>
              </p:cNvPr>
              <p:cNvSpPr/>
              <p:nvPr/>
            </p:nvSpPr>
            <p:spPr>
              <a:xfrm>
                <a:off x="5564188" y="236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79" name="타원 17778">
                <a:extLst>
                  <a:ext uri="{FF2B5EF4-FFF2-40B4-BE49-F238E27FC236}">
                    <a16:creationId xmlns:a16="http://schemas.microsoft.com/office/drawing/2014/main" id="{FA54364B-8F71-468C-A355-7D23D1BF951F}"/>
                  </a:ext>
                </a:extLst>
              </p:cNvPr>
              <p:cNvSpPr/>
              <p:nvPr/>
            </p:nvSpPr>
            <p:spPr>
              <a:xfrm>
                <a:off x="2301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80" name="타원 17779">
                <a:extLst>
                  <a:ext uri="{FF2B5EF4-FFF2-40B4-BE49-F238E27FC236}">
                    <a16:creationId xmlns:a16="http://schemas.microsoft.com/office/drawing/2014/main" id="{0199C4C9-B2BC-4D45-9FA3-211A81D538E3}"/>
                  </a:ext>
                </a:extLst>
              </p:cNvPr>
              <p:cNvSpPr/>
              <p:nvPr/>
            </p:nvSpPr>
            <p:spPr>
              <a:xfrm>
                <a:off x="3825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81" name="타원 17780">
                <a:extLst>
                  <a:ext uri="{FF2B5EF4-FFF2-40B4-BE49-F238E27FC236}">
                    <a16:creationId xmlns:a16="http://schemas.microsoft.com/office/drawing/2014/main" id="{0CECA87B-AA0B-486C-B6E3-A095B306887B}"/>
                  </a:ext>
                </a:extLst>
              </p:cNvPr>
              <p:cNvSpPr/>
              <p:nvPr/>
            </p:nvSpPr>
            <p:spPr>
              <a:xfrm>
                <a:off x="5349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82" name="타원 17781">
                <a:extLst>
                  <a:ext uri="{FF2B5EF4-FFF2-40B4-BE49-F238E27FC236}">
                    <a16:creationId xmlns:a16="http://schemas.microsoft.com/office/drawing/2014/main" id="{682E6602-3621-458B-AD6F-9B5103A6B720}"/>
                  </a:ext>
                </a:extLst>
              </p:cNvPr>
              <p:cNvSpPr/>
              <p:nvPr/>
            </p:nvSpPr>
            <p:spPr>
              <a:xfrm>
                <a:off x="6873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83" name="타원 17782">
                <a:extLst>
                  <a:ext uri="{FF2B5EF4-FFF2-40B4-BE49-F238E27FC236}">
                    <a16:creationId xmlns:a16="http://schemas.microsoft.com/office/drawing/2014/main" id="{B58DD1ED-CE2F-4B04-9037-8540D557A845}"/>
                  </a:ext>
                </a:extLst>
              </p:cNvPr>
              <p:cNvSpPr/>
              <p:nvPr/>
            </p:nvSpPr>
            <p:spPr>
              <a:xfrm>
                <a:off x="8397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84" name="타원 17783">
                <a:extLst>
                  <a:ext uri="{FF2B5EF4-FFF2-40B4-BE49-F238E27FC236}">
                    <a16:creationId xmlns:a16="http://schemas.microsoft.com/office/drawing/2014/main" id="{DD4EECDA-AC85-4D25-AFF1-0BE4614A3CBD}"/>
                  </a:ext>
                </a:extLst>
              </p:cNvPr>
              <p:cNvSpPr/>
              <p:nvPr/>
            </p:nvSpPr>
            <p:spPr>
              <a:xfrm>
                <a:off x="9921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85" name="타원 17784">
                <a:extLst>
                  <a:ext uri="{FF2B5EF4-FFF2-40B4-BE49-F238E27FC236}">
                    <a16:creationId xmlns:a16="http://schemas.microsoft.com/office/drawing/2014/main" id="{014AA58F-9D6A-4DBB-B26E-2F4BF4E0C2E4}"/>
                  </a:ext>
                </a:extLst>
              </p:cNvPr>
              <p:cNvSpPr/>
              <p:nvPr/>
            </p:nvSpPr>
            <p:spPr>
              <a:xfrm>
                <a:off x="11445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86" name="타원 17785">
                <a:extLst>
                  <a:ext uri="{FF2B5EF4-FFF2-40B4-BE49-F238E27FC236}">
                    <a16:creationId xmlns:a16="http://schemas.microsoft.com/office/drawing/2014/main" id="{191A3900-1124-4FE1-AA32-CE05EED4C9CE}"/>
                  </a:ext>
                </a:extLst>
              </p:cNvPr>
              <p:cNvSpPr/>
              <p:nvPr/>
            </p:nvSpPr>
            <p:spPr>
              <a:xfrm>
                <a:off x="12969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87" name="타원 17786">
                <a:extLst>
                  <a:ext uri="{FF2B5EF4-FFF2-40B4-BE49-F238E27FC236}">
                    <a16:creationId xmlns:a16="http://schemas.microsoft.com/office/drawing/2014/main" id="{E81219D8-865F-4C96-9510-D1E1B7EB9993}"/>
                  </a:ext>
                </a:extLst>
              </p:cNvPr>
              <p:cNvSpPr/>
              <p:nvPr/>
            </p:nvSpPr>
            <p:spPr>
              <a:xfrm>
                <a:off x="14493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88" name="타원 17787">
                <a:extLst>
                  <a:ext uri="{FF2B5EF4-FFF2-40B4-BE49-F238E27FC236}">
                    <a16:creationId xmlns:a16="http://schemas.microsoft.com/office/drawing/2014/main" id="{BC694A3C-0D7B-42CF-8B14-4C2DFFE04FA3}"/>
                  </a:ext>
                </a:extLst>
              </p:cNvPr>
              <p:cNvSpPr/>
              <p:nvPr/>
            </p:nvSpPr>
            <p:spPr>
              <a:xfrm>
                <a:off x="16017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89" name="타원 17788">
                <a:extLst>
                  <a:ext uri="{FF2B5EF4-FFF2-40B4-BE49-F238E27FC236}">
                    <a16:creationId xmlns:a16="http://schemas.microsoft.com/office/drawing/2014/main" id="{D1F1F056-88FB-45F9-AC1C-0102AA9B91A5}"/>
                  </a:ext>
                </a:extLst>
              </p:cNvPr>
              <p:cNvSpPr/>
              <p:nvPr/>
            </p:nvSpPr>
            <p:spPr>
              <a:xfrm>
                <a:off x="17541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90" name="타원 17789">
                <a:extLst>
                  <a:ext uri="{FF2B5EF4-FFF2-40B4-BE49-F238E27FC236}">
                    <a16:creationId xmlns:a16="http://schemas.microsoft.com/office/drawing/2014/main" id="{36E2E0D4-1D42-4F53-B7C2-F86D4C2EC8FC}"/>
                  </a:ext>
                </a:extLst>
              </p:cNvPr>
              <p:cNvSpPr/>
              <p:nvPr/>
            </p:nvSpPr>
            <p:spPr>
              <a:xfrm>
                <a:off x="19065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91" name="타원 17790">
                <a:extLst>
                  <a:ext uri="{FF2B5EF4-FFF2-40B4-BE49-F238E27FC236}">
                    <a16:creationId xmlns:a16="http://schemas.microsoft.com/office/drawing/2014/main" id="{6F545D91-2C1D-4ECD-AAB7-70838A0FFF9F}"/>
                  </a:ext>
                </a:extLst>
              </p:cNvPr>
              <p:cNvSpPr/>
              <p:nvPr/>
            </p:nvSpPr>
            <p:spPr>
              <a:xfrm>
                <a:off x="20589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92" name="타원 17791">
                <a:extLst>
                  <a:ext uri="{FF2B5EF4-FFF2-40B4-BE49-F238E27FC236}">
                    <a16:creationId xmlns:a16="http://schemas.microsoft.com/office/drawing/2014/main" id="{66A3CF66-D2E6-4644-A3A5-45651750A31C}"/>
                  </a:ext>
                </a:extLst>
              </p:cNvPr>
              <p:cNvSpPr/>
              <p:nvPr/>
            </p:nvSpPr>
            <p:spPr>
              <a:xfrm>
                <a:off x="22113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93" name="타원 17792">
                <a:extLst>
                  <a:ext uri="{FF2B5EF4-FFF2-40B4-BE49-F238E27FC236}">
                    <a16:creationId xmlns:a16="http://schemas.microsoft.com/office/drawing/2014/main" id="{F2F613E1-FBB8-49BF-918D-49AB80E4A3BE}"/>
                  </a:ext>
                </a:extLst>
              </p:cNvPr>
              <p:cNvSpPr/>
              <p:nvPr/>
            </p:nvSpPr>
            <p:spPr>
              <a:xfrm>
                <a:off x="23637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94" name="타원 17793">
                <a:extLst>
                  <a:ext uri="{FF2B5EF4-FFF2-40B4-BE49-F238E27FC236}">
                    <a16:creationId xmlns:a16="http://schemas.microsoft.com/office/drawing/2014/main" id="{88DAFE6D-E865-4F4C-8ACA-8824CA7268D5}"/>
                  </a:ext>
                </a:extLst>
              </p:cNvPr>
              <p:cNvSpPr/>
              <p:nvPr/>
            </p:nvSpPr>
            <p:spPr>
              <a:xfrm>
                <a:off x="25161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95" name="타원 17794">
                <a:extLst>
                  <a:ext uri="{FF2B5EF4-FFF2-40B4-BE49-F238E27FC236}">
                    <a16:creationId xmlns:a16="http://schemas.microsoft.com/office/drawing/2014/main" id="{4913992B-CB5B-4A3B-84E6-C2621DDFF8EF}"/>
                  </a:ext>
                </a:extLst>
              </p:cNvPr>
              <p:cNvSpPr/>
              <p:nvPr/>
            </p:nvSpPr>
            <p:spPr>
              <a:xfrm>
                <a:off x="26685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96" name="타원 17795">
                <a:extLst>
                  <a:ext uri="{FF2B5EF4-FFF2-40B4-BE49-F238E27FC236}">
                    <a16:creationId xmlns:a16="http://schemas.microsoft.com/office/drawing/2014/main" id="{824B6BEA-5C54-4488-A7D3-5D09DAF28FE2}"/>
                  </a:ext>
                </a:extLst>
              </p:cNvPr>
              <p:cNvSpPr/>
              <p:nvPr/>
            </p:nvSpPr>
            <p:spPr>
              <a:xfrm>
                <a:off x="28209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97" name="타원 17796">
                <a:extLst>
                  <a:ext uri="{FF2B5EF4-FFF2-40B4-BE49-F238E27FC236}">
                    <a16:creationId xmlns:a16="http://schemas.microsoft.com/office/drawing/2014/main" id="{B0A5628E-97CF-4054-A2FA-2CF9CEA660FF}"/>
                  </a:ext>
                </a:extLst>
              </p:cNvPr>
              <p:cNvSpPr/>
              <p:nvPr/>
            </p:nvSpPr>
            <p:spPr>
              <a:xfrm>
                <a:off x="29733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98" name="타원 17797">
                <a:extLst>
                  <a:ext uri="{FF2B5EF4-FFF2-40B4-BE49-F238E27FC236}">
                    <a16:creationId xmlns:a16="http://schemas.microsoft.com/office/drawing/2014/main" id="{C64E86E0-0F3B-43E5-AB0E-5729814E5493}"/>
                  </a:ext>
                </a:extLst>
              </p:cNvPr>
              <p:cNvSpPr/>
              <p:nvPr/>
            </p:nvSpPr>
            <p:spPr>
              <a:xfrm>
                <a:off x="31257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799" name="타원 17798">
                <a:extLst>
                  <a:ext uri="{FF2B5EF4-FFF2-40B4-BE49-F238E27FC236}">
                    <a16:creationId xmlns:a16="http://schemas.microsoft.com/office/drawing/2014/main" id="{3B7469D9-66BB-436A-A807-62E0A66666C6}"/>
                  </a:ext>
                </a:extLst>
              </p:cNvPr>
              <p:cNvSpPr/>
              <p:nvPr/>
            </p:nvSpPr>
            <p:spPr>
              <a:xfrm>
                <a:off x="32781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00" name="타원 17799">
                <a:extLst>
                  <a:ext uri="{FF2B5EF4-FFF2-40B4-BE49-F238E27FC236}">
                    <a16:creationId xmlns:a16="http://schemas.microsoft.com/office/drawing/2014/main" id="{8B48C240-FA43-455C-96C0-962C4E2BF7FE}"/>
                  </a:ext>
                </a:extLst>
              </p:cNvPr>
              <p:cNvSpPr/>
              <p:nvPr/>
            </p:nvSpPr>
            <p:spPr>
              <a:xfrm>
                <a:off x="34305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01" name="타원 17800">
                <a:extLst>
                  <a:ext uri="{FF2B5EF4-FFF2-40B4-BE49-F238E27FC236}">
                    <a16:creationId xmlns:a16="http://schemas.microsoft.com/office/drawing/2014/main" id="{18EC4725-7A01-4B26-8980-C0BA044C1741}"/>
                  </a:ext>
                </a:extLst>
              </p:cNvPr>
              <p:cNvSpPr/>
              <p:nvPr/>
            </p:nvSpPr>
            <p:spPr>
              <a:xfrm>
                <a:off x="35829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02" name="타원 17801">
                <a:extLst>
                  <a:ext uri="{FF2B5EF4-FFF2-40B4-BE49-F238E27FC236}">
                    <a16:creationId xmlns:a16="http://schemas.microsoft.com/office/drawing/2014/main" id="{C4555022-E71A-4C44-985A-CA393069280E}"/>
                  </a:ext>
                </a:extLst>
              </p:cNvPr>
              <p:cNvSpPr/>
              <p:nvPr/>
            </p:nvSpPr>
            <p:spPr>
              <a:xfrm>
                <a:off x="37353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03" name="타원 17802">
                <a:extLst>
                  <a:ext uri="{FF2B5EF4-FFF2-40B4-BE49-F238E27FC236}">
                    <a16:creationId xmlns:a16="http://schemas.microsoft.com/office/drawing/2014/main" id="{C22C7600-53F6-4077-8822-479B10923CB8}"/>
                  </a:ext>
                </a:extLst>
              </p:cNvPr>
              <p:cNvSpPr/>
              <p:nvPr/>
            </p:nvSpPr>
            <p:spPr>
              <a:xfrm>
                <a:off x="38877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04" name="타원 17803">
                <a:extLst>
                  <a:ext uri="{FF2B5EF4-FFF2-40B4-BE49-F238E27FC236}">
                    <a16:creationId xmlns:a16="http://schemas.microsoft.com/office/drawing/2014/main" id="{6190E67F-F5A3-4F43-99C4-A6DDF9865700}"/>
                  </a:ext>
                </a:extLst>
              </p:cNvPr>
              <p:cNvSpPr/>
              <p:nvPr/>
            </p:nvSpPr>
            <p:spPr>
              <a:xfrm>
                <a:off x="40401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05" name="타원 17804">
                <a:extLst>
                  <a:ext uri="{FF2B5EF4-FFF2-40B4-BE49-F238E27FC236}">
                    <a16:creationId xmlns:a16="http://schemas.microsoft.com/office/drawing/2014/main" id="{EDB09889-958A-4CB9-AED9-B47C70A456B5}"/>
                  </a:ext>
                </a:extLst>
              </p:cNvPr>
              <p:cNvSpPr/>
              <p:nvPr/>
            </p:nvSpPr>
            <p:spPr>
              <a:xfrm>
                <a:off x="41925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06" name="타원 17805">
                <a:extLst>
                  <a:ext uri="{FF2B5EF4-FFF2-40B4-BE49-F238E27FC236}">
                    <a16:creationId xmlns:a16="http://schemas.microsoft.com/office/drawing/2014/main" id="{4B9C78CC-F67A-4A47-8DC3-2619F843688A}"/>
                  </a:ext>
                </a:extLst>
              </p:cNvPr>
              <p:cNvSpPr/>
              <p:nvPr/>
            </p:nvSpPr>
            <p:spPr>
              <a:xfrm>
                <a:off x="43449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07" name="타원 17806">
                <a:extLst>
                  <a:ext uri="{FF2B5EF4-FFF2-40B4-BE49-F238E27FC236}">
                    <a16:creationId xmlns:a16="http://schemas.microsoft.com/office/drawing/2014/main" id="{28A1FCE0-FE0C-4FD0-9109-50D0A820813C}"/>
                  </a:ext>
                </a:extLst>
              </p:cNvPr>
              <p:cNvSpPr/>
              <p:nvPr/>
            </p:nvSpPr>
            <p:spPr>
              <a:xfrm>
                <a:off x="44973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08" name="타원 17807">
                <a:extLst>
                  <a:ext uri="{FF2B5EF4-FFF2-40B4-BE49-F238E27FC236}">
                    <a16:creationId xmlns:a16="http://schemas.microsoft.com/office/drawing/2014/main" id="{DD34E701-A4F3-43D2-8641-5452A84ADF6D}"/>
                  </a:ext>
                </a:extLst>
              </p:cNvPr>
              <p:cNvSpPr/>
              <p:nvPr/>
            </p:nvSpPr>
            <p:spPr>
              <a:xfrm>
                <a:off x="46497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09" name="타원 17808">
                <a:extLst>
                  <a:ext uri="{FF2B5EF4-FFF2-40B4-BE49-F238E27FC236}">
                    <a16:creationId xmlns:a16="http://schemas.microsoft.com/office/drawing/2014/main" id="{7AC7F34F-5363-4453-B040-9AF0CB4DF4EF}"/>
                  </a:ext>
                </a:extLst>
              </p:cNvPr>
              <p:cNvSpPr/>
              <p:nvPr/>
            </p:nvSpPr>
            <p:spPr>
              <a:xfrm>
                <a:off x="48021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10" name="타원 17809">
                <a:extLst>
                  <a:ext uri="{FF2B5EF4-FFF2-40B4-BE49-F238E27FC236}">
                    <a16:creationId xmlns:a16="http://schemas.microsoft.com/office/drawing/2014/main" id="{E61E2C8D-6767-4396-91B5-F07CE4D2D36C}"/>
                  </a:ext>
                </a:extLst>
              </p:cNvPr>
              <p:cNvSpPr/>
              <p:nvPr/>
            </p:nvSpPr>
            <p:spPr>
              <a:xfrm>
                <a:off x="49545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11" name="타원 17810">
                <a:extLst>
                  <a:ext uri="{FF2B5EF4-FFF2-40B4-BE49-F238E27FC236}">
                    <a16:creationId xmlns:a16="http://schemas.microsoft.com/office/drawing/2014/main" id="{FBC04A74-5B9C-4F3E-9ACA-28BDE3E1317C}"/>
                  </a:ext>
                </a:extLst>
              </p:cNvPr>
              <p:cNvSpPr/>
              <p:nvPr/>
            </p:nvSpPr>
            <p:spPr>
              <a:xfrm>
                <a:off x="51069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12" name="타원 17811">
                <a:extLst>
                  <a:ext uri="{FF2B5EF4-FFF2-40B4-BE49-F238E27FC236}">
                    <a16:creationId xmlns:a16="http://schemas.microsoft.com/office/drawing/2014/main" id="{147E0B4E-3D45-4E7D-8B15-9B3DA149A9EA}"/>
                  </a:ext>
                </a:extLst>
              </p:cNvPr>
              <p:cNvSpPr/>
              <p:nvPr/>
            </p:nvSpPr>
            <p:spPr>
              <a:xfrm>
                <a:off x="52593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13" name="타원 17812">
                <a:extLst>
                  <a:ext uri="{FF2B5EF4-FFF2-40B4-BE49-F238E27FC236}">
                    <a16:creationId xmlns:a16="http://schemas.microsoft.com/office/drawing/2014/main" id="{848670BD-781A-47DD-8547-7CC0614771A1}"/>
                  </a:ext>
                </a:extLst>
              </p:cNvPr>
              <p:cNvSpPr/>
              <p:nvPr/>
            </p:nvSpPr>
            <p:spPr>
              <a:xfrm>
                <a:off x="54117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14" name="타원 17813">
                <a:extLst>
                  <a:ext uri="{FF2B5EF4-FFF2-40B4-BE49-F238E27FC236}">
                    <a16:creationId xmlns:a16="http://schemas.microsoft.com/office/drawing/2014/main" id="{9DA11660-7B0A-4C3D-AC30-DA73B15D1E34}"/>
                  </a:ext>
                </a:extLst>
              </p:cNvPr>
              <p:cNvSpPr/>
              <p:nvPr/>
            </p:nvSpPr>
            <p:spPr>
              <a:xfrm>
                <a:off x="5564188" y="251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15" name="타원 17814">
                <a:extLst>
                  <a:ext uri="{FF2B5EF4-FFF2-40B4-BE49-F238E27FC236}">
                    <a16:creationId xmlns:a16="http://schemas.microsoft.com/office/drawing/2014/main" id="{B4075D24-3E67-4C8E-ACBA-36EABF72F0EF}"/>
                  </a:ext>
                </a:extLst>
              </p:cNvPr>
              <p:cNvSpPr/>
              <p:nvPr/>
            </p:nvSpPr>
            <p:spPr>
              <a:xfrm>
                <a:off x="2301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16" name="타원 17815">
                <a:extLst>
                  <a:ext uri="{FF2B5EF4-FFF2-40B4-BE49-F238E27FC236}">
                    <a16:creationId xmlns:a16="http://schemas.microsoft.com/office/drawing/2014/main" id="{18B040B5-569B-4649-ACA2-82DF77C1641C}"/>
                  </a:ext>
                </a:extLst>
              </p:cNvPr>
              <p:cNvSpPr/>
              <p:nvPr/>
            </p:nvSpPr>
            <p:spPr>
              <a:xfrm>
                <a:off x="3825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17" name="타원 17816">
                <a:extLst>
                  <a:ext uri="{FF2B5EF4-FFF2-40B4-BE49-F238E27FC236}">
                    <a16:creationId xmlns:a16="http://schemas.microsoft.com/office/drawing/2014/main" id="{D10A7476-67CF-43DC-AA42-8114453ECD3D}"/>
                  </a:ext>
                </a:extLst>
              </p:cNvPr>
              <p:cNvSpPr/>
              <p:nvPr/>
            </p:nvSpPr>
            <p:spPr>
              <a:xfrm>
                <a:off x="5349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18" name="타원 17817">
                <a:extLst>
                  <a:ext uri="{FF2B5EF4-FFF2-40B4-BE49-F238E27FC236}">
                    <a16:creationId xmlns:a16="http://schemas.microsoft.com/office/drawing/2014/main" id="{E0D4AEE4-2AB8-4A95-A893-6679C20B7AFC}"/>
                  </a:ext>
                </a:extLst>
              </p:cNvPr>
              <p:cNvSpPr/>
              <p:nvPr/>
            </p:nvSpPr>
            <p:spPr>
              <a:xfrm>
                <a:off x="6873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19" name="타원 17818">
                <a:extLst>
                  <a:ext uri="{FF2B5EF4-FFF2-40B4-BE49-F238E27FC236}">
                    <a16:creationId xmlns:a16="http://schemas.microsoft.com/office/drawing/2014/main" id="{39D4A0B4-7601-4EB2-9EF3-5402A0EC22CE}"/>
                  </a:ext>
                </a:extLst>
              </p:cNvPr>
              <p:cNvSpPr/>
              <p:nvPr/>
            </p:nvSpPr>
            <p:spPr>
              <a:xfrm>
                <a:off x="8397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20" name="타원 17819">
                <a:extLst>
                  <a:ext uri="{FF2B5EF4-FFF2-40B4-BE49-F238E27FC236}">
                    <a16:creationId xmlns:a16="http://schemas.microsoft.com/office/drawing/2014/main" id="{C57309D7-22B8-4CA0-A29C-9E218AC71ED0}"/>
                  </a:ext>
                </a:extLst>
              </p:cNvPr>
              <p:cNvSpPr/>
              <p:nvPr/>
            </p:nvSpPr>
            <p:spPr>
              <a:xfrm>
                <a:off x="9921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21" name="타원 17820">
                <a:extLst>
                  <a:ext uri="{FF2B5EF4-FFF2-40B4-BE49-F238E27FC236}">
                    <a16:creationId xmlns:a16="http://schemas.microsoft.com/office/drawing/2014/main" id="{E2119A94-D744-4974-8411-000F01494B38}"/>
                  </a:ext>
                </a:extLst>
              </p:cNvPr>
              <p:cNvSpPr/>
              <p:nvPr/>
            </p:nvSpPr>
            <p:spPr>
              <a:xfrm>
                <a:off x="11445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22" name="타원 17821">
                <a:extLst>
                  <a:ext uri="{FF2B5EF4-FFF2-40B4-BE49-F238E27FC236}">
                    <a16:creationId xmlns:a16="http://schemas.microsoft.com/office/drawing/2014/main" id="{69844241-09B5-4827-8F9C-9B3B75997865}"/>
                  </a:ext>
                </a:extLst>
              </p:cNvPr>
              <p:cNvSpPr/>
              <p:nvPr/>
            </p:nvSpPr>
            <p:spPr>
              <a:xfrm>
                <a:off x="12969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23" name="타원 17822">
                <a:extLst>
                  <a:ext uri="{FF2B5EF4-FFF2-40B4-BE49-F238E27FC236}">
                    <a16:creationId xmlns:a16="http://schemas.microsoft.com/office/drawing/2014/main" id="{D0D07EEC-D58E-486B-B1ED-F103B558CA6F}"/>
                  </a:ext>
                </a:extLst>
              </p:cNvPr>
              <p:cNvSpPr/>
              <p:nvPr/>
            </p:nvSpPr>
            <p:spPr>
              <a:xfrm>
                <a:off x="14493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24" name="타원 17823">
                <a:extLst>
                  <a:ext uri="{FF2B5EF4-FFF2-40B4-BE49-F238E27FC236}">
                    <a16:creationId xmlns:a16="http://schemas.microsoft.com/office/drawing/2014/main" id="{490507F2-0899-41E9-9A2D-605A87349EC4}"/>
                  </a:ext>
                </a:extLst>
              </p:cNvPr>
              <p:cNvSpPr/>
              <p:nvPr/>
            </p:nvSpPr>
            <p:spPr>
              <a:xfrm>
                <a:off x="16017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25" name="타원 17824">
                <a:extLst>
                  <a:ext uri="{FF2B5EF4-FFF2-40B4-BE49-F238E27FC236}">
                    <a16:creationId xmlns:a16="http://schemas.microsoft.com/office/drawing/2014/main" id="{4C0B3069-5A59-4A7D-9BE8-C7A7532B36D4}"/>
                  </a:ext>
                </a:extLst>
              </p:cNvPr>
              <p:cNvSpPr/>
              <p:nvPr/>
            </p:nvSpPr>
            <p:spPr>
              <a:xfrm>
                <a:off x="17541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26" name="타원 17825">
                <a:extLst>
                  <a:ext uri="{FF2B5EF4-FFF2-40B4-BE49-F238E27FC236}">
                    <a16:creationId xmlns:a16="http://schemas.microsoft.com/office/drawing/2014/main" id="{8613C516-F14E-4653-9531-97E1E8937381}"/>
                  </a:ext>
                </a:extLst>
              </p:cNvPr>
              <p:cNvSpPr/>
              <p:nvPr/>
            </p:nvSpPr>
            <p:spPr>
              <a:xfrm>
                <a:off x="19065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27" name="타원 17826">
                <a:extLst>
                  <a:ext uri="{FF2B5EF4-FFF2-40B4-BE49-F238E27FC236}">
                    <a16:creationId xmlns:a16="http://schemas.microsoft.com/office/drawing/2014/main" id="{29FFCB65-F3FB-458C-A974-DD7E6655A249}"/>
                  </a:ext>
                </a:extLst>
              </p:cNvPr>
              <p:cNvSpPr/>
              <p:nvPr/>
            </p:nvSpPr>
            <p:spPr>
              <a:xfrm>
                <a:off x="20589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28" name="타원 17827">
                <a:extLst>
                  <a:ext uri="{FF2B5EF4-FFF2-40B4-BE49-F238E27FC236}">
                    <a16:creationId xmlns:a16="http://schemas.microsoft.com/office/drawing/2014/main" id="{2FCA9849-11C3-4B1D-980A-F26F662226D7}"/>
                  </a:ext>
                </a:extLst>
              </p:cNvPr>
              <p:cNvSpPr/>
              <p:nvPr/>
            </p:nvSpPr>
            <p:spPr>
              <a:xfrm>
                <a:off x="22113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29" name="타원 17828">
                <a:extLst>
                  <a:ext uri="{FF2B5EF4-FFF2-40B4-BE49-F238E27FC236}">
                    <a16:creationId xmlns:a16="http://schemas.microsoft.com/office/drawing/2014/main" id="{7BE0942F-C407-4972-8DD8-452A0AF56F76}"/>
                  </a:ext>
                </a:extLst>
              </p:cNvPr>
              <p:cNvSpPr/>
              <p:nvPr/>
            </p:nvSpPr>
            <p:spPr>
              <a:xfrm>
                <a:off x="23637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30" name="타원 17829">
                <a:extLst>
                  <a:ext uri="{FF2B5EF4-FFF2-40B4-BE49-F238E27FC236}">
                    <a16:creationId xmlns:a16="http://schemas.microsoft.com/office/drawing/2014/main" id="{8DF30628-C3A0-4FC4-9D95-EAC7C7A22D01}"/>
                  </a:ext>
                </a:extLst>
              </p:cNvPr>
              <p:cNvSpPr/>
              <p:nvPr/>
            </p:nvSpPr>
            <p:spPr>
              <a:xfrm>
                <a:off x="25161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31" name="타원 17830">
                <a:extLst>
                  <a:ext uri="{FF2B5EF4-FFF2-40B4-BE49-F238E27FC236}">
                    <a16:creationId xmlns:a16="http://schemas.microsoft.com/office/drawing/2014/main" id="{C34C9E0B-C9D8-4115-B5DF-81EF77AA2605}"/>
                  </a:ext>
                </a:extLst>
              </p:cNvPr>
              <p:cNvSpPr/>
              <p:nvPr/>
            </p:nvSpPr>
            <p:spPr>
              <a:xfrm>
                <a:off x="26685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32" name="타원 17831">
                <a:extLst>
                  <a:ext uri="{FF2B5EF4-FFF2-40B4-BE49-F238E27FC236}">
                    <a16:creationId xmlns:a16="http://schemas.microsoft.com/office/drawing/2014/main" id="{E85DA2A4-9829-4228-8209-3AF3A7E925DC}"/>
                  </a:ext>
                </a:extLst>
              </p:cNvPr>
              <p:cNvSpPr/>
              <p:nvPr/>
            </p:nvSpPr>
            <p:spPr>
              <a:xfrm>
                <a:off x="28209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33" name="타원 17832">
                <a:extLst>
                  <a:ext uri="{FF2B5EF4-FFF2-40B4-BE49-F238E27FC236}">
                    <a16:creationId xmlns:a16="http://schemas.microsoft.com/office/drawing/2014/main" id="{CDD88D47-406E-4FB6-A769-EF557BBBB5B0}"/>
                  </a:ext>
                </a:extLst>
              </p:cNvPr>
              <p:cNvSpPr/>
              <p:nvPr/>
            </p:nvSpPr>
            <p:spPr>
              <a:xfrm>
                <a:off x="29733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34" name="타원 17833">
                <a:extLst>
                  <a:ext uri="{FF2B5EF4-FFF2-40B4-BE49-F238E27FC236}">
                    <a16:creationId xmlns:a16="http://schemas.microsoft.com/office/drawing/2014/main" id="{8789B2E0-4AA9-435D-A052-66EA8264CFC5}"/>
                  </a:ext>
                </a:extLst>
              </p:cNvPr>
              <p:cNvSpPr/>
              <p:nvPr/>
            </p:nvSpPr>
            <p:spPr>
              <a:xfrm>
                <a:off x="31257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35" name="타원 17834">
                <a:extLst>
                  <a:ext uri="{FF2B5EF4-FFF2-40B4-BE49-F238E27FC236}">
                    <a16:creationId xmlns:a16="http://schemas.microsoft.com/office/drawing/2014/main" id="{336591CB-E6D6-4A37-BB8F-3AF6AD6B52D3}"/>
                  </a:ext>
                </a:extLst>
              </p:cNvPr>
              <p:cNvSpPr/>
              <p:nvPr/>
            </p:nvSpPr>
            <p:spPr>
              <a:xfrm>
                <a:off x="32781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36" name="타원 17835">
                <a:extLst>
                  <a:ext uri="{FF2B5EF4-FFF2-40B4-BE49-F238E27FC236}">
                    <a16:creationId xmlns:a16="http://schemas.microsoft.com/office/drawing/2014/main" id="{64E0075F-062F-4276-9101-041DA3051135}"/>
                  </a:ext>
                </a:extLst>
              </p:cNvPr>
              <p:cNvSpPr/>
              <p:nvPr/>
            </p:nvSpPr>
            <p:spPr>
              <a:xfrm>
                <a:off x="34305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37" name="타원 17836">
                <a:extLst>
                  <a:ext uri="{FF2B5EF4-FFF2-40B4-BE49-F238E27FC236}">
                    <a16:creationId xmlns:a16="http://schemas.microsoft.com/office/drawing/2014/main" id="{40AEC22E-8469-4D10-852C-5410D0BE7B63}"/>
                  </a:ext>
                </a:extLst>
              </p:cNvPr>
              <p:cNvSpPr/>
              <p:nvPr/>
            </p:nvSpPr>
            <p:spPr>
              <a:xfrm>
                <a:off x="35829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38" name="타원 17837">
                <a:extLst>
                  <a:ext uri="{FF2B5EF4-FFF2-40B4-BE49-F238E27FC236}">
                    <a16:creationId xmlns:a16="http://schemas.microsoft.com/office/drawing/2014/main" id="{489CA06E-5123-4BD5-B58E-EDA2F575FECB}"/>
                  </a:ext>
                </a:extLst>
              </p:cNvPr>
              <p:cNvSpPr/>
              <p:nvPr/>
            </p:nvSpPr>
            <p:spPr>
              <a:xfrm>
                <a:off x="37353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39" name="타원 17838">
                <a:extLst>
                  <a:ext uri="{FF2B5EF4-FFF2-40B4-BE49-F238E27FC236}">
                    <a16:creationId xmlns:a16="http://schemas.microsoft.com/office/drawing/2014/main" id="{FF3ECDD6-D6D1-4BE3-801F-7CD8EDF87D46}"/>
                  </a:ext>
                </a:extLst>
              </p:cNvPr>
              <p:cNvSpPr/>
              <p:nvPr/>
            </p:nvSpPr>
            <p:spPr>
              <a:xfrm>
                <a:off x="38877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40" name="타원 17839">
                <a:extLst>
                  <a:ext uri="{FF2B5EF4-FFF2-40B4-BE49-F238E27FC236}">
                    <a16:creationId xmlns:a16="http://schemas.microsoft.com/office/drawing/2014/main" id="{F698D3D1-2DEE-4652-A7F2-CC5C0482CB57}"/>
                  </a:ext>
                </a:extLst>
              </p:cNvPr>
              <p:cNvSpPr/>
              <p:nvPr/>
            </p:nvSpPr>
            <p:spPr>
              <a:xfrm>
                <a:off x="40401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41" name="타원 17840">
                <a:extLst>
                  <a:ext uri="{FF2B5EF4-FFF2-40B4-BE49-F238E27FC236}">
                    <a16:creationId xmlns:a16="http://schemas.microsoft.com/office/drawing/2014/main" id="{9A62C8A4-6684-4AC5-B294-C62AACB2E7D5}"/>
                  </a:ext>
                </a:extLst>
              </p:cNvPr>
              <p:cNvSpPr/>
              <p:nvPr/>
            </p:nvSpPr>
            <p:spPr>
              <a:xfrm>
                <a:off x="41925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42" name="타원 17841">
                <a:extLst>
                  <a:ext uri="{FF2B5EF4-FFF2-40B4-BE49-F238E27FC236}">
                    <a16:creationId xmlns:a16="http://schemas.microsoft.com/office/drawing/2014/main" id="{060B81FD-B6D3-4E61-898D-736CC944619A}"/>
                  </a:ext>
                </a:extLst>
              </p:cNvPr>
              <p:cNvSpPr/>
              <p:nvPr/>
            </p:nvSpPr>
            <p:spPr>
              <a:xfrm>
                <a:off x="43449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43" name="타원 17842">
                <a:extLst>
                  <a:ext uri="{FF2B5EF4-FFF2-40B4-BE49-F238E27FC236}">
                    <a16:creationId xmlns:a16="http://schemas.microsoft.com/office/drawing/2014/main" id="{6B648BC6-7190-4566-BAB1-C17E802D9279}"/>
                  </a:ext>
                </a:extLst>
              </p:cNvPr>
              <p:cNvSpPr/>
              <p:nvPr/>
            </p:nvSpPr>
            <p:spPr>
              <a:xfrm>
                <a:off x="44973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44" name="타원 17843">
                <a:extLst>
                  <a:ext uri="{FF2B5EF4-FFF2-40B4-BE49-F238E27FC236}">
                    <a16:creationId xmlns:a16="http://schemas.microsoft.com/office/drawing/2014/main" id="{55EAD6E4-68A8-4109-BE8A-7A8F3ECCF3DC}"/>
                  </a:ext>
                </a:extLst>
              </p:cNvPr>
              <p:cNvSpPr/>
              <p:nvPr/>
            </p:nvSpPr>
            <p:spPr>
              <a:xfrm>
                <a:off x="46497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45" name="타원 17844">
                <a:extLst>
                  <a:ext uri="{FF2B5EF4-FFF2-40B4-BE49-F238E27FC236}">
                    <a16:creationId xmlns:a16="http://schemas.microsoft.com/office/drawing/2014/main" id="{219F51B8-B4F6-4BCD-BE54-F101E385A187}"/>
                  </a:ext>
                </a:extLst>
              </p:cNvPr>
              <p:cNvSpPr/>
              <p:nvPr/>
            </p:nvSpPr>
            <p:spPr>
              <a:xfrm>
                <a:off x="48021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46" name="타원 17845">
                <a:extLst>
                  <a:ext uri="{FF2B5EF4-FFF2-40B4-BE49-F238E27FC236}">
                    <a16:creationId xmlns:a16="http://schemas.microsoft.com/office/drawing/2014/main" id="{21F52004-72C2-438E-B005-745DD79A3451}"/>
                  </a:ext>
                </a:extLst>
              </p:cNvPr>
              <p:cNvSpPr/>
              <p:nvPr/>
            </p:nvSpPr>
            <p:spPr>
              <a:xfrm>
                <a:off x="49545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47" name="타원 17846">
                <a:extLst>
                  <a:ext uri="{FF2B5EF4-FFF2-40B4-BE49-F238E27FC236}">
                    <a16:creationId xmlns:a16="http://schemas.microsoft.com/office/drawing/2014/main" id="{89B2946D-6F7E-40E0-9141-C56F9704B529}"/>
                  </a:ext>
                </a:extLst>
              </p:cNvPr>
              <p:cNvSpPr/>
              <p:nvPr/>
            </p:nvSpPr>
            <p:spPr>
              <a:xfrm>
                <a:off x="51069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48" name="타원 17847">
                <a:extLst>
                  <a:ext uri="{FF2B5EF4-FFF2-40B4-BE49-F238E27FC236}">
                    <a16:creationId xmlns:a16="http://schemas.microsoft.com/office/drawing/2014/main" id="{4682BD44-7192-4B50-B8F4-2FD8FB8DFC10}"/>
                  </a:ext>
                </a:extLst>
              </p:cNvPr>
              <p:cNvSpPr/>
              <p:nvPr/>
            </p:nvSpPr>
            <p:spPr>
              <a:xfrm>
                <a:off x="52593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49" name="타원 17848">
                <a:extLst>
                  <a:ext uri="{FF2B5EF4-FFF2-40B4-BE49-F238E27FC236}">
                    <a16:creationId xmlns:a16="http://schemas.microsoft.com/office/drawing/2014/main" id="{64E4F963-1B08-4E5D-ABA6-1D9F61F60D05}"/>
                  </a:ext>
                </a:extLst>
              </p:cNvPr>
              <p:cNvSpPr/>
              <p:nvPr/>
            </p:nvSpPr>
            <p:spPr>
              <a:xfrm>
                <a:off x="54117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50" name="타원 17849">
                <a:extLst>
                  <a:ext uri="{FF2B5EF4-FFF2-40B4-BE49-F238E27FC236}">
                    <a16:creationId xmlns:a16="http://schemas.microsoft.com/office/drawing/2014/main" id="{E0F79093-E1BF-4C54-B42E-C7ED87E0E7ED}"/>
                  </a:ext>
                </a:extLst>
              </p:cNvPr>
              <p:cNvSpPr/>
              <p:nvPr/>
            </p:nvSpPr>
            <p:spPr>
              <a:xfrm>
                <a:off x="5564188" y="266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51" name="타원 17850">
                <a:extLst>
                  <a:ext uri="{FF2B5EF4-FFF2-40B4-BE49-F238E27FC236}">
                    <a16:creationId xmlns:a16="http://schemas.microsoft.com/office/drawing/2014/main" id="{13B0394A-7276-4AF2-932E-719FFF42BFA7}"/>
                  </a:ext>
                </a:extLst>
              </p:cNvPr>
              <p:cNvSpPr/>
              <p:nvPr/>
            </p:nvSpPr>
            <p:spPr>
              <a:xfrm>
                <a:off x="2301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52" name="타원 17851">
                <a:extLst>
                  <a:ext uri="{FF2B5EF4-FFF2-40B4-BE49-F238E27FC236}">
                    <a16:creationId xmlns:a16="http://schemas.microsoft.com/office/drawing/2014/main" id="{F85502AC-78AC-42E5-BCD0-2169EC4B5896}"/>
                  </a:ext>
                </a:extLst>
              </p:cNvPr>
              <p:cNvSpPr/>
              <p:nvPr/>
            </p:nvSpPr>
            <p:spPr>
              <a:xfrm>
                <a:off x="3825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53" name="타원 17852">
                <a:extLst>
                  <a:ext uri="{FF2B5EF4-FFF2-40B4-BE49-F238E27FC236}">
                    <a16:creationId xmlns:a16="http://schemas.microsoft.com/office/drawing/2014/main" id="{6F778DAC-CA23-41C4-B0E9-378CC0013A2B}"/>
                  </a:ext>
                </a:extLst>
              </p:cNvPr>
              <p:cNvSpPr/>
              <p:nvPr/>
            </p:nvSpPr>
            <p:spPr>
              <a:xfrm>
                <a:off x="5349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54" name="타원 17853">
                <a:extLst>
                  <a:ext uri="{FF2B5EF4-FFF2-40B4-BE49-F238E27FC236}">
                    <a16:creationId xmlns:a16="http://schemas.microsoft.com/office/drawing/2014/main" id="{7EE81B28-B48D-4EA3-9A64-B3FF047037D6}"/>
                  </a:ext>
                </a:extLst>
              </p:cNvPr>
              <p:cNvSpPr/>
              <p:nvPr/>
            </p:nvSpPr>
            <p:spPr>
              <a:xfrm>
                <a:off x="6873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55" name="타원 17854">
                <a:extLst>
                  <a:ext uri="{FF2B5EF4-FFF2-40B4-BE49-F238E27FC236}">
                    <a16:creationId xmlns:a16="http://schemas.microsoft.com/office/drawing/2014/main" id="{5B8992C5-39BF-447F-9EF3-253A7F6FFF57}"/>
                  </a:ext>
                </a:extLst>
              </p:cNvPr>
              <p:cNvSpPr/>
              <p:nvPr/>
            </p:nvSpPr>
            <p:spPr>
              <a:xfrm>
                <a:off x="8397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56" name="타원 17855">
                <a:extLst>
                  <a:ext uri="{FF2B5EF4-FFF2-40B4-BE49-F238E27FC236}">
                    <a16:creationId xmlns:a16="http://schemas.microsoft.com/office/drawing/2014/main" id="{57CCBEE6-DA95-4A0C-8A3D-F2E8E35732D5}"/>
                  </a:ext>
                </a:extLst>
              </p:cNvPr>
              <p:cNvSpPr/>
              <p:nvPr/>
            </p:nvSpPr>
            <p:spPr>
              <a:xfrm>
                <a:off x="9921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57" name="타원 17856">
                <a:extLst>
                  <a:ext uri="{FF2B5EF4-FFF2-40B4-BE49-F238E27FC236}">
                    <a16:creationId xmlns:a16="http://schemas.microsoft.com/office/drawing/2014/main" id="{E0ED87C4-7F5A-4D73-8869-B1F4D9B9E694}"/>
                  </a:ext>
                </a:extLst>
              </p:cNvPr>
              <p:cNvSpPr/>
              <p:nvPr/>
            </p:nvSpPr>
            <p:spPr>
              <a:xfrm>
                <a:off x="11445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58" name="타원 17857">
                <a:extLst>
                  <a:ext uri="{FF2B5EF4-FFF2-40B4-BE49-F238E27FC236}">
                    <a16:creationId xmlns:a16="http://schemas.microsoft.com/office/drawing/2014/main" id="{03AFAEFD-E265-4403-A934-4CA5662FFE59}"/>
                  </a:ext>
                </a:extLst>
              </p:cNvPr>
              <p:cNvSpPr/>
              <p:nvPr/>
            </p:nvSpPr>
            <p:spPr>
              <a:xfrm>
                <a:off x="12969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59" name="타원 17858">
                <a:extLst>
                  <a:ext uri="{FF2B5EF4-FFF2-40B4-BE49-F238E27FC236}">
                    <a16:creationId xmlns:a16="http://schemas.microsoft.com/office/drawing/2014/main" id="{28CA6A73-66AD-4B00-9B86-C1F2FCB9988D}"/>
                  </a:ext>
                </a:extLst>
              </p:cNvPr>
              <p:cNvSpPr/>
              <p:nvPr/>
            </p:nvSpPr>
            <p:spPr>
              <a:xfrm>
                <a:off x="14493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60" name="타원 17859">
                <a:extLst>
                  <a:ext uri="{FF2B5EF4-FFF2-40B4-BE49-F238E27FC236}">
                    <a16:creationId xmlns:a16="http://schemas.microsoft.com/office/drawing/2014/main" id="{5ADAAFC1-CB16-4C93-9F4A-D80826110831}"/>
                  </a:ext>
                </a:extLst>
              </p:cNvPr>
              <p:cNvSpPr/>
              <p:nvPr/>
            </p:nvSpPr>
            <p:spPr>
              <a:xfrm>
                <a:off x="16017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61" name="타원 17860">
                <a:extLst>
                  <a:ext uri="{FF2B5EF4-FFF2-40B4-BE49-F238E27FC236}">
                    <a16:creationId xmlns:a16="http://schemas.microsoft.com/office/drawing/2014/main" id="{C546FB45-7E4C-4BA8-88E1-304707809DCA}"/>
                  </a:ext>
                </a:extLst>
              </p:cNvPr>
              <p:cNvSpPr/>
              <p:nvPr/>
            </p:nvSpPr>
            <p:spPr>
              <a:xfrm>
                <a:off x="17541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62" name="타원 17861">
                <a:extLst>
                  <a:ext uri="{FF2B5EF4-FFF2-40B4-BE49-F238E27FC236}">
                    <a16:creationId xmlns:a16="http://schemas.microsoft.com/office/drawing/2014/main" id="{3E69E76B-CF5E-44A0-8182-508BC917C1E4}"/>
                  </a:ext>
                </a:extLst>
              </p:cNvPr>
              <p:cNvSpPr/>
              <p:nvPr/>
            </p:nvSpPr>
            <p:spPr>
              <a:xfrm>
                <a:off x="19065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63" name="타원 17862">
                <a:extLst>
                  <a:ext uri="{FF2B5EF4-FFF2-40B4-BE49-F238E27FC236}">
                    <a16:creationId xmlns:a16="http://schemas.microsoft.com/office/drawing/2014/main" id="{B29081EB-549F-433D-9EE1-20BD4C7804A3}"/>
                  </a:ext>
                </a:extLst>
              </p:cNvPr>
              <p:cNvSpPr/>
              <p:nvPr/>
            </p:nvSpPr>
            <p:spPr>
              <a:xfrm>
                <a:off x="20589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64" name="타원 17863">
                <a:extLst>
                  <a:ext uri="{FF2B5EF4-FFF2-40B4-BE49-F238E27FC236}">
                    <a16:creationId xmlns:a16="http://schemas.microsoft.com/office/drawing/2014/main" id="{7E805491-72EB-4674-83D9-DB58BE4FF4DD}"/>
                  </a:ext>
                </a:extLst>
              </p:cNvPr>
              <p:cNvSpPr/>
              <p:nvPr/>
            </p:nvSpPr>
            <p:spPr>
              <a:xfrm>
                <a:off x="22113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65" name="타원 17864">
                <a:extLst>
                  <a:ext uri="{FF2B5EF4-FFF2-40B4-BE49-F238E27FC236}">
                    <a16:creationId xmlns:a16="http://schemas.microsoft.com/office/drawing/2014/main" id="{54A84412-8655-4086-A5F7-3E2A1034261C}"/>
                  </a:ext>
                </a:extLst>
              </p:cNvPr>
              <p:cNvSpPr/>
              <p:nvPr/>
            </p:nvSpPr>
            <p:spPr>
              <a:xfrm>
                <a:off x="23637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66" name="타원 17865">
                <a:extLst>
                  <a:ext uri="{FF2B5EF4-FFF2-40B4-BE49-F238E27FC236}">
                    <a16:creationId xmlns:a16="http://schemas.microsoft.com/office/drawing/2014/main" id="{F9284125-E37D-4032-A322-CC62A7B67B6A}"/>
                  </a:ext>
                </a:extLst>
              </p:cNvPr>
              <p:cNvSpPr/>
              <p:nvPr/>
            </p:nvSpPr>
            <p:spPr>
              <a:xfrm>
                <a:off x="25161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67" name="타원 17866">
                <a:extLst>
                  <a:ext uri="{FF2B5EF4-FFF2-40B4-BE49-F238E27FC236}">
                    <a16:creationId xmlns:a16="http://schemas.microsoft.com/office/drawing/2014/main" id="{D213B2F2-4808-4C4B-B26C-A6245160E9C3}"/>
                  </a:ext>
                </a:extLst>
              </p:cNvPr>
              <p:cNvSpPr/>
              <p:nvPr/>
            </p:nvSpPr>
            <p:spPr>
              <a:xfrm>
                <a:off x="26685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68" name="타원 17867">
                <a:extLst>
                  <a:ext uri="{FF2B5EF4-FFF2-40B4-BE49-F238E27FC236}">
                    <a16:creationId xmlns:a16="http://schemas.microsoft.com/office/drawing/2014/main" id="{1BE1965B-9C1E-48EA-A38E-7E5A4D0873DD}"/>
                  </a:ext>
                </a:extLst>
              </p:cNvPr>
              <p:cNvSpPr/>
              <p:nvPr/>
            </p:nvSpPr>
            <p:spPr>
              <a:xfrm>
                <a:off x="28209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69" name="타원 17868">
                <a:extLst>
                  <a:ext uri="{FF2B5EF4-FFF2-40B4-BE49-F238E27FC236}">
                    <a16:creationId xmlns:a16="http://schemas.microsoft.com/office/drawing/2014/main" id="{8C03B3C8-0D62-4629-98C5-7518FF560AC6}"/>
                  </a:ext>
                </a:extLst>
              </p:cNvPr>
              <p:cNvSpPr/>
              <p:nvPr/>
            </p:nvSpPr>
            <p:spPr>
              <a:xfrm>
                <a:off x="29733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70" name="타원 17869">
                <a:extLst>
                  <a:ext uri="{FF2B5EF4-FFF2-40B4-BE49-F238E27FC236}">
                    <a16:creationId xmlns:a16="http://schemas.microsoft.com/office/drawing/2014/main" id="{3A29E1CC-2544-452B-AA5E-2274EC9199BB}"/>
                  </a:ext>
                </a:extLst>
              </p:cNvPr>
              <p:cNvSpPr/>
              <p:nvPr/>
            </p:nvSpPr>
            <p:spPr>
              <a:xfrm>
                <a:off x="31257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71" name="타원 17870">
                <a:extLst>
                  <a:ext uri="{FF2B5EF4-FFF2-40B4-BE49-F238E27FC236}">
                    <a16:creationId xmlns:a16="http://schemas.microsoft.com/office/drawing/2014/main" id="{7B931390-C8C4-4085-B39B-026D9A33EB07}"/>
                  </a:ext>
                </a:extLst>
              </p:cNvPr>
              <p:cNvSpPr/>
              <p:nvPr/>
            </p:nvSpPr>
            <p:spPr>
              <a:xfrm>
                <a:off x="32781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72" name="타원 17871">
                <a:extLst>
                  <a:ext uri="{FF2B5EF4-FFF2-40B4-BE49-F238E27FC236}">
                    <a16:creationId xmlns:a16="http://schemas.microsoft.com/office/drawing/2014/main" id="{FB41A01C-4CA5-403E-968A-4789A16DA628}"/>
                  </a:ext>
                </a:extLst>
              </p:cNvPr>
              <p:cNvSpPr/>
              <p:nvPr/>
            </p:nvSpPr>
            <p:spPr>
              <a:xfrm>
                <a:off x="34305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73" name="타원 17872">
                <a:extLst>
                  <a:ext uri="{FF2B5EF4-FFF2-40B4-BE49-F238E27FC236}">
                    <a16:creationId xmlns:a16="http://schemas.microsoft.com/office/drawing/2014/main" id="{EA309418-01CB-4096-BBA2-0B7A870A58CD}"/>
                  </a:ext>
                </a:extLst>
              </p:cNvPr>
              <p:cNvSpPr/>
              <p:nvPr/>
            </p:nvSpPr>
            <p:spPr>
              <a:xfrm>
                <a:off x="35829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74" name="타원 17873">
                <a:extLst>
                  <a:ext uri="{FF2B5EF4-FFF2-40B4-BE49-F238E27FC236}">
                    <a16:creationId xmlns:a16="http://schemas.microsoft.com/office/drawing/2014/main" id="{E99389F8-2B4A-46D9-9674-BBD3A72C76A9}"/>
                  </a:ext>
                </a:extLst>
              </p:cNvPr>
              <p:cNvSpPr/>
              <p:nvPr/>
            </p:nvSpPr>
            <p:spPr>
              <a:xfrm>
                <a:off x="37353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75" name="타원 17874">
                <a:extLst>
                  <a:ext uri="{FF2B5EF4-FFF2-40B4-BE49-F238E27FC236}">
                    <a16:creationId xmlns:a16="http://schemas.microsoft.com/office/drawing/2014/main" id="{9248F860-6432-49A5-893E-2E2FB7F4AF88}"/>
                  </a:ext>
                </a:extLst>
              </p:cNvPr>
              <p:cNvSpPr/>
              <p:nvPr/>
            </p:nvSpPr>
            <p:spPr>
              <a:xfrm>
                <a:off x="38877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76" name="타원 17875">
                <a:extLst>
                  <a:ext uri="{FF2B5EF4-FFF2-40B4-BE49-F238E27FC236}">
                    <a16:creationId xmlns:a16="http://schemas.microsoft.com/office/drawing/2014/main" id="{8CED54C7-5F0A-4A11-B466-2E468B475070}"/>
                  </a:ext>
                </a:extLst>
              </p:cNvPr>
              <p:cNvSpPr/>
              <p:nvPr/>
            </p:nvSpPr>
            <p:spPr>
              <a:xfrm>
                <a:off x="40401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77" name="타원 17876">
                <a:extLst>
                  <a:ext uri="{FF2B5EF4-FFF2-40B4-BE49-F238E27FC236}">
                    <a16:creationId xmlns:a16="http://schemas.microsoft.com/office/drawing/2014/main" id="{6BC7ACEC-1452-43D6-8AD7-944654DAD9AF}"/>
                  </a:ext>
                </a:extLst>
              </p:cNvPr>
              <p:cNvSpPr/>
              <p:nvPr/>
            </p:nvSpPr>
            <p:spPr>
              <a:xfrm>
                <a:off x="41925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78" name="타원 17877">
                <a:extLst>
                  <a:ext uri="{FF2B5EF4-FFF2-40B4-BE49-F238E27FC236}">
                    <a16:creationId xmlns:a16="http://schemas.microsoft.com/office/drawing/2014/main" id="{91DC0A2A-4BD4-44D5-99D7-93BBAAC1D05A}"/>
                  </a:ext>
                </a:extLst>
              </p:cNvPr>
              <p:cNvSpPr/>
              <p:nvPr/>
            </p:nvSpPr>
            <p:spPr>
              <a:xfrm>
                <a:off x="43449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79" name="타원 17878">
                <a:extLst>
                  <a:ext uri="{FF2B5EF4-FFF2-40B4-BE49-F238E27FC236}">
                    <a16:creationId xmlns:a16="http://schemas.microsoft.com/office/drawing/2014/main" id="{2F51EDA7-24CB-4603-AC43-13A34949A09E}"/>
                  </a:ext>
                </a:extLst>
              </p:cNvPr>
              <p:cNvSpPr/>
              <p:nvPr/>
            </p:nvSpPr>
            <p:spPr>
              <a:xfrm>
                <a:off x="44973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80" name="타원 17879">
                <a:extLst>
                  <a:ext uri="{FF2B5EF4-FFF2-40B4-BE49-F238E27FC236}">
                    <a16:creationId xmlns:a16="http://schemas.microsoft.com/office/drawing/2014/main" id="{292E5903-AB60-4DEC-8D28-846F1B3FB20F}"/>
                  </a:ext>
                </a:extLst>
              </p:cNvPr>
              <p:cNvSpPr/>
              <p:nvPr/>
            </p:nvSpPr>
            <p:spPr>
              <a:xfrm>
                <a:off x="46497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81" name="타원 17880">
                <a:extLst>
                  <a:ext uri="{FF2B5EF4-FFF2-40B4-BE49-F238E27FC236}">
                    <a16:creationId xmlns:a16="http://schemas.microsoft.com/office/drawing/2014/main" id="{3A69F31C-2428-44B7-8572-13D776505655}"/>
                  </a:ext>
                </a:extLst>
              </p:cNvPr>
              <p:cNvSpPr/>
              <p:nvPr/>
            </p:nvSpPr>
            <p:spPr>
              <a:xfrm>
                <a:off x="48021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82" name="타원 17881">
                <a:extLst>
                  <a:ext uri="{FF2B5EF4-FFF2-40B4-BE49-F238E27FC236}">
                    <a16:creationId xmlns:a16="http://schemas.microsoft.com/office/drawing/2014/main" id="{57110336-33A3-479F-A5A0-896BB93F10C8}"/>
                  </a:ext>
                </a:extLst>
              </p:cNvPr>
              <p:cNvSpPr/>
              <p:nvPr/>
            </p:nvSpPr>
            <p:spPr>
              <a:xfrm>
                <a:off x="49545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83" name="타원 17882">
                <a:extLst>
                  <a:ext uri="{FF2B5EF4-FFF2-40B4-BE49-F238E27FC236}">
                    <a16:creationId xmlns:a16="http://schemas.microsoft.com/office/drawing/2014/main" id="{C72287F8-802C-4EBE-BC70-CEDF6769B683}"/>
                  </a:ext>
                </a:extLst>
              </p:cNvPr>
              <p:cNvSpPr/>
              <p:nvPr/>
            </p:nvSpPr>
            <p:spPr>
              <a:xfrm>
                <a:off x="51069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84" name="타원 17883">
                <a:extLst>
                  <a:ext uri="{FF2B5EF4-FFF2-40B4-BE49-F238E27FC236}">
                    <a16:creationId xmlns:a16="http://schemas.microsoft.com/office/drawing/2014/main" id="{F470E9B2-3F7E-4CED-87D4-E9A13E02BBEA}"/>
                  </a:ext>
                </a:extLst>
              </p:cNvPr>
              <p:cNvSpPr/>
              <p:nvPr/>
            </p:nvSpPr>
            <p:spPr>
              <a:xfrm>
                <a:off x="52593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85" name="타원 17884">
                <a:extLst>
                  <a:ext uri="{FF2B5EF4-FFF2-40B4-BE49-F238E27FC236}">
                    <a16:creationId xmlns:a16="http://schemas.microsoft.com/office/drawing/2014/main" id="{8E695766-442E-4E38-9A43-44E996C676C5}"/>
                  </a:ext>
                </a:extLst>
              </p:cNvPr>
              <p:cNvSpPr/>
              <p:nvPr/>
            </p:nvSpPr>
            <p:spPr>
              <a:xfrm>
                <a:off x="54117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86" name="타원 17885">
                <a:extLst>
                  <a:ext uri="{FF2B5EF4-FFF2-40B4-BE49-F238E27FC236}">
                    <a16:creationId xmlns:a16="http://schemas.microsoft.com/office/drawing/2014/main" id="{6C675CC3-B8AB-4FBF-9538-5147BE1707CF}"/>
                  </a:ext>
                </a:extLst>
              </p:cNvPr>
              <p:cNvSpPr/>
              <p:nvPr/>
            </p:nvSpPr>
            <p:spPr>
              <a:xfrm>
                <a:off x="5564188" y="281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87" name="타원 17886">
                <a:extLst>
                  <a:ext uri="{FF2B5EF4-FFF2-40B4-BE49-F238E27FC236}">
                    <a16:creationId xmlns:a16="http://schemas.microsoft.com/office/drawing/2014/main" id="{0F4B8AD0-51EB-42A0-B6C3-EE67503B8068}"/>
                  </a:ext>
                </a:extLst>
              </p:cNvPr>
              <p:cNvSpPr/>
              <p:nvPr/>
            </p:nvSpPr>
            <p:spPr>
              <a:xfrm>
                <a:off x="2301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88" name="타원 17887">
                <a:extLst>
                  <a:ext uri="{FF2B5EF4-FFF2-40B4-BE49-F238E27FC236}">
                    <a16:creationId xmlns:a16="http://schemas.microsoft.com/office/drawing/2014/main" id="{3ACAACC8-A2C7-4CDE-B5CB-69351DD94C52}"/>
                  </a:ext>
                </a:extLst>
              </p:cNvPr>
              <p:cNvSpPr/>
              <p:nvPr/>
            </p:nvSpPr>
            <p:spPr>
              <a:xfrm>
                <a:off x="3825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89" name="타원 17888">
                <a:extLst>
                  <a:ext uri="{FF2B5EF4-FFF2-40B4-BE49-F238E27FC236}">
                    <a16:creationId xmlns:a16="http://schemas.microsoft.com/office/drawing/2014/main" id="{73FAC146-31DC-43C5-8479-4E7C4604BD6B}"/>
                  </a:ext>
                </a:extLst>
              </p:cNvPr>
              <p:cNvSpPr/>
              <p:nvPr/>
            </p:nvSpPr>
            <p:spPr>
              <a:xfrm>
                <a:off x="5349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90" name="타원 17889">
                <a:extLst>
                  <a:ext uri="{FF2B5EF4-FFF2-40B4-BE49-F238E27FC236}">
                    <a16:creationId xmlns:a16="http://schemas.microsoft.com/office/drawing/2014/main" id="{ED27E3F7-F10E-4BD8-A6B9-34D8536A2656}"/>
                  </a:ext>
                </a:extLst>
              </p:cNvPr>
              <p:cNvSpPr/>
              <p:nvPr/>
            </p:nvSpPr>
            <p:spPr>
              <a:xfrm>
                <a:off x="6873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91" name="타원 17890">
                <a:extLst>
                  <a:ext uri="{FF2B5EF4-FFF2-40B4-BE49-F238E27FC236}">
                    <a16:creationId xmlns:a16="http://schemas.microsoft.com/office/drawing/2014/main" id="{0E28645B-E1F2-455B-8171-3E05E5DA2F0D}"/>
                  </a:ext>
                </a:extLst>
              </p:cNvPr>
              <p:cNvSpPr/>
              <p:nvPr/>
            </p:nvSpPr>
            <p:spPr>
              <a:xfrm>
                <a:off x="8397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92" name="타원 17891">
                <a:extLst>
                  <a:ext uri="{FF2B5EF4-FFF2-40B4-BE49-F238E27FC236}">
                    <a16:creationId xmlns:a16="http://schemas.microsoft.com/office/drawing/2014/main" id="{3284B069-9BC2-43B5-A0F6-91C5C030A1E4}"/>
                  </a:ext>
                </a:extLst>
              </p:cNvPr>
              <p:cNvSpPr/>
              <p:nvPr/>
            </p:nvSpPr>
            <p:spPr>
              <a:xfrm>
                <a:off x="9921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93" name="타원 17892">
                <a:extLst>
                  <a:ext uri="{FF2B5EF4-FFF2-40B4-BE49-F238E27FC236}">
                    <a16:creationId xmlns:a16="http://schemas.microsoft.com/office/drawing/2014/main" id="{18A32518-D52B-4C21-938D-F8B2CEE87E9A}"/>
                  </a:ext>
                </a:extLst>
              </p:cNvPr>
              <p:cNvSpPr/>
              <p:nvPr/>
            </p:nvSpPr>
            <p:spPr>
              <a:xfrm>
                <a:off x="11445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94" name="타원 17893">
                <a:extLst>
                  <a:ext uri="{FF2B5EF4-FFF2-40B4-BE49-F238E27FC236}">
                    <a16:creationId xmlns:a16="http://schemas.microsoft.com/office/drawing/2014/main" id="{35BDEE83-823B-4748-B3E1-B9729AA4D341}"/>
                  </a:ext>
                </a:extLst>
              </p:cNvPr>
              <p:cNvSpPr/>
              <p:nvPr/>
            </p:nvSpPr>
            <p:spPr>
              <a:xfrm>
                <a:off x="12969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95" name="타원 17894">
                <a:extLst>
                  <a:ext uri="{FF2B5EF4-FFF2-40B4-BE49-F238E27FC236}">
                    <a16:creationId xmlns:a16="http://schemas.microsoft.com/office/drawing/2014/main" id="{E8E77EBC-2FBB-42B1-91B5-99613D38D02A}"/>
                  </a:ext>
                </a:extLst>
              </p:cNvPr>
              <p:cNvSpPr/>
              <p:nvPr/>
            </p:nvSpPr>
            <p:spPr>
              <a:xfrm>
                <a:off x="14493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96" name="타원 17895">
                <a:extLst>
                  <a:ext uri="{FF2B5EF4-FFF2-40B4-BE49-F238E27FC236}">
                    <a16:creationId xmlns:a16="http://schemas.microsoft.com/office/drawing/2014/main" id="{BB15D699-12DF-459E-95B8-0C4B5FD502AF}"/>
                  </a:ext>
                </a:extLst>
              </p:cNvPr>
              <p:cNvSpPr/>
              <p:nvPr/>
            </p:nvSpPr>
            <p:spPr>
              <a:xfrm>
                <a:off x="16017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97" name="타원 17896">
                <a:extLst>
                  <a:ext uri="{FF2B5EF4-FFF2-40B4-BE49-F238E27FC236}">
                    <a16:creationId xmlns:a16="http://schemas.microsoft.com/office/drawing/2014/main" id="{405CAC50-F89F-444D-85F5-B8F15E4ECE59}"/>
                  </a:ext>
                </a:extLst>
              </p:cNvPr>
              <p:cNvSpPr/>
              <p:nvPr/>
            </p:nvSpPr>
            <p:spPr>
              <a:xfrm>
                <a:off x="17541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98" name="타원 17897">
                <a:extLst>
                  <a:ext uri="{FF2B5EF4-FFF2-40B4-BE49-F238E27FC236}">
                    <a16:creationId xmlns:a16="http://schemas.microsoft.com/office/drawing/2014/main" id="{199CCAEA-4B21-4FD1-AE04-292F770F00EB}"/>
                  </a:ext>
                </a:extLst>
              </p:cNvPr>
              <p:cNvSpPr/>
              <p:nvPr/>
            </p:nvSpPr>
            <p:spPr>
              <a:xfrm>
                <a:off x="19065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899" name="타원 17898">
                <a:extLst>
                  <a:ext uri="{FF2B5EF4-FFF2-40B4-BE49-F238E27FC236}">
                    <a16:creationId xmlns:a16="http://schemas.microsoft.com/office/drawing/2014/main" id="{E0C80B1F-5920-4D7E-82FD-B5EB5B7F32B2}"/>
                  </a:ext>
                </a:extLst>
              </p:cNvPr>
              <p:cNvSpPr/>
              <p:nvPr/>
            </p:nvSpPr>
            <p:spPr>
              <a:xfrm>
                <a:off x="20589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00" name="타원 17899">
                <a:extLst>
                  <a:ext uri="{FF2B5EF4-FFF2-40B4-BE49-F238E27FC236}">
                    <a16:creationId xmlns:a16="http://schemas.microsoft.com/office/drawing/2014/main" id="{F341E571-2596-48D9-9200-96E35F614F4B}"/>
                  </a:ext>
                </a:extLst>
              </p:cNvPr>
              <p:cNvSpPr/>
              <p:nvPr/>
            </p:nvSpPr>
            <p:spPr>
              <a:xfrm>
                <a:off x="22113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01" name="타원 17900">
                <a:extLst>
                  <a:ext uri="{FF2B5EF4-FFF2-40B4-BE49-F238E27FC236}">
                    <a16:creationId xmlns:a16="http://schemas.microsoft.com/office/drawing/2014/main" id="{7A45B7E5-5308-4659-BF9B-95E3BA538D4A}"/>
                  </a:ext>
                </a:extLst>
              </p:cNvPr>
              <p:cNvSpPr/>
              <p:nvPr/>
            </p:nvSpPr>
            <p:spPr>
              <a:xfrm>
                <a:off x="23637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02" name="타원 17901">
                <a:extLst>
                  <a:ext uri="{FF2B5EF4-FFF2-40B4-BE49-F238E27FC236}">
                    <a16:creationId xmlns:a16="http://schemas.microsoft.com/office/drawing/2014/main" id="{209FC454-1A13-4980-A658-E9372F173729}"/>
                  </a:ext>
                </a:extLst>
              </p:cNvPr>
              <p:cNvSpPr/>
              <p:nvPr/>
            </p:nvSpPr>
            <p:spPr>
              <a:xfrm>
                <a:off x="25161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03" name="타원 17902">
                <a:extLst>
                  <a:ext uri="{FF2B5EF4-FFF2-40B4-BE49-F238E27FC236}">
                    <a16:creationId xmlns:a16="http://schemas.microsoft.com/office/drawing/2014/main" id="{6DF3DDF3-B5AD-4FF8-9CE4-885A1D2356CF}"/>
                  </a:ext>
                </a:extLst>
              </p:cNvPr>
              <p:cNvSpPr/>
              <p:nvPr/>
            </p:nvSpPr>
            <p:spPr>
              <a:xfrm>
                <a:off x="26685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04" name="타원 17903">
                <a:extLst>
                  <a:ext uri="{FF2B5EF4-FFF2-40B4-BE49-F238E27FC236}">
                    <a16:creationId xmlns:a16="http://schemas.microsoft.com/office/drawing/2014/main" id="{C71FEF44-3BCB-494E-9D9A-F079FDE47F65}"/>
                  </a:ext>
                </a:extLst>
              </p:cNvPr>
              <p:cNvSpPr/>
              <p:nvPr/>
            </p:nvSpPr>
            <p:spPr>
              <a:xfrm>
                <a:off x="28209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05" name="타원 17904">
                <a:extLst>
                  <a:ext uri="{FF2B5EF4-FFF2-40B4-BE49-F238E27FC236}">
                    <a16:creationId xmlns:a16="http://schemas.microsoft.com/office/drawing/2014/main" id="{176E124D-2703-416B-AD8D-E6D04DAD2B97}"/>
                  </a:ext>
                </a:extLst>
              </p:cNvPr>
              <p:cNvSpPr/>
              <p:nvPr/>
            </p:nvSpPr>
            <p:spPr>
              <a:xfrm>
                <a:off x="29733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06" name="타원 17905">
                <a:extLst>
                  <a:ext uri="{FF2B5EF4-FFF2-40B4-BE49-F238E27FC236}">
                    <a16:creationId xmlns:a16="http://schemas.microsoft.com/office/drawing/2014/main" id="{52403AF3-21EA-4EF8-A649-5BD312083EBD}"/>
                  </a:ext>
                </a:extLst>
              </p:cNvPr>
              <p:cNvSpPr/>
              <p:nvPr/>
            </p:nvSpPr>
            <p:spPr>
              <a:xfrm>
                <a:off x="31257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07" name="타원 17906">
                <a:extLst>
                  <a:ext uri="{FF2B5EF4-FFF2-40B4-BE49-F238E27FC236}">
                    <a16:creationId xmlns:a16="http://schemas.microsoft.com/office/drawing/2014/main" id="{16D8767A-DD9E-4079-A597-142A8B671A11}"/>
                  </a:ext>
                </a:extLst>
              </p:cNvPr>
              <p:cNvSpPr/>
              <p:nvPr/>
            </p:nvSpPr>
            <p:spPr>
              <a:xfrm>
                <a:off x="32781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08" name="타원 17907">
                <a:extLst>
                  <a:ext uri="{FF2B5EF4-FFF2-40B4-BE49-F238E27FC236}">
                    <a16:creationId xmlns:a16="http://schemas.microsoft.com/office/drawing/2014/main" id="{915382D6-30B7-431C-963E-8C3B0B3F2C18}"/>
                  </a:ext>
                </a:extLst>
              </p:cNvPr>
              <p:cNvSpPr/>
              <p:nvPr/>
            </p:nvSpPr>
            <p:spPr>
              <a:xfrm>
                <a:off x="34305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09" name="타원 17908">
                <a:extLst>
                  <a:ext uri="{FF2B5EF4-FFF2-40B4-BE49-F238E27FC236}">
                    <a16:creationId xmlns:a16="http://schemas.microsoft.com/office/drawing/2014/main" id="{7DBBBE90-FC46-4C25-84ED-4841A1254400}"/>
                  </a:ext>
                </a:extLst>
              </p:cNvPr>
              <p:cNvSpPr/>
              <p:nvPr/>
            </p:nvSpPr>
            <p:spPr>
              <a:xfrm>
                <a:off x="35829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10" name="타원 17909">
                <a:extLst>
                  <a:ext uri="{FF2B5EF4-FFF2-40B4-BE49-F238E27FC236}">
                    <a16:creationId xmlns:a16="http://schemas.microsoft.com/office/drawing/2014/main" id="{9E762EF6-3F45-4239-99C4-7EC7EA2BA14F}"/>
                  </a:ext>
                </a:extLst>
              </p:cNvPr>
              <p:cNvSpPr/>
              <p:nvPr/>
            </p:nvSpPr>
            <p:spPr>
              <a:xfrm>
                <a:off x="37353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11" name="타원 17910">
                <a:extLst>
                  <a:ext uri="{FF2B5EF4-FFF2-40B4-BE49-F238E27FC236}">
                    <a16:creationId xmlns:a16="http://schemas.microsoft.com/office/drawing/2014/main" id="{7D812E2B-BE71-4044-A575-C46C38917077}"/>
                  </a:ext>
                </a:extLst>
              </p:cNvPr>
              <p:cNvSpPr/>
              <p:nvPr/>
            </p:nvSpPr>
            <p:spPr>
              <a:xfrm>
                <a:off x="38877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12" name="타원 17911">
                <a:extLst>
                  <a:ext uri="{FF2B5EF4-FFF2-40B4-BE49-F238E27FC236}">
                    <a16:creationId xmlns:a16="http://schemas.microsoft.com/office/drawing/2014/main" id="{8310993E-20AE-43F5-90A6-3FA93EFF68B6}"/>
                  </a:ext>
                </a:extLst>
              </p:cNvPr>
              <p:cNvSpPr/>
              <p:nvPr/>
            </p:nvSpPr>
            <p:spPr>
              <a:xfrm>
                <a:off x="40401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13" name="타원 17912">
                <a:extLst>
                  <a:ext uri="{FF2B5EF4-FFF2-40B4-BE49-F238E27FC236}">
                    <a16:creationId xmlns:a16="http://schemas.microsoft.com/office/drawing/2014/main" id="{BA8CE28F-B34F-496D-A6CF-65F25BA3BC44}"/>
                  </a:ext>
                </a:extLst>
              </p:cNvPr>
              <p:cNvSpPr/>
              <p:nvPr/>
            </p:nvSpPr>
            <p:spPr>
              <a:xfrm>
                <a:off x="41925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14" name="타원 17913">
                <a:extLst>
                  <a:ext uri="{FF2B5EF4-FFF2-40B4-BE49-F238E27FC236}">
                    <a16:creationId xmlns:a16="http://schemas.microsoft.com/office/drawing/2014/main" id="{F67305F2-3F30-4329-8CFF-90C1774110A5}"/>
                  </a:ext>
                </a:extLst>
              </p:cNvPr>
              <p:cNvSpPr/>
              <p:nvPr/>
            </p:nvSpPr>
            <p:spPr>
              <a:xfrm>
                <a:off x="43449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15" name="타원 17914">
                <a:extLst>
                  <a:ext uri="{FF2B5EF4-FFF2-40B4-BE49-F238E27FC236}">
                    <a16:creationId xmlns:a16="http://schemas.microsoft.com/office/drawing/2014/main" id="{3F1E6E0B-CA66-4A79-BF74-E7BA90B9932B}"/>
                  </a:ext>
                </a:extLst>
              </p:cNvPr>
              <p:cNvSpPr/>
              <p:nvPr/>
            </p:nvSpPr>
            <p:spPr>
              <a:xfrm>
                <a:off x="44973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16" name="타원 17915">
                <a:extLst>
                  <a:ext uri="{FF2B5EF4-FFF2-40B4-BE49-F238E27FC236}">
                    <a16:creationId xmlns:a16="http://schemas.microsoft.com/office/drawing/2014/main" id="{81CF6B21-ACB4-4CE7-B2A3-E51C9C380C71}"/>
                  </a:ext>
                </a:extLst>
              </p:cNvPr>
              <p:cNvSpPr/>
              <p:nvPr/>
            </p:nvSpPr>
            <p:spPr>
              <a:xfrm>
                <a:off x="46497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17" name="타원 17916">
                <a:extLst>
                  <a:ext uri="{FF2B5EF4-FFF2-40B4-BE49-F238E27FC236}">
                    <a16:creationId xmlns:a16="http://schemas.microsoft.com/office/drawing/2014/main" id="{32DFA80B-29E8-4DBC-BA66-4474EE3E928C}"/>
                  </a:ext>
                </a:extLst>
              </p:cNvPr>
              <p:cNvSpPr/>
              <p:nvPr/>
            </p:nvSpPr>
            <p:spPr>
              <a:xfrm>
                <a:off x="48021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18" name="타원 17917">
                <a:extLst>
                  <a:ext uri="{FF2B5EF4-FFF2-40B4-BE49-F238E27FC236}">
                    <a16:creationId xmlns:a16="http://schemas.microsoft.com/office/drawing/2014/main" id="{F8FD35E8-7B44-4BA0-ABF8-138A08594BD0}"/>
                  </a:ext>
                </a:extLst>
              </p:cNvPr>
              <p:cNvSpPr/>
              <p:nvPr/>
            </p:nvSpPr>
            <p:spPr>
              <a:xfrm>
                <a:off x="49545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19" name="타원 17918">
                <a:extLst>
                  <a:ext uri="{FF2B5EF4-FFF2-40B4-BE49-F238E27FC236}">
                    <a16:creationId xmlns:a16="http://schemas.microsoft.com/office/drawing/2014/main" id="{D2AABF8C-9EA0-427C-A1DE-FA9D292492FD}"/>
                  </a:ext>
                </a:extLst>
              </p:cNvPr>
              <p:cNvSpPr/>
              <p:nvPr/>
            </p:nvSpPr>
            <p:spPr>
              <a:xfrm>
                <a:off x="51069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20" name="타원 17919">
                <a:extLst>
                  <a:ext uri="{FF2B5EF4-FFF2-40B4-BE49-F238E27FC236}">
                    <a16:creationId xmlns:a16="http://schemas.microsoft.com/office/drawing/2014/main" id="{B03636C6-482F-4F20-BC20-6C6823DBFAD9}"/>
                  </a:ext>
                </a:extLst>
              </p:cNvPr>
              <p:cNvSpPr/>
              <p:nvPr/>
            </p:nvSpPr>
            <p:spPr>
              <a:xfrm>
                <a:off x="52593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21" name="타원 17920">
                <a:extLst>
                  <a:ext uri="{FF2B5EF4-FFF2-40B4-BE49-F238E27FC236}">
                    <a16:creationId xmlns:a16="http://schemas.microsoft.com/office/drawing/2014/main" id="{EA374002-56F3-4B9C-A04D-77DE145ADB19}"/>
                  </a:ext>
                </a:extLst>
              </p:cNvPr>
              <p:cNvSpPr/>
              <p:nvPr/>
            </p:nvSpPr>
            <p:spPr>
              <a:xfrm>
                <a:off x="54117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22" name="타원 17921">
                <a:extLst>
                  <a:ext uri="{FF2B5EF4-FFF2-40B4-BE49-F238E27FC236}">
                    <a16:creationId xmlns:a16="http://schemas.microsoft.com/office/drawing/2014/main" id="{5FE2381A-A9A9-48C1-B165-519CE8584D31}"/>
                  </a:ext>
                </a:extLst>
              </p:cNvPr>
              <p:cNvSpPr/>
              <p:nvPr/>
            </p:nvSpPr>
            <p:spPr>
              <a:xfrm>
                <a:off x="5564188" y="297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23" name="타원 17922">
                <a:extLst>
                  <a:ext uri="{FF2B5EF4-FFF2-40B4-BE49-F238E27FC236}">
                    <a16:creationId xmlns:a16="http://schemas.microsoft.com/office/drawing/2014/main" id="{3928F2FD-5733-4606-86ED-1698DAA85B58}"/>
                  </a:ext>
                </a:extLst>
              </p:cNvPr>
              <p:cNvSpPr/>
              <p:nvPr/>
            </p:nvSpPr>
            <p:spPr>
              <a:xfrm>
                <a:off x="2301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24" name="타원 17923">
                <a:extLst>
                  <a:ext uri="{FF2B5EF4-FFF2-40B4-BE49-F238E27FC236}">
                    <a16:creationId xmlns:a16="http://schemas.microsoft.com/office/drawing/2014/main" id="{681D90FB-E218-4F2D-911E-88B99D760A91}"/>
                  </a:ext>
                </a:extLst>
              </p:cNvPr>
              <p:cNvSpPr/>
              <p:nvPr/>
            </p:nvSpPr>
            <p:spPr>
              <a:xfrm>
                <a:off x="3825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25" name="타원 17924">
                <a:extLst>
                  <a:ext uri="{FF2B5EF4-FFF2-40B4-BE49-F238E27FC236}">
                    <a16:creationId xmlns:a16="http://schemas.microsoft.com/office/drawing/2014/main" id="{F6795557-B5EC-47AA-9177-9E309CD8A644}"/>
                  </a:ext>
                </a:extLst>
              </p:cNvPr>
              <p:cNvSpPr/>
              <p:nvPr/>
            </p:nvSpPr>
            <p:spPr>
              <a:xfrm>
                <a:off x="5349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26" name="타원 17925">
                <a:extLst>
                  <a:ext uri="{FF2B5EF4-FFF2-40B4-BE49-F238E27FC236}">
                    <a16:creationId xmlns:a16="http://schemas.microsoft.com/office/drawing/2014/main" id="{2C7333A7-7C7E-4ED9-ADD1-F24A4D4513C3}"/>
                  </a:ext>
                </a:extLst>
              </p:cNvPr>
              <p:cNvSpPr/>
              <p:nvPr/>
            </p:nvSpPr>
            <p:spPr>
              <a:xfrm>
                <a:off x="6873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27" name="타원 17926">
                <a:extLst>
                  <a:ext uri="{FF2B5EF4-FFF2-40B4-BE49-F238E27FC236}">
                    <a16:creationId xmlns:a16="http://schemas.microsoft.com/office/drawing/2014/main" id="{69A280B3-726D-46C5-933E-EC25E04DE98C}"/>
                  </a:ext>
                </a:extLst>
              </p:cNvPr>
              <p:cNvSpPr/>
              <p:nvPr/>
            </p:nvSpPr>
            <p:spPr>
              <a:xfrm>
                <a:off x="8397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28" name="타원 17927">
                <a:extLst>
                  <a:ext uri="{FF2B5EF4-FFF2-40B4-BE49-F238E27FC236}">
                    <a16:creationId xmlns:a16="http://schemas.microsoft.com/office/drawing/2014/main" id="{8C89727F-057E-43CC-887C-FE2CF393BA70}"/>
                  </a:ext>
                </a:extLst>
              </p:cNvPr>
              <p:cNvSpPr/>
              <p:nvPr/>
            </p:nvSpPr>
            <p:spPr>
              <a:xfrm>
                <a:off x="9921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29" name="타원 17928">
                <a:extLst>
                  <a:ext uri="{FF2B5EF4-FFF2-40B4-BE49-F238E27FC236}">
                    <a16:creationId xmlns:a16="http://schemas.microsoft.com/office/drawing/2014/main" id="{3C8DB564-82EE-4037-9F9B-51C507A1A2DE}"/>
                  </a:ext>
                </a:extLst>
              </p:cNvPr>
              <p:cNvSpPr/>
              <p:nvPr/>
            </p:nvSpPr>
            <p:spPr>
              <a:xfrm>
                <a:off x="11445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30" name="타원 17929">
                <a:extLst>
                  <a:ext uri="{FF2B5EF4-FFF2-40B4-BE49-F238E27FC236}">
                    <a16:creationId xmlns:a16="http://schemas.microsoft.com/office/drawing/2014/main" id="{2041C193-720B-4512-916E-0B673C07EBC5}"/>
                  </a:ext>
                </a:extLst>
              </p:cNvPr>
              <p:cNvSpPr/>
              <p:nvPr/>
            </p:nvSpPr>
            <p:spPr>
              <a:xfrm>
                <a:off x="12969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31" name="타원 17930">
                <a:extLst>
                  <a:ext uri="{FF2B5EF4-FFF2-40B4-BE49-F238E27FC236}">
                    <a16:creationId xmlns:a16="http://schemas.microsoft.com/office/drawing/2014/main" id="{23F60BBC-C378-4ECB-92E5-FE8B613FF868}"/>
                  </a:ext>
                </a:extLst>
              </p:cNvPr>
              <p:cNvSpPr/>
              <p:nvPr/>
            </p:nvSpPr>
            <p:spPr>
              <a:xfrm>
                <a:off x="14493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32" name="타원 17931">
                <a:extLst>
                  <a:ext uri="{FF2B5EF4-FFF2-40B4-BE49-F238E27FC236}">
                    <a16:creationId xmlns:a16="http://schemas.microsoft.com/office/drawing/2014/main" id="{70A9EFCF-89A1-42A8-952C-070511FEB5FF}"/>
                  </a:ext>
                </a:extLst>
              </p:cNvPr>
              <p:cNvSpPr/>
              <p:nvPr/>
            </p:nvSpPr>
            <p:spPr>
              <a:xfrm>
                <a:off x="16017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33" name="타원 17932">
                <a:extLst>
                  <a:ext uri="{FF2B5EF4-FFF2-40B4-BE49-F238E27FC236}">
                    <a16:creationId xmlns:a16="http://schemas.microsoft.com/office/drawing/2014/main" id="{D6D674E6-A8E0-42B8-9F7A-3F89A3538EA4}"/>
                  </a:ext>
                </a:extLst>
              </p:cNvPr>
              <p:cNvSpPr/>
              <p:nvPr/>
            </p:nvSpPr>
            <p:spPr>
              <a:xfrm>
                <a:off x="17541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34" name="타원 17933">
                <a:extLst>
                  <a:ext uri="{FF2B5EF4-FFF2-40B4-BE49-F238E27FC236}">
                    <a16:creationId xmlns:a16="http://schemas.microsoft.com/office/drawing/2014/main" id="{7C0E54D2-1E1D-48D9-825E-86A2CFF674F4}"/>
                  </a:ext>
                </a:extLst>
              </p:cNvPr>
              <p:cNvSpPr/>
              <p:nvPr/>
            </p:nvSpPr>
            <p:spPr>
              <a:xfrm>
                <a:off x="19065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35" name="타원 17934">
                <a:extLst>
                  <a:ext uri="{FF2B5EF4-FFF2-40B4-BE49-F238E27FC236}">
                    <a16:creationId xmlns:a16="http://schemas.microsoft.com/office/drawing/2014/main" id="{BCE7A4CF-CC9B-45C0-8F51-50FFDE645EFD}"/>
                  </a:ext>
                </a:extLst>
              </p:cNvPr>
              <p:cNvSpPr/>
              <p:nvPr/>
            </p:nvSpPr>
            <p:spPr>
              <a:xfrm>
                <a:off x="20589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36" name="타원 17935">
                <a:extLst>
                  <a:ext uri="{FF2B5EF4-FFF2-40B4-BE49-F238E27FC236}">
                    <a16:creationId xmlns:a16="http://schemas.microsoft.com/office/drawing/2014/main" id="{2FC00C08-A606-4394-AB32-3585926A27EA}"/>
                  </a:ext>
                </a:extLst>
              </p:cNvPr>
              <p:cNvSpPr/>
              <p:nvPr/>
            </p:nvSpPr>
            <p:spPr>
              <a:xfrm>
                <a:off x="22113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37" name="타원 17936">
                <a:extLst>
                  <a:ext uri="{FF2B5EF4-FFF2-40B4-BE49-F238E27FC236}">
                    <a16:creationId xmlns:a16="http://schemas.microsoft.com/office/drawing/2014/main" id="{E7324E95-77D6-441C-BC2E-2D6CB2A00B79}"/>
                  </a:ext>
                </a:extLst>
              </p:cNvPr>
              <p:cNvSpPr/>
              <p:nvPr/>
            </p:nvSpPr>
            <p:spPr>
              <a:xfrm>
                <a:off x="23637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38" name="타원 17937">
                <a:extLst>
                  <a:ext uri="{FF2B5EF4-FFF2-40B4-BE49-F238E27FC236}">
                    <a16:creationId xmlns:a16="http://schemas.microsoft.com/office/drawing/2014/main" id="{D9CA0E1E-43D3-499A-83AA-B06244ACDCA9}"/>
                  </a:ext>
                </a:extLst>
              </p:cNvPr>
              <p:cNvSpPr/>
              <p:nvPr/>
            </p:nvSpPr>
            <p:spPr>
              <a:xfrm>
                <a:off x="25161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39" name="타원 17938">
                <a:extLst>
                  <a:ext uri="{FF2B5EF4-FFF2-40B4-BE49-F238E27FC236}">
                    <a16:creationId xmlns:a16="http://schemas.microsoft.com/office/drawing/2014/main" id="{E6BC8134-A760-4ED9-8D0B-8C382FA7DD0D}"/>
                  </a:ext>
                </a:extLst>
              </p:cNvPr>
              <p:cNvSpPr/>
              <p:nvPr/>
            </p:nvSpPr>
            <p:spPr>
              <a:xfrm>
                <a:off x="26685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40" name="타원 17939">
                <a:extLst>
                  <a:ext uri="{FF2B5EF4-FFF2-40B4-BE49-F238E27FC236}">
                    <a16:creationId xmlns:a16="http://schemas.microsoft.com/office/drawing/2014/main" id="{C7B07C50-AAE3-4C0F-9EBD-A08D7E742A12}"/>
                  </a:ext>
                </a:extLst>
              </p:cNvPr>
              <p:cNvSpPr/>
              <p:nvPr/>
            </p:nvSpPr>
            <p:spPr>
              <a:xfrm>
                <a:off x="28209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41" name="타원 17940">
                <a:extLst>
                  <a:ext uri="{FF2B5EF4-FFF2-40B4-BE49-F238E27FC236}">
                    <a16:creationId xmlns:a16="http://schemas.microsoft.com/office/drawing/2014/main" id="{8019393A-BDD3-44E6-80AE-046BB8D64BA6}"/>
                  </a:ext>
                </a:extLst>
              </p:cNvPr>
              <p:cNvSpPr/>
              <p:nvPr/>
            </p:nvSpPr>
            <p:spPr>
              <a:xfrm>
                <a:off x="29733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42" name="타원 17941">
                <a:extLst>
                  <a:ext uri="{FF2B5EF4-FFF2-40B4-BE49-F238E27FC236}">
                    <a16:creationId xmlns:a16="http://schemas.microsoft.com/office/drawing/2014/main" id="{86552E4E-31AF-499B-A7ED-A75335F35861}"/>
                  </a:ext>
                </a:extLst>
              </p:cNvPr>
              <p:cNvSpPr/>
              <p:nvPr/>
            </p:nvSpPr>
            <p:spPr>
              <a:xfrm>
                <a:off x="31257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43" name="타원 17942">
                <a:extLst>
                  <a:ext uri="{FF2B5EF4-FFF2-40B4-BE49-F238E27FC236}">
                    <a16:creationId xmlns:a16="http://schemas.microsoft.com/office/drawing/2014/main" id="{EFBDE00F-A133-4893-8DC6-0CDD94FBFF09}"/>
                  </a:ext>
                </a:extLst>
              </p:cNvPr>
              <p:cNvSpPr/>
              <p:nvPr/>
            </p:nvSpPr>
            <p:spPr>
              <a:xfrm>
                <a:off x="32781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44" name="타원 17943">
                <a:extLst>
                  <a:ext uri="{FF2B5EF4-FFF2-40B4-BE49-F238E27FC236}">
                    <a16:creationId xmlns:a16="http://schemas.microsoft.com/office/drawing/2014/main" id="{B56CEA9D-2F7B-40A9-9C8C-6665341EBB15}"/>
                  </a:ext>
                </a:extLst>
              </p:cNvPr>
              <p:cNvSpPr/>
              <p:nvPr/>
            </p:nvSpPr>
            <p:spPr>
              <a:xfrm>
                <a:off x="34305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45" name="타원 17944">
                <a:extLst>
                  <a:ext uri="{FF2B5EF4-FFF2-40B4-BE49-F238E27FC236}">
                    <a16:creationId xmlns:a16="http://schemas.microsoft.com/office/drawing/2014/main" id="{FF669902-7AB7-4AD8-BA04-A748372C1648}"/>
                  </a:ext>
                </a:extLst>
              </p:cNvPr>
              <p:cNvSpPr/>
              <p:nvPr/>
            </p:nvSpPr>
            <p:spPr>
              <a:xfrm>
                <a:off x="35829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46" name="타원 17945">
                <a:extLst>
                  <a:ext uri="{FF2B5EF4-FFF2-40B4-BE49-F238E27FC236}">
                    <a16:creationId xmlns:a16="http://schemas.microsoft.com/office/drawing/2014/main" id="{91DF7DB7-1424-4054-87B2-B6AD7A85298E}"/>
                  </a:ext>
                </a:extLst>
              </p:cNvPr>
              <p:cNvSpPr/>
              <p:nvPr/>
            </p:nvSpPr>
            <p:spPr>
              <a:xfrm>
                <a:off x="37353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47" name="타원 17946">
                <a:extLst>
                  <a:ext uri="{FF2B5EF4-FFF2-40B4-BE49-F238E27FC236}">
                    <a16:creationId xmlns:a16="http://schemas.microsoft.com/office/drawing/2014/main" id="{DD3D2506-F354-4DE4-91D1-2DD9CC807B77}"/>
                  </a:ext>
                </a:extLst>
              </p:cNvPr>
              <p:cNvSpPr/>
              <p:nvPr/>
            </p:nvSpPr>
            <p:spPr>
              <a:xfrm>
                <a:off x="38877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48" name="타원 17947">
                <a:extLst>
                  <a:ext uri="{FF2B5EF4-FFF2-40B4-BE49-F238E27FC236}">
                    <a16:creationId xmlns:a16="http://schemas.microsoft.com/office/drawing/2014/main" id="{9A96AEE3-A428-42F6-B951-3B2A089D2412}"/>
                  </a:ext>
                </a:extLst>
              </p:cNvPr>
              <p:cNvSpPr/>
              <p:nvPr/>
            </p:nvSpPr>
            <p:spPr>
              <a:xfrm>
                <a:off x="40401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49" name="타원 17948">
                <a:extLst>
                  <a:ext uri="{FF2B5EF4-FFF2-40B4-BE49-F238E27FC236}">
                    <a16:creationId xmlns:a16="http://schemas.microsoft.com/office/drawing/2014/main" id="{8E313E0B-434D-46E5-B288-38EBAAFA3FEF}"/>
                  </a:ext>
                </a:extLst>
              </p:cNvPr>
              <p:cNvSpPr/>
              <p:nvPr/>
            </p:nvSpPr>
            <p:spPr>
              <a:xfrm>
                <a:off x="41925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50" name="타원 17949">
                <a:extLst>
                  <a:ext uri="{FF2B5EF4-FFF2-40B4-BE49-F238E27FC236}">
                    <a16:creationId xmlns:a16="http://schemas.microsoft.com/office/drawing/2014/main" id="{7138C26F-CC32-475F-8E0A-0DBBB0BE240B}"/>
                  </a:ext>
                </a:extLst>
              </p:cNvPr>
              <p:cNvSpPr/>
              <p:nvPr/>
            </p:nvSpPr>
            <p:spPr>
              <a:xfrm>
                <a:off x="43449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51" name="타원 17950">
                <a:extLst>
                  <a:ext uri="{FF2B5EF4-FFF2-40B4-BE49-F238E27FC236}">
                    <a16:creationId xmlns:a16="http://schemas.microsoft.com/office/drawing/2014/main" id="{F07E51F5-35A6-4DE6-9BFD-024297C986A3}"/>
                  </a:ext>
                </a:extLst>
              </p:cNvPr>
              <p:cNvSpPr/>
              <p:nvPr/>
            </p:nvSpPr>
            <p:spPr>
              <a:xfrm>
                <a:off x="44973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52" name="타원 17951">
                <a:extLst>
                  <a:ext uri="{FF2B5EF4-FFF2-40B4-BE49-F238E27FC236}">
                    <a16:creationId xmlns:a16="http://schemas.microsoft.com/office/drawing/2014/main" id="{CDEAE606-6645-4BC9-B2B7-A7BDD6F1C5E6}"/>
                  </a:ext>
                </a:extLst>
              </p:cNvPr>
              <p:cNvSpPr/>
              <p:nvPr/>
            </p:nvSpPr>
            <p:spPr>
              <a:xfrm>
                <a:off x="46497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53" name="타원 17952">
                <a:extLst>
                  <a:ext uri="{FF2B5EF4-FFF2-40B4-BE49-F238E27FC236}">
                    <a16:creationId xmlns:a16="http://schemas.microsoft.com/office/drawing/2014/main" id="{1BB4E40C-F523-4A4F-91B7-16DFB23C3F7E}"/>
                  </a:ext>
                </a:extLst>
              </p:cNvPr>
              <p:cNvSpPr/>
              <p:nvPr/>
            </p:nvSpPr>
            <p:spPr>
              <a:xfrm>
                <a:off x="48021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54" name="타원 17953">
                <a:extLst>
                  <a:ext uri="{FF2B5EF4-FFF2-40B4-BE49-F238E27FC236}">
                    <a16:creationId xmlns:a16="http://schemas.microsoft.com/office/drawing/2014/main" id="{B900507B-D707-45AA-ABD0-F76A06D85C95}"/>
                  </a:ext>
                </a:extLst>
              </p:cNvPr>
              <p:cNvSpPr/>
              <p:nvPr/>
            </p:nvSpPr>
            <p:spPr>
              <a:xfrm>
                <a:off x="49545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55" name="타원 17954">
                <a:extLst>
                  <a:ext uri="{FF2B5EF4-FFF2-40B4-BE49-F238E27FC236}">
                    <a16:creationId xmlns:a16="http://schemas.microsoft.com/office/drawing/2014/main" id="{7D211F26-FA52-48C9-811F-8373A303BCAB}"/>
                  </a:ext>
                </a:extLst>
              </p:cNvPr>
              <p:cNvSpPr/>
              <p:nvPr/>
            </p:nvSpPr>
            <p:spPr>
              <a:xfrm>
                <a:off x="51069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56" name="타원 17955">
                <a:extLst>
                  <a:ext uri="{FF2B5EF4-FFF2-40B4-BE49-F238E27FC236}">
                    <a16:creationId xmlns:a16="http://schemas.microsoft.com/office/drawing/2014/main" id="{E625AB5C-08D4-4225-8B7C-FB22E2B14D55}"/>
                  </a:ext>
                </a:extLst>
              </p:cNvPr>
              <p:cNvSpPr/>
              <p:nvPr/>
            </p:nvSpPr>
            <p:spPr>
              <a:xfrm>
                <a:off x="52593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57" name="타원 17956">
                <a:extLst>
                  <a:ext uri="{FF2B5EF4-FFF2-40B4-BE49-F238E27FC236}">
                    <a16:creationId xmlns:a16="http://schemas.microsoft.com/office/drawing/2014/main" id="{552FC335-DC33-4E96-8EB1-C122A779225C}"/>
                  </a:ext>
                </a:extLst>
              </p:cNvPr>
              <p:cNvSpPr/>
              <p:nvPr/>
            </p:nvSpPr>
            <p:spPr>
              <a:xfrm>
                <a:off x="54117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58" name="타원 17957">
                <a:extLst>
                  <a:ext uri="{FF2B5EF4-FFF2-40B4-BE49-F238E27FC236}">
                    <a16:creationId xmlns:a16="http://schemas.microsoft.com/office/drawing/2014/main" id="{E59190E0-9EBB-433C-81BB-D7CD5C8246B0}"/>
                  </a:ext>
                </a:extLst>
              </p:cNvPr>
              <p:cNvSpPr/>
              <p:nvPr/>
            </p:nvSpPr>
            <p:spPr>
              <a:xfrm>
                <a:off x="5564188" y="312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59" name="타원 17958">
                <a:extLst>
                  <a:ext uri="{FF2B5EF4-FFF2-40B4-BE49-F238E27FC236}">
                    <a16:creationId xmlns:a16="http://schemas.microsoft.com/office/drawing/2014/main" id="{9EBEE0AE-29C7-4440-8817-415676641A16}"/>
                  </a:ext>
                </a:extLst>
              </p:cNvPr>
              <p:cNvSpPr/>
              <p:nvPr/>
            </p:nvSpPr>
            <p:spPr>
              <a:xfrm>
                <a:off x="2301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60" name="타원 17959">
                <a:extLst>
                  <a:ext uri="{FF2B5EF4-FFF2-40B4-BE49-F238E27FC236}">
                    <a16:creationId xmlns:a16="http://schemas.microsoft.com/office/drawing/2014/main" id="{8BD32846-BB70-4C28-8606-79F2F71056FE}"/>
                  </a:ext>
                </a:extLst>
              </p:cNvPr>
              <p:cNvSpPr/>
              <p:nvPr/>
            </p:nvSpPr>
            <p:spPr>
              <a:xfrm>
                <a:off x="3825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61" name="타원 17960">
                <a:extLst>
                  <a:ext uri="{FF2B5EF4-FFF2-40B4-BE49-F238E27FC236}">
                    <a16:creationId xmlns:a16="http://schemas.microsoft.com/office/drawing/2014/main" id="{2C0AD182-49DF-4E4C-8759-7D39854B6210}"/>
                  </a:ext>
                </a:extLst>
              </p:cNvPr>
              <p:cNvSpPr/>
              <p:nvPr/>
            </p:nvSpPr>
            <p:spPr>
              <a:xfrm>
                <a:off x="5349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62" name="타원 17961">
                <a:extLst>
                  <a:ext uri="{FF2B5EF4-FFF2-40B4-BE49-F238E27FC236}">
                    <a16:creationId xmlns:a16="http://schemas.microsoft.com/office/drawing/2014/main" id="{ACCE7443-DEA0-44C7-BB63-76D9B9CFEA06}"/>
                  </a:ext>
                </a:extLst>
              </p:cNvPr>
              <p:cNvSpPr/>
              <p:nvPr/>
            </p:nvSpPr>
            <p:spPr>
              <a:xfrm>
                <a:off x="6873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63" name="타원 17962">
                <a:extLst>
                  <a:ext uri="{FF2B5EF4-FFF2-40B4-BE49-F238E27FC236}">
                    <a16:creationId xmlns:a16="http://schemas.microsoft.com/office/drawing/2014/main" id="{5D22FD2B-01F6-4DA5-BD67-151AD04069E0}"/>
                  </a:ext>
                </a:extLst>
              </p:cNvPr>
              <p:cNvSpPr/>
              <p:nvPr/>
            </p:nvSpPr>
            <p:spPr>
              <a:xfrm>
                <a:off x="8397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64" name="타원 17963">
                <a:extLst>
                  <a:ext uri="{FF2B5EF4-FFF2-40B4-BE49-F238E27FC236}">
                    <a16:creationId xmlns:a16="http://schemas.microsoft.com/office/drawing/2014/main" id="{48A6C18D-C55C-4E8B-AB18-75FD739F3D64}"/>
                  </a:ext>
                </a:extLst>
              </p:cNvPr>
              <p:cNvSpPr/>
              <p:nvPr/>
            </p:nvSpPr>
            <p:spPr>
              <a:xfrm>
                <a:off x="9921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65" name="타원 17964">
                <a:extLst>
                  <a:ext uri="{FF2B5EF4-FFF2-40B4-BE49-F238E27FC236}">
                    <a16:creationId xmlns:a16="http://schemas.microsoft.com/office/drawing/2014/main" id="{A31B4BFE-22DE-4424-8B37-4F53611B9910}"/>
                  </a:ext>
                </a:extLst>
              </p:cNvPr>
              <p:cNvSpPr/>
              <p:nvPr/>
            </p:nvSpPr>
            <p:spPr>
              <a:xfrm>
                <a:off x="11445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66" name="타원 17965">
                <a:extLst>
                  <a:ext uri="{FF2B5EF4-FFF2-40B4-BE49-F238E27FC236}">
                    <a16:creationId xmlns:a16="http://schemas.microsoft.com/office/drawing/2014/main" id="{8F7FD862-EB20-420B-A4C2-31FDEB7AC0EC}"/>
                  </a:ext>
                </a:extLst>
              </p:cNvPr>
              <p:cNvSpPr/>
              <p:nvPr/>
            </p:nvSpPr>
            <p:spPr>
              <a:xfrm>
                <a:off x="12969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67" name="타원 17966">
                <a:extLst>
                  <a:ext uri="{FF2B5EF4-FFF2-40B4-BE49-F238E27FC236}">
                    <a16:creationId xmlns:a16="http://schemas.microsoft.com/office/drawing/2014/main" id="{4E19C37D-6780-4F39-AC95-19988956F1F4}"/>
                  </a:ext>
                </a:extLst>
              </p:cNvPr>
              <p:cNvSpPr/>
              <p:nvPr/>
            </p:nvSpPr>
            <p:spPr>
              <a:xfrm>
                <a:off x="14493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68" name="타원 17967">
                <a:extLst>
                  <a:ext uri="{FF2B5EF4-FFF2-40B4-BE49-F238E27FC236}">
                    <a16:creationId xmlns:a16="http://schemas.microsoft.com/office/drawing/2014/main" id="{9DE43BD9-0F5C-4C5E-9034-C3C8E032ABD5}"/>
                  </a:ext>
                </a:extLst>
              </p:cNvPr>
              <p:cNvSpPr/>
              <p:nvPr/>
            </p:nvSpPr>
            <p:spPr>
              <a:xfrm>
                <a:off x="16017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69" name="타원 17968">
                <a:extLst>
                  <a:ext uri="{FF2B5EF4-FFF2-40B4-BE49-F238E27FC236}">
                    <a16:creationId xmlns:a16="http://schemas.microsoft.com/office/drawing/2014/main" id="{75F7318B-3032-4B1E-BF34-5B0175967976}"/>
                  </a:ext>
                </a:extLst>
              </p:cNvPr>
              <p:cNvSpPr/>
              <p:nvPr/>
            </p:nvSpPr>
            <p:spPr>
              <a:xfrm>
                <a:off x="17541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70" name="타원 17969">
                <a:extLst>
                  <a:ext uri="{FF2B5EF4-FFF2-40B4-BE49-F238E27FC236}">
                    <a16:creationId xmlns:a16="http://schemas.microsoft.com/office/drawing/2014/main" id="{48EDABDE-3367-4C76-BEB9-FE487BB9B393}"/>
                  </a:ext>
                </a:extLst>
              </p:cNvPr>
              <p:cNvSpPr/>
              <p:nvPr/>
            </p:nvSpPr>
            <p:spPr>
              <a:xfrm>
                <a:off x="19065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71" name="타원 17970">
                <a:extLst>
                  <a:ext uri="{FF2B5EF4-FFF2-40B4-BE49-F238E27FC236}">
                    <a16:creationId xmlns:a16="http://schemas.microsoft.com/office/drawing/2014/main" id="{10CD1EFE-DC39-4C6A-857F-853C7877746E}"/>
                  </a:ext>
                </a:extLst>
              </p:cNvPr>
              <p:cNvSpPr/>
              <p:nvPr/>
            </p:nvSpPr>
            <p:spPr>
              <a:xfrm>
                <a:off x="20589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72" name="타원 17971">
                <a:extLst>
                  <a:ext uri="{FF2B5EF4-FFF2-40B4-BE49-F238E27FC236}">
                    <a16:creationId xmlns:a16="http://schemas.microsoft.com/office/drawing/2014/main" id="{534214D7-5C57-443D-826A-2F9A5ADDD3FD}"/>
                  </a:ext>
                </a:extLst>
              </p:cNvPr>
              <p:cNvSpPr/>
              <p:nvPr/>
            </p:nvSpPr>
            <p:spPr>
              <a:xfrm>
                <a:off x="22113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73" name="타원 17972">
                <a:extLst>
                  <a:ext uri="{FF2B5EF4-FFF2-40B4-BE49-F238E27FC236}">
                    <a16:creationId xmlns:a16="http://schemas.microsoft.com/office/drawing/2014/main" id="{6D277E15-EECE-4854-BA1B-7B06408B1C37}"/>
                  </a:ext>
                </a:extLst>
              </p:cNvPr>
              <p:cNvSpPr/>
              <p:nvPr/>
            </p:nvSpPr>
            <p:spPr>
              <a:xfrm>
                <a:off x="23637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74" name="타원 17973">
                <a:extLst>
                  <a:ext uri="{FF2B5EF4-FFF2-40B4-BE49-F238E27FC236}">
                    <a16:creationId xmlns:a16="http://schemas.microsoft.com/office/drawing/2014/main" id="{BD8EA53F-9490-4D74-BFB8-E0FED1FF9B0F}"/>
                  </a:ext>
                </a:extLst>
              </p:cNvPr>
              <p:cNvSpPr/>
              <p:nvPr/>
            </p:nvSpPr>
            <p:spPr>
              <a:xfrm>
                <a:off x="25161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75" name="타원 17974">
                <a:extLst>
                  <a:ext uri="{FF2B5EF4-FFF2-40B4-BE49-F238E27FC236}">
                    <a16:creationId xmlns:a16="http://schemas.microsoft.com/office/drawing/2014/main" id="{45449533-9201-4D0E-B104-F9C152BA98F3}"/>
                  </a:ext>
                </a:extLst>
              </p:cNvPr>
              <p:cNvSpPr/>
              <p:nvPr/>
            </p:nvSpPr>
            <p:spPr>
              <a:xfrm>
                <a:off x="26685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76" name="타원 17975">
                <a:extLst>
                  <a:ext uri="{FF2B5EF4-FFF2-40B4-BE49-F238E27FC236}">
                    <a16:creationId xmlns:a16="http://schemas.microsoft.com/office/drawing/2014/main" id="{AF17C4DA-3152-4660-B189-ED5506F371F3}"/>
                  </a:ext>
                </a:extLst>
              </p:cNvPr>
              <p:cNvSpPr/>
              <p:nvPr/>
            </p:nvSpPr>
            <p:spPr>
              <a:xfrm>
                <a:off x="28209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77" name="타원 17976">
                <a:extLst>
                  <a:ext uri="{FF2B5EF4-FFF2-40B4-BE49-F238E27FC236}">
                    <a16:creationId xmlns:a16="http://schemas.microsoft.com/office/drawing/2014/main" id="{8D25BD6B-85BD-49B6-9F0E-F367524900CF}"/>
                  </a:ext>
                </a:extLst>
              </p:cNvPr>
              <p:cNvSpPr/>
              <p:nvPr/>
            </p:nvSpPr>
            <p:spPr>
              <a:xfrm>
                <a:off x="29733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78" name="타원 17977">
                <a:extLst>
                  <a:ext uri="{FF2B5EF4-FFF2-40B4-BE49-F238E27FC236}">
                    <a16:creationId xmlns:a16="http://schemas.microsoft.com/office/drawing/2014/main" id="{A1A10AC3-EF16-49C0-AAF1-362ED752DE9B}"/>
                  </a:ext>
                </a:extLst>
              </p:cNvPr>
              <p:cNvSpPr/>
              <p:nvPr/>
            </p:nvSpPr>
            <p:spPr>
              <a:xfrm>
                <a:off x="31257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79" name="타원 17978">
                <a:extLst>
                  <a:ext uri="{FF2B5EF4-FFF2-40B4-BE49-F238E27FC236}">
                    <a16:creationId xmlns:a16="http://schemas.microsoft.com/office/drawing/2014/main" id="{E3D36972-7D9A-42F4-826F-75025E1E8B2F}"/>
                  </a:ext>
                </a:extLst>
              </p:cNvPr>
              <p:cNvSpPr/>
              <p:nvPr/>
            </p:nvSpPr>
            <p:spPr>
              <a:xfrm>
                <a:off x="32781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80" name="타원 17979">
                <a:extLst>
                  <a:ext uri="{FF2B5EF4-FFF2-40B4-BE49-F238E27FC236}">
                    <a16:creationId xmlns:a16="http://schemas.microsoft.com/office/drawing/2014/main" id="{D5BA1884-9B6B-4627-A97A-FA8F42119F0A}"/>
                  </a:ext>
                </a:extLst>
              </p:cNvPr>
              <p:cNvSpPr/>
              <p:nvPr/>
            </p:nvSpPr>
            <p:spPr>
              <a:xfrm>
                <a:off x="34305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81" name="타원 17980">
                <a:extLst>
                  <a:ext uri="{FF2B5EF4-FFF2-40B4-BE49-F238E27FC236}">
                    <a16:creationId xmlns:a16="http://schemas.microsoft.com/office/drawing/2014/main" id="{35D57D6E-527F-40B1-B49B-4121E0695CB7}"/>
                  </a:ext>
                </a:extLst>
              </p:cNvPr>
              <p:cNvSpPr/>
              <p:nvPr/>
            </p:nvSpPr>
            <p:spPr>
              <a:xfrm>
                <a:off x="35829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82" name="타원 17981">
                <a:extLst>
                  <a:ext uri="{FF2B5EF4-FFF2-40B4-BE49-F238E27FC236}">
                    <a16:creationId xmlns:a16="http://schemas.microsoft.com/office/drawing/2014/main" id="{16CC6B90-1518-44A6-A08E-5986954D1424}"/>
                  </a:ext>
                </a:extLst>
              </p:cNvPr>
              <p:cNvSpPr/>
              <p:nvPr/>
            </p:nvSpPr>
            <p:spPr>
              <a:xfrm>
                <a:off x="37353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83" name="타원 17982">
                <a:extLst>
                  <a:ext uri="{FF2B5EF4-FFF2-40B4-BE49-F238E27FC236}">
                    <a16:creationId xmlns:a16="http://schemas.microsoft.com/office/drawing/2014/main" id="{51D41CD7-E9FB-4DAD-9F05-123EB6E72861}"/>
                  </a:ext>
                </a:extLst>
              </p:cNvPr>
              <p:cNvSpPr/>
              <p:nvPr/>
            </p:nvSpPr>
            <p:spPr>
              <a:xfrm>
                <a:off x="38877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84" name="타원 17983">
                <a:extLst>
                  <a:ext uri="{FF2B5EF4-FFF2-40B4-BE49-F238E27FC236}">
                    <a16:creationId xmlns:a16="http://schemas.microsoft.com/office/drawing/2014/main" id="{D72381B7-7351-442C-8FEA-6801033488CB}"/>
                  </a:ext>
                </a:extLst>
              </p:cNvPr>
              <p:cNvSpPr/>
              <p:nvPr/>
            </p:nvSpPr>
            <p:spPr>
              <a:xfrm>
                <a:off x="40401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85" name="타원 17984">
                <a:extLst>
                  <a:ext uri="{FF2B5EF4-FFF2-40B4-BE49-F238E27FC236}">
                    <a16:creationId xmlns:a16="http://schemas.microsoft.com/office/drawing/2014/main" id="{7B04CCEF-37D7-4490-99DE-EDFD071427A9}"/>
                  </a:ext>
                </a:extLst>
              </p:cNvPr>
              <p:cNvSpPr/>
              <p:nvPr/>
            </p:nvSpPr>
            <p:spPr>
              <a:xfrm>
                <a:off x="41925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86" name="타원 17985">
                <a:extLst>
                  <a:ext uri="{FF2B5EF4-FFF2-40B4-BE49-F238E27FC236}">
                    <a16:creationId xmlns:a16="http://schemas.microsoft.com/office/drawing/2014/main" id="{67F5DC1C-E85E-4322-900F-DA3574408E7F}"/>
                  </a:ext>
                </a:extLst>
              </p:cNvPr>
              <p:cNvSpPr/>
              <p:nvPr/>
            </p:nvSpPr>
            <p:spPr>
              <a:xfrm>
                <a:off x="43449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87" name="타원 17986">
                <a:extLst>
                  <a:ext uri="{FF2B5EF4-FFF2-40B4-BE49-F238E27FC236}">
                    <a16:creationId xmlns:a16="http://schemas.microsoft.com/office/drawing/2014/main" id="{2A818124-49CD-42A3-A25F-E1CEFDBE4939}"/>
                  </a:ext>
                </a:extLst>
              </p:cNvPr>
              <p:cNvSpPr/>
              <p:nvPr/>
            </p:nvSpPr>
            <p:spPr>
              <a:xfrm>
                <a:off x="44973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88" name="타원 17987">
                <a:extLst>
                  <a:ext uri="{FF2B5EF4-FFF2-40B4-BE49-F238E27FC236}">
                    <a16:creationId xmlns:a16="http://schemas.microsoft.com/office/drawing/2014/main" id="{97214F62-C042-4CCD-B306-BA7F6B490BF3}"/>
                  </a:ext>
                </a:extLst>
              </p:cNvPr>
              <p:cNvSpPr/>
              <p:nvPr/>
            </p:nvSpPr>
            <p:spPr>
              <a:xfrm>
                <a:off x="46497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89" name="타원 17988">
                <a:extLst>
                  <a:ext uri="{FF2B5EF4-FFF2-40B4-BE49-F238E27FC236}">
                    <a16:creationId xmlns:a16="http://schemas.microsoft.com/office/drawing/2014/main" id="{52203E37-C54B-4526-8DFA-DFF33E31278A}"/>
                  </a:ext>
                </a:extLst>
              </p:cNvPr>
              <p:cNvSpPr/>
              <p:nvPr/>
            </p:nvSpPr>
            <p:spPr>
              <a:xfrm>
                <a:off x="48021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90" name="타원 17989">
                <a:extLst>
                  <a:ext uri="{FF2B5EF4-FFF2-40B4-BE49-F238E27FC236}">
                    <a16:creationId xmlns:a16="http://schemas.microsoft.com/office/drawing/2014/main" id="{0CA01497-D21B-438B-A8D7-5F3102B700FB}"/>
                  </a:ext>
                </a:extLst>
              </p:cNvPr>
              <p:cNvSpPr/>
              <p:nvPr/>
            </p:nvSpPr>
            <p:spPr>
              <a:xfrm>
                <a:off x="49545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91" name="타원 17990">
                <a:extLst>
                  <a:ext uri="{FF2B5EF4-FFF2-40B4-BE49-F238E27FC236}">
                    <a16:creationId xmlns:a16="http://schemas.microsoft.com/office/drawing/2014/main" id="{FDC431F9-446E-4118-9B85-20E5D86B1ACD}"/>
                  </a:ext>
                </a:extLst>
              </p:cNvPr>
              <p:cNvSpPr/>
              <p:nvPr/>
            </p:nvSpPr>
            <p:spPr>
              <a:xfrm>
                <a:off x="51069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92" name="타원 17991">
                <a:extLst>
                  <a:ext uri="{FF2B5EF4-FFF2-40B4-BE49-F238E27FC236}">
                    <a16:creationId xmlns:a16="http://schemas.microsoft.com/office/drawing/2014/main" id="{CC66459D-FFBE-46E2-A3F3-4C3921868BC4}"/>
                  </a:ext>
                </a:extLst>
              </p:cNvPr>
              <p:cNvSpPr/>
              <p:nvPr/>
            </p:nvSpPr>
            <p:spPr>
              <a:xfrm>
                <a:off x="52593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93" name="타원 17992">
                <a:extLst>
                  <a:ext uri="{FF2B5EF4-FFF2-40B4-BE49-F238E27FC236}">
                    <a16:creationId xmlns:a16="http://schemas.microsoft.com/office/drawing/2014/main" id="{5C65D368-9654-4993-ADF5-23B55966F634}"/>
                  </a:ext>
                </a:extLst>
              </p:cNvPr>
              <p:cNvSpPr/>
              <p:nvPr/>
            </p:nvSpPr>
            <p:spPr>
              <a:xfrm>
                <a:off x="54117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94" name="타원 17993">
                <a:extLst>
                  <a:ext uri="{FF2B5EF4-FFF2-40B4-BE49-F238E27FC236}">
                    <a16:creationId xmlns:a16="http://schemas.microsoft.com/office/drawing/2014/main" id="{16F5AB31-EA63-47B4-87FA-E6ADC7A2C7B4}"/>
                  </a:ext>
                </a:extLst>
              </p:cNvPr>
              <p:cNvSpPr/>
              <p:nvPr/>
            </p:nvSpPr>
            <p:spPr>
              <a:xfrm>
                <a:off x="5564188" y="327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95" name="타원 17994">
                <a:extLst>
                  <a:ext uri="{FF2B5EF4-FFF2-40B4-BE49-F238E27FC236}">
                    <a16:creationId xmlns:a16="http://schemas.microsoft.com/office/drawing/2014/main" id="{9DE61588-BCDF-449B-BA25-17D2EE946E28}"/>
                  </a:ext>
                </a:extLst>
              </p:cNvPr>
              <p:cNvSpPr/>
              <p:nvPr/>
            </p:nvSpPr>
            <p:spPr>
              <a:xfrm>
                <a:off x="2301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96" name="타원 17995">
                <a:extLst>
                  <a:ext uri="{FF2B5EF4-FFF2-40B4-BE49-F238E27FC236}">
                    <a16:creationId xmlns:a16="http://schemas.microsoft.com/office/drawing/2014/main" id="{35851032-66AE-4666-A3F1-0BAF807DF563}"/>
                  </a:ext>
                </a:extLst>
              </p:cNvPr>
              <p:cNvSpPr/>
              <p:nvPr/>
            </p:nvSpPr>
            <p:spPr>
              <a:xfrm>
                <a:off x="3825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97" name="타원 17996">
                <a:extLst>
                  <a:ext uri="{FF2B5EF4-FFF2-40B4-BE49-F238E27FC236}">
                    <a16:creationId xmlns:a16="http://schemas.microsoft.com/office/drawing/2014/main" id="{92E90EF2-F409-4890-905B-92F882F968CE}"/>
                  </a:ext>
                </a:extLst>
              </p:cNvPr>
              <p:cNvSpPr/>
              <p:nvPr/>
            </p:nvSpPr>
            <p:spPr>
              <a:xfrm>
                <a:off x="5349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98" name="타원 17997">
                <a:extLst>
                  <a:ext uri="{FF2B5EF4-FFF2-40B4-BE49-F238E27FC236}">
                    <a16:creationId xmlns:a16="http://schemas.microsoft.com/office/drawing/2014/main" id="{4932B1EC-993C-4A7E-9C6D-5265B926F3D0}"/>
                  </a:ext>
                </a:extLst>
              </p:cNvPr>
              <p:cNvSpPr/>
              <p:nvPr/>
            </p:nvSpPr>
            <p:spPr>
              <a:xfrm>
                <a:off x="6873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999" name="타원 17998">
                <a:extLst>
                  <a:ext uri="{FF2B5EF4-FFF2-40B4-BE49-F238E27FC236}">
                    <a16:creationId xmlns:a16="http://schemas.microsoft.com/office/drawing/2014/main" id="{143AE975-53A3-416D-9BEC-A837C2756105}"/>
                  </a:ext>
                </a:extLst>
              </p:cNvPr>
              <p:cNvSpPr/>
              <p:nvPr/>
            </p:nvSpPr>
            <p:spPr>
              <a:xfrm>
                <a:off x="8397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00" name="타원 17999">
                <a:extLst>
                  <a:ext uri="{FF2B5EF4-FFF2-40B4-BE49-F238E27FC236}">
                    <a16:creationId xmlns:a16="http://schemas.microsoft.com/office/drawing/2014/main" id="{B930EEE0-E8B5-474C-BE13-F04F707DE56E}"/>
                  </a:ext>
                </a:extLst>
              </p:cNvPr>
              <p:cNvSpPr/>
              <p:nvPr/>
            </p:nvSpPr>
            <p:spPr>
              <a:xfrm>
                <a:off x="9921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01" name="타원 18000">
                <a:extLst>
                  <a:ext uri="{FF2B5EF4-FFF2-40B4-BE49-F238E27FC236}">
                    <a16:creationId xmlns:a16="http://schemas.microsoft.com/office/drawing/2014/main" id="{67C2F861-6F77-4DD3-A58A-4A3296BE4451}"/>
                  </a:ext>
                </a:extLst>
              </p:cNvPr>
              <p:cNvSpPr/>
              <p:nvPr/>
            </p:nvSpPr>
            <p:spPr>
              <a:xfrm>
                <a:off x="11445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02" name="타원 18001">
                <a:extLst>
                  <a:ext uri="{FF2B5EF4-FFF2-40B4-BE49-F238E27FC236}">
                    <a16:creationId xmlns:a16="http://schemas.microsoft.com/office/drawing/2014/main" id="{B2283861-E481-4602-97DF-4CC79B971488}"/>
                  </a:ext>
                </a:extLst>
              </p:cNvPr>
              <p:cNvSpPr/>
              <p:nvPr/>
            </p:nvSpPr>
            <p:spPr>
              <a:xfrm>
                <a:off x="12969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03" name="타원 18002">
                <a:extLst>
                  <a:ext uri="{FF2B5EF4-FFF2-40B4-BE49-F238E27FC236}">
                    <a16:creationId xmlns:a16="http://schemas.microsoft.com/office/drawing/2014/main" id="{C73431E3-F882-485A-B7CB-C2A89DF7090F}"/>
                  </a:ext>
                </a:extLst>
              </p:cNvPr>
              <p:cNvSpPr/>
              <p:nvPr/>
            </p:nvSpPr>
            <p:spPr>
              <a:xfrm>
                <a:off x="14493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04" name="타원 18003">
                <a:extLst>
                  <a:ext uri="{FF2B5EF4-FFF2-40B4-BE49-F238E27FC236}">
                    <a16:creationId xmlns:a16="http://schemas.microsoft.com/office/drawing/2014/main" id="{1282578B-9472-4351-A372-F85E44A9DBC0}"/>
                  </a:ext>
                </a:extLst>
              </p:cNvPr>
              <p:cNvSpPr/>
              <p:nvPr/>
            </p:nvSpPr>
            <p:spPr>
              <a:xfrm>
                <a:off x="16017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05" name="타원 18004">
                <a:extLst>
                  <a:ext uri="{FF2B5EF4-FFF2-40B4-BE49-F238E27FC236}">
                    <a16:creationId xmlns:a16="http://schemas.microsoft.com/office/drawing/2014/main" id="{E9FD5365-35C4-4428-82BA-70E6A3AA5207}"/>
                  </a:ext>
                </a:extLst>
              </p:cNvPr>
              <p:cNvSpPr/>
              <p:nvPr/>
            </p:nvSpPr>
            <p:spPr>
              <a:xfrm>
                <a:off x="17541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06" name="타원 18005">
                <a:extLst>
                  <a:ext uri="{FF2B5EF4-FFF2-40B4-BE49-F238E27FC236}">
                    <a16:creationId xmlns:a16="http://schemas.microsoft.com/office/drawing/2014/main" id="{8292E561-9105-4734-B9ED-8411284E3E2F}"/>
                  </a:ext>
                </a:extLst>
              </p:cNvPr>
              <p:cNvSpPr/>
              <p:nvPr/>
            </p:nvSpPr>
            <p:spPr>
              <a:xfrm>
                <a:off x="19065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07" name="타원 18006">
                <a:extLst>
                  <a:ext uri="{FF2B5EF4-FFF2-40B4-BE49-F238E27FC236}">
                    <a16:creationId xmlns:a16="http://schemas.microsoft.com/office/drawing/2014/main" id="{3495B083-EAB8-4460-B02E-BF889F3C362E}"/>
                  </a:ext>
                </a:extLst>
              </p:cNvPr>
              <p:cNvSpPr/>
              <p:nvPr/>
            </p:nvSpPr>
            <p:spPr>
              <a:xfrm>
                <a:off x="20589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08" name="타원 18007">
                <a:extLst>
                  <a:ext uri="{FF2B5EF4-FFF2-40B4-BE49-F238E27FC236}">
                    <a16:creationId xmlns:a16="http://schemas.microsoft.com/office/drawing/2014/main" id="{A7B1A64A-058A-404A-BF81-60459A9E7F69}"/>
                  </a:ext>
                </a:extLst>
              </p:cNvPr>
              <p:cNvSpPr/>
              <p:nvPr/>
            </p:nvSpPr>
            <p:spPr>
              <a:xfrm>
                <a:off x="22113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09" name="타원 18008">
                <a:extLst>
                  <a:ext uri="{FF2B5EF4-FFF2-40B4-BE49-F238E27FC236}">
                    <a16:creationId xmlns:a16="http://schemas.microsoft.com/office/drawing/2014/main" id="{7F28B59B-533C-498B-81FA-9079DB9873FB}"/>
                  </a:ext>
                </a:extLst>
              </p:cNvPr>
              <p:cNvSpPr/>
              <p:nvPr/>
            </p:nvSpPr>
            <p:spPr>
              <a:xfrm>
                <a:off x="23637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10" name="타원 18009">
                <a:extLst>
                  <a:ext uri="{FF2B5EF4-FFF2-40B4-BE49-F238E27FC236}">
                    <a16:creationId xmlns:a16="http://schemas.microsoft.com/office/drawing/2014/main" id="{D805DFFE-5938-4EF1-8B7F-BC45217AE362}"/>
                  </a:ext>
                </a:extLst>
              </p:cNvPr>
              <p:cNvSpPr/>
              <p:nvPr/>
            </p:nvSpPr>
            <p:spPr>
              <a:xfrm>
                <a:off x="25161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11" name="타원 18010">
                <a:extLst>
                  <a:ext uri="{FF2B5EF4-FFF2-40B4-BE49-F238E27FC236}">
                    <a16:creationId xmlns:a16="http://schemas.microsoft.com/office/drawing/2014/main" id="{1AA838F5-8133-46B2-A118-47374A95572B}"/>
                  </a:ext>
                </a:extLst>
              </p:cNvPr>
              <p:cNvSpPr/>
              <p:nvPr/>
            </p:nvSpPr>
            <p:spPr>
              <a:xfrm>
                <a:off x="26685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12" name="타원 18011">
                <a:extLst>
                  <a:ext uri="{FF2B5EF4-FFF2-40B4-BE49-F238E27FC236}">
                    <a16:creationId xmlns:a16="http://schemas.microsoft.com/office/drawing/2014/main" id="{F7BFB31B-5576-4094-9018-FD4396BDCB48}"/>
                  </a:ext>
                </a:extLst>
              </p:cNvPr>
              <p:cNvSpPr/>
              <p:nvPr/>
            </p:nvSpPr>
            <p:spPr>
              <a:xfrm>
                <a:off x="28209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13" name="타원 18012">
                <a:extLst>
                  <a:ext uri="{FF2B5EF4-FFF2-40B4-BE49-F238E27FC236}">
                    <a16:creationId xmlns:a16="http://schemas.microsoft.com/office/drawing/2014/main" id="{34347915-8992-4A24-BA61-D87731BFDC19}"/>
                  </a:ext>
                </a:extLst>
              </p:cNvPr>
              <p:cNvSpPr/>
              <p:nvPr/>
            </p:nvSpPr>
            <p:spPr>
              <a:xfrm>
                <a:off x="29733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14" name="타원 18013">
                <a:extLst>
                  <a:ext uri="{FF2B5EF4-FFF2-40B4-BE49-F238E27FC236}">
                    <a16:creationId xmlns:a16="http://schemas.microsoft.com/office/drawing/2014/main" id="{6B13534C-07BA-469C-9DE4-05A6F7E3A912}"/>
                  </a:ext>
                </a:extLst>
              </p:cNvPr>
              <p:cNvSpPr/>
              <p:nvPr/>
            </p:nvSpPr>
            <p:spPr>
              <a:xfrm>
                <a:off x="31257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15" name="타원 18014">
                <a:extLst>
                  <a:ext uri="{FF2B5EF4-FFF2-40B4-BE49-F238E27FC236}">
                    <a16:creationId xmlns:a16="http://schemas.microsoft.com/office/drawing/2014/main" id="{A670999E-8668-4C76-9A19-69A44788EEB1}"/>
                  </a:ext>
                </a:extLst>
              </p:cNvPr>
              <p:cNvSpPr/>
              <p:nvPr/>
            </p:nvSpPr>
            <p:spPr>
              <a:xfrm>
                <a:off x="32781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16" name="타원 18015">
                <a:extLst>
                  <a:ext uri="{FF2B5EF4-FFF2-40B4-BE49-F238E27FC236}">
                    <a16:creationId xmlns:a16="http://schemas.microsoft.com/office/drawing/2014/main" id="{63813C3F-61EF-469D-AFE3-2C89C7C55435}"/>
                  </a:ext>
                </a:extLst>
              </p:cNvPr>
              <p:cNvSpPr/>
              <p:nvPr/>
            </p:nvSpPr>
            <p:spPr>
              <a:xfrm>
                <a:off x="34305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17" name="타원 18016">
                <a:extLst>
                  <a:ext uri="{FF2B5EF4-FFF2-40B4-BE49-F238E27FC236}">
                    <a16:creationId xmlns:a16="http://schemas.microsoft.com/office/drawing/2014/main" id="{EE671240-E2D8-4AE2-A220-EC056B9D41F5}"/>
                  </a:ext>
                </a:extLst>
              </p:cNvPr>
              <p:cNvSpPr/>
              <p:nvPr/>
            </p:nvSpPr>
            <p:spPr>
              <a:xfrm>
                <a:off x="35829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18" name="타원 18017">
                <a:extLst>
                  <a:ext uri="{FF2B5EF4-FFF2-40B4-BE49-F238E27FC236}">
                    <a16:creationId xmlns:a16="http://schemas.microsoft.com/office/drawing/2014/main" id="{C24CD20A-48F0-46BA-800E-33BE1D11CC5C}"/>
                  </a:ext>
                </a:extLst>
              </p:cNvPr>
              <p:cNvSpPr/>
              <p:nvPr/>
            </p:nvSpPr>
            <p:spPr>
              <a:xfrm>
                <a:off x="37353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19" name="타원 18018">
                <a:extLst>
                  <a:ext uri="{FF2B5EF4-FFF2-40B4-BE49-F238E27FC236}">
                    <a16:creationId xmlns:a16="http://schemas.microsoft.com/office/drawing/2014/main" id="{77EFDD71-AD73-406C-ACF2-CE232B77CA58}"/>
                  </a:ext>
                </a:extLst>
              </p:cNvPr>
              <p:cNvSpPr/>
              <p:nvPr/>
            </p:nvSpPr>
            <p:spPr>
              <a:xfrm>
                <a:off x="38877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20" name="타원 18019">
                <a:extLst>
                  <a:ext uri="{FF2B5EF4-FFF2-40B4-BE49-F238E27FC236}">
                    <a16:creationId xmlns:a16="http://schemas.microsoft.com/office/drawing/2014/main" id="{938137A1-313B-4C15-8C73-7770BB3FD016}"/>
                  </a:ext>
                </a:extLst>
              </p:cNvPr>
              <p:cNvSpPr/>
              <p:nvPr/>
            </p:nvSpPr>
            <p:spPr>
              <a:xfrm>
                <a:off x="40401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21" name="타원 18020">
                <a:extLst>
                  <a:ext uri="{FF2B5EF4-FFF2-40B4-BE49-F238E27FC236}">
                    <a16:creationId xmlns:a16="http://schemas.microsoft.com/office/drawing/2014/main" id="{DD68F2D3-EA97-42B2-809A-C49618F14C7F}"/>
                  </a:ext>
                </a:extLst>
              </p:cNvPr>
              <p:cNvSpPr/>
              <p:nvPr/>
            </p:nvSpPr>
            <p:spPr>
              <a:xfrm>
                <a:off x="41925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22" name="타원 18021">
                <a:extLst>
                  <a:ext uri="{FF2B5EF4-FFF2-40B4-BE49-F238E27FC236}">
                    <a16:creationId xmlns:a16="http://schemas.microsoft.com/office/drawing/2014/main" id="{D5023FD6-E930-457A-9C38-072FD61544D9}"/>
                  </a:ext>
                </a:extLst>
              </p:cNvPr>
              <p:cNvSpPr/>
              <p:nvPr/>
            </p:nvSpPr>
            <p:spPr>
              <a:xfrm>
                <a:off x="43449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23" name="타원 18022">
                <a:extLst>
                  <a:ext uri="{FF2B5EF4-FFF2-40B4-BE49-F238E27FC236}">
                    <a16:creationId xmlns:a16="http://schemas.microsoft.com/office/drawing/2014/main" id="{3E2C6DF3-05B3-4E3D-87DC-F5CDAF5082BE}"/>
                  </a:ext>
                </a:extLst>
              </p:cNvPr>
              <p:cNvSpPr/>
              <p:nvPr/>
            </p:nvSpPr>
            <p:spPr>
              <a:xfrm>
                <a:off x="44973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24" name="타원 18023">
                <a:extLst>
                  <a:ext uri="{FF2B5EF4-FFF2-40B4-BE49-F238E27FC236}">
                    <a16:creationId xmlns:a16="http://schemas.microsoft.com/office/drawing/2014/main" id="{4200083C-7D8C-47A1-B337-AE10C0067326}"/>
                  </a:ext>
                </a:extLst>
              </p:cNvPr>
              <p:cNvSpPr/>
              <p:nvPr/>
            </p:nvSpPr>
            <p:spPr>
              <a:xfrm>
                <a:off x="46497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25" name="타원 18024">
                <a:extLst>
                  <a:ext uri="{FF2B5EF4-FFF2-40B4-BE49-F238E27FC236}">
                    <a16:creationId xmlns:a16="http://schemas.microsoft.com/office/drawing/2014/main" id="{03DA1040-DF62-42FA-955F-D7E21C7BD356}"/>
                  </a:ext>
                </a:extLst>
              </p:cNvPr>
              <p:cNvSpPr/>
              <p:nvPr/>
            </p:nvSpPr>
            <p:spPr>
              <a:xfrm>
                <a:off x="48021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26" name="타원 18025">
                <a:extLst>
                  <a:ext uri="{FF2B5EF4-FFF2-40B4-BE49-F238E27FC236}">
                    <a16:creationId xmlns:a16="http://schemas.microsoft.com/office/drawing/2014/main" id="{7CCB5F37-9260-45FD-873F-F7C19D4149BB}"/>
                  </a:ext>
                </a:extLst>
              </p:cNvPr>
              <p:cNvSpPr/>
              <p:nvPr/>
            </p:nvSpPr>
            <p:spPr>
              <a:xfrm>
                <a:off x="49545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27" name="타원 18026">
                <a:extLst>
                  <a:ext uri="{FF2B5EF4-FFF2-40B4-BE49-F238E27FC236}">
                    <a16:creationId xmlns:a16="http://schemas.microsoft.com/office/drawing/2014/main" id="{8485F5CE-5A7D-43FD-9A43-229EE4706A09}"/>
                  </a:ext>
                </a:extLst>
              </p:cNvPr>
              <p:cNvSpPr/>
              <p:nvPr/>
            </p:nvSpPr>
            <p:spPr>
              <a:xfrm>
                <a:off x="51069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28" name="타원 18027">
                <a:extLst>
                  <a:ext uri="{FF2B5EF4-FFF2-40B4-BE49-F238E27FC236}">
                    <a16:creationId xmlns:a16="http://schemas.microsoft.com/office/drawing/2014/main" id="{3521EB72-C1D9-4F01-BBFC-469393625431}"/>
                  </a:ext>
                </a:extLst>
              </p:cNvPr>
              <p:cNvSpPr/>
              <p:nvPr/>
            </p:nvSpPr>
            <p:spPr>
              <a:xfrm>
                <a:off x="52593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29" name="타원 18028">
                <a:extLst>
                  <a:ext uri="{FF2B5EF4-FFF2-40B4-BE49-F238E27FC236}">
                    <a16:creationId xmlns:a16="http://schemas.microsoft.com/office/drawing/2014/main" id="{408FA12C-AF25-4E49-9D79-0D3CEB026601}"/>
                  </a:ext>
                </a:extLst>
              </p:cNvPr>
              <p:cNvSpPr/>
              <p:nvPr/>
            </p:nvSpPr>
            <p:spPr>
              <a:xfrm>
                <a:off x="54117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30" name="타원 18029">
                <a:extLst>
                  <a:ext uri="{FF2B5EF4-FFF2-40B4-BE49-F238E27FC236}">
                    <a16:creationId xmlns:a16="http://schemas.microsoft.com/office/drawing/2014/main" id="{2CC0B17A-C32F-4FD3-8114-78412BF09BC7}"/>
                  </a:ext>
                </a:extLst>
              </p:cNvPr>
              <p:cNvSpPr/>
              <p:nvPr/>
            </p:nvSpPr>
            <p:spPr>
              <a:xfrm>
                <a:off x="5564188" y="342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31" name="타원 18030">
                <a:extLst>
                  <a:ext uri="{FF2B5EF4-FFF2-40B4-BE49-F238E27FC236}">
                    <a16:creationId xmlns:a16="http://schemas.microsoft.com/office/drawing/2014/main" id="{ABC572BD-3823-4541-961A-7778A28CDB79}"/>
                  </a:ext>
                </a:extLst>
              </p:cNvPr>
              <p:cNvSpPr/>
              <p:nvPr/>
            </p:nvSpPr>
            <p:spPr>
              <a:xfrm>
                <a:off x="2301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32" name="타원 18031">
                <a:extLst>
                  <a:ext uri="{FF2B5EF4-FFF2-40B4-BE49-F238E27FC236}">
                    <a16:creationId xmlns:a16="http://schemas.microsoft.com/office/drawing/2014/main" id="{C2BF8D42-D85B-42A5-82D3-402BEB385139}"/>
                  </a:ext>
                </a:extLst>
              </p:cNvPr>
              <p:cNvSpPr/>
              <p:nvPr/>
            </p:nvSpPr>
            <p:spPr>
              <a:xfrm>
                <a:off x="3825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33" name="타원 18032">
                <a:extLst>
                  <a:ext uri="{FF2B5EF4-FFF2-40B4-BE49-F238E27FC236}">
                    <a16:creationId xmlns:a16="http://schemas.microsoft.com/office/drawing/2014/main" id="{6AA981CC-90F3-4152-AF83-14A9966111EE}"/>
                  </a:ext>
                </a:extLst>
              </p:cNvPr>
              <p:cNvSpPr/>
              <p:nvPr/>
            </p:nvSpPr>
            <p:spPr>
              <a:xfrm>
                <a:off x="5349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34" name="타원 18033">
                <a:extLst>
                  <a:ext uri="{FF2B5EF4-FFF2-40B4-BE49-F238E27FC236}">
                    <a16:creationId xmlns:a16="http://schemas.microsoft.com/office/drawing/2014/main" id="{3976BAE9-AD4F-4E04-8D87-C75E2382DA45}"/>
                  </a:ext>
                </a:extLst>
              </p:cNvPr>
              <p:cNvSpPr/>
              <p:nvPr/>
            </p:nvSpPr>
            <p:spPr>
              <a:xfrm>
                <a:off x="6873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35" name="타원 18034">
                <a:extLst>
                  <a:ext uri="{FF2B5EF4-FFF2-40B4-BE49-F238E27FC236}">
                    <a16:creationId xmlns:a16="http://schemas.microsoft.com/office/drawing/2014/main" id="{F40D2EEF-DF47-4A71-961A-EDA580361F65}"/>
                  </a:ext>
                </a:extLst>
              </p:cNvPr>
              <p:cNvSpPr/>
              <p:nvPr/>
            </p:nvSpPr>
            <p:spPr>
              <a:xfrm>
                <a:off x="8397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36" name="타원 18035">
                <a:extLst>
                  <a:ext uri="{FF2B5EF4-FFF2-40B4-BE49-F238E27FC236}">
                    <a16:creationId xmlns:a16="http://schemas.microsoft.com/office/drawing/2014/main" id="{A971B03A-9E0C-42D5-9917-95B4AE3690AC}"/>
                  </a:ext>
                </a:extLst>
              </p:cNvPr>
              <p:cNvSpPr/>
              <p:nvPr/>
            </p:nvSpPr>
            <p:spPr>
              <a:xfrm>
                <a:off x="9921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37" name="타원 18036">
                <a:extLst>
                  <a:ext uri="{FF2B5EF4-FFF2-40B4-BE49-F238E27FC236}">
                    <a16:creationId xmlns:a16="http://schemas.microsoft.com/office/drawing/2014/main" id="{739A9298-19B9-4285-B050-B3432730CA93}"/>
                  </a:ext>
                </a:extLst>
              </p:cNvPr>
              <p:cNvSpPr/>
              <p:nvPr/>
            </p:nvSpPr>
            <p:spPr>
              <a:xfrm>
                <a:off x="11445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38" name="타원 18037">
                <a:extLst>
                  <a:ext uri="{FF2B5EF4-FFF2-40B4-BE49-F238E27FC236}">
                    <a16:creationId xmlns:a16="http://schemas.microsoft.com/office/drawing/2014/main" id="{933D760E-4F7C-4C19-A495-CC8178BBDF42}"/>
                  </a:ext>
                </a:extLst>
              </p:cNvPr>
              <p:cNvSpPr/>
              <p:nvPr/>
            </p:nvSpPr>
            <p:spPr>
              <a:xfrm>
                <a:off x="12969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39" name="타원 18038">
                <a:extLst>
                  <a:ext uri="{FF2B5EF4-FFF2-40B4-BE49-F238E27FC236}">
                    <a16:creationId xmlns:a16="http://schemas.microsoft.com/office/drawing/2014/main" id="{82FEF8F6-01A1-4CE7-A017-C3B20FC4F817}"/>
                  </a:ext>
                </a:extLst>
              </p:cNvPr>
              <p:cNvSpPr/>
              <p:nvPr/>
            </p:nvSpPr>
            <p:spPr>
              <a:xfrm>
                <a:off x="14493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40" name="타원 18039">
                <a:extLst>
                  <a:ext uri="{FF2B5EF4-FFF2-40B4-BE49-F238E27FC236}">
                    <a16:creationId xmlns:a16="http://schemas.microsoft.com/office/drawing/2014/main" id="{1FBBD2A2-9FA2-4DBF-BC22-A97F7F87FC95}"/>
                  </a:ext>
                </a:extLst>
              </p:cNvPr>
              <p:cNvSpPr/>
              <p:nvPr/>
            </p:nvSpPr>
            <p:spPr>
              <a:xfrm>
                <a:off x="16017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41" name="타원 18040">
                <a:extLst>
                  <a:ext uri="{FF2B5EF4-FFF2-40B4-BE49-F238E27FC236}">
                    <a16:creationId xmlns:a16="http://schemas.microsoft.com/office/drawing/2014/main" id="{4EB015FD-D181-499B-84E7-D91259E188BA}"/>
                  </a:ext>
                </a:extLst>
              </p:cNvPr>
              <p:cNvSpPr/>
              <p:nvPr/>
            </p:nvSpPr>
            <p:spPr>
              <a:xfrm>
                <a:off x="17541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42" name="타원 18041">
                <a:extLst>
                  <a:ext uri="{FF2B5EF4-FFF2-40B4-BE49-F238E27FC236}">
                    <a16:creationId xmlns:a16="http://schemas.microsoft.com/office/drawing/2014/main" id="{EBF0F814-940D-4199-BADB-2B136ACAE223}"/>
                  </a:ext>
                </a:extLst>
              </p:cNvPr>
              <p:cNvSpPr/>
              <p:nvPr/>
            </p:nvSpPr>
            <p:spPr>
              <a:xfrm>
                <a:off x="19065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43" name="타원 18042">
                <a:extLst>
                  <a:ext uri="{FF2B5EF4-FFF2-40B4-BE49-F238E27FC236}">
                    <a16:creationId xmlns:a16="http://schemas.microsoft.com/office/drawing/2014/main" id="{C9A678B6-8097-4EA2-98A3-3B85E06686DC}"/>
                  </a:ext>
                </a:extLst>
              </p:cNvPr>
              <p:cNvSpPr/>
              <p:nvPr/>
            </p:nvSpPr>
            <p:spPr>
              <a:xfrm>
                <a:off x="20589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44" name="타원 18043">
                <a:extLst>
                  <a:ext uri="{FF2B5EF4-FFF2-40B4-BE49-F238E27FC236}">
                    <a16:creationId xmlns:a16="http://schemas.microsoft.com/office/drawing/2014/main" id="{5AEE6C79-EF01-4F72-A20B-85F9AF121924}"/>
                  </a:ext>
                </a:extLst>
              </p:cNvPr>
              <p:cNvSpPr/>
              <p:nvPr/>
            </p:nvSpPr>
            <p:spPr>
              <a:xfrm>
                <a:off x="22113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45" name="타원 18044">
                <a:extLst>
                  <a:ext uri="{FF2B5EF4-FFF2-40B4-BE49-F238E27FC236}">
                    <a16:creationId xmlns:a16="http://schemas.microsoft.com/office/drawing/2014/main" id="{1675F385-E83C-42BE-AEAB-63EC37D9BB37}"/>
                  </a:ext>
                </a:extLst>
              </p:cNvPr>
              <p:cNvSpPr/>
              <p:nvPr/>
            </p:nvSpPr>
            <p:spPr>
              <a:xfrm>
                <a:off x="23637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46" name="타원 18045">
                <a:extLst>
                  <a:ext uri="{FF2B5EF4-FFF2-40B4-BE49-F238E27FC236}">
                    <a16:creationId xmlns:a16="http://schemas.microsoft.com/office/drawing/2014/main" id="{78CA12D9-A7E7-4433-8DEF-3DAED70ACC79}"/>
                  </a:ext>
                </a:extLst>
              </p:cNvPr>
              <p:cNvSpPr/>
              <p:nvPr/>
            </p:nvSpPr>
            <p:spPr>
              <a:xfrm>
                <a:off x="25161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47" name="타원 18046">
                <a:extLst>
                  <a:ext uri="{FF2B5EF4-FFF2-40B4-BE49-F238E27FC236}">
                    <a16:creationId xmlns:a16="http://schemas.microsoft.com/office/drawing/2014/main" id="{FAC46CD5-89FB-4E62-AC2D-CB8FC83EC532}"/>
                  </a:ext>
                </a:extLst>
              </p:cNvPr>
              <p:cNvSpPr/>
              <p:nvPr/>
            </p:nvSpPr>
            <p:spPr>
              <a:xfrm>
                <a:off x="26685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48" name="타원 18047">
                <a:extLst>
                  <a:ext uri="{FF2B5EF4-FFF2-40B4-BE49-F238E27FC236}">
                    <a16:creationId xmlns:a16="http://schemas.microsoft.com/office/drawing/2014/main" id="{7C11EE03-F3B3-4A6A-B7DE-7461AF61816E}"/>
                  </a:ext>
                </a:extLst>
              </p:cNvPr>
              <p:cNvSpPr/>
              <p:nvPr/>
            </p:nvSpPr>
            <p:spPr>
              <a:xfrm>
                <a:off x="28209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49" name="타원 18048">
                <a:extLst>
                  <a:ext uri="{FF2B5EF4-FFF2-40B4-BE49-F238E27FC236}">
                    <a16:creationId xmlns:a16="http://schemas.microsoft.com/office/drawing/2014/main" id="{0E4E8283-B6F9-427C-A56A-A47388269D56}"/>
                  </a:ext>
                </a:extLst>
              </p:cNvPr>
              <p:cNvSpPr/>
              <p:nvPr/>
            </p:nvSpPr>
            <p:spPr>
              <a:xfrm>
                <a:off x="29733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50" name="타원 18049">
                <a:extLst>
                  <a:ext uri="{FF2B5EF4-FFF2-40B4-BE49-F238E27FC236}">
                    <a16:creationId xmlns:a16="http://schemas.microsoft.com/office/drawing/2014/main" id="{435B5C2F-F1BC-4A6D-9FE6-A59003AC2EAC}"/>
                  </a:ext>
                </a:extLst>
              </p:cNvPr>
              <p:cNvSpPr/>
              <p:nvPr/>
            </p:nvSpPr>
            <p:spPr>
              <a:xfrm>
                <a:off x="31257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51" name="타원 18050">
                <a:extLst>
                  <a:ext uri="{FF2B5EF4-FFF2-40B4-BE49-F238E27FC236}">
                    <a16:creationId xmlns:a16="http://schemas.microsoft.com/office/drawing/2014/main" id="{A42132B7-A53C-4DD2-92EB-B56EDF93DD72}"/>
                  </a:ext>
                </a:extLst>
              </p:cNvPr>
              <p:cNvSpPr/>
              <p:nvPr/>
            </p:nvSpPr>
            <p:spPr>
              <a:xfrm>
                <a:off x="32781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52" name="타원 18051">
                <a:extLst>
                  <a:ext uri="{FF2B5EF4-FFF2-40B4-BE49-F238E27FC236}">
                    <a16:creationId xmlns:a16="http://schemas.microsoft.com/office/drawing/2014/main" id="{B56DD390-A8B1-4375-AD9A-EFDFEF8511BB}"/>
                  </a:ext>
                </a:extLst>
              </p:cNvPr>
              <p:cNvSpPr/>
              <p:nvPr/>
            </p:nvSpPr>
            <p:spPr>
              <a:xfrm>
                <a:off x="34305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53" name="타원 18052">
                <a:extLst>
                  <a:ext uri="{FF2B5EF4-FFF2-40B4-BE49-F238E27FC236}">
                    <a16:creationId xmlns:a16="http://schemas.microsoft.com/office/drawing/2014/main" id="{3557D3DD-63F3-4A74-9A83-DA49BD53F6A1}"/>
                  </a:ext>
                </a:extLst>
              </p:cNvPr>
              <p:cNvSpPr/>
              <p:nvPr/>
            </p:nvSpPr>
            <p:spPr>
              <a:xfrm>
                <a:off x="35829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54" name="타원 18053">
                <a:extLst>
                  <a:ext uri="{FF2B5EF4-FFF2-40B4-BE49-F238E27FC236}">
                    <a16:creationId xmlns:a16="http://schemas.microsoft.com/office/drawing/2014/main" id="{AE2CBDEB-2825-4E7D-89C7-DB39FB40C942}"/>
                  </a:ext>
                </a:extLst>
              </p:cNvPr>
              <p:cNvSpPr/>
              <p:nvPr/>
            </p:nvSpPr>
            <p:spPr>
              <a:xfrm>
                <a:off x="37353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55" name="타원 18054">
                <a:extLst>
                  <a:ext uri="{FF2B5EF4-FFF2-40B4-BE49-F238E27FC236}">
                    <a16:creationId xmlns:a16="http://schemas.microsoft.com/office/drawing/2014/main" id="{4896366F-41C2-4A49-88E0-92F3677EDACA}"/>
                  </a:ext>
                </a:extLst>
              </p:cNvPr>
              <p:cNvSpPr/>
              <p:nvPr/>
            </p:nvSpPr>
            <p:spPr>
              <a:xfrm>
                <a:off x="38877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56" name="타원 18055">
                <a:extLst>
                  <a:ext uri="{FF2B5EF4-FFF2-40B4-BE49-F238E27FC236}">
                    <a16:creationId xmlns:a16="http://schemas.microsoft.com/office/drawing/2014/main" id="{C9C7153A-72C2-4AF8-B975-965E628D45A8}"/>
                  </a:ext>
                </a:extLst>
              </p:cNvPr>
              <p:cNvSpPr/>
              <p:nvPr/>
            </p:nvSpPr>
            <p:spPr>
              <a:xfrm>
                <a:off x="40401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57" name="타원 18056">
                <a:extLst>
                  <a:ext uri="{FF2B5EF4-FFF2-40B4-BE49-F238E27FC236}">
                    <a16:creationId xmlns:a16="http://schemas.microsoft.com/office/drawing/2014/main" id="{BAF34A65-6A38-4C72-B260-7114B1E26DBD}"/>
                  </a:ext>
                </a:extLst>
              </p:cNvPr>
              <p:cNvSpPr/>
              <p:nvPr/>
            </p:nvSpPr>
            <p:spPr>
              <a:xfrm>
                <a:off x="41925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58" name="타원 18057">
                <a:extLst>
                  <a:ext uri="{FF2B5EF4-FFF2-40B4-BE49-F238E27FC236}">
                    <a16:creationId xmlns:a16="http://schemas.microsoft.com/office/drawing/2014/main" id="{67C4486D-2CC4-4B47-B419-B9DA284B7EA7}"/>
                  </a:ext>
                </a:extLst>
              </p:cNvPr>
              <p:cNvSpPr/>
              <p:nvPr/>
            </p:nvSpPr>
            <p:spPr>
              <a:xfrm>
                <a:off x="43449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59" name="타원 18058">
                <a:extLst>
                  <a:ext uri="{FF2B5EF4-FFF2-40B4-BE49-F238E27FC236}">
                    <a16:creationId xmlns:a16="http://schemas.microsoft.com/office/drawing/2014/main" id="{7B451997-BBE6-4E67-A035-5A0C2D908624}"/>
                  </a:ext>
                </a:extLst>
              </p:cNvPr>
              <p:cNvSpPr/>
              <p:nvPr/>
            </p:nvSpPr>
            <p:spPr>
              <a:xfrm>
                <a:off x="44973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60" name="타원 18059">
                <a:extLst>
                  <a:ext uri="{FF2B5EF4-FFF2-40B4-BE49-F238E27FC236}">
                    <a16:creationId xmlns:a16="http://schemas.microsoft.com/office/drawing/2014/main" id="{840AAAB1-3A2D-4A7E-A831-AA9BF3DB4B63}"/>
                  </a:ext>
                </a:extLst>
              </p:cNvPr>
              <p:cNvSpPr/>
              <p:nvPr/>
            </p:nvSpPr>
            <p:spPr>
              <a:xfrm>
                <a:off x="46497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61" name="타원 18060">
                <a:extLst>
                  <a:ext uri="{FF2B5EF4-FFF2-40B4-BE49-F238E27FC236}">
                    <a16:creationId xmlns:a16="http://schemas.microsoft.com/office/drawing/2014/main" id="{77E7741A-4959-413A-BCA6-69DA25DFC283}"/>
                  </a:ext>
                </a:extLst>
              </p:cNvPr>
              <p:cNvSpPr/>
              <p:nvPr/>
            </p:nvSpPr>
            <p:spPr>
              <a:xfrm>
                <a:off x="48021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62" name="타원 18061">
                <a:extLst>
                  <a:ext uri="{FF2B5EF4-FFF2-40B4-BE49-F238E27FC236}">
                    <a16:creationId xmlns:a16="http://schemas.microsoft.com/office/drawing/2014/main" id="{E2C5B73E-E7BD-4687-985D-B813258123BF}"/>
                  </a:ext>
                </a:extLst>
              </p:cNvPr>
              <p:cNvSpPr/>
              <p:nvPr/>
            </p:nvSpPr>
            <p:spPr>
              <a:xfrm>
                <a:off x="49545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63" name="타원 18062">
                <a:extLst>
                  <a:ext uri="{FF2B5EF4-FFF2-40B4-BE49-F238E27FC236}">
                    <a16:creationId xmlns:a16="http://schemas.microsoft.com/office/drawing/2014/main" id="{82536DF7-C7D5-492E-9E5D-2BA5D341B2B0}"/>
                  </a:ext>
                </a:extLst>
              </p:cNvPr>
              <p:cNvSpPr/>
              <p:nvPr/>
            </p:nvSpPr>
            <p:spPr>
              <a:xfrm>
                <a:off x="51069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64" name="타원 18063">
                <a:extLst>
                  <a:ext uri="{FF2B5EF4-FFF2-40B4-BE49-F238E27FC236}">
                    <a16:creationId xmlns:a16="http://schemas.microsoft.com/office/drawing/2014/main" id="{03B2B8A2-A513-45D6-AB95-787D89CDDFC2}"/>
                  </a:ext>
                </a:extLst>
              </p:cNvPr>
              <p:cNvSpPr/>
              <p:nvPr/>
            </p:nvSpPr>
            <p:spPr>
              <a:xfrm>
                <a:off x="52593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65" name="타원 18064">
                <a:extLst>
                  <a:ext uri="{FF2B5EF4-FFF2-40B4-BE49-F238E27FC236}">
                    <a16:creationId xmlns:a16="http://schemas.microsoft.com/office/drawing/2014/main" id="{06702CB4-7C85-494B-B215-23E4E953B89D}"/>
                  </a:ext>
                </a:extLst>
              </p:cNvPr>
              <p:cNvSpPr/>
              <p:nvPr/>
            </p:nvSpPr>
            <p:spPr>
              <a:xfrm>
                <a:off x="54117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66" name="타원 18065">
                <a:extLst>
                  <a:ext uri="{FF2B5EF4-FFF2-40B4-BE49-F238E27FC236}">
                    <a16:creationId xmlns:a16="http://schemas.microsoft.com/office/drawing/2014/main" id="{F17D63A6-67D1-4441-B335-76F461C25ADF}"/>
                  </a:ext>
                </a:extLst>
              </p:cNvPr>
              <p:cNvSpPr/>
              <p:nvPr/>
            </p:nvSpPr>
            <p:spPr>
              <a:xfrm>
                <a:off x="5564188" y="358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67" name="타원 18066">
                <a:extLst>
                  <a:ext uri="{FF2B5EF4-FFF2-40B4-BE49-F238E27FC236}">
                    <a16:creationId xmlns:a16="http://schemas.microsoft.com/office/drawing/2014/main" id="{645A30C3-E64A-46DB-965F-D99AFA960E50}"/>
                  </a:ext>
                </a:extLst>
              </p:cNvPr>
              <p:cNvSpPr/>
              <p:nvPr/>
            </p:nvSpPr>
            <p:spPr>
              <a:xfrm>
                <a:off x="2301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68" name="타원 18067">
                <a:extLst>
                  <a:ext uri="{FF2B5EF4-FFF2-40B4-BE49-F238E27FC236}">
                    <a16:creationId xmlns:a16="http://schemas.microsoft.com/office/drawing/2014/main" id="{9705CB97-79D0-46AF-A69D-BAAF1076450B}"/>
                  </a:ext>
                </a:extLst>
              </p:cNvPr>
              <p:cNvSpPr/>
              <p:nvPr/>
            </p:nvSpPr>
            <p:spPr>
              <a:xfrm>
                <a:off x="3825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69" name="타원 18068">
                <a:extLst>
                  <a:ext uri="{FF2B5EF4-FFF2-40B4-BE49-F238E27FC236}">
                    <a16:creationId xmlns:a16="http://schemas.microsoft.com/office/drawing/2014/main" id="{43663E68-A5AE-44B3-879B-B5A67AD735F1}"/>
                  </a:ext>
                </a:extLst>
              </p:cNvPr>
              <p:cNvSpPr/>
              <p:nvPr/>
            </p:nvSpPr>
            <p:spPr>
              <a:xfrm>
                <a:off x="5349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70" name="타원 18069">
                <a:extLst>
                  <a:ext uri="{FF2B5EF4-FFF2-40B4-BE49-F238E27FC236}">
                    <a16:creationId xmlns:a16="http://schemas.microsoft.com/office/drawing/2014/main" id="{F7B467A2-14F8-41B6-9B92-08E43BA5B54A}"/>
                  </a:ext>
                </a:extLst>
              </p:cNvPr>
              <p:cNvSpPr/>
              <p:nvPr/>
            </p:nvSpPr>
            <p:spPr>
              <a:xfrm>
                <a:off x="6873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71" name="타원 18070">
                <a:extLst>
                  <a:ext uri="{FF2B5EF4-FFF2-40B4-BE49-F238E27FC236}">
                    <a16:creationId xmlns:a16="http://schemas.microsoft.com/office/drawing/2014/main" id="{4168DC66-0D0E-4910-BF53-331EAB765102}"/>
                  </a:ext>
                </a:extLst>
              </p:cNvPr>
              <p:cNvSpPr/>
              <p:nvPr/>
            </p:nvSpPr>
            <p:spPr>
              <a:xfrm>
                <a:off x="8397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72" name="타원 18071">
                <a:extLst>
                  <a:ext uri="{FF2B5EF4-FFF2-40B4-BE49-F238E27FC236}">
                    <a16:creationId xmlns:a16="http://schemas.microsoft.com/office/drawing/2014/main" id="{E8602EB8-DA61-4C6B-A951-BBC8020B70DF}"/>
                  </a:ext>
                </a:extLst>
              </p:cNvPr>
              <p:cNvSpPr/>
              <p:nvPr/>
            </p:nvSpPr>
            <p:spPr>
              <a:xfrm>
                <a:off x="9921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73" name="타원 18072">
                <a:extLst>
                  <a:ext uri="{FF2B5EF4-FFF2-40B4-BE49-F238E27FC236}">
                    <a16:creationId xmlns:a16="http://schemas.microsoft.com/office/drawing/2014/main" id="{2508A064-11FB-4F05-8977-95DB8C0959A5}"/>
                  </a:ext>
                </a:extLst>
              </p:cNvPr>
              <p:cNvSpPr/>
              <p:nvPr/>
            </p:nvSpPr>
            <p:spPr>
              <a:xfrm>
                <a:off x="11445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74" name="타원 18073">
                <a:extLst>
                  <a:ext uri="{FF2B5EF4-FFF2-40B4-BE49-F238E27FC236}">
                    <a16:creationId xmlns:a16="http://schemas.microsoft.com/office/drawing/2014/main" id="{6556D320-A6F9-4F99-B882-2984D161A843}"/>
                  </a:ext>
                </a:extLst>
              </p:cNvPr>
              <p:cNvSpPr/>
              <p:nvPr/>
            </p:nvSpPr>
            <p:spPr>
              <a:xfrm>
                <a:off x="12969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75" name="타원 18074">
                <a:extLst>
                  <a:ext uri="{FF2B5EF4-FFF2-40B4-BE49-F238E27FC236}">
                    <a16:creationId xmlns:a16="http://schemas.microsoft.com/office/drawing/2014/main" id="{728996A8-BCFD-4518-A2A0-402B373A7A26}"/>
                  </a:ext>
                </a:extLst>
              </p:cNvPr>
              <p:cNvSpPr/>
              <p:nvPr/>
            </p:nvSpPr>
            <p:spPr>
              <a:xfrm>
                <a:off x="14493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76" name="타원 18075">
                <a:extLst>
                  <a:ext uri="{FF2B5EF4-FFF2-40B4-BE49-F238E27FC236}">
                    <a16:creationId xmlns:a16="http://schemas.microsoft.com/office/drawing/2014/main" id="{05B8A65D-FC9C-4044-85AF-F3C9FB7F6446}"/>
                  </a:ext>
                </a:extLst>
              </p:cNvPr>
              <p:cNvSpPr/>
              <p:nvPr/>
            </p:nvSpPr>
            <p:spPr>
              <a:xfrm>
                <a:off x="16017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77" name="타원 18076">
                <a:extLst>
                  <a:ext uri="{FF2B5EF4-FFF2-40B4-BE49-F238E27FC236}">
                    <a16:creationId xmlns:a16="http://schemas.microsoft.com/office/drawing/2014/main" id="{A2956D21-0C96-495C-A85D-F3932C8C6B10}"/>
                  </a:ext>
                </a:extLst>
              </p:cNvPr>
              <p:cNvSpPr/>
              <p:nvPr/>
            </p:nvSpPr>
            <p:spPr>
              <a:xfrm>
                <a:off x="17541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78" name="타원 18077">
                <a:extLst>
                  <a:ext uri="{FF2B5EF4-FFF2-40B4-BE49-F238E27FC236}">
                    <a16:creationId xmlns:a16="http://schemas.microsoft.com/office/drawing/2014/main" id="{45DC079E-4B87-4A99-8C50-EAC00ED487F2}"/>
                  </a:ext>
                </a:extLst>
              </p:cNvPr>
              <p:cNvSpPr/>
              <p:nvPr/>
            </p:nvSpPr>
            <p:spPr>
              <a:xfrm>
                <a:off x="19065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79" name="타원 18078">
                <a:extLst>
                  <a:ext uri="{FF2B5EF4-FFF2-40B4-BE49-F238E27FC236}">
                    <a16:creationId xmlns:a16="http://schemas.microsoft.com/office/drawing/2014/main" id="{D74BB4ED-FB98-4A27-B7E7-016C81D9A546}"/>
                  </a:ext>
                </a:extLst>
              </p:cNvPr>
              <p:cNvSpPr/>
              <p:nvPr/>
            </p:nvSpPr>
            <p:spPr>
              <a:xfrm>
                <a:off x="20589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80" name="타원 18079">
                <a:extLst>
                  <a:ext uri="{FF2B5EF4-FFF2-40B4-BE49-F238E27FC236}">
                    <a16:creationId xmlns:a16="http://schemas.microsoft.com/office/drawing/2014/main" id="{E4BF4943-78F7-413E-9FD2-3C1041336EAC}"/>
                  </a:ext>
                </a:extLst>
              </p:cNvPr>
              <p:cNvSpPr/>
              <p:nvPr/>
            </p:nvSpPr>
            <p:spPr>
              <a:xfrm>
                <a:off x="22113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81" name="타원 18080">
                <a:extLst>
                  <a:ext uri="{FF2B5EF4-FFF2-40B4-BE49-F238E27FC236}">
                    <a16:creationId xmlns:a16="http://schemas.microsoft.com/office/drawing/2014/main" id="{B787D8BA-4DCA-420E-A8B1-5DEDFF59621A}"/>
                  </a:ext>
                </a:extLst>
              </p:cNvPr>
              <p:cNvSpPr/>
              <p:nvPr/>
            </p:nvSpPr>
            <p:spPr>
              <a:xfrm>
                <a:off x="23637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82" name="타원 18081">
                <a:extLst>
                  <a:ext uri="{FF2B5EF4-FFF2-40B4-BE49-F238E27FC236}">
                    <a16:creationId xmlns:a16="http://schemas.microsoft.com/office/drawing/2014/main" id="{8A015739-0ECE-4173-9D8A-A7EAC245AA6C}"/>
                  </a:ext>
                </a:extLst>
              </p:cNvPr>
              <p:cNvSpPr/>
              <p:nvPr/>
            </p:nvSpPr>
            <p:spPr>
              <a:xfrm>
                <a:off x="25161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83" name="타원 18082">
                <a:extLst>
                  <a:ext uri="{FF2B5EF4-FFF2-40B4-BE49-F238E27FC236}">
                    <a16:creationId xmlns:a16="http://schemas.microsoft.com/office/drawing/2014/main" id="{6838FA42-135C-4FBC-897B-E586309E60D7}"/>
                  </a:ext>
                </a:extLst>
              </p:cNvPr>
              <p:cNvSpPr/>
              <p:nvPr/>
            </p:nvSpPr>
            <p:spPr>
              <a:xfrm>
                <a:off x="26685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84" name="타원 18083">
                <a:extLst>
                  <a:ext uri="{FF2B5EF4-FFF2-40B4-BE49-F238E27FC236}">
                    <a16:creationId xmlns:a16="http://schemas.microsoft.com/office/drawing/2014/main" id="{9C5C9521-BC40-4FA9-BF63-FB72B1664B63}"/>
                  </a:ext>
                </a:extLst>
              </p:cNvPr>
              <p:cNvSpPr/>
              <p:nvPr/>
            </p:nvSpPr>
            <p:spPr>
              <a:xfrm>
                <a:off x="28209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85" name="타원 18084">
                <a:extLst>
                  <a:ext uri="{FF2B5EF4-FFF2-40B4-BE49-F238E27FC236}">
                    <a16:creationId xmlns:a16="http://schemas.microsoft.com/office/drawing/2014/main" id="{729EFD0C-BAE4-4F7B-B434-A236D36E3414}"/>
                  </a:ext>
                </a:extLst>
              </p:cNvPr>
              <p:cNvSpPr/>
              <p:nvPr/>
            </p:nvSpPr>
            <p:spPr>
              <a:xfrm>
                <a:off x="29733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86" name="타원 18085">
                <a:extLst>
                  <a:ext uri="{FF2B5EF4-FFF2-40B4-BE49-F238E27FC236}">
                    <a16:creationId xmlns:a16="http://schemas.microsoft.com/office/drawing/2014/main" id="{E6285083-D08D-41EC-8D42-091903A2AB18}"/>
                  </a:ext>
                </a:extLst>
              </p:cNvPr>
              <p:cNvSpPr/>
              <p:nvPr/>
            </p:nvSpPr>
            <p:spPr>
              <a:xfrm>
                <a:off x="31257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87" name="타원 18086">
                <a:extLst>
                  <a:ext uri="{FF2B5EF4-FFF2-40B4-BE49-F238E27FC236}">
                    <a16:creationId xmlns:a16="http://schemas.microsoft.com/office/drawing/2014/main" id="{5A4F7B34-2EF7-49F8-A5AC-805EE25E7229}"/>
                  </a:ext>
                </a:extLst>
              </p:cNvPr>
              <p:cNvSpPr/>
              <p:nvPr/>
            </p:nvSpPr>
            <p:spPr>
              <a:xfrm>
                <a:off x="32781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88" name="타원 18087">
                <a:extLst>
                  <a:ext uri="{FF2B5EF4-FFF2-40B4-BE49-F238E27FC236}">
                    <a16:creationId xmlns:a16="http://schemas.microsoft.com/office/drawing/2014/main" id="{FA731B17-B027-4388-8F66-529BEC5E7FA3}"/>
                  </a:ext>
                </a:extLst>
              </p:cNvPr>
              <p:cNvSpPr/>
              <p:nvPr/>
            </p:nvSpPr>
            <p:spPr>
              <a:xfrm>
                <a:off x="34305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89" name="타원 18088">
                <a:extLst>
                  <a:ext uri="{FF2B5EF4-FFF2-40B4-BE49-F238E27FC236}">
                    <a16:creationId xmlns:a16="http://schemas.microsoft.com/office/drawing/2014/main" id="{6989F9FE-7971-440F-9FC3-CAE9FBFE87EE}"/>
                  </a:ext>
                </a:extLst>
              </p:cNvPr>
              <p:cNvSpPr/>
              <p:nvPr/>
            </p:nvSpPr>
            <p:spPr>
              <a:xfrm>
                <a:off x="35829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90" name="타원 18089">
                <a:extLst>
                  <a:ext uri="{FF2B5EF4-FFF2-40B4-BE49-F238E27FC236}">
                    <a16:creationId xmlns:a16="http://schemas.microsoft.com/office/drawing/2014/main" id="{60BB07B9-97DE-4EE5-B6DD-4EDCE6874376}"/>
                  </a:ext>
                </a:extLst>
              </p:cNvPr>
              <p:cNvSpPr/>
              <p:nvPr/>
            </p:nvSpPr>
            <p:spPr>
              <a:xfrm>
                <a:off x="37353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91" name="타원 18090">
                <a:extLst>
                  <a:ext uri="{FF2B5EF4-FFF2-40B4-BE49-F238E27FC236}">
                    <a16:creationId xmlns:a16="http://schemas.microsoft.com/office/drawing/2014/main" id="{15CD1FBC-82AB-41C1-AECA-D7B5D6EB4BB3}"/>
                  </a:ext>
                </a:extLst>
              </p:cNvPr>
              <p:cNvSpPr/>
              <p:nvPr/>
            </p:nvSpPr>
            <p:spPr>
              <a:xfrm>
                <a:off x="38877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92" name="타원 18091">
                <a:extLst>
                  <a:ext uri="{FF2B5EF4-FFF2-40B4-BE49-F238E27FC236}">
                    <a16:creationId xmlns:a16="http://schemas.microsoft.com/office/drawing/2014/main" id="{26D6B6AF-8EF8-4B2C-B617-7930FFC21BD1}"/>
                  </a:ext>
                </a:extLst>
              </p:cNvPr>
              <p:cNvSpPr/>
              <p:nvPr/>
            </p:nvSpPr>
            <p:spPr>
              <a:xfrm>
                <a:off x="40401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93" name="타원 18092">
                <a:extLst>
                  <a:ext uri="{FF2B5EF4-FFF2-40B4-BE49-F238E27FC236}">
                    <a16:creationId xmlns:a16="http://schemas.microsoft.com/office/drawing/2014/main" id="{B1DC33EA-3ED8-45C3-ABA2-A9A763C67543}"/>
                  </a:ext>
                </a:extLst>
              </p:cNvPr>
              <p:cNvSpPr/>
              <p:nvPr/>
            </p:nvSpPr>
            <p:spPr>
              <a:xfrm>
                <a:off x="41925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94" name="타원 18093">
                <a:extLst>
                  <a:ext uri="{FF2B5EF4-FFF2-40B4-BE49-F238E27FC236}">
                    <a16:creationId xmlns:a16="http://schemas.microsoft.com/office/drawing/2014/main" id="{D49BE04D-9536-48F4-AB9E-4AB1D8EB62E6}"/>
                  </a:ext>
                </a:extLst>
              </p:cNvPr>
              <p:cNvSpPr/>
              <p:nvPr/>
            </p:nvSpPr>
            <p:spPr>
              <a:xfrm>
                <a:off x="43449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95" name="타원 18094">
                <a:extLst>
                  <a:ext uri="{FF2B5EF4-FFF2-40B4-BE49-F238E27FC236}">
                    <a16:creationId xmlns:a16="http://schemas.microsoft.com/office/drawing/2014/main" id="{A3C5D762-D3D8-4EE0-870B-D5F5EFEAD253}"/>
                  </a:ext>
                </a:extLst>
              </p:cNvPr>
              <p:cNvSpPr/>
              <p:nvPr/>
            </p:nvSpPr>
            <p:spPr>
              <a:xfrm>
                <a:off x="44973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96" name="타원 18095">
                <a:extLst>
                  <a:ext uri="{FF2B5EF4-FFF2-40B4-BE49-F238E27FC236}">
                    <a16:creationId xmlns:a16="http://schemas.microsoft.com/office/drawing/2014/main" id="{6F0CCF8D-74A7-4A81-867F-C2B0047CEE03}"/>
                  </a:ext>
                </a:extLst>
              </p:cNvPr>
              <p:cNvSpPr/>
              <p:nvPr/>
            </p:nvSpPr>
            <p:spPr>
              <a:xfrm>
                <a:off x="46497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97" name="타원 18096">
                <a:extLst>
                  <a:ext uri="{FF2B5EF4-FFF2-40B4-BE49-F238E27FC236}">
                    <a16:creationId xmlns:a16="http://schemas.microsoft.com/office/drawing/2014/main" id="{CBA08DED-4F10-4EBD-AB58-52702018E395}"/>
                  </a:ext>
                </a:extLst>
              </p:cNvPr>
              <p:cNvSpPr/>
              <p:nvPr/>
            </p:nvSpPr>
            <p:spPr>
              <a:xfrm>
                <a:off x="48021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98" name="타원 18097">
                <a:extLst>
                  <a:ext uri="{FF2B5EF4-FFF2-40B4-BE49-F238E27FC236}">
                    <a16:creationId xmlns:a16="http://schemas.microsoft.com/office/drawing/2014/main" id="{54B8B8CE-596A-47E6-BD13-FF22D9B8A6FC}"/>
                  </a:ext>
                </a:extLst>
              </p:cNvPr>
              <p:cNvSpPr/>
              <p:nvPr/>
            </p:nvSpPr>
            <p:spPr>
              <a:xfrm>
                <a:off x="49545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99" name="타원 18098">
                <a:extLst>
                  <a:ext uri="{FF2B5EF4-FFF2-40B4-BE49-F238E27FC236}">
                    <a16:creationId xmlns:a16="http://schemas.microsoft.com/office/drawing/2014/main" id="{C014DAAE-2DDE-48AE-ACB4-60EE569991B9}"/>
                  </a:ext>
                </a:extLst>
              </p:cNvPr>
              <p:cNvSpPr/>
              <p:nvPr/>
            </p:nvSpPr>
            <p:spPr>
              <a:xfrm>
                <a:off x="51069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00" name="타원 18099">
                <a:extLst>
                  <a:ext uri="{FF2B5EF4-FFF2-40B4-BE49-F238E27FC236}">
                    <a16:creationId xmlns:a16="http://schemas.microsoft.com/office/drawing/2014/main" id="{26E899CD-7D8B-4FB9-B74A-E07EC15F1610}"/>
                  </a:ext>
                </a:extLst>
              </p:cNvPr>
              <p:cNvSpPr/>
              <p:nvPr/>
            </p:nvSpPr>
            <p:spPr>
              <a:xfrm>
                <a:off x="52593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01" name="타원 18100">
                <a:extLst>
                  <a:ext uri="{FF2B5EF4-FFF2-40B4-BE49-F238E27FC236}">
                    <a16:creationId xmlns:a16="http://schemas.microsoft.com/office/drawing/2014/main" id="{325845B3-DFD1-47A2-B09E-A8BE1381705D}"/>
                  </a:ext>
                </a:extLst>
              </p:cNvPr>
              <p:cNvSpPr/>
              <p:nvPr/>
            </p:nvSpPr>
            <p:spPr>
              <a:xfrm>
                <a:off x="54117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02" name="타원 18101">
                <a:extLst>
                  <a:ext uri="{FF2B5EF4-FFF2-40B4-BE49-F238E27FC236}">
                    <a16:creationId xmlns:a16="http://schemas.microsoft.com/office/drawing/2014/main" id="{742D70D6-C684-46EF-A23D-B82C6729C9B8}"/>
                  </a:ext>
                </a:extLst>
              </p:cNvPr>
              <p:cNvSpPr/>
              <p:nvPr/>
            </p:nvSpPr>
            <p:spPr>
              <a:xfrm>
                <a:off x="5564188" y="3733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03" name="타원 18102">
                <a:extLst>
                  <a:ext uri="{FF2B5EF4-FFF2-40B4-BE49-F238E27FC236}">
                    <a16:creationId xmlns:a16="http://schemas.microsoft.com/office/drawing/2014/main" id="{C7211A8C-D5CF-477E-89B8-A8D3A53FA670}"/>
                  </a:ext>
                </a:extLst>
              </p:cNvPr>
              <p:cNvSpPr/>
              <p:nvPr/>
            </p:nvSpPr>
            <p:spPr>
              <a:xfrm>
                <a:off x="2301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04" name="타원 18103">
                <a:extLst>
                  <a:ext uri="{FF2B5EF4-FFF2-40B4-BE49-F238E27FC236}">
                    <a16:creationId xmlns:a16="http://schemas.microsoft.com/office/drawing/2014/main" id="{7CBABE7D-175B-41BA-877D-7BEA5D43725E}"/>
                  </a:ext>
                </a:extLst>
              </p:cNvPr>
              <p:cNvSpPr/>
              <p:nvPr/>
            </p:nvSpPr>
            <p:spPr>
              <a:xfrm>
                <a:off x="3825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05" name="타원 18104">
                <a:extLst>
                  <a:ext uri="{FF2B5EF4-FFF2-40B4-BE49-F238E27FC236}">
                    <a16:creationId xmlns:a16="http://schemas.microsoft.com/office/drawing/2014/main" id="{42504009-ECA0-4535-8D3A-4A0D151AB896}"/>
                  </a:ext>
                </a:extLst>
              </p:cNvPr>
              <p:cNvSpPr/>
              <p:nvPr/>
            </p:nvSpPr>
            <p:spPr>
              <a:xfrm>
                <a:off x="5349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06" name="타원 18105">
                <a:extLst>
                  <a:ext uri="{FF2B5EF4-FFF2-40B4-BE49-F238E27FC236}">
                    <a16:creationId xmlns:a16="http://schemas.microsoft.com/office/drawing/2014/main" id="{53368A25-D56C-4965-ACA9-F6CF888EB144}"/>
                  </a:ext>
                </a:extLst>
              </p:cNvPr>
              <p:cNvSpPr/>
              <p:nvPr/>
            </p:nvSpPr>
            <p:spPr>
              <a:xfrm>
                <a:off x="6873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07" name="타원 18106">
                <a:extLst>
                  <a:ext uri="{FF2B5EF4-FFF2-40B4-BE49-F238E27FC236}">
                    <a16:creationId xmlns:a16="http://schemas.microsoft.com/office/drawing/2014/main" id="{7F68207C-CD6F-41B4-88B4-88F9CE4247FE}"/>
                  </a:ext>
                </a:extLst>
              </p:cNvPr>
              <p:cNvSpPr/>
              <p:nvPr/>
            </p:nvSpPr>
            <p:spPr>
              <a:xfrm>
                <a:off x="8397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08" name="타원 18107">
                <a:extLst>
                  <a:ext uri="{FF2B5EF4-FFF2-40B4-BE49-F238E27FC236}">
                    <a16:creationId xmlns:a16="http://schemas.microsoft.com/office/drawing/2014/main" id="{0243A87F-C764-4609-8622-D60E281A11DE}"/>
                  </a:ext>
                </a:extLst>
              </p:cNvPr>
              <p:cNvSpPr/>
              <p:nvPr/>
            </p:nvSpPr>
            <p:spPr>
              <a:xfrm>
                <a:off x="9921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09" name="타원 18108">
                <a:extLst>
                  <a:ext uri="{FF2B5EF4-FFF2-40B4-BE49-F238E27FC236}">
                    <a16:creationId xmlns:a16="http://schemas.microsoft.com/office/drawing/2014/main" id="{A8E8F396-DC3D-4133-8C7B-F3D2A09D049D}"/>
                  </a:ext>
                </a:extLst>
              </p:cNvPr>
              <p:cNvSpPr/>
              <p:nvPr/>
            </p:nvSpPr>
            <p:spPr>
              <a:xfrm>
                <a:off x="11445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10" name="타원 18109">
                <a:extLst>
                  <a:ext uri="{FF2B5EF4-FFF2-40B4-BE49-F238E27FC236}">
                    <a16:creationId xmlns:a16="http://schemas.microsoft.com/office/drawing/2014/main" id="{0D1F287E-0950-40A5-A1E6-1470F39ED44A}"/>
                  </a:ext>
                </a:extLst>
              </p:cNvPr>
              <p:cNvSpPr/>
              <p:nvPr/>
            </p:nvSpPr>
            <p:spPr>
              <a:xfrm>
                <a:off x="12969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11" name="타원 18110">
                <a:extLst>
                  <a:ext uri="{FF2B5EF4-FFF2-40B4-BE49-F238E27FC236}">
                    <a16:creationId xmlns:a16="http://schemas.microsoft.com/office/drawing/2014/main" id="{29A3B9EA-B5C2-4FEE-9562-ADF7B78293C8}"/>
                  </a:ext>
                </a:extLst>
              </p:cNvPr>
              <p:cNvSpPr/>
              <p:nvPr/>
            </p:nvSpPr>
            <p:spPr>
              <a:xfrm>
                <a:off x="14493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12" name="타원 18111">
                <a:extLst>
                  <a:ext uri="{FF2B5EF4-FFF2-40B4-BE49-F238E27FC236}">
                    <a16:creationId xmlns:a16="http://schemas.microsoft.com/office/drawing/2014/main" id="{F9AA6BDD-637D-4F95-B264-39D7C8EC3E41}"/>
                  </a:ext>
                </a:extLst>
              </p:cNvPr>
              <p:cNvSpPr/>
              <p:nvPr/>
            </p:nvSpPr>
            <p:spPr>
              <a:xfrm>
                <a:off x="16017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13" name="타원 18112">
                <a:extLst>
                  <a:ext uri="{FF2B5EF4-FFF2-40B4-BE49-F238E27FC236}">
                    <a16:creationId xmlns:a16="http://schemas.microsoft.com/office/drawing/2014/main" id="{5BAF4BE0-489C-472E-B72D-A1725E417FFE}"/>
                  </a:ext>
                </a:extLst>
              </p:cNvPr>
              <p:cNvSpPr/>
              <p:nvPr/>
            </p:nvSpPr>
            <p:spPr>
              <a:xfrm>
                <a:off x="17541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14" name="타원 18113">
                <a:extLst>
                  <a:ext uri="{FF2B5EF4-FFF2-40B4-BE49-F238E27FC236}">
                    <a16:creationId xmlns:a16="http://schemas.microsoft.com/office/drawing/2014/main" id="{58D51568-FBA4-405C-9DB9-4D09F39F68C9}"/>
                  </a:ext>
                </a:extLst>
              </p:cNvPr>
              <p:cNvSpPr/>
              <p:nvPr/>
            </p:nvSpPr>
            <p:spPr>
              <a:xfrm>
                <a:off x="19065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15" name="타원 18114">
                <a:extLst>
                  <a:ext uri="{FF2B5EF4-FFF2-40B4-BE49-F238E27FC236}">
                    <a16:creationId xmlns:a16="http://schemas.microsoft.com/office/drawing/2014/main" id="{9A5257E6-8DEB-4B1A-A284-E5D395EB3769}"/>
                  </a:ext>
                </a:extLst>
              </p:cNvPr>
              <p:cNvSpPr/>
              <p:nvPr/>
            </p:nvSpPr>
            <p:spPr>
              <a:xfrm>
                <a:off x="20589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16" name="타원 18115">
                <a:extLst>
                  <a:ext uri="{FF2B5EF4-FFF2-40B4-BE49-F238E27FC236}">
                    <a16:creationId xmlns:a16="http://schemas.microsoft.com/office/drawing/2014/main" id="{B4138F1A-7EEB-421D-92DE-58B8BF277402}"/>
                  </a:ext>
                </a:extLst>
              </p:cNvPr>
              <p:cNvSpPr/>
              <p:nvPr/>
            </p:nvSpPr>
            <p:spPr>
              <a:xfrm>
                <a:off x="22113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17" name="타원 18116">
                <a:extLst>
                  <a:ext uri="{FF2B5EF4-FFF2-40B4-BE49-F238E27FC236}">
                    <a16:creationId xmlns:a16="http://schemas.microsoft.com/office/drawing/2014/main" id="{A22F541B-7AEA-442E-AB2B-13FD9DDE8806}"/>
                  </a:ext>
                </a:extLst>
              </p:cNvPr>
              <p:cNvSpPr/>
              <p:nvPr/>
            </p:nvSpPr>
            <p:spPr>
              <a:xfrm>
                <a:off x="23637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18" name="타원 18117">
                <a:extLst>
                  <a:ext uri="{FF2B5EF4-FFF2-40B4-BE49-F238E27FC236}">
                    <a16:creationId xmlns:a16="http://schemas.microsoft.com/office/drawing/2014/main" id="{71B6398A-9788-4FFE-9A06-58330D4AA16B}"/>
                  </a:ext>
                </a:extLst>
              </p:cNvPr>
              <p:cNvSpPr/>
              <p:nvPr/>
            </p:nvSpPr>
            <p:spPr>
              <a:xfrm>
                <a:off x="25161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19" name="타원 18118">
                <a:extLst>
                  <a:ext uri="{FF2B5EF4-FFF2-40B4-BE49-F238E27FC236}">
                    <a16:creationId xmlns:a16="http://schemas.microsoft.com/office/drawing/2014/main" id="{4F9D7C70-7B18-45F7-B611-8C79A7C3E1B6}"/>
                  </a:ext>
                </a:extLst>
              </p:cNvPr>
              <p:cNvSpPr/>
              <p:nvPr/>
            </p:nvSpPr>
            <p:spPr>
              <a:xfrm>
                <a:off x="26685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20" name="타원 18119">
                <a:extLst>
                  <a:ext uri="{FF2B5EF4-FFF2-40B4-BE49-F238E27FC236}">
                    <a16:creationId xmlns:a16="http://schemas.microsoft.com/office/drawing/2014/main" id="{F25FA206-778E-4E10-B755-A9B3D0D9F03D}"/>
                  </a:ext>
                </a:extLst>
              </p:cNvPr>
              <p:cNvSpPr/>
              <p:nvPr/>
            </p:nvSpPr>
            <p:spPr>
              <a:xfrm>
                <a:off x="28209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21" name="타원 18120">
                <a:extLst>
                  <a:ext uri="{FF2B5EF4-FFF2-40B4-BE49-F238E27FC236}">
                    <a16:creationId xmlns:a16="http://schemas.microsoft.com/office/drawing/2014/main" id="{B9CF9B36-E21A-4EC4-99AD-347933113C8A}"/>
                  </a:ext>
                </a:extLst>
              </p:cNvPr>
              <p:cNvSpPr/>
              <p:nvPr/>
            </p:nvSpPr>
            <p:spPr>
              <a:xfrm>
                <a:off x="29733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22" name="타원 18121">
                <a:extLst>
                  <a:ext uri="{FF2B5EF4-FFF2-40B4-BE49-F238E27FC236}">
                    <a16:creationId xmlns:a16="http://schemas.microsoft.com/office/drawing/2014/main" id="{14A1181C-4608-42CF-B91B-84CF7C626BFE}"/>
                  </a:ext>
                </a:extLst>
              </p:cNvPr>
              <p:cNvSpPr/>
              <p:nvPr/>
            </p:nvSpPr>
            <p:spPr>
              <a:xfrm>
                <a:off x="31257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23" name="타원 18122">
                <a:extLst>
                  <a:ext uri="{FF2B5EF4-FFF2-40B4-BE49-F238E27FC236}">
                    <a16:creationId xmlns:a16="http://schemas.microsoft.com/office/drawing/2014/main" id="{41445AC2-1B77-49F8-985B-E840806DDF49}"/>
                  </a:ext>
                </a:extLst>
              </p:cNvPr>
              <p:cNvSpPr/>
              <p:nvPr/>
            </p:nvSpPr>
            <p:spPr>
              <a:xfrm>
                <a:off x="32781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24" name="타원 18123">
                <a:extLst>
                  <a:ext uri="{FF2B5EF4-FFF2-40B4-BE49-F238E27FC236}">
                    <a16:creationId xmlns:a16="http://schemas.microsoft.com/office/drawing/2014/main" id="{45FE53CD-D31E-4C23-903A-37056FC66C8B}"/>
                  </a:ext>
                </a:extLst>
              </p:cNvPr>
              <p:cNvSpPr/>
              <p:nvPr/>
            </p:nvSpPr>
            <p:spPr>
              <a:xfrm>
                <a:off x="34305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25" name="타원 18124">
                <a:extLst>
                  <a:ext uri="{FF2B5EF4-FFF2-40B4-BE49-F238E27FC236}">
                    <a16:creationId xmlns:a16="http://schemas.microsoft.com/office/drawing/2014/main" id="{EB4EB540-C89A-4DE2-BF86-9911A66C952F}"/>
                  </a:ext>
                </a:extLst>
              </p:cNvPr>
              <p:cNvSpPr/>
              <p:nvPr/>
            </p:nvSpPr>
            <p:spPr>
              <a:xfrm>
                <a:off x="35829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26" name="타원 18125">
                <a:extLst>
                  <a:ext uri="{FF2B5EF4-FFF2-40B4-BE49-F238E27FC236}">
                    <a16:creationId xmlns:a16="http://schemas.microsoft.com/office/drawing/2014/main" id="{E8973D3A-EDB6-496C-8E60-DC2FA44CAFAE}"/>
                  </a:ext>
                </a:extLst>
              </p:cNvPr>
              <p:cNvSpPr/>
              <p:nvPr/>
            </p:nvSpPr>
            <p:spPr>
              <a:xfrm>
                <a:off x="37353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27" name="타원 18126">
                <a:extLst>
                  <a:ext uri="{FF2B5EF4-FFF2-40B4-BE49-F238E27FC236}">
                    <a16:creationId xmlns:a16="http://schemas.microsoft.com/office/drawing/2014/main" id="{7E7E9F6D-2800-4F97-A17F-47338F35C693}"/>
                  </a:ext>
                </a:extLst>
              </p:cNvPr>
              <p:cNvSpPr/>
              <p:nvPr/>
            </p:nvSpPr>
            <p:spPr>
              <a:xfrm>
                <a:off x="38877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28" name="타원 18127">
                <a:extLst>
                  <a:ext uri="{FF2B5EF4-FFF2-40B4-BE49-F238E27FC236}">
                    <a16:creationId xmlns:a16="http://schemas.microsoft.com/office/drawing/2014/main" id="{206C5C56-BC62-4C1F-8D27-5F078DFF9735}"/>
                  </a:ext>
                </a:extLst>
              </p:cNvPr>
              <p:cNvSpPr/>
              <p:nvPr/>
            </p:nvSpPr>
            <p:spPr>
              <a:xfrm>
                <a:off x="40401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29" name="타원 18128">
                <a:extLst>
                  <a:ext uri="{FF2B5EF4-FFF2-40B4-BE49-F238E27FC236}">
                    <a16:creationId xmlns:a16="http://schemas.microsoft.com/office/drawing/2014/main" id="{008B210F-749C-48C4-B6CA-9BC160C0B2F4}"/>
                  </a:ext>
                </a:extLst>
              </p:cNvPr>
              <p:cNvSpPr/>
              <p:nvPr/>
            </p:nvSpPr>
            <p:spPr>
              <a:xfrm>
                <a:off x="41925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30" name="타원 18129">
                <a:extLst>
                  <a:ext uri="{FF2B5EF4-FFF2-40B4-BE49-F238E27FC236}">
                    <a16:creationId xmlns:a16="http://schemas.microsoft.com/office/drawing/2014/main" id="{DFB61459-B87F-494E-9CAC-224C1F7A5999}"/>
                  </a:ext>
                </a:extLst>
              </p:cNvPr>
              <p:cNvSpPr/>
              <p:nvPr/>
            </p:nvSpPr>
            <p:spPr>
              <a:xfrm>
                <a:off x="43449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31" name="타원 18130">
                <a:extLst>
                  <a:ext uri="{FF2B5EF4-FFF2-40B4-BE49-F238E27FC236}">
                    <a16:creationId xmlns:a16="http://schemas.microsoft.com/office/drawing/2014/main" id="{C4F95BAA-6971-49F2-9397-1868E09FDA9B}"/>
                  </a:ext>
                </a:extLst>
              </p:cNvPr>
              <p:cNvSpPr/>
              <p:nvPr/>
            </p:nvSpPr>
            <p:spPr>
              <a:xfrm>
                <a:off x="44973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32" name="타원 18131">
                <a:extLst>
                  <a:ext uri="{FF2B5EF4-FFF2-40B4-BE49-F238E27FC236}">
                    <a16:creationId xmlns:a16="http://schemas.microsoft.com/office/drawing/2014/main" id="{E0ACA677-9AB6-43D9-93EE-B0991FAB75A2}"/>
                  </a:ext>
                </a:extLst>
              </p:cNvPr>
              <p:cNvSpPr/>
              <p:nvPr/>
            </p:nvSpPr>
            <p:spPr>
              <a:xfrm>
                <a:off x="46497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33" name="타원 18132">
                <a:extLst>
                  <a:ext uri="{FF2B5EF4-FFF2-40B4-BE49-F238E27FC236}">
                    <a16:creationId xmlns:a16="http://schemas.microsoft.com/office/drawing/2014/main" id="{84AB1A4A-576D-4451-ACD7-47D89C52DDE5}"/>
                  </a:ext>
                </a:extLst>
              </p:cNvPr>
              <p:cNvSpPr/>
              <p:nvPr/>
            </p:nvSpPr>
            <p:spPr>
              <a:xfrm>
                <a:off x="48021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34" name="타원 18133">
                <a:extLst>
                  <a:ext uri="{FF2B5EF4-FFF2-40B4-BE49-F238E27FC236}">
                    <a16:creationId xmlns:a16="http://schemas.microsoft.com/office/drawing/2014/main" id="{407C6A40-CBFC-48F5-A922-733480A09157}"/>
                  </a:ext>
                </a:extLst>
              </p:cNvPr>
              <p:cNvSpPr/>
              <p:nvPr/>
            </p:nvSpPr>
            <p:spPr>
              <a:xfrm>
                <a:off x="49545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35" name="타원 18134">
                <a:extLst>
                  <a:ext uri="{FF2B5EF4-FFF2-40B4-BE49-F238E27FC236}">
                    <a16:creationId xmlns:a16="http://schemas.microsoft.com/office/drawing/2014/main" id="{791C7D82-D035-44C4-A994-F6AEA8B2A07A}"/>
                  </a:ext>
                </a:extLst>
              </p:cNvPr>
              <p:cNvSpPr/>
              <p:nvPr/>
            </p:nvSpPr>
            <p:spPr>
              <a:xfrm>
                <a:off x="51069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36" name="타원 18135">
                <a:extLst>
                  <a:ext uri="{FF2B5EF4-FFF2-40B4-BE49-F238E27FC236}">
                    <a16:creationId xmlns:a16="http://schemas.microsoft.com/office/drawing/2014/main" id="{02EC4E28-2852-4978-B781-6CCE24F2677A}"/>
                  </a:ext>
                </a:extLst>
              </p:cNvPr>
              <p:cNvSpPr/>
              <p:nvPr/>
            </p:nvSpPr>
            <p:spPr>
              <a:xfrm>
                <a:off x="52593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37" name="타원 18136">
                <a:extLst>
                  <a:ext uri="{FF2B5EF4-FFF2-40B4-BE49-F238E27FC236}">
                    <a16:creationId xmlns:a16="http://schemas.microsoft.com/office/drawing/2014/main" id="{685BD4A9-1E7A-4FE7-877A-0456CAAB5112}"/>
                  </a:ext>
                </a:extLst>
              </p:cNvPr>
              <p:cNvSpPr/>
              <p:nvPr/>
            </p:nvSpPr>
            <p:spPr>
              <a:xfrm>
                <a:off x="54117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38" name="타원 18137">
                <a:extLst>
                  <a:ext uri="{FF2B5EF4-FFF2-40B4-BE49-F238E27FC236}">
                    <a16:creationId xmlns:a16="http://schemas.microsoft.com/office/drawing/2014/main" id="{F7DBA27B-4889-4FF2-9B8A-6BF4CD304474}"/>
                  </a:ext>
                </a:extLst>
              </p:cNvPr>
              <p:cNvSpPr/>
              <p:nvPr/>
            </p:nvSpPr>
            <p:spPr>
              <a:xfrm>
                <a:off x="5564188" y="3886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39" name="타원 18138">
                <a:extLst>
                  <a:ext uri="{FF2B5EF4-FFF2-40B4-BE49-F238E27FC236}">
                    <a16:creationId xmlns:a16="http://schemas.microsoft.com/office/drawing/2014/main" id="{0077C139-8741-4563-85F4-9523B318ECE9}"/>
                  </a:ext>
                </a:extLst>
              </p:cNvPr>
              <p:cNvSpPr/>
              <p:nvPr/>
            </p:nvSpPr>
            <p:spPr>
              <a:xfrm>
                <a:off x="2301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40" name="타원 18139">
                <a:extLst>
                  <a:ext uri="{FF2B5EF4-FFF2-40B4-BE49-F238E27FC236}">
                    <a16:creationId xmlns:a16="http://schemas.microsoft.com/office/drawing/2014/main" id="{3DD01013-EC79-420F-989F-E26E8EB837EA}"/>
                  </a:ext>
                </a:extLst>
              </p:cNvPr>
              <p:cNvSpPr/>
              <p:nvPr/>
            </p:nvSpPr>
            <p:spPr>
              <a:xfrm>
                <a:off x="3825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41" name="타원 18140">
                <a:extLst>
                  <a:ext uri="{FF2B5EF4-FFF2-40B4-BE49-F238E27FC236}">
                    <a16:creationId xmlns:a16="http://schemas.microsoft.com/office/drawing/2014/main" id="{B3C465E3-8539-4D97-BFF5-4D7B939E3A64}"/>
                  </a:ext>
                </a:extLst>
              </p:cNvPr>
              <p:cNvSpPr/>
              <p:nvPr/>
            </p:nvSpPr>
            <p:spPr>
              <a:xfrm>
                <a:off x="5349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42" name="타원 18141">
                <a:extLst>
                  <a:ext uri="{FF2B5EF4-FFF2-40B4-BE49-F238E27FC236}">
                    <a16:creationId xmlns:a16="http://schemas.microsoft.com/office/drawing/2014/main" id="{70DC333D-61BC-40E5-B735-ECC6847F081F}"/>
                  </a:ext>
                </a:extLst>
              </p:cNvPr>
              <p:cNvSpPr/>
              <p:nvPr/>
            </p:nvSpPr>
            <p:spPr>
              <a:xfrm>
                <a:off x="6873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43" name="타원 18142">
                <a:extLst>
                  <a:ext uri="{FF2B5EF4-FFF2-40B4-BE49-F238E27FC236}">
                    <a16:creationId xmlns:a16="http://schemas.microsoft.com/office/drawing/2014/main" id="{84E3FD28-6475-4DB8-8026-A24EC127A67A}"/>
                  </a:ext>
                </a:extLst>
              </p:cNvPr>
              <p:cNvSpPr/>
              <p:nvPr/>
            </p:nvSpPr>
            <p:spPr>
              <a:xfrm>
                <a:off x="8397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44" name="타원 18143">
                <a:extLst>
                  <a:ext uri="{FF2B5EF4-FFF2-40B4-BE49-F238E27FC236}">
                    <a16:creationId xmlns:a16="http://schemas.microsoft.com/office/drawing/2014/main" id="{87DFAD73-078D-4330-8313-C68BD90577F7}"/>
                  </a:ext>
                </a:extLst>
              </p:cNvPr>
              <p:cNvSpPr/>
              <p:nvPr/>
            </p:nvSpPr>
            <p:spPr>
              <a:xfrm>
                <a:off x="9921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45" name="타원 18144">
                <a:extLst>
                  <a:ext uri="{FF2B5EF4-FFF2-40B4-BE49-F238E27FC236}">
                    <a16:creationId xmlns:a16="http://schemas.microsoft.com/office/drawing/2014/main" id="{50C151DE-D3C1-4288-85C0-90C1596A54F9}"/>
                  </a:ext>
                </a:extLst>
              </p:cNvPr>
              <p:cNvSpPr/>
              <p:nvPr/>
            </p:nvSpPr>
            <p:spPr>
              <a:xfrm>
                <a:off x="11445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46" name="타원 18145">
                <a:extLst>
                  <a:ext uri="{FF2B5EF4-FFF2-40B4-BE49-F238E27FC236}">
                    <a16:creationId xmlns:a16="http://schemas.microsoft.com/office/drawing/2014/main" id="{A3CB6324-C23F-4DB1-8AEF-4B0DFDF96EA4}"/>
                  </a:ext>
                </a:extLst>
              </p:cNvPr>
              <p:cNvSpPr/>
              <p:nvPr/>
            </p:nvSpPr>
            <p:spPr>
              <a:xfrm>
                <a:off x="12969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47" name="타원 18146">
                <a:extLst>
                  <a:ext uri="{FF2B5EF4-FFF2-40B4-BE49-F238E27FC236}">
                    <a16:creationId xmlns:a16="http://schemas.microsoft.com/office/drawing/2014/main" id="{C307B553-457D-4F80-9AB3-44A77B0E4095}"/>
                  </a:ext>
                </a:extLst>
              </p:cNvPr>
              <p:cNvSpPr/>
              <p:nvPr/>
            </p:nvSpPr>
            <p:spPr>
              <a:xfrm>
                <a:off x="14493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48" name="타원 18147">
                <a:extLst>
                  <a:ext uri="{FF2B5EF4-FFF2-40B4-BE49-F238E27FC236}">
                    <a16:creationId xmlns:a16="http://schemas.microsoft.com/office/drawing/2014/main" id="{774E9F47-81AD-4373-979A-B6BB2B01A801}"/>
                  </a:ext>
                </a:extLst>
              </p:cNvPr>
              <p:cNvSpPr/>
              <p:nvPr/>
            </p:nvSpPr>
            <p:spPr>
              <a:xfrm>
                <a:off x="16017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49" name="타원 18148">
                <a:extLst>
                  <a:ext uri="{FF2B5EF4-FFF2-40B4-BE49-F238E27FC236}">
                    <a16:creationId xmlns:a16="http://schemas.microsoft.com/office/drawing/2014/main" id="{EA1BC0CC-A1F1-43E1-851C-9444603584E3}"/>
                  </a:ext>
                </a:extLst>
              </p:cNvPr>
              <p:cNvSpPr/>
              <p:nvPr/>
            </p:nvSpPr>
            <p:spPr>
              <a:xfrm>
                <a:off x="17541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50" name="타원 18149">
                <a:extLst>
                  <a:ext uri="{FF2B5EF4-FFF2-40B4-BE49-F238E27FC236}">
                    <a16:creationId xmlns:a16="http://schemas.microsoft.com/office/drawing/2014/main" id="{775B2D21-C68B-4F92-8643-6C18EDA5C4B9}"/>
                  </a:ext>
                </a:extLst>
              </p:cNvPr>
              <p:cNvSpPr/>
              <p:nvPr/>
            </p:nvSpPr>
            <p:spPr>
              <a:xfrm>
                <a:off x="19065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51" name="타원 18150">
                <a:extLst>
                  <a:ext uri="{FF2B5EF4-FFF2-40B4-BE49-F238E27FC236}">
                    <a16:creationId xmlns:a16="http://schemas.microsoft.com/office/drawing/2014/main" id="{198312E6-6CCB-44FA-8967-3155B9950BDD}"/>
                  </a:ext>
                </a:extLst>
              </p:cNvPr>
              <p:cNvSpPr/>
              <p:nvPr/>
            </p:nvSpPr>
            <p:spPr>
              <a:xfrm>
                <a:off x="20589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52" name="타원 18151">
                <a:extLst>
                  <a:ext uri="{FF2B5EF4-FFF2-40B4-BE49-F238E27FC236}">
                    <a16:creationId xmlns:a16="http://schemas.microsoft.com/office/drawing/2014/main" id="{8DE93C83-396B-46A1-AAFF-DBB159527EC7}"/>
                  </a:ext>
                </a:extLst>
              </p:cNvPr>
              <p:cNvSpPr/>
              <p:nvPr/>
            </p:nvSpPr>
            <p:spPr>
              <a:xfrm>
                <a:off x="22113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53" name="타원 18152">
                <a:extLst>
                  <a:ext uri="{FF2B5EF4-FFF2-40B4-BE49-F238E27FC236}">
                    <a16:creationId xmlns:a16="http://schemas.microsoft.com/office/drawing/2014/main" id="{3D89B125-C86B-476F-AFC2-893A88DBFF61}"/>
                  </a:ext>
                </a:extLst>
              </p:cNvPr>
              <p:cNvSpPr/>
              <p:nvPr/>
            </p:nvSpPr>
            <p:spPr>
              <a:xfrm>
                <a:off x="23637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54" name="타원 18153">
                <a:extLst>
                  <a:ext uri="{FF2B5EF4-FFF2-40B4-BE49-F238E27FC236}">
                    <a16:creationId xmlns:a16="http://schemas.microsoft.com/office/drawing/2014/main" id="{AFB41A02-888B-4314-AB66-66DCD96203BF}"/>
                  </a:ext>
                </a:extLst>
              </p:cNvPr>
              <p:cNvSpPr/>
              <p:nvPr/>
            </p:nvSpPr>
            <p:spPr>
              <a:xfrm>
                <a:off x="25161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55" name="타원 18154">
                <a:extLst>
                  <a:ext uri="{FF2B5EF4-FFF2-40B4-BE49-F238E27FC236}">
                    <a16:creationId xmlns:a16="http://schemas.microsoft.com/office/drawing/2014/main" id="{77C261C5-DA82-44C8-BE68-2F6F15A32823}"/>
                  </a:ext>
                </a:extLst>
              </p:cNvPr>
              <p:cNvSpPr/>
              <p:nvPr/>
            </p:nvSpPr>
            <p:spPr>
              <a:xfrm>
                <a:off x="26685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56" name="타원 18155">
                <a:extLst>
                  <a:ext uri="{FF2B5EF4-FFF2-40B4-BE49-F238E27FC236}">
                    <a16:creationId xmlns:a16="http://schemas.microsoft.com/office/drawing/2014/main" id="{F6315965-15DD-4EDC-9040-CD223A0C5604}"/>
                  </a:ext>
                </a:extLst>
              </p:cNvPr>
              <p:cNvSpPr/>
              <p:nvPr/>
            </p:nvSpPr>
            <p:spPr>
              <a:xfrm>
                <a:off x="28209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57" name="타원 18156">
                <a:extLst>
                  <a:ext uri="{FF2B5EF4-FFF2-40B4-BE49-F238E27FC236}">
                    <a16:creationId xmlns:a16="http://schemas.microsoft.com/office/drawing/2014/main" id="{2BB8185D-90CD-4644-9323-7CAEF19E2D69}"/>
                  </a:ext>
                </a:extLst>
              </p:cNvPr>
              <p:cNvSpPr/>
              <p:nvPr/>
            </p:nvSpPr>
            <p:spPr>
              <a:xfrm>
                <a:off x="29733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58" name="타원 18157">
                <a:extLst>
                  <a:ext uri="{FF2B5EF4-FFF2-40B4-BE49-F238E27FC236}">
                    <a16:creationId xmlns:a16="http://schemas.microsoft.com/office/drawing/2014/main" id="{5DDAF07D-A784-4672-A54A-5F3F1137B9BE}"/>
                  </a:ext>
                </a:extLst>
              </p:cNvPr>
              <p:cNvSpPr/>
              <p:nvPr/>
            </p:nvSpPr>
            <p:spPr>
              <a:xfrm>
                <a:off x="31257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59" name="타원 18158">
                <a:extLst>
                  <a:ext uri="{FF2B5EF4-FFF2-40B4-BE49-F238E27FC236}">
                    <a16:creationId xmlns:a16="http://schemas.microsoft.com/office/drawing/2014/main" id="{BD566574-12CC-4E9C-B213-E1DF88432222}"/>
                  </a:ext>
                </a:extLst>
              </p:cNvPr>
              <p:cNvSpPr/>
              <p:nvPr/>
            </p:nvSpPr>
            <p:spPr>
              <a:xfrm>
                <a:off x="32781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60" name="타원 18159">
                <a:extLst>
                  <a:ext uri="{FF2B5EF4-FFF2-40B4-BE49-F238E27FC236}">
                    <a16:creationId xmlns:a16="http://schemas.microsoft.com/office/drawing/2014/main" id="{8BF21D80-808C-4D67-81B4-CAD778851BB4}"/>
                  </a:ext>
                </a:extLst>
              </p:cNvPr>
              <p:cNvSpPr/>
              <p:nvPr/>
            </p:nvSpPr>
            <p:spPr>
              <a:xfrm>
                <a:off x="34305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61" name="타원 18160">
                <a:extLst>
                  <a:ext uri="{FF2B5EF4-FFF2-40B4-BE49-F238E27FC236}">
                    <a16:creationId xmlns:a16="http://schemas.microsoft.com/office/drawing/2014/main" id="{7AC7D310-7B48-4BDE-8C6F-72BA4610CF13}"/>
                  </a:ext>
                </a:extLst>
              </p:cNvPr>
              <p:cNvSpPr/>
              <p:nvPr/>
            </p:nvSpPr>
            <p:spPr>
              <a:xfrm>
                <a:off x="35829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62" name="타원 18161">
                <a:extLst>
                  <a:ext uri="{FF2B5EF4-FFF2-40B4-BE49-F238E27FC236}">
                    <a16:creationId xmlns:a16="http://schemas.microsoft.com/office/drawing/2014/main" id="{8CCFF7C3-7E02-49EF-9490-16401C1998FD}"/>
                  </a:ext>
                </a:extLst>
              </p:cNvPr>
              <p:cNvSpPr/>
              <p:nvPr/>
            </p:nvSpPr>
            <p:spPr>
              <a:xfrm>
                <a:off x="37353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63" name="타원 18162">
                <a:extLst>
                  <a:ext uri="{FF2B5EF4-FFF2-40B4-BE49-F238E27FC236}">
                    <a16:creationId xmlns:a16="http://schemas.microsoft.com/office/drawing/2014/main" id="{5AC14438-492B-44B2-A6C2-5FD57728AC01}"/>
                  </a:ext>
                </a:extLst>
              </p:cNvPr>
              <p:cNvSpPr/>
              <p:nvPr/>
            </p:nvSpPr>
            <p:spPr>
              <a:xfrm>
                <a:off x="38877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64" name="타원 18163">
                <a:extLst>
                  <a:ext uri="{FF2B5EF4-FFF2-40B4-BE49-F238E27FC236}">
                    <a16:creationId xmlns:a16="http://schemas.microsoft.com/office/drawing/2014/main" id="{DC125CB0-472D-40DA-AC86-4AC41495AA7E}"/>
                  </a:ext>
                </a:extLst>
              </p:cNvPr>
              <p:cNvSpPr/>
              <p:nvPr/>
            </p:nvSpPr>
            <p:spPr>
              <a:xfrm>
                <a:off x="40401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65" name="타원 18164">
                <a:extLst>
                  <a:ext uri="{FF2B5EF4-FFF2-40B4-BE49-F238E27FC236}">
                    <a16:creationId xmlns:a16="http://schemas.microsoft.com/office/drawing/2014/main" id="{2CCDBC6B-C115-484D-8C73-E7F286311825}"/>
                  </a:ext>
                </a:extLst>
              </p:cNvPr>
              <p:cNvSpPr/>
              <p:nvPr/>
            </p:nvSpPr>
            <p:spPr>
              <a:xfrm>
                <a:off x="41925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66" name="타원 18165">
                <a:extLst>
                  <a:ext uri="{FF2B5EF4-FFF2-40B4-BE49-F238E27FC236}">
                    <a16:creationId xmlns:a16="http://schemas.microsoft.com/office/drawing/2014/main" id="{A330B6C8-F43B-4DF5-BE22-3ADDAD20F788}"/>
                  </a:ext>
                </a:extLst>
              </p:cNvPr>
              <p:cNvSpPr/>
              <p:nvPr/>
            </p:nvSpPr>
            <p:spPr>
              <a:xfrm>
                <a:off x="43449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67" name="타원 18166">
                <a:extLst>
                  <a:ext uri="{FF2B5EF4-FFF2-40B4-BE49-F238E27FC236}">
                    <a16:creationId xmlns:a16="http://schemas.microsoft.com/office/drawing/2014/main" id="{3CA06082-FA4A-485C-AEC8-555FCA64C4E1}"/>
                  </a:ext>
                </a:extLst>
              </p:cNvPr>
              <p:cNvSpPr/>
              <p:nvPr/>
            </p:nvSpPr>
            <p:spPr>
              <a:xfrm>
                <a:off x="44973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68" name="타원 18167">
                <a:extLst>
                  <a:ext uri="{FF2B5EF4-FFF2-40B4-BE49-F238E27FC236}">
                    <a16:creationId xmlns:a16="http://schemas.microsoft.com/office/drawing/2014/main" id="{AA3E3AB7-D0CD-4EF0-BE01-7776C0B4A602}"/>
                  </a:ext>
                </a:extLst>
              </p:cNvPr>
              <p:cNvSpPr/>
              <p:nvPr/>
            </p:nvSpPr>
            <p:spPr>
              <a:xfrm>
                <a:off x="46497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69" name="타원 18168">
                <a:extLst>
                  <a:ext uri="{FF2B5EF4-FFF2-40B4-BE49-F238E27FC236}">
                    <a16:creationId xmlns:a16="http://schemas.microsoft.com/office/drawing/2014/main" id="{8B1F390B-0086-4EA6-AF07-5FA714242C3E}"/>
                  </a:ext>
                </a:extLst>
              </p:cNvPr>
              <p:cNvSpPr/>
              <p:nvPr/>
            </p:nvSpPr>
            <p:spPr>
              <a:xfrm>
                <a:off x="48021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70" name="타원 18169">
                <a:extLst>
                  <a:ext uri="{FF2B5EF4-FFF2-40B4-BE49-F238E27FC236}">
                    <a16:creationId xmlns:a16="http://schemas.microsoft.com/office/drawing/2014/main" id="{CB6ADB05-E45D-4311-B742-AA62B47756C7}"/>
                  </a:ext>
                </a:extLst>
              </p:cNvPr>
              <p:cNvSpPr/>
              <p:nvPr/>
            </p:nvSpPr>
            <p:spPr>
              <a:xfrm>
                <a:off x="49545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71" name="타원 18170">
                <a:extLst>
                  <a:ext uri="{FF2B5EF4-FFF2-40B4-BE49-F238E27FC236}">
                    <a16:creationId xmlns:a16="http://schemas.microsoft.com/office/drawing/2014/main" id="{21EDD98C-DC42-41D3-AAE1-4BFB42CC7E86}"/>
                  </a:ext>
                </a:extLst>
              </p:cNvPr>
              <p:cNvSpPr/>
              <p:nvPr/>
            </p:nvSpPr>
            <p:spPr>
              <a:xfrm>
                <a:off x="51069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72" name="타원 18171">
                <a:extLst>
                  <a:ext uri="{FF2B5EF4-FFF2-40B4-BE49-F238E27FC236}">
                    <a16:creationId xmlns:a16="http://schemas.microsoft.com/office/drawing/2014/main" id="{2194E067-FF71-4A4F-840A-DFE4FDE9561A}"/>
                  </a:ext>
                </a:extLst>
              </p:cNvPr>
              <p:cNvSpPr/>
              <p:nvPr/>
            </p:nvSpPr>
            <p:spPr>
              <a:xfrm>
                <a:off x="52593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73" name="타원 18172">
                <a:extLst>
                  <a:ext uri="{FF2B5EF4-FFF2-40B4-BE49-F238E27FC236}">
                    <a16:creationId xmlns:a16="http://schemas.microsoft.com/office/drawing/2014/main" id="{08B67365-AFAF-4B95-BCE8-A8F12C4D7C68}"/>
                  </a:ext>
                </a:extLst>
              </p:cNvPr>
              <p:cNvSpPr/>
              <p:nvPr/>
            </p:nvSpPr>
            <p:spPr>
              <a:xfrm>
                <a:off x="54117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74" name="타원 18173">
                <a:extLst>
                  <a:ext uri="{FF2B5EF4-FFF2-40B4-BE49-F238E27FC236}">
                    <a16:creationId xmlns:a16="http://schemas.microsoft.com/office/drawing/2014/main" id="{21CD09F2-802C-40D1-826E-53ACCE43A615}"/>
                  </a:ext>
                </a:extLst>
              </p:cNvPr>
              <p:cNvSpPr/>
              <p:nvPr/>
            </p:nvSpPr>
            <p:spPr>
              <a:xfrm>
                <a:off x="5564188" y="4038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75" name="타원 18174">
                <a:extLst>
                  <a:ext uri="{FF2B5EF4-FFF2-40B4-BE49-F238E27FC236}">
                    <a16:creationId xmlns:a16="http://schemas.microsoft.com/office/drawing/2014/main" id="{4EEA9FFD-592A-404D-9872-0BCB9C1A4633}"/>
                  </a:ext>
                </a:extLst>
              </p:cNvPr>
              <p:cNvSpPr/>
              <p:nvPr/>
            </p:nvSpPr>
            <p:spPr>
              <a:xfrm>
                <a:off x="2301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76" name="타원 18175">
                <a:extLst>
                  <a:ext uri="{FF2B5EF4-FFF2-40B4-BE49-F238E27FC236}">
                    <a16:creationId xmlns:a16="http://schemas.microsoft.com/office/drawing/2014/main" id="{A50317E4-73E7-42FB-B8D9-14EBCCA8E355}"/>
                  </a:ext>
                </a:extLst>
              </p:cNvPr>
              <p:cNvSpPr/>
              <p:nvPr/>
            </p:nvSpPr>
            <p:spPr>
              <a:xfrm>
                <a:off x="3825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77" name="타원 18176">
                <a:extLst>
                  <a:ext uri="{FF2B5EF4-FFF2-40B4-BE49-F238E27FC236}">
                    <a16:creationId xmlns:a16="http://schemas.microsoft.com/office/drawing/2014/main" id="{E99866F6-23C9-47F0-A53A-B16BB3EF2A04}"/>
                  </a:ext>
                </a:extLst>
              </p:cNvPr>
              <p:cNvSpPr/>
              <p:nvPr/>
            </p:nvSpPr>
            <p:spPr>
              <a:xfrm>
                <a:off x="5349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78" name="타원 18177">
                <a:extLst>
                  <a:ext uri="{FF2B5EF4-FFF2-40B4-BE49-F238E27FC236}">
                    <a16:creationId xmlns:a16="http://schemas.microsoft.com/office/drawing/2014/main" id="{9F91A06C-704B-47D3-9DB5-80B816E93F3A}"/>
                  </a:ext>
                </a:extLst>
              </p:cNvPr>
              <p:cNvSpPr/>
              <p:nvPr/>
            </p:nvSpPr>
            <p:spPr>
              <a:xfrm>
                <a:off x="6873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79" name="타원 18178">
                <a:extLst>
                  <a:ext uri="{FF2B5EF4-FFF2-40B4-BE49-F238E27FC236}">
                    <a16:creationId xmlns:a16="http://schemas.microsoft.com/office/drawing/2014/main" id="{29B46A1E-33B2-47FB-8613-E26F624B69C9}"/>
                  </a:ext>
                </a:extLst>
              </p:cNvPr>
              <p:cNvSpPr/>
              <p:nvPr/>
            </p:nvSpPr>
            <p:spPr>
              <a:xfrm>
                <a:off x="8397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80" name="타원 18179">
                <a:extLst>
                  <a:ext uri="{FF2B5EF4-FFF2-40B4-BE49-F238E27FC236}">
                    <a16:creationId xmlns:a16="http://schemas.microsoft.com/office/drawing/2014/main" id="{21277A32-2136-4E48-B796-94A65A12ADC7}"/>
                  </a:ext>
                </a:extLst>
              </p:cNvPr>
              <p:cNvSpPr/>
              <p:nvPr/>
            </p:nvSpPr>
            <p:spPr>
              <a:xfrm>
                <a:off x="9921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81" name="타원 18180">
                <a:extLst>
                  <a:ext uri="{FF2B5EF4-FFF2-40B4-BE49-F238E27FC236}">
                    <a16:creationId xmlns:a16="http://schemas.microsoft.com/office/drawing/2014/main" id="{F57400A7-8B10-4ECA-ACD0-BDC41DC41EED}"/>
                  </a:ext>
                </a:extLst>
              </p:cNvPr>
              <p:cNvSpPr/>
              <p:nvPr/>
            </p:nvSpPr>
            <p:spPr>
              <a:xfrm>
                <a:off x="11445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82" name="타원 18181">
                <a:extLst>
                  <a:ext uri="{FF2B5EF4-FFF2-40B4-BE49-F238E27FC236}">
                    <a16:creationId xmlns:a16="http://schemas.microsoft.com/office/drawing/2014/main" id="{FCA2B44D-406B-404F-A711-976B7E516CB0}"/>
                  </a:ext>
                </a:extLst>
              </p:cNvPr>
              <p:cNvSpPr/>
              <p:nvPr/>
            </p:nvSpPr>
            <p:spPr>
              <a:xfrm>
                <a:off x="12969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83" name="타원 18182">
                <a:extLst>
                  <a:ext uri="{FF2B5EF4-FFF2-40B4-BE49-F238E27FC236}">
                    <a16:creationId xmlns:a16="http://schemas.microsoft.com/office/drawing/2014/main" id="{DC586782-7047-442A-B84F-C6F79DD29748}"/>
                  </a:ext>
                </a:extLst>
              </p:cNvPr>
              <p:cNvSpPr/>
              <p:nvPr/>
            </p:nvSpPr>
            <p:spPr>
              <a:xfrm>
                <a:off x="14493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84" name="타원 18183">
                <a:extLst>
                  <a:ext uri="{FF2B5EF4-FFF2-40B4-BE49-F238E27FC236}">
                    <a16:creationId xmlns:a16="http://schemas.microsoft.com/office/drawing/2014/main" id="{36D5CB11-52EC-4F71-BB80-EAF8C3EABD05}"/>
                  </a:ext>
                </a:extLst>
              </p:cNvPr>
              <p:cNvSpPr/>
              <p:nvPr/>
            </p:nvSpPr>
            <p:spPr>
              <a:xfrm>
                <a:off x="16017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85" name="타원 18184">
                <a:extLst>
                  <a:ext uri="{FF2B5EF4-FFF2-40B4-BE49-F238E27FC236}">
                    <a16:creationId xmlns:a16="http://schemas.microsoft.com/office/drawing/2014/main" id="{8CC5F5A3-252C-45F1-9C8F-9CF23EC86649}"/>
                  </a:ext>
                </a:extLst>
              </p:cNvPr>
              <p:cNvSpPr/>
              <p:nvPr/>
            </p:nvSpPr>
            <p:spPr>
              <a:xfrm>
                <a:off x="17541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86" name="타원 18185">
                <a:extLst>
                  <a:ext uri="{FF2B5EF4-FFF2-40B4-BE49-F238E27FC236}">
                    <a16:creationId xmlns:a16="http://schemas.microsoft.com/office/drawing/2014/main" id="{B058CB8F-8BB6-419E-AB7B-4CB1A11FF754}"/>
                  </a:ext>
                </a:extLst>
              </p:cNvPr>
              <p:cNvSpPr/>
              <p:nvPr/>
            </p:nvSpPr>
            <p:spPr>
              <a:xfrm>
                <a:off x="19065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87" name="타원 18186">
                <a:extLst>
                  <a:ext uri="{FF2B5EF4-FFF2-40B4-BE49-F238E27FC236}">
                    <a16:creationId xmlns:a16="http://schemas.microsoft.com/office/drawing/2014/main" id="{59EAF648-779D-42F8-B534-585E823577AB}"/>
                  </a:ext>
                </a:extLst>
              </p:cNvPr>
              <p:cNvSpPr/>
              <p:nvPr/>
            </p:nvSpPr>
            <p:spPr>
              <a:xfrm>
                <a:off x="20589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88" name="타원 18187">
                <a:extLst>
                  <a:ext uri="{FF2B5EF4-FFF2-40B4-BE49-F238E27FC236}">
                    <a16:creationId xmlns:a16="http://schemas.microsoft.com/office/drawing/2014/main" id="{A22E9CA0-E831-49F6-9583-82C16DE2061E}"/>
                  </a:ext>
                </a:extLst>
              </p:cNvPr>
              <p:cNvSpPr/>
              <p:nvPr/>
            </p:nvSpPr>
            <p:spPr>
              <a:xfrm>
                <a:off x="22113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89" name="타원 18188">
                <a:extLst>
                  <a:ext uri="{FF2B5EF4-FFF2-40B4-BE49-F238E27FC236}">
                    <a16:creationId xmlns:a16="http://schemas.microsoft.com/office/drawing/2014/main" id="{B181C2F1-F750-439E-9A9F-A5D70F6AD5D4}"/>
                  </a:ext>
                </a:extLst>
              </p:cNvPr>
              <p:cNvSpPr/>
              <p:nvPr/>
            </p:nvSpPr>
            <p:spPr>
              <a:xfrm>
                <a:off x="23637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90" name="타원 18189">
                <a:extLst>
                  <a:ext uri="{FF2B5EF4-FFF2-40B4-BE49-F238E27FC236}">
                    <a16:creationId xmlns:a16="http://schemas.microsoft.com/office/drawing/2014/main" id="{B269B364-F294-4EEF-96CE-BBAC77E93C4B}"/>
                  </a:ext>
                </a:extLst>
              </p:cNvPr>
              <p:cNvSpPr/>
              <p:nvPr/>
            </p:nvSpPr>
            <p:spPr>
              <a:xfrm>
                <a:off x="25161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91" name="타원 18190">
                <a:extLst>
                  <a:ext uri="{FF2B5EF4-FFF2-40B4-BE49-F238E27FC236}">
                    <a16:creationId xmlns:a16="http://schemas.microsoft.com/office/drawing/2014/main" id="{64EA5CCC-1E8A-4F1B-B515-C8CB09492F8B}"/>
                  </a:ext>
                </a:extLst>
              </p:cNvPr>
              <p:cNvSpPr/>
              <p:nvPr/>
            </p:nvSpPr>
            <p:spPr>
              <a:xfrm>
                <a:off x="26685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92" name="타원 18191">
                <a:extLst>
                  <a:ext uri="{FF2B5EF4-FFF2-40B4-BE49-F238E27FC236}">
                    <a16:creationId xmlns:a16="http://schemas.microsoft.com/office/drawing/2014/main" id="{7C556BFB-6AB9-4A0C-9C75-BCAE2F5D70CD}"/>
                  </a:ext>
                </a:extLst>
              </p:cNvPr>
              <p:cNvSpPr/>
              <p:nvPr/>
            </p:nvSpPr>
            <p:spPr>
              <a:xfrm>
                <a:off x="28209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93" name="타원 18192">
                <a:extLst>
                  <a:ext uri="{FF2B5EF4-FFF2-40B4-BE49-F238E27FC236}">
                    <a16:creationId xmlns:a16="http://schemas.microsoft.com/office/drawing/2014/main" id="{75E806E6-7025-437F-BCA5-79A4D5D63782}"/>
                  </a:ext>
                </a:extLst>
              </p:cNvPr>
              <p:cNvSpPr/>
              <p:nvPr/>
            </p:nvSpPr>
            <p:spPr>
              <a:xfrm>
                <a:off x="29733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94" name="타원 18193">
                <a:extLst>
                  <a:ext uri="{FF2B5EF4-FFF2-40B4-BE49-F238E27FC236}">
                    <a16:creationId xmlns:a16="http://schemas.microsoft.com/office/drawing/2014/main" id="{1F4B23F9-6AE8-471C-823B-634024E45FF7}"/>
                  </a:ext>
                </a:extLst>
              </p:cNvPr>
              <p:cNvSpPr/>
              <p:nvPr/>
            </p:nvSpPr>
            <p:spPr>
              <a:xfrm>
                <a:off x="31257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95" name="타원 18194">
                <a:extLst>
                  <a:ext uri="{FF2B5EF4-FFF2-40B4-BE49-F238E27FC236}">
                    <a16:creationId xmlns:a16="http://schemas.microsoft.com/office/drawing/2014/main" id="{02896FCE-4E7A-4A8C-9400-2F47918BCD7F}"/>
                  </a:ext>
                </a:extLst>
              </p:cNvPr>
              <p:cNvSpPr/>
              <p:nvPr/>
            </p:nvSpPr>
            <p:spPr>
              <a:xfrm>
                <a:off x="32781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96" name="타원 18195">
                <a:extLst>
                  <a:ext uri="{FF2B5EF4-FFF2-40B4-BE49-F238E27FC236}">
                    <a16:creationId xmlns:a16="http://schemas.microsoft.com/office/drawing/2014/main" id="{50D68E80-C02C-4B24-A689-4F2584EEF5B5}"/>
                  </a:ext>
                </a:extLst>
              </p:cNvPr>
              <p:cNvSpPr/>
              <p:nvPr/>
            </p:nvSpPr>
            <p:spPr>
              <a:xfrm>
                <a:off x="34305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97" name="타원 18196">
                <a:extLst>
                  <a:ext uri="{FF2B5EF4-FFF2-40B4-BE49-F238E27FC236}">
                    <a16:creationId xmlns:a16="http://schemas.microsoft.com/office/drawing/2014/main" id="{32AE4719-EA7A-49C3-B23F-F373B7162185}"/>
                  </a:ext>
                </a:extLst>
              </p:cNvPr>
              <p:cNvSpPr/>
              <p:nvPr/>
            </p:nvSpPr>
            <p:spPr>
              <a:xfrm>
                <a:off x="35829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98" name="타원 18197">
                <a:extLst>
                  <a:ext uri="{FF2B5EF4-FFF2-40B4-BE49-F238E27FC236}">
                    <a16:creationId xmlns:a16="http://schemas.microsoft.com/office/drawing/2014/main" id="{17C4D47A-C35F-4CAF-B0A3-7FC2BCB36894}"/>
                  </a:ext>
                </a:extLst>
              </p:cNvPr>
              <p:cNvSpPr/>
              <p:nvPr/>
            </p:nvSpPr>
            <p:spPr>
              <a:xfrm>
                <a:off x="37353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199" name="타원 18198">
                <a:extLst>
                  <a:ext uri="{FF2B5EF4-FFF2-40B4-BE49-F238E27FC236}">
                    <a16:creationId xmlns:a16="http://schemas.microsoft.com/office/drawing/2014/main" id="{11DF30AC-865C-40DC-97D1-93E19704862C}"/>
                  </a:ext>
                </a:extLst>
              </p:cNvPr>
              <p:cNvSpPr/>
              <p:nvPr/>
            </p:nvSpPr>
            <p:spPr>
              <a:xfrm>
                <a:off x="38877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00" name="타원 18199">
                <a:extLst>
                  <a:ext uri="{FF2B5EF4-FFF2-40B4-BE49-F238E27FC236}">
                    <a16:creationId xmlns:a16="http://schemas.microsoft.com/office/drawing/2014/main" id="{908234B4-0245-4A3C-8786-F71466D666A3}"/>
                  </a:ext>
                </a:extLst>
              </p:cNvPr>
              <p:cNvSpPr/>
              <p:nvPr/>
            </p:nvSpPr>
            <p:spPr>
              <a:xfrm>
                <a:off x="40401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01" name="타원 18200">
                <a:extLst>
                  <a:ext uri="{FF2B5EF4-FFF2-40B4-BE49-F238E27FC236}">
                    <a16:creationId xmlns:a16="http://schemas.microsoft.com/office/drawing/2014/main" id="{9B6CD5DE-CDC9-4269-A80C-D1C45DF5A56C}"/>
                  </a:ext>
                </a:extLst>
              </p:cNvPr>
              <p:cNvSpPr/>
              <p:nvPr/>
            </p:nvSpPr>
            <p:spPr>
              <a:xfrm>
                <a:off x="41925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02" name="타원 18201">
                <a:extLst>
                  <a:ext uri="{FF2B5EF4-FFF2-40B4-BE49-F238E27FC236}">
                    <a16:creationId xmlns:a16="http://schemas.microsoft.com/office/drawing/2014/main" id="{8A372462-591E-454E-AE90-964597ED1733}"/>
                  </a:ext>
                </a:extLst>
              </p:cNvPr>
              <p:cNvSpPr/>
              <p:nvPr/>
            </p:nvSpPr>
            <p:spPr>
              <a:xfrm>
                <a:off x="43449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03" name="타원 18202">
                <a:extLst>
                  <a:ext uri="{FF2B5EF4-FFF2-40B4-BE49-F238E27FC236}">
                    <a16:creationId xmlns:a16="http://schemas.microsoft.com/office/drawing/2014/main" id="{A450627F-B48F-40BC-8B90-22A6FEB52AF5}"/>
                  </a:ext>
                </a:extLst>
              </p:cNvPr>
              <p:cNvSpPr/>
              <p:nvPr/>
            </p:nvSpPr>
            <p:spPr>
              <a:xfrm>
                <a:off x="44973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04" name="타원 18203">
                <a:extLst>
                  <a:ext uri="{FF2B5EF4-FFF2-40B4-BE49-F238E27FC236}">
                    <a16:creationId xmlns:a16="http://schemas.microsoft.com/office/drawing/2014/main" id="{50D60FDE-07F1-4F67-9CB4-8BC65A0017C7}"/>
                  </a:ext>
                </a:extLst>
              </p:cNvPr>
              <p:cNvSpPr/>
              <p:nvPr/>
            </p:nvSpPr>
            <p:spPr>
              <a:xfrm>
                <a:off x="46497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05" name="타원 18204">
                <a:extLst>
                  <a:ext uri="{FF2B5EF4-FFF2-40B4-BE49-F238E27FC236}">
                    <a16:creationId xmlns:a16="http://schemas.microsoft.com/office/drawing/2014/main" id="{3D20480D-19A9-4849-919C-1895F1C0B276}"/>
                  </a:ext>
                </a:extLst>
              </p:cNvPr>
              <p:cNvSpPr/>
              <p:nvPr/>
            </p:nvSpPr>
            <p:spPr>
              <a:xfrm>
                <a:off x="48021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06" name="타원 18205">
                <a:extLst>
                  <a:ext uri="{FF2B5EF4-FFF2-40B4-BE49-F238E27FC236}">
                    <a16:creationId xmlns:a16="http://schemas.microsoft.com/office/drawing/2014/main" id="{548B1BB8-AD50-4D9B-BFA0-7EE1087089E0}"/>
                  </a:ext>
                </a:extLst>
              </p:cNvPr>
              <p:cNvSpPr/>
              <p:nvPr/>
            </p:nvSpPr>
            <p:spPr>
              <a:xfrm>
                <a:off x="49545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07" name="타원 18206">
                <a:extLst>
                  <a:ext uri="{FF2B5EF4-FFF2-40B4-BE49-F238E27FC236}">
                    <a16:creationId xmlns:a16="http://schemas.microsoft.com/office/drawing/2014/main" id="{68F405E0-641C-478C-B13C-4E40466D35D2}"/>
                  </a:ext>
                </a:extLst>
              </p:cNvPr>
              <p:cNvSpPr/>
              <p:nvPr/>
            </p:nvSpPr>
            <p:spPr>
              <a:xfrm>
                <a:off x="51069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08" name="타원 18207">
                <a:extLst>
                  <a:ext uri="{FF2B5EF4-FFF2-40B4-BE49-F238E27FC236}">
                    <a16:creationId xmlns:a16="http://schemas.microsoft.com/office/drawing/2014/main" id="{46B9C155-FEAD-41B8-B592-FD087B956CEE}"/>
                  </a:ext>
                </a:extLst>
              </p:cNvPr>
              <p:cNvSpPr/>
              <p:nvPr/>
            </p:nvSpPr>
            <p:spPr>
              <a:xfrm>
                <a:off x="52593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09" name="타원 18208">
                <a:extLst>
                  <a:ext uri="{FF2B5EF4-FFF2-40B4-BE49-F238E27FC236}">
                    <a16:creationId xmlns:a16="http://schemas.microsoft.com/office/drawing/2014/main" id="{A4D093BF-D894-45C0-A7B7-54E4A78FCC96}"/>
                  </a:ext>
                </a:extLst>
              </p:cNvPr>
              <p:cNvSpPr/>
              <p:nvPr/>
            </p:nvSpPr>
            <p:spPr>
              <a:xfrm>
                <a:off x="54117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10" name="타원 18209">
                <a:extLst>
                  <a:ext uri="{FF2B5EF4-FFF2-40B4-BE49-F238E27FC236}">
                    <a16:creationId xmlns:a16="http://schemas.microsoft.com/office/drawing/2014/main" id="{90422785-B872-4D72-9EEC-5F717D6472F4}"/>
                  </a:ext>
                </a:extLst>
              </p:cNvPr>
              <p:cNvSpPr/>
              <p:nvPr/>
            </p:nvSpPr>
            <p:spPr>
              <a:xfrm>
                <a:off x="5564188" y="4191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11" name="타원 18210">
                <a:extLst>
                  <a:ext uri="{FF2B5EF4-FFF2-40B4-BE49-F238E27FC236}">
                    <a16:creationId xmlns:a16="http://schemas.microsoft.com/office/drawing/2014/main" id="{C9A5CE9F-5BD6-4A8E-A710-336FDCE08A90}"/>
                  </a:ext>
                </a:extLst>
              </p:cNvPr>
              <p:cNvSpPr/>
              <p:nvPr/>
            </p:nvSpPr>
            <p:spPr>
              <a:xfrm>
                <a:off x="2301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12" name="타원 18211">
                <a:extLst>
                  <a:ext uri="{FF2B5EF4-FFF2-40B4-BE49-F238E27FC236}">
                    <a16:creationId xmlns:a16="http://schemas.microsoft.com/office/drawing/2014/main" id="{11F38412-1E4A-4E21-A016-CB620AE8C545}"/>
                  </a:ext>
                </a:extLst>
              </p:cNvPr>
              <p:cNvSpPr/>
              <p:nvPr/>
            </p:nvSpPr>
            <p:spPr>
              <a:xfrm>
                <a:off x="3825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13" name="타원 18212">
                <a:extLst>
                  <a:ext uri="{FF2B5EF4-FFF2-40B4-BE49-F238E27FC236}">
                    <a16:creationId xmlns:a16="http://schemas.microsoft.com/office/drawing/2014/main" id="{731D1CE8-C46C-4BBC-B599-44A431E77B1E}"/>
                  </a:ext>
                </a:extLst>
              </p:cNvPr>
              <p:cNvSpPr/>
              <p:nvPr/>
            </p:nvSpPr>
            <p:spPr>
              <a:xfrm>
                <a:off x="5349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14" name="타원 18213">
                <a:extLst>
                  <a:ext uri="{FF2B5EF4-FFF2-40B4-BE49-F238E27FC236}">
                    <a16:creationId xmlns:a16="http://schemas.microsoft.com/office/drawing/2014/main" id="{434E00E5-3027-40C1-A2B7-3BA94808BAF5}"/>
                  </a:ext>
                </a:extLst>
              </p:cNvPr>
              <p:cNvSpPr/>
              <p:nvPr/>
            </p:nvSpPr>
            <p:spPr>
              <a:xfrm>
                <a:off x="6873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15" name="타원 18214">
                <a:extLst>
                  <a:ext uri="{FF2B5EF4-FFF2-40B4-BE49-F238E27FC236}">
                    <a16:creationId xmlns:a16="http://schemas.microsoft.com/office/drawing/2014/main" id="{962237AD-BC95-4A65-B70D-5600B5527AD7}"/>
                  </a:ext>
                </a:extLst>
              </p:cNvPr>
              <p:cNvSpPr/>
              <p:nvPr/>
            </p:nvSpPr>
            <p:spPr>
              <a:xfrm>
                <a:off x="8397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16" name="타원 18215">
                <a:extLst>
                  <a:ext uri="{FF2B5EF4-FFF2-40B4-BE49-F238E27FC236}">
                    <a16:creationId xmlns:a16="http://schemas.microsoft.com/office/drawing/2014/main" id="{A6C0C517-E87F-4165-BA9E-2C4B2E3AA155}"/>
                  </a:ext>
                </a:extLst>
              </p:cNvPr>
              <p:cNvSpPr/>
              <p:nvPr/>
            </p:nvSpPr>
            <p:spPr>
              <a:xfrm>
                <a:off x="9921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17" name="타원 18216">
                <a:extLst>
                  <a:ext uri="{FF2B5EF4-FFF2-40B4-BE49-F238E27FC236}">
                    <a16:creationId xmlns:a16="http://schemas.microsoft.com/office/drawing/2014/main" id="{E84E328A-7CD4-4617-89BF-A69548DC95A6}"/>
                  </a:ext>
                </a:extLst>
              </p:cNvPr>
              <p:cNvSpPr/>
              <p:nvPr/>
            </p:nvSpPr>
            <p:spPr>
              <a:xfrm>
                <a:off x="11445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18" name="타원 18217">
                <a:extLst>
                  <a:ext uri="{FF2B5EF4-FFF2-40B4-BE49-F238E27FC236}">
                    <a16:creationId xmlns:a16="http://schemas.microsoft.com/office/drawing/2014/main" id="{4FB680CC-51E7-4BF6-88CA-44FC7E8A42AC}"/>
                  </a:ext>
                </a:extLst>
              </p:cNvPr>
              <p:cNvSpPr/>
              <p:nvPr/>
            </p:nvSpPr>
            <p:spPr>
              <a:xfrm>
                <a:off x="12969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19" name="타원 18218">
                <a:extLst>
                  <a:ext uri="{FF2B5EF4-FFF2-40B4-BE49-F238E27FC236}">
                    <a16:creationId xmlns:a16="http://schemas.microsoft.com/office/drawing/2014/main" id="{D707E938-981B-4EBC-B369-D7FCFCFC8CB0}"/>
                  </a:ext>
                </a:extLst>
              </p:cNvPr>
              <p:cNvSpPr/>
              <p:nvPr/>
            </p:nvSpPr>
            <p:spPr>
              <a:xfrm>
                <a:off x="14493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20" name="타원 18219">
                <a:extLst>
                  <a:ext uri="{FF2B5EF4-FFF2-40B4-BE49-F238E27FC236}">
                    <a16:creationId xmlns:a16="http://schemas.microsoft.com/office/drawing/2014/main" id="{C6233892-9C0F-4969-B7A4-E42EA559AA3A}"/>
                  </a:ext>
                </a:extLst>
              </p:cNvPr>
              <p:cNvSpPr/>
              <p:nvPr/>
            </p:nvSpPr>
            <p:spPr>
              <a:xfrm>
                <a:off x="16017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21" name="타원 18220">
                <a:extLst>
                  <a:ext uri="{FF2B5EF4-FFF2-40B4-BE49-F238E27FC236}">
                    <a16:creationId xmlns:a16="http://schemas.microsoft.com/office/drawing/2014/main" id="{5DDD85C2-2A4A-4308-8E74-71099B64C163}"/>
                  </a:ext>
                </a:extLst>
              </p:cNvPr>
              <p:cNvSpPr/>
              <p:nvPr/>
            </p:nvSpPr>
            <p:spPr>
              <a:xfrm>
                <a:off x="17541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22" name="타원 18221">
                <a:extLst>
                  <a:ext uri="{FF2B5EF4-FFF2-40B4-BE49-F238E27FC236}">
                    <a16:creationId xmlns:a16="http://schemas.microsoft.com/office/drawing/2014/main" id="{7D046BCC-B953-4F87-80D4-1906B5BA2E09}"/>
                  </a:ext>
                </a:extLst>
              </p:cNvPr>
              <p:cNvSpPr/>
              <p:nvPr/>
            </p:nvSpPr>
            <p:spPr>
              <a:xfrm>
                <a:off x="19065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23" name="타원 18222">
                <a:extLst>
                  <a:ext uri="{FF2B5EF4-FFF2-40B4-BE49-F238E27FC236}">
                    <a16:creationId xmlns:a16="http://schemas.microsoft.com/office/drawing/2014/main" id="{E040EA42-0257-4E4D-A500-2FDA7BF69A4B}"/>
                  </a:ext>
                </a:extLst>
              </p:cNvPr>
              <p:cNvSpPr/>
              <p:nvPr/>
            </p:nvSpPr>
            <p:spPr>
              <a:xfrm>
                <a:off x="20589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24" name="타원 18223">
                <a:extLst>
                  <a:ext uri="{FF2B5EF4-FFF2-40B4-BE49-F238E27FC236}">
                    <a16:creationId xmlns:a16="http://schemas.microsoft.com/office/drawing/2014/main" id="{7A57911D-720F-4370-A2FC-C90BE5DF9C21}"/>
                  </a:ext>
                </a:extLst>
              </p:cNvPr>
              <p:cNvSpPr/>
              <p:nvPr/>
            </p:nvSpPr>
            <p:spPr>
              <a:xfrm>
                <a:off x="22113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25" name="타원 18224">
                <a:extLst>
                  <a:ext uri="{FF2B5EF4-FFF2-40B4-BE49-F238E27FC236}">
                    <a16:creationId xmlns:a16="http://schemas.microsoft.com/office/drawing/2014/main" id="{34D0BF48-7FAE-4237-8936-B881595A96F5}"/>
                  </a:ext>
                </a:extLst>
              </p:cNvPr>
              <p:cNvSpPr/>
              <p:nvPr/>
            </p:nvSpPr>
            <p:spPr>
              <a:xfrm>
                <a:off x="23637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26" name="타원 18225">
                <a:extLst>
                  <a:ext uri="{FF2B5EF4-FFF2-40B4-BE49-F238E27FC236}">
                    <a16:creationId xmlns:a16="http://schemas.microsoft.com/office/drawing/2014/main" id="{BD20D681-33CB-4F37-BF5B-33A17C0C6EF8}"/>
                  </a:ext>
                </a:extLst>
              </p:cNvPr>
              <p:cNvSpPr/>
              <p:nvPr/>
            </p:nvSpPr>
            <p:spPr>
              <a:xfrm>
                <a:off x="25161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27" name="타원 18226">
                <a:extLst>
                  <a:ext uri="{FF2B5EF4-FFF2-40B4-BE49-F238E27FC236}">
                    <a16:creationId xmlns:a16="http://schemas.microsoft.com/office/drawing/2014/main" id="{07934C6F-CB14-4B42-B1BC-70C9FB1F728A}"/>
                  </a:ext>
                </a:extLst>
              </p:cNvPr>
              <p:cNvSpPr/>
              <p:nvPr/>
            </p:nvSpPr>
            <p:spPr>
              <a:xfrm>
                <a:off x="26685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28" name="타원 18227">
                <a:extLst>
                  <a:ext uri="{FF2B5EF4-FFF2-40B4-BE49-F238E27FC236}">
                    <a16:creationId xmlns:a16="http://schemas.microsoft.com/office/drawing/2014/main" id="{A3F639D3-71BB-434B-AFBA-2DA26DF8534C}"/>
                  </a:ext>
                </a:extLst>
              </p:cNvPr>
              <p:cNvSpPr/>
              <p:nvPr/>
            </p:nvSpPr>
            <p:spPr>
              <a:xfrm>
                <a:off x="28209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29" name="타원 18228">
                <a:extLst>
                  <a:ext uri="{FF2B5EF4-FFF2-40B4-BE49-F238E27FC236}">
                    <a16:creationId xmlns:a16="http://schemas.microsoft.com/office/drawing/2014/main" id="{DEAA0D65-A7BE-4218-BC1D-6DA805A1353E}"/>
                  </a:ext>
                </a:extLst>
              </p:cNvPr>
              <p:cNvSpPr/>
              <p:nvPr/>
            </p:nvSpPr>
            <p:spPr>
              <a:xfrm>
                <a:off x="29733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30" name="타원 18229">
                <a:extLst>
                  <a:ext uri="{FF2B5EF4-FFF2-40B4-BE49-F238E27FC236}">
                    <a16:creationId xmlns:a16="http://schemas.microsoft.com/office/drawing/2014/main" id="{124A0A18-51DE-4E31-9687-A37E78F097B7}"/>
                  </a:ext>
                </a:extLst>
              </p:cNvPr>
              <p:cNvSpPr/>
              <p:nvPr/>
            </p:nvSpPr>
            <p:spPr>
              <a:xfrm>
                <a:off x="31257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31" name="타원 18230">
                <a:extLst>
                  <a:ext uri="{FF2B5EF4-FFF2-40B4-BE49-F238E27FC236}">
                    <a16:creationId xmlns:a16="http://schemas.microsoft.com/office/drawing/2014/main" id="{FDBF6303-782B-4659-8A33-E37C73C315AF}"/>
                  </a:ext>
                </a:extLst>
              </p:cNvPr>
              <p:cNvSpPr/>
              <p:nvPr/>
            </p:nvSpPr>
            <p:spPr>
              <a:xfrm>
                <a:off x="32781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32" name="타원 18231">
                <a:extLst>
                  <a:ext uri="{FF2B5EF4-FFF2-40B4-BE49-F238E27FC236}">
                    <a16:creationId xmlns:a16="http://schemas.microsoft.com/office/drawing/2014/main" id="{BAF5AF52-9DA9-4FE5-BB85-562F07E03523}"/>
                  </a:ext>
                </a:extLst>
              </p:cNvPr>
              <p:cNvSpPr/>
              <p:nvPr/>
            </p:nvSpPr>
            <p:spPr>
              <a:xfrm>
                <a:off x="34305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33" name="타원 18232">
                <a:extLst>
                  <a:ext uri="{FF2B5EF4-FFF2-40B4-BE49-F238E27FC236}">
                    <a16:creationId xmlns:a16="http://schemas.microsoft.com/office/drawing/2014/main" id="{F44BE0EB-7FE0-4B1D-8A18-CA0E521D82A5}"/>
                  </a:ext>
                </a:extLst>
              </p:cNvPr>
              <p:cNvSpPr/>
              <p:nvPr/>
            </p:nvSpPr>
            <p:spPr>
              <a:xfrm>
                <a:off x="35829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34" name="타원 18233">
                <a:extLst>
                  <a:ext uri="{FF2B5EF4-FFF2-40B4-BE49-F238E27FC236}">
                    <a16:creationId xmlns:a16="http://schemas.microsoft.com/office/drawing/2014/main" id="{04001A1E-65C8-4AAC-A774-5EAFF9E5BC46}"/>
                  </a:ext>
                </a:extLst>
              </p:cNvPr>
              <p:cNvSpPr/>
              <p:nvPr/>
            </p:nvSpPr>
            <p:spPr>
              <a:xfrm>
                <a:off x="37353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35" name="타원 18234">
                <a:extLst>
                  <a:ext uri="{FF2B5EF4-FFF2-40B4-BE49-F238E27FC236}">
                    <a16:creationId xmlns:a16="http://schemas.microsoft.com/office/drawing/2014/main" id="{C1D21A2D-4C3F-476B-A76B-48B836D7A99A}"/>
                  </a:ext>
                </a:extLst>
              </p:cNvPr>
              <p:cNvSpPr/>
              <p:nvPr/>
            </p:nvSpPr>
            <p:spPr>
              <a:xfrm>
                <a:off x="38877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36" name="타원 18235">
                <a:extLst>
                  <a:ext uri="{FF2B5EF4-FFF2-40B4-BE49-F238E27FC236}">
                    <a16:creationId xmlns:a16="http://schemas.microsoft.com/office/drawing/2014/main" id="{4970BD64-386A-4CD1-B74F-88D99A861C48}"/>
                  </a:ext>
                </a:extLst>
              </p:cNvPr>
              <p:cNvSpPr/>
              <p:nvPr/>
            </p:nvSpPr>
            <p:spPr>
              <a:xfrm>
                <a:off x="40401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37" name="타원 18236">
                <a:extLst>
                  <a:ext uri="{FF2B5EF4-FFF2-40B4-BE49-F238E27FC236}">
                    <a16:creationId xmlns:a16="http://schemas.microsoft.com/office/drawing/2014/main" id="{5201394E-7CC6-4027-9CA6-AC469A4DE520}"/>
                  </a:ext>
                </a:extLst>
              </p:cNvPr>
              <p:cNvSpPr/>
              <p:nvPr/>
            </p:nvSpPr>
            <p:spPr>
              <a:xfrm>
                <a:off x="41925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38" name="타원 18237">
                <a:extLst>
                  <a:ext uri="{FF2B5EF4-FFF2-40B4-BE49-F238E27FC236}">
                    <a16:creationId xmlns:a16="http://schemas.microsoft.com/office/drawing/2014/main" id="{D103132F-DB55-45D9-BF2E-C87D03F79502}"/>
                  </a:ext>
                </a:extLst>
              </p:cNvPr>
              <p:cNvSpPr/>
              <p:nvPr/>
            </p:nvSpPr>
            <p:spPr>
              <a:xfrm>
                <a:off x="43449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39" name="타원 18238">
                <a:extLst>
                  <a:ext uri="{FF2B5EF4-FFF2-40B4-BE49-F238E27FC236}">
                    <a16:creationId xmlns:a16="http://schemas.microsoft.com/office/drawing/2014/main" id="{9B4FFABF-39EF-4D8B-B86C-45D8E0A867EF}"/>
                  </a:ext>
                </a:extLst>
              </p:cNvPr>
              <p:cNvSpPr/>
              <p:nvPr/>
            </p:nvSpPr>
            <p:spPr>
              <a:xfrm>
                <a:off x="44973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40" name="타원 18239">
                <a:extLst>
                  <a:ext uri="{FF2B5EF4-FFF2-40B4-BE49-F238E27FC236}">
                    <a16:creationId xmlns:a16="http://schemas.microsoft.com/office/drawing/2014/main" id="{C6DCD2C8-4140-4AF0-AA34-545F72A3500F}"/>
                  </a:ext>
                </a:extLst>
              </p:cNvPr>
              <p:cNvSpPr/>
              <p:nvPr/>
            </p:nvSpPr>
            <p:spPr>
              <a:xfrm>
                <a:off x="46497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41" name="타원 18240">
                <a:extLst>
                  <a:ext uri="{FF2B5EF4-FFF2-40B4-BE49-F238E27FC236}">
                    <a16:creationId xmlns:a16="http://schemas.microsoft.com/office/drawing/2014/main" id="{5ADEF6E2-4E1F-46DF-B874-87644096CF39}"/>
                  </a:ext>
                </a:extLst>
              </p:cNvPr>
              <p:cNvSpPr/>
              <p:nvPr/>
            </p:nvSpPr>
            <p:spPr>
              <a:xfrm>
                <a:off x="48021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42" name="타원 18241">
                <a:extLst>
                  <a:ext uri="{FF2B5EF4-FFF2-40B4-BE49-F238E27FC236}">
                    <a16:creationId xmlns:a16="http://schemas.microsoft.com/office/drawing/2014/main" id="{6162EA28-C923-45FB-8770-214088080136}"/>
                  </a:ext>
                </a:extLst>
              </p:cNvPr>
              <p:cNvSpPr/>
              <p:nvPr/>
            </p:nvSpPr>
            <p:spPr>
              <a:xfrm>
                <a:off x="49545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43" name="타원 18242">
                <a:extLst>
                  <a:ext uri="{FF2B5EF4-FFF2-40B4-BE49-F238E27FC236}">
                    <a16:creationId xmlns:a16="http://schemas.microsoft.com/office/drawing/2014/main" id="{79AB67C0-B51D-4B4C-A713-9889A389BD37}"/>
                  </a:ext>
                </a:extLst>
              </p:cNvPr>
              <p:cNvSpPr/>
              <p:nvPr/>
            </p:nvSpPr>
            <p:spPr>
              <a:xfrm>
                <a:off x="51069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44" name="타원 18243">
                <a:extLst>
                  <a:ext uri="{FF2B5EF4-FFF2-40B4-BE49-F238E27FC236}">
                    <a16:creationId xmlns:a16="http://schemas.microsoft.com/office/drawing/2014/main" id="{DAB6EE10-574A-4329-90C8-E4CF6E9CD452}"/>
                  </a:ext>
                </a:extLst>
              </p:cNvPr>
              <p:cNvSpPr/>
              <p:nvPr/>
            </p:nvSpPr>
            <p:spPr>
              <a:xfrm>
                <a:off x="52593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45" name="타원 18244">
                <a:extLst>
                  <a:ext uri="{FF2B5EF4-FFF2-40B4-BE49-F238E27FC236}">
                    <a16:creationId xmlns:a16="http://schemas.microsoft.com/office/drawing/2014/main" id="{8D944188-0FF6-42A8-9727-E56D1C667876}"/>
                  </a:ext>
                </a:extLst>
              </p:cNvPr>
              <p:cNvSpPr/>
              <p:nvPr/>
            </p:nvSpPr>
            <p:spPr>
              <a:xfrm>
                <a:off x="54117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46" name="타원 18245">
                <a:extLst>
                  <a:ext uri="{FF2B5EF4-FFF2-40B4-BE49-F238E27FC236}">
                    <a16:creationId xmlns:a16="http://schemas.microsoft.com/office/drawing/2014/main" id="{7C631E5B-4B25-4BE6-BA62-D4D90BE3676C}"/>
                  </a:ext>
                </a:extLst>
              </p:cNvPr>
              <p:cNvSpPr/>
              <p:nvPr/>
            </p:nvSpPr>
            <p:spPr>
              <a:xfrm>
                <a:off x="5564188" y="4343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47" name="타원 18246">
                <a:extLst>
                  <a:ext uri="{FF2B5EF4-FFF2-40B4-BE49-F238E27FC236}">
                    <a16:creationId xmlns:a16="http://schemas.microsoft.com/office/drawing/2014/main" id="{CF32F84E-800F-411D-A695-6C58EEB90366}"/>
                  </a:ext>
                </a:extLst>
              </p:cNvPr>
              <p:cNvSpPr/>
              <p:nvPr/>
            </p:nvSpPr>
            <p:spPr>
              <a:xfrm>
                <a:off x="2301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48" name="타원 18247">
                <a:extLst>
                  <a:ext uri="{FF2B5EF4-FFF2-40B4-BE49-F238E27FC236}">
                    <a16:creationId xmlns:a16="http://schemas.microsoft.com/office/drawing/2014/main" id="{61BF4C1F-9553-4BB8-A0CF-A4FE5961C36D}"/>
                  </a:ext>
                </a:extLst>
              </p:cNvPr>
              <p:cNvSpPr/>
              <p:nvPr/>
            </p:nvSpPr>
            <p:spPr>
              <a:xfrm>
                <a:off x="3825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49" name="타원 18248">
                <a:extLst>
                  <a:ext uri="{FF2B5EF4-FFF2-40B4-BE49-F238E27FC236}">
                    <a16:creationId xmlns:a16="http://schemas.microsoft.com/office/drawing/2014/main" id="{B4BA7EBD-0BDB-4C87-A2BA-7D11ACF45EC2}"/>
                  </a:ext>
                </a:extLst>
              </p:cNvPr>
              <p:cNvSpPr/>
              <p:nvPr/>
            </p:nvSpPr>
            <p:spPr>
              <a:xfrm>
                <a:off x="5349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50" name="타원 18249">
                <a:extLst>
                  <a:ext uri="{FF2B5EF4-FFF2-40B4-BE49-F238E27FC236}">
                    <a16:creationId xmlns:a16="http://schemas.microsoft.com/office/drawing/2014/main" id="{D6101DFC-852C-4CE2-9556-79F70A827708}"/>
                  </a:ext>
                </a:extLst>
              </p:cNvPr>
              <p:cNvSpPr/>
              <p:nvPr/>
            </p:nvSpPr>
            <p:spPr>
              <a:xfrm>
                <a:off x="6873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51" name="타원 18250">
                <a:extLst>
                  <a:ext uri="{FF2B5EF4-FFF2-40B4-BE49-F238E27FC236}">
                    <a16:creationId xmlns:a16="http://schemas.microsoft.com/office/drawing/2014/main" id="{477F0B35-8903-477A-B041-9DCD937C47A9}"/>
                  </a:ext>
                </a:extLst>
              </p:cNvPr>
              <p:cNvSpPr/>
              <p:nvPr/>
            </p:nvSpPr>
            <p:spPr>
              <a:xfrm>
                <a:off x="8397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52" name="타원 18251">
                <a:extLst>
                  <a:ext uri="{FF2B5EF4-FFF2-40B4-BE49-F238E27FC236}">
                    <a16:creationId xmlns:a16="http://schemas.microsoft.com/office/drawing/2014/main" id="{7580987B-0712-4CB4-B51A-132A36D34B63}"/>
                  </a:ext>
                </a:extLst>
              </p:cNvPr>
              <p:cNvSpPr/>
              <p:nvPr/>
            </p:nvSpPr>
            <p:spPr>
              <a:xfrm>
                <a:off x="9921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53" name="타원 18252">
                <a:extLst>
                  <a:ext uri="{FF2B5EF4-FFF2-40B4-BE49-F238E27FC236}">
                    <a16:creationId xmlns:a16="http://schemas.microsoft.com/office/drawing/2014/main" id="{8EAE555A-EBD2-408C-BF7C-8BCC63C123F1}"/>
                  </a:ext>
                </a:extLst>
              </p:cNvPr>
              <p:cNvSpPr/>
              <p:nvPr/>
            </p:nvSpPr>
            <p:spPr>
              <a:xfrm>
                <a:off x="11445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54" name="타원 18253">
                <a:extLst>
                  <a:ext uri="{FF2B5EF4-FFF2-40B4-BE49-F238E27FC236}">
                    <a16:creationId xmlns:a16="http://schemas.microsoft.com/office/drawing/2014/main" id="{DB0F55C6-E2B3-4C68-B9E7-A50D3659FE1D}"/>
                  </a:ext>
                </a:extLst>
              </p:cNvPr>
              <p:cNvSpPr/>
              <p:nvPr/>
            </p:nvSpPr>
            <p:spPr>
              <a:xfrm>
                <a:off x="12969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55" name="타원 18254">
                <a:extLst>
                  <a:ext uri="{FF2B5EF4-FFF2-40B4-BE49-F238E27FC236}">
                    <a16:creationId xmlns:a16="http://schemas.microsoft.com/office/drawing/2014/main" id="{D6813CC5-9E2C-480B-AC6E-D169D8073F73}"/>
                  </a:ext>
                </a:extLst>
              </p:cNvPr>
              <p:cNvSpPr/>
              <p:nvPr/>
            </p:nvSpPr>
            <p:spPr>
              <a:xfrm>
                <a:off x="14493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56" name="타원 18255">
                <a:extLst>
                  <a:ext uri="{FF2B5EF4-FFF2-40B4-BE49-F238E27FC236}">
                    <a16:creationId xmlns:a16="http://schemas.microsoft.com/office/drawing/2014/main" id="{47AB235F-02A6-4570-BE41-9A3498C3BFC6}"/>
                  </a:ext>
                </a:extLst>
              </p:cNvPr>
              <p:cNvSpPr/>
              <p:nvPr/>
            </p:nvSpPr>
            <p:spPr>
              <a:xfrm>
                <a:off x="16017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57" name="타원 18256">
                <a:extLst>
                  <a:ext uri="{FF2B5EF4-FFF2-40B4-BE49-F238E27FC236}">
                    <a16:creationId xmlns:a16="http://schemas.microsoft.com/office/drawing/2014/main" id="{992D3164-A6FD-484B-95A4-097C12FA18AD}"/>
                  </a:ext>
                </a:extLst>
              </p:cNvPr>
              <p:cNvSpPr/>
              <p:nvPr/>
            </p:nvSpPr>
            <p:spPr>
              <a:xfrm>
                <a:off x="17541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58" name="타원 18257">
                <a:extLst>
                  <a:ext uri="{FF2B5EF4-FFF2-40B4-BE49-F238E27FC236}">
                    <a16:creationId xmlns:a16="http://schemas.microsoft.com/office/drawing/2014/main" id="{6663CCF6-CF93-4DF8-8736-E4E63C541EC5}"/>
                  </a:ext>
                </a:extLst>
              </p:cNvPr>
              <p:cNvSpPr/>
              <p:nvPr/>
            </p:nvSpPr>
            <p:spPr>
              <a:xfrm>
                <a:off x="19065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59" name="타원 18258">
                <a:extLst>
                  <a:ext uri="{FF2B5EF4-FFF2-40B4-BE49-F238E27FC236}">
                    <a16:creationId xmlns:a16="http://schemas.microsoft.com/office/drawing/2014/main" id="{AB4874C9-9C6D-4772-AB84-88BD566D2396}"/>
                  </a:ext>
                </a:extLst>
              </p:cNvPr>
              <p:cNvSpPr/>
              <p:nvPr/>
            </p:nvSpPr>
            <p:spPr>
              <a:xfrm>
                <a:off x="20589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60" name="타원 18259">
                <a:extLst>
                  <a:ext uri="{FF2B5EF4-FFF2-40B4-BE49-F238E27FC236}">
                    <a16:creationId xmlns:a16="http://schemas.microsoft.com/office/drawing/2014/main" id="{60479545-3376-4497-BFD3-12326E3A9693}"/>
                  </a:ext>
                </a:extLst>
              </p:cNvPr>
              <p:cNvSpPr/>
              <p:nvPr/>
            </p:nvSpPr>
            <p:spPr>
              <a:xfrm>
                <a:off x="22113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61" name="타원 18260">
                <a:extLst>
                  <a:ext uri="{FF2B5EF4-FFF2-40B4-BE49-F238E27FC236}">
                    <a16:creationId xmlns:a16="http://schemas.microsoft.com/office/drawing/2014/main" id="{F22A68FC-0768-4A4B-A190-1A11B6100D33}"/>
                  </a:ext>
                </a:extLst>
              </p:cNvPr>
              <p:cNvSpPr/>
              <p:nvPr/>
            </p:nvSpPr>
            <p:spPr>
              <a:xfrm>
                <a:off x="23637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62" name="타원 18261">
                <a:extLst>
                  <a:ext uri="{FF2B5EF4-FFF2-40B4-BE49-F238E27FC236}">
                    <a16:creationId xmlns:a16="http://schemas.microsoft.com/office/drawing/2014/main" id="{C8C5205D-C5AC-4A91-BE7E-213D15C5AC54}"/>
                  </a:ext>
                </a:extLst>
              </p:cNvPr>
              <p:cNvSpPr/>
              <p:nvPr/>
            </p:nvSpPr>
            <p:spPr>
              <a:xfrm>
                <a:off x="25161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63" name="타원 18262">
                <a:extLst>
                  <a:ext uri="{FF2B5EF4-FFF2-40B4-BE49-F238E27FC236}">
                    <a16:creationId xmlns:a16="http://schemas.microsoft.com/office/drawing/2014/main" id="{CB841B87-ABFB-4941-83B6-64F5757448D8}"/>
                  </a:ext>
                </a:extLst>
              </p:cNvPr>
              <p:cNvSpPr/>
              <p:nvPr/>
            </p:nvSpPr>
            <p:spPr>
              <a:xfrm>
                <a:off x="26685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64" name="타원 18263">
                <a:extLst>
                  <a:ext uri="{FF2B5EF4-FFF2-40B4-BE49-F238E27FC236}">
                    <a16:creationId xmlns:a16="http://schemas.microsoft.com/office/drawing/2014/main" id="{87DE6A26-32C2-4355-8463-00B7EDE5C55C}"/>
                  </a:ext>
                </a:extLst>
              </p:cNvPr>
              <p:cNvSpPr/>
              <p:nvPr/>
            </p:nvSpPr>
            <p:spPr>
              <a:xfrm>
                <a:off x="28209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65" name="타원 18264">
                <a:extLst>
                  <a:ext uri="{FF2B5EF4-FFF2-40B4-BE49-F238E27FC236}">
                    <a16:creationId xmlns:a16="http://schemas.microsoft.com/office/drawing/2014/main" id="{89746FBE-B673-4290-B376-A4A1FEB3D5BC}"/>
                  </a:ext>
                </a:extLst>
              </p:cNvPr>
              <p:cNvSpPr/>
              <p:nvPr/>
            </p:nvSpPr>
            <p:spPr>
              <a:xfrm>
                <a:off x="29733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66" name="타원 18265">
                <a:extLst>
                  <a:ext uri="{FF2B5EF4-FFF2-40B4-BE49-F238E27FC236}">
                    <a16:creationId xmlns:a16="http://schemas.microsoft.com/office/drawing/2014/main" id="{54DB188D-E31C-4949-AB6F-774A21CFCFF2}"/>
                  </a:ext>
                </a:extLst>
              </p:cNvPr>
              <p:cNvSpPr/>
              <p:nvPr/>
            </p:nvSpPr>
            <p:spPr>
              <a:xfrm>
                <a:off x="31257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67" name="타원 18266">
                <a:extLst>
                  <a:ext uri="{FF2B5EF4-FFF2-40B4-BE49-F238E27FC236}">
                    <a16:creationId xmlns:a16="http://schemas.microsoft.com/office/drawing/2014/main" id="{6BB4C4B9-E74A-4406-9AF2-A6E1ABAC28DD}"/>
                  </a:ext>
                </a:extLst>
              </p:cNvPr>
              <p:cNvSpPr/>
              <p:nvPr/>
            </p:nvSpPr>
            <p:spPr>
              <a:xfrm>
                <a:off x="32781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68" name="타원 18267">
                <a:extLst>
                  <a:ext uri="{FF2B5EF4-FFF2-40B4-BE49-F238E27FC236}">
                    <a16:creationId xmlns:a16="http://schemas.microsoft.com/office/drawing/2014/main" id="{BDFFDB89-3ADE-40AC-9AAC-AC948EDAB20F}"/>
                  </a:ext>
                </a:extLst>
              </p:cNvPr>
              <p:cNvSpPr/>
              <p:nvPr/>
            </p:nvSpPr>
            <p:spPr>
              <a:xfrm>
                <a:off x="34305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69" name="타원 18268">
                <a:extLst>
                  <a:ext uri="{FF2B5EF4-FFF2-40B4-BE49-F238E27FC236}">
                    <a16:creationId xmlns:a16="http://schemas.microsoft.com/office/drawing/2014/main" id="{5AE13EBF-584C-4728-A86A-D27F0535E54D}"/>
                  </a:ext>
                </a:extLst>
              </p:cNvPr>
              <p:cNvSpPr/>
              <p:nvPr/>
            </p:nvSpPr>
            <p:spPr>
              <a:xfrm>
                <a:off x="35829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70" name="타원 18269">
                <a:extLst>
                  <a:ext uri="{FF2B5EF4-FFF2-40B4-BE49-F238E27FC236}">
                    <a16:creationId xmlns:a16="http://schemas.microsoft.com/office/drawing/2014/main" id="{84B8E71D-395E-4073-B827-C7C39CFAE60B}"/>
                  </a:ext>
                </a:extLst>
              </p:cNvPr>
              <p:cNvSpPr/>
              <p:nvPr/>
            </p:nvSpPr>
            <p:spPr>
              <a:xfrm>
                <a:off x="37353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71" name="타원 18270">
                <a:extLst>
                  <a:ext uri="{FF2B5EF4-FFF2-40B4-BE49-F238E27FC236}">
                    <a16:creationId xmlns:a16="http://schemas.microsoft.com/office/drawing/2014/main" id="{C93D07A2-AF68-4525-86FE-5DCE60D4F6D5}"/>
                  </a:ext>
                </a:extLst>
              </p:cNvPr>
              <p:cNvSpPr/>
              <p:nvPr/>
            </p:nvSpPr>
            <p:spPr>
              <a:xfrm>
                <a:off x="38877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72" name="타원 18271">
                <a:extLst>
                  <a:ext uri="{FF2B5EF4-FFF2-40B4-BE49-F238E27FC236}">
                    <a16:creationId xmlns:a16="http://schemas.microsoft.com/office/drawing/2014/main" id="{DF1B618E-537B-47EB-822D-AFA28367EFF0}"/>
                  </a:ext>
                </a:extLst>
              </p:cNvPr>
              <p:cNvSpPr/>
              <p:nvPr/>
            </p:nvSpPr>
            <p:spPr>
              <a:xfrm>
                <a:off x="40401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73" name="타원 18272">
                <a:extLst>
                  <a:ext uri="{FF2B5EF4-FFF2-40B4-BE49-F238E27FC236}">
                    <a16:creationId xmlns:a16="http://schemas.microsoft.com/office/drawing/2014/main" id="{41859509-55F8-424B-8548-E6D5C1FCF1C8}"/>
                  </a:ext>
                </a:extLst>
              </p:cNvPr>
              <p:cNvSpPr/>
              <p:nvPr/>
            </p:nvSpPr>
            <p:spPr>
              <a:xfrm>
                <a:off x="41925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74" name="타원 18273">
                <a:extLst>
                  <a:ext uri="{FF2B5EF4-FFF2-40B4-BE49-F238E27FC236}">
                    <a16:creationId xmlns:a16="http://schemas.microsoft.com/office/drawing/2014/main" id="{FE9647C3-ADA8-4CF4-876A-9B2727668D8A}"/>
                  </a:ext>
                </a:extLst>
              </p:cNvPr>
              <p:cNvSpPr/>
              <p:nvPr/>
            </p:nvSpPr>
            <p:spPr>
              <a:xfrm>
                <a:off x="43449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75" name="타원 18274">
                <a:extLst>
                  <a:ext uri="{FF2B5EF4-FFF2-40B4-BE49-F238E27FC236}">
                    <a16:creationId xmlns:a16="http://schemas.microsoft.com/office/drawing/2014/main" id="{BEE7C53B-94A5-425C-9B7D-0BB46810D90C}"/>
                  </a:ext>
                </a:extLst>
              </p:cNvPr>
              <p:cNvSpPr/>
              <p:nvPr/>
            </p:nvSpPr>
            <p:spPr>
              <a:xfrm>
                <a:off x="44973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76" name="타원 18275">
                <a:extLst>
                  <a:ext uri="{FF2B5EF4-FFF2-40B4-BE49-F238E27FC236}">
                    <a16:creationId xmlns:a16="http://schemas.microsoft.com/office/drawing/2014/main" id="{0DF8F179-9561-4C9C-B6EC-C1417E3CD2CC}"/>
                  </a:ext>
                </a:extLst>
              </p:cNvPr>
              <p:cNvSpPr/>
              <p:nvPr/>
            </p:nvSpPr>
            <p:spPr>
              <a:xfrm>
                <a:off x="46497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77" name="타원 18276">
                <a:extLst>
                  <a:ext uri="{FF2B5EF4-FFF2-40B4-BE49-F238E27FC236}">
                    <a16:creationId xmlns:a16="http://schemas.microsoft.com/office/drawing/2014/main" id="{D75E30B8-EC9A-4085-AAF5-4260E6919C04}"/>
                  </a:ext>
                </a:extLst>
              </p:cNvPr>
              <p:cNvSpPr/>
              <p:nvPr/>
            </p:nvSpPr>
            <p:spPr>
              <a:xfrm>
                <a:off x="48021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78" name="타원 18277">
                <a:extLst>
                  <a:ext uri="{FF2B5EF4-FFF2-40B4-BE49-F238E27FC236}">
                    <a16:creationId xmlns:a16="http://schemas.microsoft.com/office/drawing/2014/main" id="{932BE98A-7210-4EB2-BE73-838F56C1567E}"/>
                  </a:ext>
                </a:extLst>
              </p:cNvPr>
              <p:cNvSpPr/>
              <p:nvPr/>
            </p:nvSpPr>
            <p:spPr>
              <a:xfrm>
                <a:off x="49545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79" name="타원 18278">
                <a:extLst>
                  <a:ext uri="{FF2B5EF4-FFF2-40B4-BE49-F238E27FC236}">
                    <a16:creationId xmlns:a16="http://schemas.microsoft.com/office/drawing/2014/main" id="{E9877F88-A68C-491D-BC23-67844489FF04}"/>
                  </a:ext>
                </a:extLst>
              </p:cNvPr>
              <p:cNvSpPr/>
              <p:nvPr/>
            </p:nvSpPr>
            <p:spPr>
              <a:xfrm>
                <a:off x="51069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80" name="타원 18279">
                <a:extLst>
                  <a:ext uri="{FF2B5EF4-FFF2-40B4-BE49-F238E27FC236}">
                    <a16:creationId xmlns:a16="http://schemas.microsoft.com/office/drawing/2014/main" id="{5C153DDF-1EAE-498A-B3C1-F14B548027D6}"/>
                  </a:ext>
                </a:extLst>
              </p:cNvPr>
              <p:cNvSpPr/>
              <p:nvPr/>
            </p:nvSpPr>
            <p:spPr>
              <a:xfrm>
                <a:off x="52593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81" name="타원 18280">
                <a:extLst>
                  <a:ext uri="{FF2B5EF4-FFF2-40B4-BE49-F238E27FC236}">
                    <a16:creationId xmlns:a16="http://schemas.microsoft.com/office/drawing/2014/main" id="{E0020787-5736-4225-B701-EFCDDE74490B}"/>
                  </a:ext>
                </a:extLst>
              </p:cNvPr>
              <p:cNvSpPr/>
              <p:nvPr/>
            </p:nvSpPr>
            <p:spPr>
              <a:xfrm>
                <a:off x="54117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82" name="타원 18281">
                <a:extLst>
                  <a:ext uri="{FF2B5EF4-FFF2-40B4-BE49-F238E27FC236}">
                    <a16:creationId xmlns:a16="http://schemas.microsoft.com/office/drawing/2014/main" id="{B3C3AA44-5F80-4357-962F-4C3460483754}"/>
                  </a:ext>
                </a:extLst>
              </p:cNvPr>
              <p:cNvSpPr/>
              <p:nvPr/>
            </p:nvSpPr>
            <p:spPr>
              <a:xfrm>
                <a:off x="5564188" y="4495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83" name="타원 18282">
                <a:extLst>
                  <a:ext uri="{FF2B5EF4-FFF2-40B4-BE49-F238E27FC236}">
                    <a16:creationId xmlns:a16="http://schemas.microsoft.com/office/drawing/2014/main" id="{844B266D-0CF4-47B3-977C-911269382816}"/>
                  </a:ext>
                </a:extLst>
              </p:cNvPr>
              <p:cNvSpPr/>
              <p:nvPr/>
            </p:nvSpPr>
            <p:spPr>
              <a:xfrm>
                <a:off x="2301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84" name="타원 18283">
                <a:extLst>
                  <a:ext uri="{FF2B5EF4-FFF2-40B4-BE49-F238E27FC236}">
                    <a16:creationId xmlns:a16="http://schemas.microsoft.com/office/drawing/2014/main" id="{F5E1BDA1-E9CD-437C-90FE-3884597D4024}"/>
                  </a:ext>
                </a:extLst>
              </p:cNvPr>
              <p:cNvSpPr/>
              <p:nvPr/>
            </p:nvSpPr>
            <p:spPr>
              <a:xfrm>
                <a:off x="3825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85" name="타원 18284">
                <a:extLst>
                  <a:ext uri="{FF2B5EF4-FFF2-40B4-BE49-F238E27FC236}">
                    <a16:creationId xmlns:a16="http://schemas.microsoft.com/office/drawing/2014/main" id="{57EE7475-1A2A-4662-9AC9-BC207EE9E892}"/>
                  </a:ext>
                </a:extLst>
              </p:cNvPr>
              <p:cNvSpPr/>
              <p:nvPr/>
            </p:nvSpPr>
            <p:spPr>
              <a:xfrm>
                <a:off x="5349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86" name="타원 18285">
                <a:extLst>
                  <a:ext uri="{FF2B5EF4-FFF2-40B4-BE49-F238E27FC236}">
                    <a16:creationId xmlns:a16="http://schemas.microsoft.com/office/drawing/2014/main" id="{C9B95A87-A06E-4DFF-8496-AB47F584A7E6}"/>
                  </a:ext>
                </a:extLst>
              </p:cNvPr>
              <p:cNvSpPr/>
              <p:nvPr/>
            </p:nvSpPr>
            <p:spPr>
              <a:xfrm>
                <a:off x="6873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87" name="타원 18286">
                <a:extLst>
                  <a:ext uri="{FF2B5EF4-FFF2-40B4-BE49-F238E27FC236}">
                    <a16:creationId xmlns:a16="http://schemas.microsoft.com/office/drawing/2014/main" id="{7919D5C1-4B61-4C4D-850C-FB5AE7D74580}"/>
                  </a:ext>
                </a:extLst>
              </p:cNvPr>
              <p:cNvSpPr/>
              <p:nvPr/>
            </p:nvSpPr>
            <p:spPr>
              <a:xfrm>
                <a:off x="8397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88" name="타원 18287">
                <a:extLst>
                  <a:ext uri="{FF2B5EF4-FFF2-40B4-BE49-F238E27FC236}">
                    <a16:creationId xmlns:a16="http://schemas.microsoft.com/office/drawing/2014/main" id="{66F44C11-3363-4B84-86CF-2AECB50F0503}"/>
                  </a:ext>
                </a:extLst>
              </p:cNvPr>
              <p:cNvSpPr/>
              <p:nvPr/>
            </p:nvSpPr>
            <p:spPr>
              <a:xfrm>
                <a:off x="9921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89" name="타원 18288">
                <a:extLst>
                  <a:ext uri="{FF2B5EF4-FFF2-40B4-BE49-F238E27FC236}">
                    <a16:creationId xmlns:a16="http://schemas.microsoft.com/office/drawing/2014/main" id="{C5D9D6BE-E464-43F8-B00F-EC93318DC59B}"/>
                  </a:ext>
                </a:extLst>
              </p:cNvPr>
              <p:cNvSpPr/>
              <p:nvPr/>
            </p:nvSpPr>
            <p:spPr>
              <a:xfrm>
                <a:off x="11445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90" name="타원 18289">
                <a:extLst>
                  <a:ext uri="{FF2B5EF4-FFF2-40B4-BE49-F238E27FC236}">
                    <a16:creationId xmlns:a16="http://schemas.microsoft.com/office/drawing/2014/main" id="{418769F3-A8C8-40B3-BA38-21625D32F270}"/>
                  </a:ext>
                </a:extLst>
              </p:cNvPr>
              <p:cNvSpPr/>
              <p:nvPr/>
            </p:nvSpPr>
            <p:spPr>
              <a:xfrm>
                <a:off x="12969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91" name="타원 18290">
                <a:extLst>
                  <a:ext uri="{FF2B5EF4-FFF2-40B4-BE49-F238E27FC236}">
                    <a16:creationId xmlns:a16="http://schemas.microsoft.com/office/drawing/2014/main" id="{A7CAA061-D258-48AD-BCAD-A31D578BCF5D}"/>
                  </a:ext>
                </a:extLst>
              </p:cNvPr>
              <p:cNvSpPr/>
              <p:nvPr/>
            </p:nvSpPr>
            <p:spPr>
              <a:xfrm>
                <a:off x="14493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92" name="타원 18291">
                <a:extLst>
                  <a:ext uri="{FF2B5EF4-FFF2-40B4-BE49-F238E27FC236}">
                    <a16:creationId xmlns:a16="http://schemas.microsoft.com/office/drawing/2014/main" id="{CB7CA2E5-CC40-4A2D-8E2C-DD8C1704626D}"/>
                  </a:ext>
                </a:extLst>
              </p:cNvPr>
              <p:cNvSpPr/>
              <p:nvPr/>
            </p:nvSpPr>
            <p:spPr>
              <a:xfrm>
                <a:off x="16017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93" name="타원 18292">
                <a:extLst>
                  <a:ext uri="{FF2B5EF4-FFF2-40B4-BE49-F238E27FC236}">
                    <a16:creationId xmlns:a16="http://schemas.microsoft.com/office/drawing/2014/main" id="{5E9411E1-4D1B-4032-A071-1AA7F5008EB6}"/>
                  </a:ext>
                </a:extLst>
              </p:cNvPr>
              <p:cNvSpPr/>
              <p:nvPr/>
            </p:nvSpPr>
            <p:spPr>
              <a:xfrm>
                <a:off x="17541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94" name="타원 18293">
                <a:extLst>
                  <a:ext uri="{FF2B5EF4-FFF2-40B4-BE49-F238E27FC236}">
                    <a16:creationId xmlns:a16="http://schemas.microsoft.com/office/drawing/2014/main" id="{89C42AAF-052F-4AC4-84DA-0138F909D90E}"/>
                  </a:ext>
                </a:extLst>
              </p:cNvPr>
              <p:cNvSpPr/>
              <p:nvPr/>
            </p:nvSpPr>
            <p:spPr>
              <a:xfrm>
                <a:off x="19065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95" name="타원 18294">
                <a:extLst>
                  <a:ext uri="{FF2B5EF4-FFF2-40B4-BE49-F238E27FC236}">
                    <a16:creationId xmlns:a16="http://schemas.microsoft.com/office/drawing/2014/main" id="{A6A2813A-6D53-4D57-A0E6-22B46D663060}"/>
                  </a:ext>
                </a:extLst>
              </p:cNvPr>
              <p:cNvSpPr/>
              <p:nvPr/>
            </p:nvSpPr>
            <p:spPr>
              <a:xfrm>
                <a:off x="20589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96" name="타원 18295">
                <a:extLst>
                  <a:ext uri="{FF2B5EF4-FFF2-40B4-BE49-F238E27FC236}">
                    <a16:creationId xmlns:a16="http://schemas.microsoft.com/office/drawing/2014/main" id="{D55DE3AA-FEA7-4D48-B9B6-57AF6E80FA90}"/>
                  </a:ext>
                </a:extLst>
              </p:cNvPr>
              <p:cNvSpPr/>
              <p:nvPr/>
            </p:nvSpPr>
            <p:spPr>
              <a:xfrm>
                <a:off x="22113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97" name="타원 18296">
                <a:extLst>
                  <a:ext uri="{FF2B5EF4-FFF2-40B4-BE49-F238E27FC236}">
                    <a16:creationId xmlns:a16="http://schemas.microsoft.com/office/drawing/2014/main" id="{70F58799-9F88-42FF-97CE-DF7592B95FC6}"/>
                  </a:ext>
                </a:extLst>
              </p:cNvPr>
              <p:cNvSpPr/>
              <p:nvPr/>
            </p:nvSpPr>
            <p:spPr>
              <a:xfrm>
                <a:off x="23637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98" name="타원 18297">
                <a:extLst>
                  <a:ext uri="{FF2B5EF4-FFF2-40B4-BE49-F238E27FC236}">
                    <a16:creationId xmlns:a16="http://schemas.microsoft.com/office/drawing/2014/main" id="{0F079550-9B81-457F-9B5B-59444DFF18C4}"/>
                  </a:ext>
                </a:extLst>
              </p:cNvPr>
              <p:cNvSpPr/>
              <p:nvPr/>
            </p:nvSpPr>
            <p:spPr>
              <a:xfrm>
                <a:off x="25161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99" name="타원 18298">
                <a:extLst>
                  <a:ext uri="{FF2B5EF4-FFF2-40B4-BE49-F238E27FC236}">
                    <a16:creationId xmlns:a16="http://schemas.microsoft.com/office/drawing/2014/main" id="{00C5A1CF-91C2-4939-AF9A-21881E113727}"/>
                  </a:ext>
                </a:extLst>
              </p:cNvPr>
              <p:cNvSpPr/>
              <p:nvPr/>
            </p:nvSpPr>
            <p:spPr>
              <a:xfrm>
                <a:off x="26685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00" name="타원 18299">
                <a:extLst>
                  <a:ext uri="{FF2B5EF4-FFF2-40B4-BE49-F238E27FC236}">
                    <a16:creationId xmlns:a16="http://schemas.microsoft.com/office/drawing/2014/main" id="{86FF25DB-5294-4867-A500-48EB70FFC52B}"/>
                  </a:ext>
                </a:extLst>
              </p:cNvPr>
              <p:cNvSpPr/>
              <p:nvPr/>
            </p:nvSpPr>
            <p:spPr>
              <a:xfrm>
                <a:off x="28209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01" name="타원 18300">
                <a:extLst>
                  <a:ext uri="{FF2B5EF4-FFF2-40B4-BE49-F238E27FC236}">
                    <a16:creationId xmlns:a16="http://schemas.microsoft.com/office/drawing/2014/main" id="{1E1B0185-51E6-4306-B848-E25D603120DE}"/>
                  </a:ext>
                </a:extLst>
              </p:cNvPr>
              <p:cNvSpPr/>
              <p:nvPr/>
            </p:nvSpPr>
            <p:spPr>
              <a:xfrm>
                <a:off x="29733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02" name="타원 18301">
                <a:extLst>
                  <a:ext uri="{FF2B5EF4-FFF2-40B4-BE49-F238E27FC236}">
                    <a16:creationId xmlns:a16="http://schemas.microsoft.com/office/drawing/2014/main" id="{A57A996B-94B2-464C-9889-FB2408E5BCAF}"/>
                  </a:ext>
                </a:extLst>
              </p:cNvPr>
              <p:cNvSpPr/>
              <p:nvPr/>
            </p:nvSpPr>
            <p:spPr>
              <a:xfrm>
                <a:off x="31257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03" name="타원 18302">
                <a:extLst>
                  <a:ext uri="{FF2B5EF4-FFF2-40B4-BE49-F238E27FC236}">
                    <a16:creationId xmlns:a16="http://schemas.microsoft.com/office/drawing/2014/main" id="{73E021FE-CCF8-452E-BACF-CC12DDD6EFAA}"/>
                  </a:ext>
                </a:extLst>
              </p:cNvPr>
              <p:cNvSpPr/>
              <p:nvPr/>
            </p:nvSpPr>
            <p:spPr>
              <a:xfrm>
                <a:off x="32781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04" name="타원 18303">
                <a:extLst>
                  <a:ext uri="{FF2B5EF4-FFF2-40B4-BE49-F238E27FC236}">
                    <a16:creationId xmlns:a16="http://schemas.microsoft.com/office/drawing/2014/main" id="{435D97A0-6BED-4844-9626-7209CBF810AD}"/>
                  </a:ext>
                </a:extLst>
              </p:cNvPr>
              <p:cNvSpPr/>
              <p:nvPr/>
            </p:nvSpPr>
            <p:spPr>
              <a:xfrm>
                <a:off x="34305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05" name="타원 18304">
                <a:extLst>
                  <a:ext uri="{FF2B5EF4-FFF2-40B4-BE49-F238E27FC236}">
                    <a16:creationId xmlns:a16="http://schemas.microsoft.com/office/drawing/2014/main" id="{8A3BE4EB-78A5-49A2-94C4-8543DA7E5091}"/>
                  </a:ext>
                </a:extLst>
              </p:cNvPr>
              <p:cNvSpPr/>
              <p:nvPr/>
            </p:nvSpPr>
            <p:spPr>
              <a:xfrm>
                <a:off x="35829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06" name="타원 18305">
                <a:extLst>
                  <a:ext uri="{FF2B5EF4-FFF2-40B4-BE49-F238E27FC236}">
                    <a16:creationId xmlns:a16="http://schemas.microsoft.com/office/drawing/2014/main" id="{EB79B28D-43EA-483F-BB41-5D34B13E88C4}"/>
                  </a:ext>
                </a:extLst>
              </p:cNvPr>
              <p:cNvSpPr/>
              <p:nvPr/>
            </p:nvSpPr>
            <p:spPr>
              <a:xfrm>
                <a:off x="37353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07" name="타원 18306">
                <a:extLst>
                  <a:ext uri="{FF2B5EF4-FFF2-40B4-BE49-F238E27FC236}">
                    <a16:creationId xmlns:a16="http://schemas.microsoft.com/office/drawing/2014/main" id="{3B87EE45-8D9E-45ED-9375-0A81D82D92FA}"/>
                  </a:ext>
                </a:extLst>
              </p:cNvPr>
              <p:cNvSpPr/>
              <p:nvPr/>
            </p:nvSpPr>
            <p:spPr>
              <a:xfrm>
                <a:off x="38877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08" name="타원 18307">
                <a:extLst>
                  <a:ext uri="{FF2B5EF4-FFF2-40B4-BE49-F238E27FC236}">
                    <a16:creationId xmlns:a16="http://schemas.microsoft.com/office/drawing/2014/main" id="{58B81EF9-836C-47C8-9FDA-7B77C328532C}"/>
                  </a:ext>
                </a:extLst>
              </p:cNvPr>
              <p:cNvSpPr/>
              <p:nvPr/>
            </p:nvSpPr>
            <p:spPr>
              <a:xfrm>
                <a:off x="40401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09" name="타원 18308">
                <a:extLst>
                  <a:ext uri="{FF2B5EF4-FFF2-40B4-BE49-F238E27FC236}">
                    <a16:creationId xmlns:a16="http://schemas.microsoft.com/office/drawing/2014/main" id="{F3AC62F5-2534-401F-A72A-2B10AD655F41}"/>
                  </a:ext>
                </a:extLst>
              </p:cNvPr>
              <p:cNvSpPr/>
              <p:nvPr/>
            </p:nvSpPr>
            <p:spPr>
              <a:xfrm>
                <a:off x="41925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10" name="타원 18309">
                <a:extLst>
                  <a:ext uri="{FF2B5EF4-FFF2-40B4-BE49-F238E27FC236}">
                    <a16:creationId xmlns:a16="http://schemas.microsoft.com/office/drawing/2014/main" id="{D7D55FD6-00F3-403D-8B98-BD7D5E695A35}"/>
                  </a:ext>
                </a:extLst>
              </p:cNvPr>
              <p:cNvSpPr/>
              <p:nvPr/>
            </p:nvSpPr>
            <p:spPr>
              <a:xfrm>
                <a:off x="43449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11" name="타원 18310">
                <a:extLst>
                  <a:ext uri="{FF2B5EF4-FFF2-40B4-BE49-F238E27FC236}">
                    <a16:creationId xmlns:a16="http://schemas.microsoft.com/office/drawing/2014/main" id="{751139B0-A639-4843-B698-F7FB9154229C}"/>
                  </a:ext>
                </a:extLst>
              </p:cNvPr>
              <p:cNvSpPr/>
              <p:nvPr/>
            </p:nvSpPr>
            <p:spPr>
              <a:xfrm>
                <a:off x="44973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12" name="타원 18311">
                <a:extLst>
                  <a:ext uri="{FF2B5EF4-FFF2-40B4-BE49-F238E27FC236}">
                    <a16:creationId xmlns:a16="http://schemas.microsoft.com/office/drawing/2014/main" id="{B03740C6-BC87-471F-854A-2C02B62C15E2}"/>
                  </a:ext>
                </a:extLst>
              </p:cNvPr>
              <p:cNvSpPr/>
              <p:nvPr/>
            </p:nvSpPr>
            <p:spPr>
              <a:xfrm>
                <a:off x="46497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13" name="타원 18312">
                <a:extLst>
                  <a:ext uri="{FF2B5EF4-FFF2-40B4-BE49-F238E27FC236}">
                    <a16:creationId xmlns:a16="http://schemas.microsoft.com/office/drawing/2014/main" id="{33161238-0DAA-450D-9BF0-90093A4586EC}"/>
                  </a:ext>
                </a:extLst>
              </p:cNvPr>
              <p:cNvSpPr/>
              <p:nvPr/>
            </p:nvSpPr>
            <p:spPr>
              <a:xfrm>
                <a:off x="48021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14" name="타원 18313">
                <a:extLst>
                  <a:ext uri="{FF2B5EF4-FFF2-40B4-BE49-F238E27FC236}">
                    <a16:creationId xmlns:a16="http://schemas.microsoft.com/office/drawing/2014/main" id="{1C60F205-CDEE-4169-BF4A-6DE2CEBD3519}"/>
                  </a:ext>
                </a:extLst>
              </p:cNvPr>
              <p:cNvSpPr/>
              <p:nvPr/>
            </p:nvSpPr>
            <p:spPr>
              <a:xfrm>
                <a:off x="49545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15" name="타원 18314">
                <a:extLst>
                  <a:ext uri="{FF2B5EF4-FFF2-40B4-BE49-F238E27FC236}">
                    <a16:creationId xmlns:a16="http://schemas.microsoft.com/office/drawing/2014/main" id="{94E99943-E65B-474D-A050-40BCC85CE0AC}"/>
                  </a:ext>
                </a:extLst>
              </p:cNvPr>
              <p:cNvSpPr/>
              <p:nvPr/>
            </p:nvSpPr>
            <p:spPr>
              <a:xfrm>
                <a:off x="51069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16" name="타원 18315">
                <a:extLst>
                  <a:ext uri="{FF2B5EF4-FFF2-40B4-BE49-F238E27FC236}">
                    <a16:creationId xmlns:a16="http://schemas.microsoft.com/office/drawing/2014/main" id="{087658FF-1F35-4A13-A14D-FEF1E2EDF6DA}"/>
                  </a:ext>
                </a:extLst>
              </p:cNvPr>
              <p:cNvSpPr/>
              <p:nvPr/>
            </p:nvSpPr>
            <p:spPr>
              <a:xfrm>
                <a:off x="52593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17" name="타원 18316">
                <a:extLst>
                  <a:ext uri="{FF2B5EF4-FFF2-40B4-BE49-F238E27FC236}">
                    <a16:creationId xmlns:a16="http://schemas.microsoft.com/office/drawing/2014/main" id="{81FCAF32-1F63-4DEA-B284-2C6CB1A93FF7}"/>
                  </a:ext>
                </a:extLst>
              </p:cNvPr>
              <p:cNvSpPr/>
              <p:nvPr/>
            </p:nvSpPr>
            <p:spPr>
              <a:xfrm>
                <a:off x="54117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18" name="타원 18317">
                <a:extLst>
                  <a:ext uri="{FF2B5EF4-FFF2-40B4-BE49-F238E27FC236}">
                    <a16:creationId xmlns:a16="http://schemas.microsoft.com/office/drawing/2014/main" id="{5CE8AFB5-B1D7-45D6-B606-B97D136BB50E}"/>
                  </a:ext>
                </a:extLst>
              </p:cNvPr>
              <p:cNvSpPr/>
              <p:nvPr/>
            </p:nvSpPr>
            <p:spPr>
              <a:xfrm>
                <a:off x="5564188" y="4648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19" name="타원 18318">
                <a:extLst>
                  <a:ext uri="{FF2B5EF4-FFF2-40B4-BE49-F238E27FC236}">
                    <a16:creationId xmlns:a16="http://schemas.microsoft.com/office/drawing/2014/main" id="{F7894FE9-97C4-45D8-B909-D719046245A0}"/>
                  </a:ext>
                </a:extLst>
              </p:cNvPr>
              <p:cNvSpPr/>
              <p:nvPr/>
            </p:nvSpPr>
            <p:spPr>
              <a:xfrm>
                <a:off x="2301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20" name="타원 18319">
                <a:extLst>
                  <a:ext uri="{FF2B5EF4-FFF2-40B4-BE49-F238E27FC236}">
                    <a16:creationId xmlns:a16="http://schemas.microsoft.com/office/drawing/2014/main" id="{21F0B484-580E-48C9-A54F-290D883467DC}"/>
                  </a:ext>
                </a:extLst>
              </p:cNvPr>
              <p:cNvSpPr/>
              <p:nvPr/>
            </p:nvSpPr>
            <p:spPr>
              <a:xfrm>
                <a:off x="3825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21" name="타원 18320">
                <a:extLst>
                  <a:ext uri="{FF2B5EF4-FFF2-40B4-BE49-F238E27FC236}">
                    <a16:creationId xmlns:a16="http://schemas.microsoft.com/office/drawing/2014/main" id="{B08830B1-88EA-4F07-86D2-95ADC35CC2F0}"/>
                  </a:ext>
                </a:extLst>
              </p:cNvPr>
              <p:cNvSpPr/>
              <p:nvPr/>
            </p:nvSpPr>
            <p:spPr>
              <a:xfrm>
                <a:off x="5349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22" name="타원 18321">
                <a:extLst>
                  <a:ext uri="{FF2B5EF4-FFF2-40B4-BE49-F238E27FC236}">
                    <a16:creationId xmlns:a16="http://schemas.microsoft.com/office/drawing/2014/main" id="{3B937861-35D8-4A91-8DEA-5FAE0CF44328}"/>
                  </a:ext>
                </a:extLst>
              </p:cNvPr>
              <p:cNvSpPr/>
              <p:nvPr/>
            </p:nvSpPr>
            <p:spPr>
              <a:xfrm>
                <a:off x="6873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23" name="타원 18322">
                <a:extLst>
                  <a:ext uri="{FF2B5EF4-FFF2-40B4-BE49-F238E27FC236}">
                    <a16:creationId xmlns:a16="http://schemas.microsoft.com/office/drawing/2014/main" id="{88B406EF-39AE-4EC7-9E1F-8182DDF15563}"/>
                  </a:ext>
                </a:extLst>
              </p:cNvPr>
              <p:cNvSpPr/>
              <p:nvPr/>
            </p:nvSpPr>
            <p:spPr>
              <a:xfrm>
                <a:off x="8397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24" name="타원 18323">
                <a:extLst>
                  <a:ext uri="{FF2B5EF4-FFF2-40B4-BE49-F238E27FC236}">
                    <a16:creationId xmlns:a16="http://schemas.microsoft.com/office/drawing/2014/main" id="{E3307C0E-A710-4ACC-BBEF-5965059A9EFC}"/>
                  </a:ext>
                </a:extLst>
              </p:cNvPr>
              <p:cNvSpPr/>
              <p:nvPr/>
            </p:nvSpPr>
            <p:spPr>
              <a:xfrm>
                <a:off x="9921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25" name="타원 18324">
                <a:extLst>
                  <a:ext uri="{FF2B5EF4-FFF2-40B4-BE49-F238E27FC236}">
                    <a16:creationId xmlns:a16="http://schemas.microsoft.com/office/drawing/2014/main" id="{5B73AF03-D850-4CBB-B219-5B8F430AE481}"/>
                  </a:ext>
                </a:extLst>
              </p:cNvPr>
              <p:cNvSpPr/>
              <p:nvPr/>
            </p:nvSpPr>
            <p:spPr>
              <a:xfrm>
                <a:off x="11445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26" name="타원 18325">
                <a:extLst>
                  <a:ext uri="{FF2B5EF4-FFF2-40B4-BE49-F238E27FC236}">
                    <a16:creationId xmlns:a16="http://schemas.microsoft.com/office/drawing/2014/main" id="{428B2728-F80E-4211-8DAD-746B0E0330C1}"/>
                  </a:ext>
                </a:extLst>
              </p:cNvPr>
              <p:cNvSpPr/>
              <p:nvPr/>
            </p:nvSpPr>
            <p:spPr>
              <a:xfrm>
                <a:off x="12969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27" name="타원 18326">
                <a:extLst>
                  <a:ext uri="{FF2B5EF4-FFF2-40B4-BE49-F238E27FC236}">
                    <a16:creationId xmlns:a16="http://schemas.microsoft.com/office/drawing/2014/main" id="{81C3615F-D9AA-46EE-9EA4-0FB47DDDD31B}"/>
                  </a:ext>
                </a:extLst>
              </p:cNvPr>
              <p:cNvSpPr/>
              <p:nvPr/>
            </p:nvSpPr>
            <p:spPr>
              <a:xfrm>
                <a:off x="14493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28" name="타원 18327">
                <a:extLst>
                  <a:ext uri="{FF2B5EF4-FFF2-40B4-BE49-F238E27FC236}">
                    <a16:creationId xmlns:a16="http://schemas.microsoft.com/office/drawing/2014/main" id="{5D4A30E1-113C-4F4D-80FC-ADC6A08FFD3E}"/>
                  </a:ext>
                </a:extLst>
              </p:cNvPr>
              <p:cNvSpPr/>
              <p:nvPr/>
            </p:nvSpPr>
            <p:spPr>
              <a:xfrm>
                <a:off x="16017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29" name="타원 18328">
                <a:extLst>
                  <a:ext uri="{FF2B5EF4-FFF2-40B4-BE49-F238E27FC236}">
                    <a16:creationId xmlns:a16="http://schemas.microsoft.com/office/drawing/2014/main" id="{3695AEB8-26E0-4E42-81F4-C58E94FE35FC}"/>
                  </a:ext>
                </a:extLst>
              </p:cNvPr>
              <p:cNvSpPr/>
              <p:nvPr/>
            </p:nvSpPr>
            <p:spPr>
              <a:xfrm>
                <a:off x="17541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30" name="타원 18329">
                <a:extLst>
                  <a:ext uri="{FF2B5EF4-FFF2-40B4-BE49-F238E27FC236}">
                    <a16:creationId xmlns:a16="http://schemas.microsoft.com/office/drawing/2014/main" id="{BE90B440-CD43-446F-999B-501D35C0691A}"/>
                  </a:ext>
                </a:extLst>
              </p:cNvPr>
              <p:cNvSpPr/>
              <p:nvPr/>
            </p:nvSpPr>
            <p:spPr>
              <a:xfrm>
                <a:off x="19065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31" name="타원 18330">
                <a:extLst>
                  <a:ext uri="{FF2B5EF4-FFF2-40B4-BE49-F238E27FC236}">
                    <a16:creationId xmlns:a16="http://schemas.microsoft.com/office/drawing/2014/main" id="{5BC17CDE-D7AF-4A40-9898-4E3F9A7372D7}"/>
                  </a:ext>
                </a:extLst>
              </p:cNvPr>
              <p:cNvSpPr/>
              <p:nvPr/>
            </p:nvSpPr>
            <p:spPr>
              <a:xfrm>
                <a:off x="20589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32" name="타원 18331">
                <a:extLst>
                  <a:ext uri="{FF2B5EF4-FFF2-40B4-BE49-F238E27FC236}">
                    <a16:creationId xmlns:a16="http://schemas.microsoft.com/office/drawing/2014/main" id="{44553C2E-4781-4E66-872D-6DABD66D567E}"/>
                  </a:ext>
                </a:extLst>
              </p:cNvPr>
              <p:cNvSpPr/>
              <p:nvPr/>
            </p:nvSpPr>
            <p:spPr>
              <a:xfrm>
                <a:off x="22113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33" name="타원 18332">
                <a:extLst>
                  <a:ext uri="{FF2B5EF4-FFF2-40B4-BE49-F238E27FC236}">
                    <a16:creationId xmlns:a16="http://schemas.microsoft.com/office/drawing/2014/main" id="{78010705-3C1D-42CF-AC95-6F7FA576E947}"/>
                  </a:ext>
                </a:extLst>
              </p:cNvPr>
              <p:cNvSpPr/>
              <p:nvPr/>
            </p:nvSpPr>
            <p:spPr>
              <a:xfrm>
                <a:off x="23637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34" name="타원 18333">
                <a:extLst>
                  <a:ext uri="{FF2B5EF4-FFF2-40B4-BE49-F238E27FC236}">
                    <a16:creationId xmlns:a16="http://schemas.microsoft.com/office/drawing/2014/main" id="{D93C250C-0EFF-4679-8D2F-27B0C479CBCF}"/>
                  </a:ext>
                </a:extLst>
              </p:cNvPr>
              <p:cNvSpPr/>
              <p:nvPr/>
            </p:nvSpPr>
            <p:spPr>
              <a:xfrm>
                <a:off x="25161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35" name="타원 18334">
                <a:extLst>
                  <a:ext uri="{FF2B5EF4-FFF2-40B4-BE49-F238E27FC236}">
                    <a16:creationId xmlns:a16="http://schemas.microsoft.com/office/drawing/2014/main" id="{D34792E3-681C-4F7E-AE7C-19E8F2F6699B}"/>
                  </a:ext>
                </a:extLst>
              </p:cNvPr>
              <p:cNvSpPr/>
              <p:nvPr/>
            </p:nvSpPr>
            <p:spPr>
              <a:xfrm>
                <a:off x="26685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36" name="타원 18335">
                <a:extLst>
                  <a:ext uri="{FF2B5EF4-FFF2-40B4-BE49-F238E27FC236}">
                    <a16:creationId xmlns:a16="http://schemas.microsoft.com/office/drawing/2014/main" id="{3242B6E9-DB91-4490-9E73-E76362553EA1}"/>
                  </a:ext>
                </a:extLst>
              </p:cNvPr>
              <p:cNvSpPr/>
              <p:nvPr/>
            </p:nvSpPr>
            <p:spPr>
              <a:xfrm>
                <a:off x="28209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37" name="타원 18336">
                <a:extLst>
                  <a:ext uri="{FF2B5EF4-FFF2-40B4-BE49-F238E27FC236}">
                    <a16:creationId xmlns:a16="http://schemas.microsoft.com/office/drawing/2014/main" id="{CC05365C-9E19-4E21-9E2C-1FC3CB60E4C9}"/>
                  </a:ext>
                </a:extLst>
              </p:cNvPr>
              <p:cNvSpPr/>
              <p:nvPr/>
            </p:nvSpPr>
            <p:spPr>
              <a:xfrm>
                <a:off x="29733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38" name="타원 18337">
                <a:extLst>
                  <a:ext uri="{FF2B5EF4-FFF2-40B4-BE49-F238E27FC236}">
                    <a16:creationId xmlns:a16="http://schemas.microsoft.com/office/drawing/2014/main" id="{973006D5-44FF-4745-8DEB-6BE41B532DAB}"/>
                  </a:ext>
                </a:extLst>
              </p:cNvPr>
              <p:cNvSpPr/>
              <p:nvPr/>
            </p:nvSpPr>
            <p:spPr>
              <a:xfrm>
                <a:off x="31257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39" name="타원 18338">
                <a:extLst>
                  <a:ext uri="{FF2B5EF4-FFF2-40B4-BE49-F238E27FC236}">
                    <a16:creationId xmlns:a16="http://schemas.microsoft.com/office/drawing/2014/main" id="{1E7CD7B2-5F8F-40E2-8AEB-1D356A01B688}"/>
                  </a:ext>
                </a:extLst>
              </p:cNvPr>
              <p:cNvSpPr/>
              <p:nvPr/>
            </p:nvSpPr>
            <p:spPr>
              <a:xfrm>
                <a:off x="32781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40" name="타원 18339">
                <a:extLst>
                  <a:ext uri="{FF2B5EF4-FFF2-40B4-BE49-F238E27FC236}">
                    <a16:creationId xmlns:a16="http://schemas.microsoft.com/office/drawing/2014/main" id="{FE10D02B-BFC1-476D-948D-712AEF15E839}"/>
                  </a:ext>
                </a:extLst>
              </p:cNvPr>
              <p:cNvSpPr/>
              <p:nvPr/>
            </p:nvSpPr>
            <p:spPr>
              <a:xfrm>
                <a:off x="34305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41" name="타원 18340">
                <a:extLst>
                  <a:ext uri="{FF2B5EF4-FFF2-40B4-BE49-F238E27FC236}">
                    <a16:creationId xmlns:a16="http://schemas.microsoft.com/office/drawing/2014/main" id="{0B0B9AE3-1134-4537-9322-357F9746B019}"/>
                  </a:ext>
                </a:extLst>
              </p:cNvPr>
              <p:cNvSpPr/>
              <p:nvPr/>
            </p:nvSpPr>
            <p:spPr>
              <a:xfrm>
                <a:off x="35829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42" name="타원 18341">
                <a:extLst>
                  <a:ext uri="{FF2B5EF4-FFF2-40B4-BE49-F238E27FC236}">
                    <a16:creationId xmlns:a16="http://schemas.microsoft.com/office/drawing/2014/main" id="{442D8A7A-5270-43AF-91E2-1BC7F8F6C67E}"/>
                  </a:ext>
                </a:extLst>
              </p:cNvPr>
              <p:cNvSpPr/>
              <p:nvPr/>
            </p:nvSpPr>
            <p:spPr>
              <a:xfrm>
                <a:off x="37353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43" name="타원 18342">
                <a:extLst>
                  <a:ext uri="{FF2B5EF4-FFF2-40B4-BE49-F238E27FC236}">
                    <a16:creationId xmlns:a16="http://schemas.microsoft.com/office/drawing/2014/main" id="{63AFC488-B2C8-4E26-A1B1-4A65E11DB247}"/>
                  </a:ext>
                </a:extLst>
              </p:cNvPr>
              <p:cNvSpPr/>
              <p:nvPr/>
            </p:nvSpPr>
            <p:spPr>
              <a:xfrm>
                <a:off x="38877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44" name="타원 18343">
                <a:extLst>
                  <a:ext uri="{FF2B5EF4-FFF2-40B4-BE49-F238E27FC236}">
                    <a16:creationId xmlns:a16="http://schemas.microsoft.com/office/drawing/2014/main" id="{2BC03479-38D9-43F4-9B3E-3D07318C64C1}"/>
                  </a:ext>
                </a:extLst>
              </p:cNvPr>
              <p:cNvSpPr/>
              <p:nvPr/>
            </p:nvSpPr>
            <p:spPr>
              <a:xfrm>
                <a:off x="40401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45" name="타원 18344">
                <a:extLst>
                  <a:ext uri="{FF2B5EF4-FFF2-40B4-BE49-F238E27FC236}">
                    <a16:creationId xmlns:a16="http://schemas.microsoft.com/office/drawing/2014/main" id="{0BA876D8-BDA8-4064-A395-0D74B122774C}"/>
                  </a:ext>
                </a:extLst>
              </p:cNvPr>
              <p:cNvSpPr/>
              <p:nvPr/>
            </p:nvSpPr>
            <p:spPr>
              <a:xfrm>
                <a:off x="41925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46" name="타원 18345">
                <a:extLst>
                  <a:ext uri="{FF2B5EF4-FFF2-40B4-BE49-F238E27FC236}">
                    <a16:creationId xmlns:a16="http://schemas.microsoft.com/office/drawing/2014/main" id="{956F419B-593A-46EF-BC7B-0628A36F8465}"/>
                  </a:ext>
                </a:extLst>
              </p:cNvPr>
              <p:cNvSpPr/>
              <p:nvPr/>
            </p:nvSpPr>
            <p:spPr>
              <a:xfrm>
                <a:off x="43449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47" name="타원 18346">
                <a:extLst>
                  <a:ext uri="{FF2B5EF4-FFF2-40B4-BE49-F238E27FC236}">
                    <a16:creationId xmlns:a16="http://schemas.microsoft.com/office/drawing/2014/main" id="{24CEAF34-2076-4588-8249-2CB30196E493}"/>
                  </a:ext>
                </a:extLst>
              </p:cNvPr>
              <p:cNvSpPr/>
              <p:nvPr/>
            </p:nvSpPr>
            <p:spPr>
              <a:xfrm>
                <a:off x="44973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48" name="타원 18347">
                <a:extLst>
                  <a:ext uri="{FF2B5EF4-FFF2-40B4-BE49-F238E27FC236}">
                    <a16:creationId xmlns:a16="http://schemas.microsoft.com/office/drawing/2014/main" id="{C9AB499A-A128-498C-97E7-77F7597363DE}"/>
                  </a:ext>
                </a:extLst>
              </p:cNvPr>
              <p:cNvSpPr/>
              <p:nvPr/>
            </p:nvSpPr>
            <p:spPr>
              <a:xfrm>
                <a:off x="46497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49" name="타원 18348">
                <a:extLst>
                  <a:ext uri="{FF2B5EF4-FFF2-40B4-BE49-F238E27FC236}">
                    <a16:creationId xmlns:a16="http://schemas.microsoft.com/office/drawing/2014/main" id="{FADC44FB-0C14-4FB3-BAA7-C5769ED22DA5}"/>
                  </a:ext>
                </a:extLst>
              </p:cNvPr>
              <p:cNvSpPr/>
              <p:nvPr/>
            </p:nvSpPr>
            <p:spPr>
              <a:xfrm>
                <a:off x="48021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50" name="타원 18349">
                <a:extLst>
                  <a:ext uri="{FF2B5EF4-FFF2-40B4-BE49-F238E27FC236}">
                    <a16:creationId xmlns:a16="http://schemas.microsoft.com/office/drawing/2014/main" id="{943EE6F5-AEC7-48EB-9AE2-323304537A11}"/>
                  </a:ext>
                </a:extLst>
              </p:cNvPr>
              <p:cNvSpPr/>
              <p:nvPr/>
            </p:nvSpPr>
            <p:spPr>
              <a:xfrm>
                <a:off x="49545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51" name="타원 18350">
                <a:extLst>
                  <a:ext uri="{FF2B5EF4-FFF2-40B4-BE49-F238E27FC236}">
                    <a16:creationId xmlns:a16="http://schemas.microsoft.com/office/drawing/2014/main" id="{6D1002DF-5101-4205-8E55-449692E7A5FB}"/>
                  </a:ext>
                </a:extLst>
              </p:cNvPr>
              <p:cNvSpPr/>
              <p:nvPr/>
            </p:nvSpPr>
            <p:spPr>
              <a:xfrm>
                <a:off x="51069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52" name="타원 18351">
                <a:extLst>
                  <a:ext uri="{FF2B5EF4-FFF2-40B4-BE49-F238E27FC236}">
                    <a16:creationId xmlns:a16="http://schemas.microsoft.com/office/drawing/2014/main" id="{C325800B-DDA8-4851-B01E-3B698E042725}"/>
                  </a:ext>
                </a:extLst>
              </p:cNvPr>
              <p:cNvSpPr/>
              <p:nvPr/>
            </p:nvSpPr>
            <p:spPr>
              <a:xfrm>
                <a:off x="52593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53" name="타원 18352">
                <a:extLst>
                  <a:ext uri="{FF2B5EF4-FFF2-40B4-BE49-F238E27FC236}">
                    <a16:creationId xmlns:a16="http://schemas.microsoft.com/office/drawing/2014/main" id="{0F35F8D7-ABA3-4590-9B01-14E970649CD4}"/>
                  </a:ext>
                </a:extLst>
              </p:cNvPr>
              <p:cNvSpPr/>
              <p:nvPr/>
            </p:nvSpPr>
            <p:spPr>
              <a:xfrm>
                <a:off x="54117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54" name="타원 18353">
                <a:extLst>
                  <a:ext uri="{FF2B5EF4-FFF2-40B4-BE49-F238E27FC236}">
                    <a16:creationId xmlns:a16="http://schemas.microsoft.com/office/drawing/2014/main" id="{CA274E18-571A-43B8-A191-DCEAE8EEB3DD}"/>
                  </a:ext>
                </a:extLst>
              </p:cNvPr>
              <p:cNvSpPr/>
              <p:nvPr/>
            </p:nvSpPr>
            <p:spPr>
              <a:xfrm>
                <a:off x="5564188" y="4800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55" name="타원 18354">
                <a:extLst>
                  <a:ext uri="{FF2B5EF4-FFF2-40B4-BE49-F238E27FC236}">
                    <a16:creationId xmlns:a16="http://schemas.microsoft.com/office/drawing/2014/main" id="{098F4819-F5F1-4679-B672-B077ED0A5E64}"/>
                  </a:ext>
                </a:extLst>
              </p:cNvPr>
              <p:cNvSpPr/>
              <p:nvPr/>
            </p:nvSpPr>
            <p:spPr>
              <a:xfrm>
                <a:off x="2301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56" name="타원 18355">
                <a:extLst>
                  <a:ext uri="{FF2B5EF4-FFF2-40B4-BE49-F238E27FC236}">
                    <a16:creationId xmlns:a16="http://schemas.microsoft.com/office/drawing/2014/main" id="{1927B55B-5775-49FB-9E26-DDCB2A23D193}"/>
                  </a:ext>
                </a:extLst>
              </p:cNvPr>
              <p:cNvSpPr/>
              <p:nvPr/>
            </p:nvSpPr>
            <p:spPr>
              <a:xfrm>
                <a:off x="3825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57" name="타원 18356">
                <a:extLst>
                  <a:ext uri="{FF2B5EF4-FFF2-40B4-BE49-F238E27FC236}">
                    <a16:creationId xmlns:a16="http://schemas.microsoft.com/office/drawing/2014/main" id="{AAD0C6A6-1E74-4E33-B538-58C19B50BFDF}"/>
                  </a:ext>
                </a:extLst>
              </p:cNvPr>
              <p:cNvSpPr/>
              <p:nvPr/>
            </p:nvSpPr>
            <p:spPr>
              <a:xfrm>
                <a:off x="5349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58" name="타원 18357">
                <a:extLst>
                  <a:ext uri="{FF2B5EF4-FFF2-40B4-BE49-F238E27FC236}">
                    <a16:creationId xmlns:a16="http://schemas.microsoft.com/office/drawing/2014/main" id="{AE5E1B5E-EFC3-4F44-A092-2BCB37773AE3}"/>
                  </a:ext>
                </a:extLst>
              </p:cNvPr>
              <p:cNvSpPr/>
              <p:nvPr/>
            </p:nvSpPr>
            <p:spPr>
              <a:xfrm>
                <a:off x="6873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59" name="타원 18358">
                <a:extLst>
                  <a:ext uri="{FF2B5EF4-FFF2-40B4-BE49-F238E27FC236}">
                    <a16:creationId xmlns:a16="http://schemas.microsoft.com/office/drawing/2014/main" id="{020608A6-14F3-457C-88DB-5FFF69397809}"/>
                  </a:ext>
                </a:extLst>
              </p:cNvPr>
              <p:cNvSpPr/>
              <p:nvPr/>
            </p:nvSpPr>
            <p:spPr>
              <a:xfrm>
                <a:off x="8397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60" name="타원 18359">
                <a:extLst>
                  <a:ext uri="{FF2B5EF4-FFF2-40B4-BE49-F238E27FC236}">
                    <a16:creationId xmlns:a16="http://schemas.microsoft.com/office/drawing/2014/main" id="{F73BE9C1-7218-4B34-9F98-3CD3E79518A8}"/>
                  </a:ext>
                </a:extLst>
              </p:cNvPr>
              <p:cNvSpPr/>
              <p:nvPr/>
            </p:nvSpPr>
            <p:spPr>
              <a:xfrm>
                <a:off x="9921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61" name="타원 18360">
                <a:extLst>
                  <a:ext uri="{FF2B5EF4-FFF2-40B4-BE49-F238E27FC236}">
                    <a16:creationId xmlns:a16="http://schemas.microsoft.com/office/drawing/2014/main" id="{C26D0856-CB8A-45F5-BA83-7437BC952B7C}"/>
                  </a:ext>
                </a:extLst>
              </p:cNvPr>
              <p:cNvSpPr/>
              <p:nvPr/>
            </p:nvSpPr>
            <p:spPr>
              <a:xfrm>
                <a:off x="11445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62" name="타원 18361">
                <a:extLst>
                  <a:ext uri="{FF2B5EF4-FFF2-40B4-BE49-F238E27FC236}">
                    <a16:creationId xmlns:a16="http://schemas.microsoft.com/office/drawing/2014/main" id="{EDA8ABFE-875A-4251-929E-9A5CDA45E398}"/>
                  </a:ext>
                </a:extLst>
              </p:cNvPr>
              <p:cNvSpPr/>
              <p:nvPr/>
            </p:nvSpPr>
            <p:spPr>
              <a:xfrm>
                <a:off x="12969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63" name="타원 18362">
                <a:extLst>
                  <a:ext uri="{FF2B5EF4-FFF2-40B4-BE49-F238E27FC236}">
                    <a16:creationId xmlns:a16="http://schemas.microsoft.com/office/drawing/2014/main" id="{CD9A04F8-77B1-406F-B706-74BDEEC969C7}"/>
                  </a:ext>
                </a:extLst>
              </p:cNvPr>
              <p:cNvSpPr/>
              <p:nvPr/>
            </p:nvSpPr>
            <p:spPr>
              <a:xfrm>
                <a:off x="14493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64" name="타원 18363">
                <a:extLst>
                  <a:ext uri="{FF2B5EF4-FFF2-40B4-BE49-F238E27FC236}">
                    <a16:creationId xmlns:a16="http://schemas.microsoft.com/office/drawing/2014/main" id="{1C42D53C-0DEC-41D8-A4F6-5593943E859F}"/>
                  </a:ext>
                </a:extLst>
              </p:cNvPr>
              <p:cNvSpPr/>
              <p:nvPr/>
            </p:nvSpPr>
            <p:spPr>
              <a:xfrm>
                <a:off x="16017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65" name="타원 18364">
                <a:extLst>
                  <a:ext uri="{FF2B5EF4-FFF2-40B4-BE49-F238E27FC236}">
                    <a16:creationId xmlns:a16="http://schemas.microsoft.com/office/drawing/2014/main" id="{FFE9D574-FB23-4F16-8B97-8D16FC465DA3}"/>
                  </a:ext>
                </a:extLst>
              </p:cNvPr>
              <p:cNvSpPr/>
              <p:nvPr/>
            </p:nvSpPr>
            <p:spPr>
              <a:xfrm>
                <a:off x="17541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66" name="타원 18365">
                <a:extLst>
                  <a:ext uri="{FF2B5EF4-FFF2-40B4-BE49-F238E27FC236}">
                    <a16:creationId xmlns:a16="http://schemas.microsoft.com/office/drawing/2014/main" id="{982C0370-837C-4D47-9534-FC227FA4DD61}"/>
                  </a:ext>
                </a:extLst>
              </p:cNvPr>
              <p:cNvSpPr/>
              <p:nvPr/>
            </p:nvSpPr>
            <p:spPr>
              <a:xfrm>
                <a:off x="19065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67" name="타원 18366">
                <a:extLst>
                  <a:ext uri="{FF2B5EF4-FFF2-40B4-BE49-F238E27FC236}">
                    <a16:creationId xmlns:a16="http://schemas.microsoft.com/office/drawing/2014/main" id="{BD457341-C91A-49E4-9EE9-2923F63E2859}"/>
                  </a:ext>
                </a:extLst>
              </p:cNvPr>
              <p:cNvSpPr/>
              <p:nvPr/>
            </p:nvSpPr>
            <p:spPr>
              <a:xfrm>
                <a:off x="20589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68" name="타원 18367">
                <a:extLst>
                  <a:ext uri="{FF2B5EF4-FFF2-40B4-BE49-F238E27FC236}">
                    <a16:creationId xmlns:a16="http://schemas.microsoft.com/office/drawing/2014/main" id="{FAEBBB8F-65FE-4845-A8CC-8A5C9E9D7FE1}"/>
                  </a:ext>
                </a:extLst>
              </p:cNvPr>
              <p:cNvSpPr/>
              <p:nvPr/>
            </p:nvSpPr>
            <p:spPr>
              <a:xfrm>
                <a:off x="22113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69" name="타원 18368">
                <a:extLst>
                  <a:ext uri="{FF2B5EF4-FFF2-40B4-BE49-F238E27FC236}">
                    <a16:creationId xmlns:a16="http://schemas.microsoft.com/office/drawing/2014/main" id="{3ED67AFB-EE93-48DA-BB2C-F54993643E9F}"/>
                  </a:ext>
                </a:extLst>
              </p:cNvPr>
              <p:cNvSpPr/>
              <p:nvPr/>
            </p:nvSpPr>
            <p:spPr>
              <a:xfrm>
                <a:off x="23637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70" name="타원 18369">
                <a:extLst>
                  <a:ext uri="{FF2B5EF4-FFF2-40B4-BE49-F238E27FC236}">
                    <a16:creationId xmlns:a16="http://schemas.microsoft.com/office/drawing/2014/main" id="{E29C8552-F1D0-42EE-A88A-5025C6BCBB59}"/>
                  </a:ext>
                </a:extLst>
              </p:cNvPr>
              <p:cNvSpPr/>
              <p:nvPr/>
            </p:nvSpPr>
            <p:spPr>
              <a:xfrm>
                <a:off x="25161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71" name="타원 18370">
                <a:extLst>
                  <a:ext uri="{FF2B5EF4-FFF2-40B4-BE49-F238E27FC236}">
                    <a16:creationId xmlns:a16="http://schemas.microsoft.com/office/drawing/2014/main" id="{1858706A-202A-4A5E-A5F8-4C2E45C7C47C}"/>
                  </a:ext>
                </a:extLst>
              </p:cNvPr>
              <p:cNvSpPr/>
              <p:nvPr/>
            </p:nvSpPr>
            <p:spPr>
              <a:xfrm>
                <a:off x="26685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72" name="타원 18371">
                <a:extLst>
                  <a:ext uri="{FF2B5EF4-FFF2-40B4-BE49-F238E27FC236}">
                    <a16:creationId xmlns:a16="http://schemas.microsoft.com/office/drawing/2014/main" id="{3C162F85-64F6-4F39-9FE7-BF218914C5CC}"/>
                  </a:ext>
                </a:extLst>
              </p:cNvPr>
              <p:cNvSpPr/>
              <p:nvPr/>
            </p:nvSpPr>
            <p:spPr>
              <a:xfrm>
                <a:off x="28209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73" name="타원 18372">
                <a:extLst>
                  <a:ext uri="{FF2B5EF4-FFF2-40B4-BE49-F238E27FC236}">
                    <a16:creationId xmlns:a16="http://schemas.microsoft.com/office/drawing/2014/main" id="{52254F3C-10D3-49F7-9D63-003AADB202E9}"/>
                  </a:ext>
                </a:extLst>
              </p:cNvPr>
              <p:cNvSpPr/>
              <p:nvPr/>
            </p:nvSpPr>
            <p:spPr>
              <a:xfrm>
                <a:off x="29733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74" name="타원 18373">
                <a:extLst>
                  <a:ext uri="{FF2B5EF4-FFF2-40B4-BE49-F238E27FC236}">
                    <a16:creationId xmlns:a16="http://schemas.microsoft.com/office/drawing/2014/main" id="{A631392A-4010-43FE-AA41-9684DDFBED15}"/>
                  </a:ext>
                </a:extLst>
              </p:cNvPr>
              <p:cNvSpPr/>
              <p:nvPr/>
            </p:nvSpPr>
            <p:spPr>
              <a:xfrm>
                <a:off x="31257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75" name="타원 18374">
                <a:extLst>
                  <a:ext uri="{FF2B5EF4-FFF2-40B4-BE49-F238E27FC236}">
                    <a16:creationId xmlns:a16="http://schemas.microsoft.com/office/drawing/2014/main" id="{73436B09-07EF-46FD-A03D-F77BB59F404B}"/>
                  </a:ext>
                </a:extLst>
              </p:cNvPr>
              <p:cNvSpPr/>
              <p:nvPr/>
            </p:nvSpPr>
            <p:spPr>
              <a:xfrm>
                <a:off x="32781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76" name="타원 18375">
                <a:extLst>
                  <a:ext uri="{FF2B5EF4-FFF2-40B4-BE49-F238E27FC236}">
                    <a16:creationId xmlns:a16="http://schemas.microsoft.com/office/drawing/2014/main" id="{84F5D5C6-5D3F-4046-A13B-1015E0CF9F3F}"/>
                  </a:ext>
                </a:extLst>
              </p:cNvPr>
              <p:cNvSpPr/>
              <p:nvPr/>
            </p:nvSpPr>
            <p:spPr>
              <a:xfrm>
                <a:off x="34305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77" name="타원 18376">
                <a:extLst>
                  <a:ext uri="{FF2B5EF4-FFF2-40B4-BE49-F238E27FC236}">
                    <a16:creationId xmlns:a16="http://schemas.microsoft.com/office/drawing/2014/main" id="{1E2375F8-706B-41D1-81AD-1A2073DF2D31}"/>
                  </a:ext>
                </a:extLst>
              </p:cNvPr>
              <p:cNvSpPr/>
              <p:nvPr/>
            </p:nvSpPr>
            <p:spPr>
              <a:xfrm>
                <a:off x="35829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78" name="타원 18377">
                <a:extLst>
                  <a:ext uri="{FF2B5EF4-FFF2-40B4-BE49-F238E27FC236}">
                    <a16:creationId xmlns:a16="http://schemas.microsoft.com/office/drawing/2014/main" id="{8E2D9E31-1F28-4B0E-90EC-C89B8A5265F2}"/>
                  </a:ext>
                </a:extLst>
              </p:cNvPr>
              <p:cNvSpPr/>
              <p:nvPr/>
            </p:nvSpPr>
            <p:spPr>
              <a:xfrm>
                <a:off x="37353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79" name="타원 18378">
                <a:extLst>
                  <a:ext uri="{FF2B5EF4-FFF2-40B4-BE49-F238E27FC236}">
                    <a16:creationId xmlns:a16="http://schemas.microsoft.com/office/drawing/2014/main" id="{3619C7E0-8D8C-41BD-9FCC-DA2C61A9DDD0}"/>
                  </a:ext>
                </a:extLst>
              </p:cNvPr>
              <p:cNvSpPr/>
              <p:nvPr/>
            </p:nvSpPr>
            <p:spPr>
              <a:xfrm>
                <a:off x="38877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80" name="타원 18379">
                <a:extLst>
                  <a:ext uri="{FF2B5EF4-FFF2-40B4-BE49-F238E27FC236}">
                    <a16:creationId xmlns:a16="http://schemas.microsoft.com/office/drawing/2014/main" id="{20C5CF53-2342-421C-8208-18CF9954427D}"/>
                  </a:ext>
                </a:extLst>
              </p:cNvPr>
              <p:cNvSpPr/>
              <p:nvPr/>
            </p:nvSpPr>
            <p:spPr>
              <a:xfrm>
                <a:off x="40401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81" name="타원 18380">
                <a:extLst>
                  <a:ext uri="{FF2B5EF4-FFF2-40B4-BE49-F238E27FC236}">
                    <a16:creationId xmlns:a16="http://schemas.microsoft.com/office/drawing/2014/main" id="{46DAD157-95D1-4004-9FEF-E9415A9BCA07}"/>
                  </a:ext>
                </a:extLst>
              </p:cNvPr>
              <p:cNvSpPr/>
              <p:nvPr/>
            </p:nvSpPr>
            <p:spPr>
              <a:xfrm>
                <a:off x="41925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82" name="타원 18381">
                <a:extLst>
                  <a:ext uri="{FF2B5EF4-FFF2-40B4-BE49-F238E27FC236}">
                    <a16:creationId xmlns:a16="http://schemas.microsoft.com/office/drawing/2014/main" id="{519AE61A-490E-46FD-9794-AE6CBD72D33D}"/>
                  </a:ext>
                </a:extLst>
              </p:cNvPr>
              <p:cNvSpPr/>
              <p:nvPr/>
            </p:nvSpPr>
            <p:spPr>
              <a:xfrm>
                <a:off x="43449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83" name="타원 18382">
                <a:extLst>
                  <a:ext uri="{FF2B5EF4-FFF2-40B4-BE49-F238E27FC236}">
                    <a16:creationId xmlns:a16="http://schemas.microsoft.com/office/drawing/2014/main" id="{CCA4DC51-9150-4BEA-9E58-E82EF41897B0}"/>
                  </a:ext>
                </a:extLst>
              </p:cNvPr>
              <p:cNvSpPr/>
              <p:nvPr/>
            </p:nvSpPr>
            <p:spPr>
              <a:xfrm>
                <a:off x="44973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84" name="타원 18383">
                <a:extLst>
                  <a:ext uri="{FF2B5EF4-FFF2-40B4-BE49-F238E27FC236}">
                    <a16:creationId xmlns:a16="http://schemas.microsoft.com/office/drawing/2014/main" id="{BC704AFC-2186-4FAC-91B2-039213D7EA11}"/>
                  </a:ext>
                </a:extLst>
              </p:cNvPr>
              <p:cNvSpPr/>
              <p:nvPr/>
            </p:nvSpPr>
            <p:spPr>
              <a:xfrm>
                <a:off x="46497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85" name="타원 18384">
                <a:extLst>
                  <a:ext uri="{FF2B5EF4-FFF2-40B4-BE49-F238E27FC236}">
                    <a16:creationId xmlns:a16="http://schemas.microsoft.com/office/drawing/2014/main" id="{B3E430C6-58F7-44AE-B26F-9F916E0D9E93}"/>
                  </a:ext>
                </a:extLst>
              </p:cNvPr>
              <p:cNvSpPr/>
              <p:nvPr/>
            </p:nvSpPr>
            <p:spPr>
              <a:xfrm>
                <a:off x="48021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86" name="타원 18385">
                <a:extLst>
                  <a:ext uri="{FF2B5EF4-FFF2-40B4-BE49-F238E27FC236}">
                    <a16:creationId xmlns:a16="http://schemas.microsoft.com/office/drawing/2014/main" id="{780A33F6-90EE-4743-9A72-6A64A4F519AF}"/>
                  </a:ext>
                </a:extLst>
              </p:cNvPr>
              <p:cNvSpPr/>
              <p:nvPr/>
            </p:nvSpPr>
            <p:spPr>
              <a:xfrm>
                <a:off x="49545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87" name="타원 18386">
                <a:extLst>
                  <a:ext uri="{FF2B5EF4-FFF2-40B4-BE49-F238E27FC236}">
                    <a16:creationId xmlns:a16="http://schemas.microsoft.com/office/drawing/2014/main" id="{CC3CC359-FB45-430C-9CAB-97E8FD7FAB28}"/>
                  </a:ext>
                </a:extLst>
              </p:cNvPr>
              <p:cNvSpPr/>
              <p:nvPr/>
            </p:nvSpPr>
            <p:spPr>
              <a:xfrm>
                <a:off x="51069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88" name="타원 18387">
                <a:extLst>
                  <a:ext uri="{FF2B5EF4-FFF2-40B4-BE49-F238E27FC236}">
                    <a16:creationId xmlns:a16="http://schemas.microsoft.com/office/drawing/2014/main" id="{2F7E6BA3-D08C-4ADF-BED0-F996D11F6EAE}"/>
                  </a:ext>
                </a:extLst>
              </p:cNvPr>
              <p:cNvSpPr/>
              <p:nvPr/>
            </p:nvSpPr>
            <p:spPr>
              <a:xfrm>
                <a:off x="52593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89" name="타원 18388">
                <a:extLst>
                  <a:ext uri="{FF2B5EF4-FFF2-40B4-BE49-F238E27FC236}">
                    <a16:creationId xmlns:a16="http://schemas.microsoft.com/office/drawing/2014/main" id="{04EEAA9A-3587-47DD-8859-BA2900D98179}"/>
                  </a:ext>
                </a:extLst>
              </p:cNvPr>
              <p:cNvSpPr/>
              <p:nvPr/>
            </p:nvSpPr>
            <p:spPr>
              <a:xfrm>
                <a:off x="54117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90" name="타원 18389">
                <a:extLst>
                  <a:ext uri="{FF2B5EF4-FFF2-40B4-BE49-F238E27FC236}">
                    <a16:creationId xmlns:a16="http://schemas.microsoft.com/office/drawing/2014/main" id="{410B36A7-4A95-4A9D-B1E0-CA163E195B17}"/>
                  </a:ext>
                </a:extLst>
              </p:cNvPr>
              <p:cNvSpPr/>
              <p:nvPr/>
            </p:nvSpPr>
            <p:spPr>
              <a:xfrm>
                <a:off x="5564188" y="4953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91" name="타원 18390">
                <a:extLst>
                  <a:ext uri="{FF2B5EF4-FFF2-40B4-BE49-F238E27FC236}">
                    <a16:creationId xmlns:a16="http://schemas.microsoft.com/office/drawing/2014/main" id="{019FF0EC-0F9E-4893-865B-A3198F8655DD}"/>
                  </a:ext>
                </a:extLst>
              </p:cNvPr>
              <p:cNvSpPr/>
              <p:nvPr/>
            </p:nvSpPr>
            <p:spPr>
              <a:xfrm>
                <a:off x="2301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92" name="타원 18391">
                <a:extLst>
                  <a:ext uri="{FF2B5EF4-FFF2-40B4-BE49-F238E27FC236}">
                    <a16:creationId xmlns:a16="http://schemas.microsoft.com/office/drawing/2014/main" id="{AE293D99-5C0D-438F-B9D7-BE2F9B23F0E2}"/>
                  </a:ext>
                </a:extLst>
              </p:cNvPr>
              <p:cNvSpPr/>
              <p:nvPr/>
            </p:nvSpPr>
            <p:spPr>
              <a:xfrm>
                <a:off x="3825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93" name="타원 18392">
                <a:extLst>
                  <a:ext uri="{FF2B5EF4-FFF2-40B4-BE49-F238E27FC236}">
                    <a16:creationId xmlns:a16="http://schemas.microsoft.com/office/drawing/2014/main" id="{C98E925D-55FC-4D00-9977-46BD72AC245A}"/>
                  </a:ext>
                </a:extLst>
              </p:cNvPr>
              <p:cNvSpPr/>
              <p:nvPr/>
            </p:nvSpPr>
            <p:spPr>
              <a:xfrm>
                <a:off x="5349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94" name="타원 18393">
                <a:extLst>
                  <a:ext uri="{FF2B5EF4-FFF2-40B4-BE49-F238E27FC236}">
                    <a16:creationId xmlns:a16="http://schemas.microsoft.com/office/drawing/2014/main" id="{BE299A8D-C598-432A-B017-B8F79A8F6AEB}"/>
                  </a:ext>
                </a:extLst>
              </p:cNvPr>
              <p:cNvSpPr/>
              <p:nvPr/>
            </p:nvSpPr>
            <p:spPr>
              <a:xfrm>
                <a:off x="6873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95" name="타원 18394">
                <a:extLst>
                  <a:ext uri="{FF2B5EF4-FFF2-40B4-BE49-F238E27FC236}">
                    <a16:creationId xmlns:a16="http://schemas.microsoft.com/office/drawing/2014/main" id="{F4231B90-F41E-4AD2-A2FB-E067D61F6F31}"/>
                  </a:ext>
                </a:extLst>
              </p:cNvPr>
              <p:cNvSpPr/>
              <p:nvPr/>
            </p:nvSpPr>
            <p:spPr>
              <a:xfrm>
                <a:off x="8397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96" name="타원 18395">
                <a:extLst>
                  <a:ext uri="{FF2B5EF4-FFF2-40B4-BE49-F238E27FC236}">
                    <a16:creationId xmlns:a16="http://schemas.microsoft.com/office/drawing/2014/main" id="{40D7D85C-D8C1-4DE0-A446-5AD783DF66DB}"/>
                  </a:ext>
                </a:extLst>
              </p:cNvPr>
              <p:cNvSpPr/>
              <p:nvPr/>
            </p:nvSpPr>
            <p:spPr>
              <a:xfrm>
                <a:off x="9921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97" name="타원 18396">
                <a:extLst>
                  <a:ext uri="{FF2B5EF4-FFF2-40B4-BE49-F238E27FC236}">
                    <a16:creationId xmlns:a16="http://schemas.microsoft.com/office/drawing/2014/main" id="{1BCBEFE4-E07A-43D3-869A-B3AF9549150B}"/>
                  </a:ext>
                </a:extLst>
              </p:cNvPr>
              <p:cNvSpPr/>
              <p:nvPr/>
            </p:nvSpPr>
            <p:spPr>
              <a:xfrm>
                <a:off x="11445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98" name="타원 18397">
                <a:extLst>
                  <a:ext uri="{FF2B5EF4-FFF2-40B4-BE49-F238E27FC236}">
                    <a16:creationId xmlns:a16="http://schemas.microsoft.com/office/drawing/2014/main" id="{1B678864-E7E3-4A9F-8A70-51EA048CF322}"/>
                  </a:ext>
                </a:extLst>
              </p:cNvPr>
              <p:cNvSpPr/>
              <p:nvPr/>
            </p:nvSpPr>
            <p:spPr>
              <a:xfrm>
                <a:off x="12969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399" name="타원 18398">
                <a:extLst>
                  <a:ext uri="{FF2B5EF4-FFF2-40B4-BE49-F238E27FC236}">
                    <a16:creationId xmlns:a16="http://schemas.microsoft.com/office/drawing/2014/main" id="{45993BD0-3094-4A7F-A562-20550A1A7D54}"/>
                  </a:ext>
                </a:extLst>
              </p:cNvPr>
              <p:cNvSpPr/>
              <p:nvPr/>
            </p:nvSpPr>
            <p:spPr>
              <a:xfrm>
                <a:off x="14493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00" name="타원 18399">
                <a:extLst>
                  <a:ext uri="{FF2B5EF4-FFF2-40B4-BE49-F238E27FC236}">
                    <a16:creationId xmlns:a16="http://schemas.microsoft.com/office/drawing/2014/main" id="{067200C9-960D-482B-8EB4-5E98EC8800C6}"/>
                  </a:ext>
                </a:extLst>
              </p:cNvPr>
              <p:cNvSpPr/>
              <p:nvPr/>
            </p:nvSpPr>
            <p:spPr>
              <a:xfrm>
                <a:off x="16017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01" name="타원 18400">
                <a:extLst>
                  <a:ext uri="{FF2B5EF4-FFF2-40B4-BE49-F238E27FC236}">
                    <a16:creationId xmlns:a16="http://schemas.microsoft.com/office/drawing/2014/main" id="{107161D7-4C6C-43D8-AF7F-6B3D74A74745}"/>
                  </a:ext>
                </a:extLst>
              </p:cNvPr>
              <p:cNvSpPr/>
              <p:nvPr/>
            </p:nvSpPr>
            <p:spPr>
              <a:xfrm>
                <a:off x="17541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02" name="타원 18401">
                <a:extLst>
                  <a:ext uri="{FF2B5EF4-FFF2-40B4-BE49-F238E27FC236}">
                    <a16:creationId xmlns:a16="http://schemas.microsoft.com/office/drawing/2014/main" id="{CEBD74E1-249B-4478-8B9E-3077BD1871CA}"/>
                  </a:ext>
                </a:extLst>
              </p:cNvPr>
              <p:cNvSpPr/>
              <p:nvPr/>
            </p:nvSpPr>
            <p:spPr>
              <a:xfrm>
                <a:off x="19065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03" name="타원 18402">
                <a:extLst>
                  <a:ext uri="{FF2B5EF4-FFF2-40B4-BE49-F238E27FC236}">
                    <a16:creationId xmlns:a16="http://schemas.microsoft.com/office/drawing/2014/main" id="{35B9A045-FB9F-44EC-B5B0-808E1F38CC4D}"/>
                  </a:ext>
                </a:extLst>
              </p:cNvPr>
              <p:cNvSpPr/>
              <p:nvPr/>
            </p:nvSpPr>
            <p:spPr>
              <a:xfrm>
                <a:off x="20589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04" name="타원 18403">
                <a:extLst>
                  <a:ext uri="{FF2B5EF4-FFF2-40B4-BE49-F238E27FC236}">
                    <a16:creationId xmlns:a16="http://schemas.microsoft.com/office/drawing/2014/main" id="{4774D8C9-93AE-48B8-8D76-79102E7CA9A9}"/>
                  </a:ext>
                </a:extLst>
              </p:cNvPr>
              <p:cNvSpPr/>
              <p:nvPr/>
            </p:nvSpPr>
            <p:spPr>
              <a:xfrm>
                <a:off x="22113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05" name="타원 18404">
                <a:extLst>
                  <a:ext uri="{FF2B5EF4-FFF2-40B4-BE49-F238E27FC236}">
                    <a16:creationId xmlns:a16="http://schemas.microsoft.com/office/drawing/2014/main" id="{07E66578-CE4B-4BBA-9BC5-0EA84D85BD18}"/>
                  </a:ext>
                </a:extLst>
              </p:cNvPr>
              <p:cNvSpPr/>
              <p:nvPr/>
            </p:nvSpPr>
            <p:spPr>
              <a:xfrm>
                <a:off x="23637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06" name="타원 18405">
                <a:extLst>
                  <a:ext uri="{FF2B5EF4-FFF2-40B4-BE49-F238E27FC236}">
                    <a16:creationId xmlns:a16="http://schemas.microsoft.com/office/drawing/2014/main" id="{77BF9F08-F030-4F37-AC36-4586EAFBE87D}"/>
                  </a:ext>
                </a:extLst>
              </p:cNvPr>
              <p:cNvSpPr/>
              <p:nvPr/>
            </p:nvSpPr>
            <p:spPr>
              <a:xfrm>
                <a:off x="25161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07" name="타원 18406">
                <a:extLst>
                  <a:ext uri="{FF2B5EF4-FFF2-40B4-BE49-F238E27FC236}">
                    <a16:creationId xmlns:a16="http://schemas.microsoft.com/office/drawing/2014/main" id="{430C8E7F-728B-41B1-9E1F-90B0AC625D8F}"/>
                  </a:ext>
                </a:extLst>
              </p:cNvPr>
              <p:cNvSpPr/>
              <p:nvPr/>
            </p:nvSpPr>
            <p:spPr>
              <a:xfrm>
                <a:off x="26685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08" name="타원 18407">
                <a:extLst>
                  <a:ext uri="{FF2B5EF4-FFF2-40B4-BE49-F238E27FC236}">
                    <a16:creationId xmlns:a16="http://schemas.microsoft.com/office/drawing/2014/main" id="{960D6774-A0D6-41C5-959A-946BB75504AC}"/>
                  </a:ext>
                </a:extLst>
              </p:cNvPr>
              <p:cNvSpPr/>
              <p:nvPr/>
            </p:nvSpPr>
            <p:spPr>
              <a:xfrm>
                <a:off x="28209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09" name="타원 18408">
                <a:extLst>
                  <a:ext uri="{FF2B5EF4-FFF2-40B4-BE49-F238E27FC236}">
                    <a16:creationId xmlns:a16="http://schemas.microsoft.com/office/drawing/2014/main" id="{78A4C5D6-AE9E-4C31-A73D-1EB0C496BD59}"/>
                  </a:ext>
                </a:extLst>
              </p:cNvPr>
              <p:cNvSpPr/>
              <p:nvPr/>
            </p:nvSpPr>
            <p:spPr>
              <a:xfrm>
                <a:off x="29733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10" name="타원 18409">
                <a:extLst>
                  <a:ext uri="{FF2B5EF4-FFF2-40B4-BE49-F238E27FC236}">
                    <a16:creationId xmlns:a16="http://schemas.microsoft.com/office/drawing/2014/main" id="{2BB807A5-2233-418B-9C29-5B523BAEEA60}"/>
                  </a:ext>
                </a:extLst>
              </p:cNvPr>
              <p:cNvSpPr/>
              <p:nvPr/>
            </p:nvSpPr>
            <p:spPr>
              <a:xfrm>
                <a:off x="31257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11" name="타원 18410">
                <a:extLst>
                  <a:ext uri="{FF2B5EF4-FFF2-40B4-BE49-F238E27FC236}">
                    <a16:creationId xmlns:a16="http://schemas.microsoft.com/office/drawing/2014/main" id="{B8BA010B-90D0-4E05-A056-D833DA2B4F54}"/>
                  </a:ext>
                </a:extLst>
              </p:cNvPr>
              <p:cNvSpPr/>
              <p:nvPr/>
            </p:nvSpPr>
            <p:spPr>
              <a:xfrm>
                <a:off x="32781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12" name="타원 18411">
                <a:extLst>
                  <a:ext uri="{FF2B5EF4-FFF2-40B4-BE49-F238E27FC236}">
                    <a16:creationId xmlns:a16="http://schemas.microsoft.com/office/drawing/2014/main" id="{4E21542C-E00A-41C3-BF12-6AF05D9B9128}"/>
                  </a:ext>
                </a:extLst>
              </p:cNvPr>
              <p:cNvSpPr/>
              <p:nvPr/>
            </p:nvSpPr>
            <p:spPr>
              <a:xfrm>
                <a:off x="34305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13" name="타원 18412">
                <a:extLst>
                  <a:ext uri="{FF2B5EF4-FFF2-40B4-BE49-F238E27FC236}">
                    <a16:creationId xmlns:a16="http://schemas.microsoft.com/office/drawing/2014/main" id="{959F1D37-DB12-4F25-B04D-03BC28BF2546}"/>
                  </a:ext>
                </a:extLst>
              </p:cNvPr>
              <p:cNvSpPr/>
              <p:nvPr/>
            </p:nvSpPr>
            <p:spPr>
              <a:xfrm>
                <a:off x="35829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14" name="타원 18413">
                <a:extLst>
                  <a:ext uri="{FF2B5EF4-FFF2-40B4-BE49-F238E27FC236}">
                    <a16:creationId xmlns:a16="http://schemas.microsoft.com/office/drawing/2014/main" id="{0F9444F1-B78B-4DB2-A513-4E341DFA70A4}"/>
                  </a:ext>
                </a:extLst>
              </p:cNvPr>
              <p:cNvSpPr/>
              <p:nvPr/>
            </p:nvSpPr>
            <p:spPr>
              <a:xfrm>
                <a:off x="37353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15" name="타원 18414">
                <a:extLst>
                  <a:ext uri="{FF2B5EF4-FFF2-40B4-BE49-F238E27FC236}">
                    <a16:creationId xmlns:a16="http://schemas.microsoft.com/office/drawing/2014/main" id="{88D6555B-9C29-4B28-BB9B-9153570FFA55}"/>
                  </a:ext>
                </a:extLst>
              </p:cNvPr>
              <p:cNvSpPr/>
              <p:nvPr/>
            </p:nvSpPr>
            <p:spPr>
              <a:xfrm>
                <a:off x="38877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16" name="타원 18415">
                <a:extLst>
                  <a:ext uri="{FF2B5EF4-FFF2-40B4-BE49-F238E27FC236}">
                    <a16:creationId xmlns:a16="http://schemas.microsoft.com/office/drawing/2014/main" id="{F0DA96FA-7743-494B-BC55-FA841E293665}"/>
                  </a:ext>
                </a:extLst>
              </p:cNvPr>
              <p:cNvSpPr/>
              <p:nvPr/>
            </p:nvSpPr>
            <p:spPr>
              <a:xfrm>
                <a:off x="40401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17" name="타원 18416">
                <a:extLst>
                  <a:ext uri="{FF2B5EF4-FFF2-40B4-BE49-F238E27FC236}">
                    <a16:creationId xmlns:a16="http://schemas.microsoft.com/office/drawing/2014/main" id="{90B9B8D0-488B-4E20-9BC1-F9248819A237}"/>
                  </a:ext>
                </a:extLst>
              </p:cNvPr>
              <p:cNvSpPr/>
              <p:nvPr/>
            </p:nvSpPr>
            <p:spPr>
              <a:xfrm>
                <a:off x="41925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18" name="타원 18417">
                <a:extLst>
                  <a:ext uri="{FF2B5EF4-FFF2-40B4-BE49-F238E27FC236}">
                    <a16:creationId xmlns:a16="http://schemas.microsoft.com/office/drawing/2014/main" id="{B65B24CA-F65B-46B8-9FF6-144DCE32170E}"/>
                  </a:ext>
                </a:extLst>
              </p:cNvPr>
              <p:cNvSpPr/>
              <p:nvPr/>
            </p:nvSpPr>
            <p:spPr>
              <a:xfrm>
                <a:off x="43449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19" name="타원 18418">
                <a:extLst>
                  <a:ext uri="{FF2B5EF4-FFF2-40B4-BE49-F238E27FC236}">
                    <a16:creationId xmlns:a16="http://schemas.microsoft.com/office/drawing/2014/main" id="{6AC7EB08-86AB-42FE-928C-9F48BE245813}"/>
                  </a:ext>
                </a:extLst>
              </p:cNvPr>
              <p:cNvSpPr/>
              <p:nvPr/>
            </p:nvSpPr>
            <p:spPr>
              <a:xfrm>
                <a:off x="44973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20" name="타원 18419">
                <a:extLst>
                  <a:ext uri="{FF2B5EF4-FFF2-40B4-BE49-F238E27FC236}">
                    <a16:creationId xmlns:a16="http://schemas.microsoft.com/office/drawing/2014/main" id="{D18CBF6F-92D7-41B8-B572-CC4EF27A533B}"/>
                  </a:ext>
                </a:extLst>
              </p:cNvPr>
              <p:cNvSpPr/>
              <p:nvPr/>
            </p:nvSpPr>
            <p:spPr>
              <a:xfrm>
                <a:off x="46497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21" name="타원 18420">
                <a:extLst>
                  <a:ext uri="{FF2B5EF4-FFF2-40B4-BE49-F238E27FC236}">
                    <a16:creationId xmlns:a16="http://schemas.microsoft.com/office/drawing/2014/main" id="{837F8F95-D0C0-4103-B5D1-FC60B0461141}"/>
                  </a:ext>
                </a:extLst>
              </p:cNvPr>
              <p:cNvSpPr/>
              <p:nvPr/>
            </p:nvSpPr>
            <p:spPr>
              <a:xfrm>
                <a:off x="48021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22" name="타원 18421">
                <a:extLst>
                  <a:ext uri="{FF2B5EF4-FFF2-40B4-BE49-F238E27FC236}">
                    <a16:creationId xmlns:a16="http://schemas.microsoft.com/office/drawing/2014/main" id="{891289B2-587A-4870-8382-BD879E3FADFA}"/>
                  </a:ext>
                </a:extLst>
              </p:cNvPr>
              <p:cNvSpPr/>
              <p:nvPr/>
            </p:nvSpPr>
            <p:spPr>
              <a:xfrm>
                <a:off x="49545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23" name="타원 18422">
                <a:extLst>
                  <a:ext uri="{FF2B5EF4-FFF2-40B4-BE49-F238E27FC236}">
                    <a16:creationId xmlns:a16="http://schemas.microsoft.com/office/drawing/2014/main" id="{ED207822-7ADC-4231-83A3-1E4BBE727D0F}"/>
                  </a:ext>
                </a:extLst>
              </p:cNvPr>
              <p:cNvSpPr/>
              <p:nvPr/>
            </p:nvSpPr>
            <p:spPr>
              <a:xfrm>
                <a:off x="51069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24" name="타원 18423">
                <a:extLst>
                  <a:ext uri="{FF2B5EF4-FFF2-40B4-BE49-F238E27FC236}">
                    <a16:creationId xmlns:a16="http://schemas.microsoft.com/office/drawing/2014/main" id="{466D96D4-B13E-4E2C-BC99-6220DACC9012}"/>
                  </a:ext>
                </a:extLst>
              </p:cNvPr>
              <p:cNvSpPr/>
              <p:nvPr/>
            </p:nvSpPr>
            <p:spPr>
              <a:xfrm>
                <a:off x="52593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25" name="타원 18424">
                <a:extLst>
                  <a:ext uri="{FF2B5EF4-FFF2-40B4-BE49-F238E27FC236}">
                    <a16:creationId xmlns:a16="http://schemas.microsoft.com/office/drawing/2014/main" id="{36AFA92D-B3EC-4ADF-A32D-124EE137AE97}"/>
                  </a:ext>
                </a:extLst>
              </p:cNvPr>
              <p:cNvSpPr/>
              <p:nvPr/>
            </p:nvSpPr>
            <p:spPr>
              <a:xfrm>
                <a:off x="54117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26" name="타원 18425">
                <a:extLst>
                  <a:ext uri="{FF2B5EF4-FFF2-40B4-BE49-F238E27FC236}">
                    <a16:creationId xmlns:a16="http://schemas.microsoft.com/office/drawing/2014/main" id="{70858D77-1F4B-4CDA-A0EC-74081E105BE4}"/>
                  </a:ext>
                </a:extLst>
              </p:cNvPr>
              <p:cNvSpPr/>
              <p:nvPr/>
            </p:nvSpPr>
            <p:spPr>
              <a:xfrm>
                <a:off x="5564188" y="5105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27" name="타원 18426">
                <a:extLst>
                  <a:ext uri="{FF2B5EF4-FFF2-40B4-BE49-F238E27FC236}">
                    <a16:creationId xmlns:a16="http://schemas.microsoft.com/office/drawing/2014/main" id="{8781D788-0116-4B7C-8904-5EADFCC68D9A}"/>
                  </a:ext>
                </a:extLst>
              </p:cNvPr>
              <p:cNvSpPr/>
              <p:nvPr/>
            </p:nvSpPr>
            <p:spPr>
              <a:xfrm>
                <a:off x="2301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28" name="타원 18427">
                <a:extLst>
                  <a:ext uri="{FF2B5EF4-FFF2-40B4-BE49-F238E27FC236}">
                    <a16:creationId xmlns:a16="http://schemas.microsoft.com/office/drawing/2014/main" id="{94B083EE-D1D1-4555-98E8-DE22808EB572}"/>
                  </a:ext>
                </a:extLst>
              </p:cNvPr>
              <p:cNvSpPr/>
              <p:nvPr/>
            </p:nvSpPr>
            <p:spPr>
              <a:xfrm>
                <a:off x="3825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29" name="타원 18428">
                <a:extLst>
                  <a:ext uri="{FF2B5EF4-FFF2-40B4-BE49-F238E27FC236}">
                    <a16:creationId xmlns:a16="http://schemas.microsoft.com/office/drawing/2014/main" id="{843211A5-AAE6-40BF-B57F-7DACCF99BDE1}"/>
                  </a:ext>
                </a:extLst>
              </p:cNvPr>
              <p:cNvSpPr/>
              <p:nvPr/>
            </p:nvSpPr>
            <p:spPr>
              <a:xfrm>
                <a:off x="5349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30" name="타원 18429">
                <a:extLst>
                  <a:ext uri="{FF2B5EF4-FFF2-40B4-BE49-F238E27FC236}">
                    <a16:creationId xmlns:a16="http://schemas.microsoft.com/office/drawing/2014/main" id="{7C3C8AF3-79C6-4524-A83F-4335ECFA2C91}"/>
                  </a:ext>
                </a:extLst>
              </p:cNvPr>
              <p:cNvSpPr/>
              <p:nvPr/>
            </p:nvSpPr>
            <p:spPr>
              <a:xfrm>
                <a:off x="6873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31" name="타원 18430">
                <a:extLst>
                  <a:ext uri="{FF2B5EF4-FFF2-40B4-BE49-F238E27FC236}">
                    <a16:creationId xmlns:a16="http://schemas.microsoft.com/office/drawing/2014/main" id="{429800B8-548A-4AD1-AD15-F804856067B2}"/>
                  </a:ext>
                </a:extLst>
              </p:cNvPr>
              <p:cNvSpPr/>
              <p:nvPr/>
            </p:nvSpPr>
            <p:spPr>
              <a:xfrm>
                <a:off x="8397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32" name="타원 18431">
                <a:extLst>
                  <a:ext uri="{FF2B5EF4-FFF2-40B4-BE49-F238E27FC236}">
                    <a16:creationId xmlns:a16="http://schemas.microsoft.com/office/drawing/2014/main" id="{38E9E354-1379-4F81-A816-A4975F642DFF}"/>
                  </a:ext>
                </a:extLst>
              </p:cNvPr>
              <p:cNvSpPr/>
              <p:nvPr/>
            </p:nvSpPr>
            <p:spPr>
              <a:xfrm>
                <a:off x="9921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33" name="타원 18432">
                <a:extLst>
                  <a:ext uri="{FF2B5EF4-FFF2-40B4-BE49-F238E27FC236}">
                    <a16:creationId xmlns:a16="http://schemas.microsoft.com/office/drawing/2014/main" id="{BB8A7EA1-F972-414F-A16E-6A2C84D9A91D}"/>
                  </a:ext>
                </a:extLst>
              </p:cNvPr>
              <p:cNvSpPr/>
              <p:nvPr/>
            </p:nvSpPr>
            <p:spPr>
              <a:xfrm>
                <a:off x="11445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34" name="타원 18433">
                <a:extLst>
                  <a:ext uri="{FF2B5EF4-FFF2-40B4-BE49-F238E27FC236}">
                    <a16:creationId xmlns:a16="http://schemas.microsoft.com/office/drawing/2014/main" id="{85540F38-8DDB-4C3B-8C2F-3E4500985ABD}"/>
                  </a:ext>
                </a:extLst>
              </p:cNvPr>
              <p:cNvSpPr/>
              <p:nvPr/>
            </p:nvSpPr>
            <p:spPr>
              <a:xfrm>
                <a:off x="12969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35" name="타원 18434">
                <a:extLst>
                  <a:ext uri="{FF2B5EF4-FFF2-40B4-BE49-F238E27FC236}">
                    <a16:creationId xmlns:a16="http://schemas.microsoft.com/office/drawing/2014/main" id="{D1DDD848-29FB-46EC-9D4D-A2A42DBAF551}"/>
                  </a:ext>
                </a:extLst>
              </p:cNvPr>
              <p:cNvSpPr/>
              <p:nvPr/>
            </p:nvSpPr>
            <p:spPr>
              <a:xfrm>
                <a:off x="14493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36" name="타원 18435">
                <a:extLst>
                  <a:ext uri="{FF2B5EF4-FFF2-40B4-BE49-F238E27FC236}">
                    <a16:creationId xmlns:a16="http://schemas.microsoft.com/office/drawing/2014/main" id="{2DDA439E-7302-4EB0-AEB0-D2411B2B0ECA}"/>
                  </a:ext>
                </a:extLst>
              </p:cNvPr>
              <p:cNvSpPr/>
              <p:nvPr/>
            </p:nvSpPr>
            <p:spPr>
              <a:xfrm>
                <a:off x="16017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37" name="타원 18436">
                <a:extLst>
                  <a:ext uri="{FF2B5EF4-FFF2-40B4-BE49-F238E27FC236}">
                    <a16:creationId xmlns:a16="http://schemas.microsoft.com/office/drawing/2014/main" id="{009535B5-BF79-4FD7-A85A-9C4F9266A742}"/>
                  </a:ext>
                </a:extLst>
              </p:cNvPr>
              <p:cNvSpPr/>
              <p:nvPr/>
            </p:nvSpPr>
            <p:spPr>
              <a:xfrm>
                <a:off x="17541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38" name="타원 18437">
                <a:extLst>
                  <a:ext uri="{FF2B5EF4-FFF2-40B4-BE49-F238E27FC236}">
                    <a16:creationId xmlns:a16="http://schemas.microsoft.com/office/drawing/2014/main" id="{1D048888-27F1-404C-A2E0-454492089AE8}"/>
                  </a:ext>
                </a:extLst>
              </p:cNvPr>
              <p:cNvSpPr/>
              <p:nvPr/>
            </p:nvSpPr>
            <p:spPr>
              <a:xfrm>
                <a:off x="19065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39" name="타원 18438">
                <a:extLst>
                  <a:ext uri="{FF2B5EF4-FFF2-40B4-BE49-F238E27FC236}">
                    <a16:creationId xmlns:a16="http://schemas.microsoft.com/office/drawing/2014/main" id="{A50FFDD9-741D-4F61-99BC-4F588119C78F}"/>
                  </a:ext>
                </a:extLst>
              </p:cNvPr>
              <p:cNvSpPr/>
              <p:nvPr/>
            </p:nvSpPr>
            <p:spPr>
              <a:xfrm>
                <a:off x="20589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40" name="타원 18439">
                <a:extLst>
                  <a:ext uri="{FF2B5EF4-FFF2-40B4-BE49-F238E27FC236}">
                    <a16:creationId xmlns:a16="http://schemas.microsoft.com/office/drawing/2014/main" id="{2B6E24CA-CC7F-413A-9830-4AA2AE950BD6}"/>
                  </a:ext>
                </a:extLst>
              </p:cNvPr>
              <p:cNvSpPr/>
              <p:nvPr/>
            </p:nvSpPr>
            <p:spPr>
              <a:xfrm>
                <a:off x="22113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41" name="타원 18440">
                <a:extLst>
                  <a:ext uri="{FF2B5EF4-FFF2-40B4-BE49-F238E27FC236}">
                    <a16:creationId xmlns:a16="http://schemas.microsoft.com/office/drawing/2014/main" id="{DA55AB7A-4DF1-4F76-AB35-9B23FB4F8DB2}"/>
                  </a:ext>
                </a:extLst>
              </p:cNvPr>
              <p:cNvSpPr/>
              <p:nvPr/>
            </p:nvSpPr>
            <p:spPr>
              <a:xfrm>
                <a:off x="23637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42" name="타원 18441">
                <a:extLst>
                  <a:ext uri="{FF2B5EF4-FFF2-40B4-BE49-F238E27FC236}">
                    <a16:creationId xmlns:a16="http://schemas.microsoft.com/office/drawing/2014/main" id="{49BFB8BD-B64A-42F1-9A99-04DB8022272B}"/>
                  </a:ext>
                </a:extLst>
              </p:cNvPr>
              <p:cNvSpPr/>
              <p:nvPr/>
            </p:nvSpPr>
            <p:spPr>
              <a:xfrm>
                <a:off x="25161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43" name="타원 18442">
                <a:extLst>
                  <a:ext uri="{FF2B5EF4-FFF2-40B4-BE49-F238E27FC236}">
                    <a16:creationId xmlns:a16="http://schemas.microsoft.com/office/drawing/2014/main" id="{5BEEB813-B6D2-4E80-8401-52E53FDC35A5}"/>
                  </a:ext>
                </a:extLst>
              </p:cNvPr>
              <p:cNvSpPr/>
              <p:nvPr/>
            </p:nvSpPr>
            <p:spPr>
              <a:xfrm>
                <a:off x="26685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44" name="타원 18443">
                <a:extLst>
                  <a:ext uri="{FF2B5EF4-FFF2-40B4-BE49-F238E27FC236}">
                    <a16:creationId xmlns:a16="http://schemas.microsoft.com/office/drawing/2014/main" id="{F1AD7014-EAE4-4B8A-8B32-695A730D61F4}"/>
                  </a:ext>
                </a:extLst>
              </p:cNvPr>
              <p:cNvSpPr/>
              <p:nvPr/>
            </p:nvSpPr>
            <p:spPr>
              <a:xfrm>
                <a:off x="28209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45" name="타원 18444">
                <a:extLst>
                  <a:ext uri="{FF2B5EF4-FFF2-40B4-BE49-F238E27FC236}">
                    <a16:creationId xmlns:a16="http://schemas.microsoft.com/office/drawing/2014/main" id="{AC7E7D31-A9CA-4DE4-A3C5-FD74F89EDDDE}"/>
                  </a:ext>
                </a:extLst>
              </p:cNvPr>
              <p:cNvSpPr/>
              <p:nvPr/>
            </p:nvSpPr>
            <p:spPr>
              <a:xfrm>
                <a:off x="29733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46" name="타원 18445">
                <a:extLst>
                  <a:ext uri="{FF2B5EF4-FFF2-40B4-BE49-F238E27FC236}">
                    <a16:creationId xmlns:a16="http://schemas.microsoft.com/office/drawing/2014/main" id="{898CE3A7-09CD-4F7D-AE52-4DFA491F4D46}"/>
                  </a:ext>
                </a:extLst>
              </p:cNvPr>
              <p:cNvSpPr/>
              <p:nvPr/>
            </p:nvSpPr>
            <p:spPr>
              <a:xfrm>
                <a:off x="31257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47" name="타원 18446">
                <a:extLst>
                  <a:ext uri="{FF2B5EF4-FFF2-40B4-BE49-F238E27FC236}">
                    <a16:creationId xmlns:a16="http://schemas.microsoft.com/office/drawing/2014/main" id="{CBBD8330-C89E-4D79-BB2C-6C8ED2BF4D80}"/>
                  </a:ext>
                </a:extLst>
              </p:cNvPr>
              <p:cNvSpPr/>
              <p:nvPr/>
            </p:nvSpPr>
            <p:spPr>
              <a:xfrm>
                <a:off x="32781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48" name="타원 18447">
                <a:extLst>
                  <a:ext uri="{FF2B5EF4-FFF2-40B4-BE49-F238E27FC236}">
                    <a16:creationId xmlns:a16="http://schemas.microsoft.com/office/drawing/2014/main" id="{BAABBFF6-4B27-4C99-AB37-EF17D9E0B1BF}"/>
                  </a:ext>
                </a:extLst>
              </p:cNvPr>
              <p:cNvSpPr/>
              <p:nvPr/>
            </p:nvSpPr>
            <p:spPr>
              <a:xfrm>
                <a:off x="34305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49" name="타원 18448">
                <a:extLst>
                  <a:ext uri="{FF2B5EF4-FFF2-40B4-BE49-F238E27FC236}">
                    <a16:creationId xmlns:a16="http://schemas.microsoft.com/office/drawing/2014/main" id="{FDA213C2-2AEA-4662-836A-B65F8467E9E2}"/>
                  </a:ext>
                </a:extLst>
              </p:cNvPr>
              <p:cNvSpPr/>
              <p:nvPr/>
            </p:nvSpPr>
            <p:spPr>
              <a:xfrm>
                <a:off x="35829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50" name="타원 18449">
                <a:extLst>
                  <a:ext uri="{FF2B5EF4-FFF2-40B4-BE49-F238E27FC236}">
                    <a16:creationId xmlns:a16="http://schemas.microsoft.com/office/drawing/2014/main" id="{CD5F3C61-9A8F-4C3D-A14D-13582E382285}"/>
                  </a:ext>
                </a:extLst>
              </p:cNvPr>
              <p:cNvSpPr/>
              <p:nvPr/>
            </p:nvSpPr>
            <p:spPr>
              <a:xfrm>
                <a:off x="37353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51" name="타원 18450">
                <a:extLst>
                  <a:ext uri="{FF2B5EF4-FFF2-40B4-BE49-F238E27FC236}">
                    <a16:creationId xmlns:a16="http://schemas.microsoft.com/office/drawing/2014/main" id="{1BD4DDE3-D0A1-497C-A928-76D32A040FEA}"/>
                  </a:ext>
                </a:extLst>
              </p:cNvPr>
              <p:cNvSpPr/>
              <p:nvPr/>
            </p:nvSpPr>
            <p:spPr>
              <a:xfrm>
                <a:off x="38877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52" name="타원 18451">
                <a:extLst>
                  <a:ext uri="{FF2B5EF4-FFF2-40B4-BE49-F238E27FC236}">
                    <a16:creationId xmlns:a16="http://schemas.microsoft.com/office/drawing/2014/main" id="{E7CFCF92-BC25-4F47-AAD4-5FEFC6FD20FD}"/>
                  </a:ext>
                </a:extLst>
              </p:cNvPr>
              <p:cNvSpPr/>
              <p:nvPr/>
            </p:nvSpPr>
            <p:spPr>
              <a:xfrm>
                <a:off x="40401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53" name="타원 18452">
                <a:extLst>
                  <a:ext uri="{FF2B5EF4-FFF2-40B4-BE49-F238E27FC236}">
                    <a16:creationId xmlns:a16="http://schemas.microsoft.com/office/drawing/2014/main" id="{A952243E-37CC-4B62-80CB-DCBD343E0205}"/>
                  </a:ext>
                </a:extLst>
              </p:cNvPr>
              <p:cNvSpPr/>
              <p:nvPr/>
            </p:nvSpPr>
            <p:spPr>
              <a:xfrm>
                <a:off x="41925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54" name="타원 18453">
                <a:extLst>
                  <a:ext uri="{FF2B5EF4-FFF2-40B4-BE49-F238E27FC236}">
                    <a16:creationId xmlns:a16="http://schemas.microsoft.com/office/drawing/2014/main" id="{4776346F-9592-4637-9F18-38CBAA69D0F4}"/>
                  </a:ext>
                </a:extLst>
              </p:cNvPr>
              <p:cNvSpPr/>
              <p:nvPr/>
            </p:nvSpPr>
            <p:spPr>
              <a:xfrm>
                <a:off x="43449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55" name="타원 18454">
                <a:extLst>
                  <a:ext uri="{FF2B5EF4-FFF2-40B4-BE49-F238E27FC236}">
                    <a16:creationId xmlns:a16="http://schemas.microsoft.com/office/drawing/2014/main" id="{9890848F-A4CC-4401-AA56-9474B8DEB08C}"/>
                  </a:ext>
                </a:extLst>
              </p:cNvPr>
              <p:cNvSpPr/>
              <p:nvPr/>
            </p:nvSpPr>
            <p:spPr>
              <a:xfrm>
                <a:off x="44973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56" name="타원 18455">
                <a:extLst>
                  <a:ext uri="{FF2B5EF4-FFF2-40B4-BE49-F238E27FC236}">
                    <a16:creationId xmlns:a16="http://schemas.microsoft.com/office/drawing/2014/main" id="{61591419-37BE-4DF3-B54B-1EF238460C93}"/>
                  </a:ext>
                </a:extLst>
              </p:cNvPr>
              <p:cNvSpPr/>
              <p:nvPr/>
            </p:nvSpPr>
            <p:spPr>
              <a:xfrm>
                <a:off x="46497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57" name="타원 18456">
                <a:extLst>
                  <a:ext uri="{FF2B5EF4-FFF2-40B4-BE49-F238E27FC236}">
                    <a16:creationId xmlns:a16="http://schemas.microsoft.com/office/drawing/2014/main" id="{180BE8BE-0407-476C-9FAF-2410AFEE32C6}"/>
                  </a:ext>
                </a:extLst>
              </p:cNvPr>
              <p:cNvSpPr/>
              <p:nvPr/>
            </p:nvSpPr>
            <p:spPr>
              <a:xfrm>
                <a:off x="48021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58" name="타원 18457">
                <a:extLst>
                  <a:ext uri="{FF2B5EF4-FFF2-40B4-BE49-F238E27FC236}">
                    <a16:creationId xmlns:a16="http://schemas.microsoft.com/office/drawing/2014/main" id="{74BA5A97-638E-4F4F-9D8A-B8B6E1F84A96}"/>
                  </a:ext>
                </a:extLst>
              </p:cNvPr>
              <p:cNvSpPr/>
              <p:nvPr/>
            </p:nvSpPr>
            <p:spPr>
              <a:xfrm>
                <a:off x="49545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59" name="타원 18458">
                <a:extLst>
                  <a:ext uri="{FF2B5EF4-FFF2-40B4-BE49-F238E27FC236}">
                    <a16:creationId xmlns:a16="http://schemas.microsoft.com/office/drawing/2014/main" id="{DED54238-7AC8-48F0-AC33-274EF77732C9}"/>
                  </a:ext>
                </a:extLst>
              </p:cNvPr>
              <p:cNvSpPr/>
              <p:nvPr/>
            </p:nvSpPr>
            <p:spPr>
              <a:xfrm>
                <a:off x="51069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60" name="타원 18459">
                <a:extLst>
                  <a:ext uri="{FF2B5EF4-FFF2-40B4-BE49-F238E27FC236}">
                    <a16:creationId xmlns:a16="http://schemas.microsoft.com/office/drawing/2014/main" id="{C6C70A52-5323-4752-AD75-2C0B1D0A45B0}"/>
                  </a:ext>
                </a:extLst>
              </p:cNvPr>
              <p:cNvSpPr/>
              <p:nvPr/>
            </p:nvSpPr>
            <p:spPr>
              <a:xfrm>
                <a:off x="52593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61" name="타원 18460">
                <a:extLst>
                  <a:ext uri="{FF2B5EF4-FFF2-40B4-BE49-F238E27FC236}">
                    <a16:creationId xmlns:a16="http://schemas.microsoft.com/office/drawing/2014/main" id="{0F94B100-3CFC-4F43-BBD1-7C9EA4C33192}"/>
                  </a:ext>
                </a:extLst>
              </p:cNvPr>
              <p:cNvSpPr/>
              <p:nvPr/>
            </p:nvSpPr>
            <p:spPr>
              <a:xfrm>
                <a:off x="54117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62" name="타원 18461">
                <a:extLst>
                  <a:ext uri="{FF2B5EF4-FFF2-40B4-BE49-F238E27FC236}">
                    <a16:creationId xmlns:a16="http://schemas.microsoft.com/office/drawing/2014/main" id="{FBEC7F73-C9DF-4C65-A31F-D55CD25E429A}"/>
                  </a:ext>
                </a:extLst>
              </p:cNvPr>
              <p:cNvSpPr/>
              <p:nvPr/>
            </p:nvSpPr>
            <p:spPr>
              <a:xfrm>
                <a:off x="5564188" y="5257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63" name="타원 18462">
                <a:extLst>
                  <a:ext uri="{FF2B5EF4-FFF2-40B4-BE49-F238E27FC236}">
                    <a16:creationId xmlns:a16="http://schemas.microsoft.com/office/drawing/2014/main" id="{25C8F44E-F8A6-48EE-906A-89B0A283EC58}"/>
                  </a:ext>
                </a:extLst>
              </p:cNvPr>
              <p:cNvSpPr/>
              <p:nvPr/>
            </p:nvSpPr>
            <p:spPr>
              <a:xfrm>
                <a:off x="2301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64" name="타원 18463">
                <a:extLst>
                  <a:ext uri="{FF2B5EF4-FFF2-40B4-BE49-F238E27FC236}">
                    <a16:creationId xmlns:a16="http://schemas.microsoft.com/office/drawing/2014/main" id="{2CD50D36-D9B8-4E40-BC7F-33C0A8B51F7A}"/>
                  </a:ext>
                </a:extLst>
              </p:cNvPr>
              <p:cNvSpPr/>
              <p:nvPr/>
            </p:nvSpPr>
            <p:spPr>
              <a:xfrm>
                <a:off x="3825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65" name="타원 18464">
                <a:extLst>
                  <a:ext uri="{FF2B5EF4-FFF2-40B4-BE49-F238E27FC236}">
                    <a16:creationId xmlns:a16="http://schemas.microsoft.com/office/drawing/2014/main" id="{40DDE102-AD48-434C-9ABB-7D31D12432E8}"/>
                  </a:ext>
                </a:extLst>
              </p:cNvPr>
              <p:cNvSpPr/>
              <p:nvPr/>
            </p:nvSpPr>
            <p:spPr>
              <a:xfrm>
                <a:off x="5349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66" name="타원 18465">
                <a:extLst>
                  <a:ext uri="{FF2B5EF4-FFF2-40B4-BE49-F238E27FC236}">
                    <a16:creationId xmlns:a16="http://schemas.microsoft.com/office/drawing/2014/main" id="{36DE6E87-D655-416A-8D6E-0DF61D9C36DC}"/>
                  </a:ext>
                </a:extLst>
              </p:cNvPr>
              <p:cNvSpPr/>
              <p:nvPr/>
            </p:nvSpPr>
            <p:spPr>
              <a:xfrm>
                <a:off x="6873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67" name="타원 18466">
                <a:extLst>
                  <a:ext uri="{FF2B5EF4-FFF2-40B4-BE49-F238E27FC236}">
                    <a16:creationId xmlns:a16="http://schemas.microsoft.com/office/drawing/2014/main" id="{892D6636-8D32-40C1-80A9-CFB49ADF5523}"/>
                  </a:ext>
                </a:extLst>
              </p:cNvPr>
              <p:cNvSpPr/>
              <p:nvPr/>
            </p:nvSpPr>
            <p:spPr>
              <a:xfrm>
                <a:off x="8397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68" name="타원 18467">
                <a:extLst>
                  <a:ext uri="{FF2B5EF4-FFF2-40B4-BE49-F238E27FC236}">
                    <a16:creationId xmlns:a16="http://schemas.microsoft.com/office/drawing/2014/main" id="{BD4AFD6D-6AFD-42B0-BA7B-CCE31A1411A8}"/>
                  </a:ext>
                </a:extLst>
              </p:cNvPr>
              <p:cNvSpPr/>
              <p:nvPr/>
            </p:nvSpPr>
            <p:spPr>
              <a:xfrm>
                <a:off x="9921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69" name="타원 18468">
                <a:extLst>
                  <a:ext uri="{FF2B5EF4-FFF2-40B4-BE49-F238E27FC236}">
                    <a16:creationId xmlns:a16="http://schemas.microsoft.com/office/drawing/2014/main" id="{932C8424-2199-4A37-92D3-303642E22ABA}"/>
                  </a:ext>
                </a:extLst>
              </p:cNvPr>
              <p:cNvSpPr/>
              <p:nvPr/>
            </p:nvSpPr>
            <p:spPr>
              <a:xfrm>
                <a:off x="11445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70" name="타원 18469">
                <a:extLst>
                  <a:ext uri="{FF2B5EF4-FFF2-40B4-BE49-F238E27FC236}">
                    <a16:creationId xmlns:a16="http://schemas.microsoft.com/office/drawing/2014/main" id="{FCDEAFDA-092F-4E86-91BE-B6E398E05972}"/>
                  </a:ext>
                </a:extLst>
              </p:cNvPr>
              <p:cNvSpPr/>
              <p:nvPr/>
            </p:nvSpPr>
            <p:spPr>
              <a:xfrm>
                <a:off x="12969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71" name="타원 18470">
                <a:extLst>
                  <a:ext uri="{FF2B5EF4-FFF2-40B4-BE49-F238E27FC236}">
                    <a16:creationId xmlns:a16="http://schemas.microsoft.com/office/drawing/2014/main" id="{A468C379-2E30-4EA3-8958-E34B8FFF03D0}"/>
                  </a:ext>
                </a:extLst>
              </p:cNvPr>
              <p:cNvSpPr/>
              <p:nvPr/>
            </p:nvSpPr>
            <p:spPr>
              <a:xfrm>
                <a:off x="14493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72" name="타원 18471">
                <a:extLst>
                  <a:ext uri="{FF2B5EF4-FFF2-40B4-BE49-F238E27FC236}">
                    <a16:creationId xmlns:a16="http://schemas.microsoft.com/office/drawing/2014/main" id="{80CAE5E4-7E18-44DA-837F-75BA64DC8F6D}"/>
                  </a:ext>
                </a:extLst>
              </p:cNvPr>
              <p:cNvSpPr/>
              <p:nvPr/>
            </p:nvSpPr>
            <p:spPr>
              <a:xfrm>
                <a:off x="16017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73" name="타원 18472">
                <a:extLst>
                  <a:ext uri="{FF2B5EF4-FFF2-40B4-BE49-F238E27FC236}">
                    <a16:creationId xmlns:a16="http://schemas.microsoft.com/office/drawing/2014/main" id="{A850793E-0720-4D05-9F18-DA4DC231CB49}"/>
                  </a:ext>
                </a:extLst>
              </p:cNvPr>
              <p:cNvSpPr/>
              <p:nvPr/>
            </p:nvSpPr>
            <p:spPr>
              <a:xfrm>
                <a:off x="17541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74" name="타원 18473">
                <a:extLst>
                  <a:ext uri="{FF2B5EF4-FFF2-40B4-BE49-F238E27FC236}">
                    <a16:creationId xmlns:a16="http://schemas.microsoft.com/office/drawing/2014/main" id="{4D568833-2605-4D01-B293-DB8C6EB3F65A}"/>
                  </a:ext>
                </a:extLst>
              </p:cNvPr>
              <p:cNvSpPr/>
              <p:nvPr/>
            </p:nvSpPr>
            <p:spPr>
              <a:xfrm>
                <a:off x="19065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75" name="타원 18474">
                <a:extLst>
                  <a:ext uri="{FF2B5EF4-FFF2-40B4-BE49-F238E27FC236}">
                    <a16:creationId xmlns:a16="http://schemas.microsoft.com/office/drawing/2014/main" id="{AD1D3E98-2895-467E-974F-FA9EFB5A0BF3}"/>
                  </a:ext>
                </a:extLst>
              </p:cNvPr>
              <p:cNvSpPr/>
              <p:nvPr/>
            </p:nvSpPr>
            <p:spPr>
              <a:xfrm>
                <a:off x="20589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76" name="타원 18475">
                <a:extLst>
                  <a:ext uri="{FF2B5EF4-FFF2-40B4-BE49-F238E27FC236}">
                    <a16:creationId xmlns:a16="http://schemas.microsoft.com/office/drawing/2014/main" id="{6AC62C0E-BAA6-49E7-8BC8-E1B3BCDFE979}"/>
                  </a:ext>
                </a:extLst>
              </p:cNvPr>
              <p:cNvSpPr/>
              <p:nvPr/>
            </p:nvSpPr>
            <p:spPr>
              <a:xfrm>
                <a:off x="22113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77" name="타원 18476">
                <a:extLst>
                  <a:ext uri="{FF2B5EF4-FFF2-40B4-BE49-F238E27FC236}">
                    <a16:creationId xmlns:a16="http://schemas.microsoft.com/office/drawing/2014/main" id="{DD4A6B1B-56B3-4ADA-B561-93EECA338F86}"/>
                  </a:ext>
                </a:extLst>
              </p:cNvPr>
              <p:cNvSpPr/>
              <p:nvPr/>
            </p:nvSpPr>
            <p:spPr>
              <a:xfrm>
                <a:off x="23637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78" name="타원 18477">
                <a:extLst>
                  <a:ext uri="{FF2B5EF4-FFF2-40B4-BE49-F238E27FC236}">
                    <a16:creationId xmlns:a16="http://schemas.microsoft.com/office/drawing/2014/main" id="{DD1F56EB-7332-46DF-ABE7-53B9EA770AF3}"/>
                  </a:ext>
                </a:extLst>
              </p:cNvPr>
              <p:cNvSpPr/>
              <p:nvPr/>
            </p:nvSpPr>
            <p:spPr>
              <a:xfrm>
                <a:off x="25161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79" name="타원 18478">
                <a:extLst>
                  <a:ext uri="{FF2B5EF4-FFF2-40B4-BE49-F238E27FC236}">
                    <a16:creationId xmlns:a16="http://schemas.microsoft.com/office/drawing/2014/main" id="{06B80286-0B7D-4E7F-9D4A-96B512B213EA}"/>
                  </a:ext>
                </a:extLst>
              </p:cNvPr>
              <p:cNvSpPr/>
              <p:nvPr/>
            </p:nvSpPr>
            <p:spPr>
              <a:xfrm>
                <a:off x="26685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80" name="타원 18479">
                <a:extLst>
                  <a:ext uri="{FF2B5EF4-FFF2-40B4-BE49-F238E27FC236}">
                    <a16:creationId xmlns:a16="http://schemas.microsoft.com/office/drawing/2014/main" id="{BAA4FE92-6EB0-439B-9801-28F4D2C187C8}"/>
                  </a:ext>
                </a:extLst>
              </p:cNvPr>
              <p:cNvSpPr/>
              <p:nvPr/>
            </p:nvSpPr>
            <p:spPr>
              <a:xfrm>
                <a:off x="28209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81" name="타원 18480">
                <a:extLst>
                  <a:ext uri="{FF2B5EF4-FFF2-40B4-BE49-F238E27FC236}">
                    <a16:creationId xmlns:a16="http://schemas.microsoft.com/office/drawing/2014/main" id="{ADDE03AF-6171-4E63-AF46-7AA1F6D2500E}"/>
                  </a:ext>
                </a:extLst>
              </p:cNvPr>
              <p:cNvSpPr/>
              <p:nvPr/>
            </p:nvSpPr>
            <p:spPr>
              <a:xfrm>
                <a:off x="29733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82" name="타원 18481">
                <a:extLst>
                  <a:ext uri="{FF2B5EF4-FFF2-40B4-BE49-F238E27FC236}">
                    <a16:creationId xmlns:a16="http://schemas.microsoft.com/office/drawing/2014/main" id="{C0B068F7-B0FB-4CB8-9255-B26E601434E9}"/>
                  </a:ext>
                </a:extLst>
              </p:cNvPr>
              <p:cNvSpPr/>
              <p:nvPr/>
            </p:nvSpPr>
            <p:spPr>
              <a:xfrm>
                <a:off x="31257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83" name="타원 18482">
                <a:extLst>
                  <a:ext uri="{FF2B5EF4-FFF2-40B4-BE49-F238E27FC236}">
                    <a16:creationId xmlns:a16="http://schemas.microsoft.com/office/drawing/2014/main" id="{AD24D283-6721-4E97-B44C-6F4BE27E51E8}"/>
                  </a:ext>
                </a:extLst>
              </p:cNvPr>
              <p:cNvSpPr/>
              <p:nvPr/>
            </p:nvSpPr>
            <p:spPr>
              <a:xfrm>
                <a:off x="32781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84" name="타원 18483">
                <a:extLst>
                  <a:ext uri="{FF2B5EF4-FFF2-40B4-BE49-F238E27FC236}">
                    <a16:creationId xmlns:a16="http://schemas.microsoft.com/office/drawing/2014/main" id="{1D3C8544-4F03-432A-A278-29A42C8F4F07}"/>
                  </a:ext>
                </a:extLst>
              </p:cNvPr>
              <p:cNvSpPr/>
              <p:nvPr/>
            </p:nvSpPr>
            <p:spPr>
              <a:xfrm>
                <a:off x="34305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85" name="타원 18484">
                <a:extLst>
                  <a:ext uri="{FF2B5EF4-FFF2-40B4-BE49-F238E27FC236}">
                    <a16:creationId xmlns:a16="http://schemas.microsoft.com/office/drawing/2014/main" id="{C6D296E0-8666-4B03-B7CF-A3003CF718ED}"/>
                  </a:ext>
                </a:extLst>
              </p:cNvPr>
              <p:cNvSpPr/>
              <p:nvPr/>
            </p:nvSpPr>
            <p:spPr>
              <a:xfrm>
                <a:off x="35829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86" name="타원 18485">
                <a:extLst>
                  <a:ext uri="{FF2B5EF4-FFF2-40B4-BE49-F238E27FC236}">
                    <a16:creationId xmlns:a16="http://schemas.microsoft.com/office/drawing/2014/main" id="{04F7E4ED-9B53-45B3-B927-1C680C14167C}"/>
                  </a:ext>
                </a:extLst>
              </p:cNvPr>
              <p:cNvSpPr/>
              <p:nvPr/>
            </p:nvSpPr>
            <p:spPr>
              <a:xfrm>
                <a:off x="37353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87" name="타원 18486">
                <a:extLst>
                  <a:ext uri="{FF2B5EF4-FFF2-40B4-BE49-F238E27FC236}">
                    <a16:creationId xmlns:a16="http://schemas.microsoft.com/office/drawing/2014/main" id="{1D22FC3C-E188-48A3-9CF8-FFBF21CD9724}"/>
                  </a:ext>
                </a:extLst>
              </p:cNvPr>
              <p:cNvSpPr/>
              <p:nvPr/>
            </p:nvSpPr>
            <p:spPr>
              <a:xfrm>
                <a:off x="38877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88" name="타원 18487">
                <a:extLst>
                  <a:ext uri="{FF2B5EF4-FFF2-40B4-BE49-F238E27FC236}">
                    <a16:creationId xmlns:a16="http://schemas.microsoft.com/office/drawing/2014/main" id="{79F29CE6-ED69-4835-A709-ABA058D3CD27}"/>
                  </a:ext>
                </a:extLst>
              </p:cNvPr>
              <p:cNvSpPr/>
              <p:nvPr/>
            </p:nvSpPr>
            <p:spPr>
              <a:xfrm>
                <a:off x="40401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89" name="타원 18488">
                <a:extLst>
                  <a:ext uri="{FF2B5EF4-FFF2-40B4-BE49-F238E27FC236}">
                    <a16:creationId xmlns:a16="http://schemas.microsoft.com/office/drawing/2014/main" id="{72C663E4-295C-44AE-ACCF-05CE73100956}"/>
                  </a:ext>
                </a:extLst>
              </p:cNvPr>
              <p:cNvSpPr/>
              <p:nvPr/>
            </p:nvSpPr>
            <p:spPr>
              <a:xfrm>
                <a:off x="41925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90" name="타원 18489">
                <a:extLst>
                  <a:ext uri="{FF2B5EF4-FFF2-40B4-BE49-F238E27FC236}">
                    <a16:creationId xmlns:a16="http://schemas.microsoft.com/office/drawing/2014/main" id="{56C2B901-E134-4EDD-BB3C-03DFB16747CB}"/>
                  </a:ext>
                </a:extLst>
              </p:cNvPr>
              <p:cNvSpPr/>
              <p:nvPr/>
            </p:nvSpPr>
            <p:spPr>
              <a:xfrm>
                <a:off x="43449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91" name="타원 18490">
                <a:extLst>
                  <a:ext uri="{FF2B5EF4-FFF2-40B4-BE49-F238E27FC236}">
                    <a16:creationId xmlns:a16="http://schemas.microsoft.com/office/drawing/2014/main" id="{44BE2BD8-B73C-448B-B709-807052B9F93F}"/>
                  </a:ext>
                </a:extLst>
              </p:cNvPr>
              <p:cNvSpPr/>
              <p:nvPr/>
            </p:nvSpPr>
            <p:spPr>
              <a:xfrm>
                <a:off x="44973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92" name="타원 18491">
                <a:extLst>
                  <a:ext uri="{FF2B5EF4-FFF2-40B4-BE49-F238E27FC236}">
                    <a16:creationId xmlns:a16="http://schemas.microsoft.com/office/drawing/2014/main" id="{5112E957-8ED3-4B21-A822-839BD536A3FB}"/>
                  </a:ext>
                </a:extLst>
              </p:cNvPr>
              <p:cNvSpPr/>
              <p:nvPr/>
            </p:nvSpPr>
            <p:spPr>
              <a:xfrm>
                <a:off x="46497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93" name="타원 18492">
                <a:extLst>
                  <a:ext uri="{FF2B5EF4-FFF2-40B4-BE49-F238E27FC236}">
                    <a16:creationId xmlns:a16="http://schemas.microsoft.com/office/drawing/2014/main" id="{24DE18E7-32E8-421C-9557-D90D700C27D1}"/>
                  </a:ext>
                </a:extLst>
              </p:cNvPr>
              <p:cNvSpPr/>
              <p:nvPr/>
            </p:nvSpPr>
            <p:spPr>
              <a:xfrm>
                <a:off x="48021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94" name="타원 18493">
                <a:extLst>
                  <a:ext uri="{FF2B5EF4-FFF2-40B4-BE49-F238E27FC236}">
                    <a16:creationId xmlns:a16="http://schemas.microsoft.com/office/drawing/2014/main" id="{50B294AF-CBB7-46C9-9A94-7F7CF726A2A1}"/>
                  </a:ext>
                </a:extLst>
              </p:cNvPr>
              <p:cNvSpPr/>
              <p:nvPr/>
            </p:nvSpPr>
            <p:spPr>
              <a:xfrm>
                <a:off x="49545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95" name="타원 18494">
                <a:extLst>
                  <a:ext uri="{FF2B5EF4-FFF2-40B4-BE49-F238E27FC236}">
                    <a16:creationId xmlns:a16="http://schemas.microsoft.com/office/drawing/2014/main" id="{E8A5BF5F-1F11-4560-A91C-1B93B1B3D0AC}"/>
                  </a:ext>
                </a:extLst>
              </p:cNvPr>
              <p:cNvSpPr/>
              <p:nvPr/>
            </p:nvSpPr>
            <p:spPr>
              <a:xfrm>
                <a:off x="51069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96" name="타원 18495">
                <a:extLst>
                  <a:ext uri="{FF2B5EF4-FFF2-40B4-BE49-F238E27FC236}">
                    <a16:creationId xmlns:a16="http://schemas.microsoft.com/office/drawing/2014/main" id="{2577FCBC-92B4-4EBF-9E26-7DE4E908248A}"/>
                  </a:ext>
                </a:extLst>
              </p:cNvPr>
              <p:cNvSpPr/>
              <p:nvPr/>
            </p:nvSpPr>
            <p:spPr>
              <a:xfrm>
                <a:off x="52593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97" name="타원 18496">
                <a:extLst>
                  <a:ext uri="{FF2B5EF4-FFF2-40B4-BE49-F238E27FC236}">
                    <a16:creationId xmlns:a16="http://schemas.microsoft.com/office/drawing/2014/main" id="{8B4AC58C-AF44-4E8E-8B07-CCEA8A0D7C68}"/>
                  </a:ext>
                </a:extLst>
              </p:cNvPr>
              <p:cNvSpPr/>
              <p:nvPr/>
            </p:nvSpPr>
            <p:spPr>
              <a:xfrm>
                <a:off x="54117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98" name="타원 18497">
                <a:extLst>
                  <a:ext uri="{FF2B5EF4-FFF2-40B4-BE49-F238E27FC236}">
                    <a16:creationId xmlns:a16="http://schemas.microsoft.com/office/drawing/2014/main" id="{5097B2DE-79BA-4090-A715-05F32C4CE1AB}"/>
                  </a:ext>
                </a:extLst>
              </p:cNvPr>
              <p:cNvSpPr/>
              <p:nvPr/>
            </p:nvSpPr>
            <p:spPr>
              <a:xfrm>
                <a:off x="5564188" y="5410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499" name="타원 18498">
                <a:extLst>
                  <a:ext uri="{FF2B5EF4-FFF2-40B4-BE49-F238E27FC236}">
                    <a16:creationId xmlns:a16="http://schemas.microsoft.com/office/drawing/2014/main" id="{A6DC3F3C-DFA4-4918-80AA-5451BF75BE40}"/>
                  </a:ext>
                </a:extLst>
              </p:cNvPr>
              <p:cNvSpPr/>
              <p:nvPr/>
            </p:nvSpPr>
            <p:spPr>
              <a:xfrm>
                <a:off x="2301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00" name="타원 18499">
                <a:extLst>
                  <a:ext uri="{FF2B5EF4-FFF2-40B4-BE49-F238E27FC236}">
                    <a16:creationId xmlns:a16="http://schemas.microsoft.com/office/drawing/2014/main" id="{3A35C213-9F06-4BBD-AC21-C9650F843F65}"/>
                  </a:ext>
                </a:extLst>
              </p:cNvPr>
              <p:cNvSpPr/>
              <p:nvPr/>
            </p:nvSpPr>
            <p:spPr>
              <a:xfrm>
                <a:off x="3825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01" name="타원 18500">
                <a:extLst>
                  <a:ext uri="{FF2B5EF4-FFF2-40B4-BE49-F238E27FC236}">
                    <a16:creationId xmlns:a16="http://schemas.microsoft.com/office/drawing/2014/main" id="{0D46385E-380B-4650-88D9-B10E3D31FD5E}"/>
                  </a:ext>
                </a:extLst>
              </p:cNvPr>
              <p:cNvSpPr/>
              <p:nvPr/>
            </p:nvSpPr>
            <p:spPr>
              <a:xfrm>
                <a:off x="5349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02" name="타원 18501">
                <a:extLst>
                  <a:ext uri="{FF2B5EF4-FFF2-40B4-BE49-F238E27FC236}">
                    <a16:creationId xmlns:a16="http://schemas.microsoft.com/office/drawing/2014/main" id="{BB2FB6FF-42D5-4BB3-800F-E378B6450FDC}"/>
                  </a:ext>
                </a:extLst>
              </p:cNvPr>
              <p:cNvSpPr/>
              <p:nvPr/>
            </p:nvSpPr>
            <p:spPr>
              <a:xfrm>
                <a:off x="6873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03" name="타원 18502">
                <a:extLst>
                  <a:ext uri="{FF2B5EF4-FFF2-40B4-BE49-F238E27FC236}">
                    <a16:creationId xmlns:a16="http://schemas.microsoft.com/office/drawing/2014/main" id="{64C72B8C-F427-4EC0-B02F-A7D5D08A4EED}"/>
                  </a:ext>
                </a:extLst>
              </p:cNvPr>
              <p:cNvSpPr/>
              <p:nvPr/>
            </p:nvSpPr>
            <p:spPr>
              <a:xfrm>
                <a:off x="8397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04" name="타원 18503">
                <a:extLst>
                  <a:ext uri="{FF2B5EF4-FFF2-40B4-BE49-F238E27FC236}">
                    <a16:creationId xmlns:a16="http://schemas.microsoft.com/office/drawing/2014/main" id="{B739D478-327A-482E-816E-A710AF23FFC7}"/>
                  </a:ext>
                </a:extLst>
              </p:cNvPr>
              <p:cNvSpPr/>
              <p:nvPr/>
            </p:nvSpPr>
            <p:spPr>
              <a:xfrm>
                <a:off x="9921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05" name="타원 18504">
                <a:extLst>
                  <a:ext uri="{FF2B5EF4-FFF2-40B4-BE49-F238E27FC236}">
                    <a16:creationId xmlns:a16="http://schemas.microsoft.com/office/drawing/2014/main" id="{DD558089-D7FE-4479-B68A-796735DB0EEC}"/>
                  </a:ext>
                </a:extLst>
              </p:cNvPr>
              <p:cNvSpPr/>
              <p:nvPr/>
            </p:nvSpPr>
            <p:spPr>
              <a:xfrm>
                <a:off x="11445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06" name="타원 18505">
                <a:extLst>
                  <a:ext uri="{FF2B5EF4-FFF2-40B4-BE49-F238E27FC236}">
                    <a16:creationId xmlns:a16="http://schemas.microsoft.com/office/drawing/2014/main" id="{61B9A30F-EF2B-411A-9748-40A2B53BB910}"/>
                  </a:ext>
                </a:extLst>
              </p:cNvPr>
              <p:cNvSpPr/>
              <p:nvPr/>
            </p:nvSpPr>
            <p:spPr>
              <a:xfrm>
                <a:off x="12969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07" name="타원 18506">
                <a:extLst>
                  <a:ext uri="{FF2B5EF4-FFF2-40B4-BE49-F238E27FC236}">
                    <a16:creationId xmlns:a16="http://schemas.microsoft.com/office/drawing/2014/main" id="{158C6E7A-2F1D-4C82-A1A5-DFD814028BBA}"/>
                  </a:ext>
                </a:extLst>
              </p:cNvPr>
              <p:cNvSpPr/>
              <p:nvPr/>
            </p:nvSpPr>
            <p:spPr>
              <a:xfrm>
                <a:off x="14493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08" name="타원 18507">
                <a:extLst>
                  <a:ext uri="{FF2B5EF4-FFF2-40B4-BE49-F238E27FC236}">
                    <a16:creationId xmlns:a16="http://schemas.microsoft.com/office/drawing/2014/main" id="{3D0FB56C-C7A9-4DED-8755-4621113210EE}"/>
                  </a:ext>
                </a:extLst>
              </p:cNvPr>
              <p:cNvSpPr/>
              <p:nvPr/>
            </p:nvSpPr>
            <p:spPr>
              <a:xfrm>
                <a:off x="16017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09" name="타원 18508">
                <a:extLst>
                  <a:ext uri="{FF2B5EF4-FFF2-40B4-BE49-F238E27FC236}">
                    <a16:creationId xmlns:a16="http://schemas.microsoft.com/office/drawing/2014/main" id="{D9279173-7E30-4233-9326-65927652E9F7}"/>
                  </a:ext>
                </a:extLst>
              </p:cNvPr>
              <p:cNvSpPr/>
              <p:nvPr/>
            </p:nvSpPr>
            <p:spPr>
              <a:xfrm>
                <a:off x="17541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10" name="타원 18509">
                <a:extLst>
                  <a:ext uri="{FF2B5EF4-FFF2-40B4-BE49-F238E27FC236}">
                    <a16:creationId xmlns:a16="http://schemas.microsoft.com/office/drawing/2014/main" id="{C71B842E-2A8C-4318-838E-7080A459863F}"/>
                  </a:ext>
                </a:extLst>
              </p:cNvPr>
              <p:cNvSpPr/>
              <p:nvPr/>
            </p:nvSpPr>
            <p:spPr>
              <a:xfrm>
                <a:off x="19065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11" name="타원 18510">
                <a:extLst>
                  <a:ext uri="{FF2B5EF4-FFF2-40B4-BE49-F238E27FC236}">
                    <a16:creationId xmlns:a16="http://schemas.microsoft.com/office/drawing/2014/main" id="{C2E1C03E-9788-4C6A-97CE-00FDB7851DA7}"/>
                  </a:ext>
                </a:extLst>
              </p:cNvPr>
              <p:cNvSpPr/>
              <p:nvPr/>
            </p:nvSpPr>
            <p:spPr>
              <a:xfrm>
                <a:off x="20589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12" name="타원 18511">
                <a:extLst>
                  <a:ext uri="{FF2B5EF4-FFF2-40B4-BE49-F238E27FC236}">
                    <a16:creationId xmlns:a16="http://schemas.microsoft.com/office/drawing/2014/main" id="{9CFBB849-D552-4DC9-B7EE-D587837EBF5A}"/>
                  </a:ext>
                </a:extLst>
              </p:cNvPr>
              <p:cNvSpPr/>
              <p:nvPr/>
            </p:nvSpPr>
            <p:spPr>
              <a:xfrm>
                <a:off x="22113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13" name="타원 18512">
                <a:extLst>
                  <a:ext uri="{FF2B5EF4-FFF2-40B4-BE49-F238E27FC236}">
                    <a16:creationId xmlns:a16="http://schemas.microsoft.com/office/drawing/2014/main" id="{99F58339-6CA0-4C19-B6E9-684E9035FA53}"/>
                  </a:ext>
                </a:extLst>
              </p:cNvPr>
              <p:cNvSpPr/>
              <p:nvPr/>
            </p:nvSpPr>
            <p:spPr>
              <a:xfrm>
                <a:off x="23637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14" name="타원 18513">
                <a:extLst>
                  <a:ext uri="{FF2B5EF4-FFF2-40B4-BE49-F238E27FC236}">
                    <a16:creationId xmlns:a16="http://schemas.microsoft.com/office/drawing/2014/main" id="{E7558709-52AD-4CB1-8114-DFEEE40A65BE}"/>
                  </a:ext>
                </a:extLst>
              </p:cNvPr>
              <p:cNvSpPr/>
              <p:nvPr/>
            </p:nvSpPr>
            <p:spPr>
              <a:xfrm>
                <a:off x="25161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15" name="타원 18514">
                <a:extLst>
                  <a:ext uri="{FF2B5EF4-FFF2-40B4-BE49-F238E27FC236}">
                    <a16:creationId xmlns:a16="http://schemas.microsoft.com/office/drawing/2014/main" id="{72B550FE-6C5C-44D3-B4DF-ECA47EB6A5DD}"/>
                  </a:ext>
                </a:extLst>
              </p:cNvPr>
              <p:cNvSpPr/>
              <p:nvPr/>
            </p:nvSpPr>
            <p:spPr>
              <a:xfrm>
                <a:off x="26685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16" name="타원 18515">
                <a:extLst>
                  <a:ext uri="{FF2B5EF4-FFF2-40B4-BE49-F238E27FC236}">
                    <a16:creationId xmlns:a16="http://schemas.microsoft.com/office/drawing/2014/main" id="{F76A5B78-DE24-4BBE-8536-D687022B1C1F}"/>
                  </a:ext>
                </a:extLst>
              </p:cNvPr>
              <p:cNvSpPr/>
              <p:nvPr/>
            </p:nvSpPr>
            <p:spPr>
              <a:xfrm>
                <a:off x="28209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17" name="타원 18516">
                <a:extLst>
                  <a:ext uri="{FF2B5EF4-FFF2-40B4-BE49-F238E27FC236}">
                    <a16:creationId xmlns:a16="http://schemas.microsoft.com/office/drawing/2014/main" id="{FD648FE0-7A09-4B33-80E4-2B9DA409F513}"/>
                  </a:ext>
                </a:extLst>
              </p:cNvPr>
              <p:cNvSpPr/>
              <p:nvPr/>
            </p:nvSpPr>
            <p:spPr>
              <a:xfrm>
                <a:off x="29733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18" name="타원 18517">
                <a:extLst>
                  <a:ext uri="{FF2B5EF4-FFF2-40B4-BE49-F238E27FC236}">
                    <a16:creationId xmlns:a16="http://schemas.microsoft.com/office/drawing/2014/main" id="{F77A8948-3646-4D72-B519-75203CCA8F7F}"/>
                  </a:ext>
                </a:extLst>
              </p:cNvPr>
              <p:cNvSpPr/>
              <p:nvPr/>
            </p:nvSpPr>
            <p:spPr>
              <a:xfrm>
                <a:off x="31257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19" name="타원 18518">
                <a:extLst>
                  <a:ext uri="{FF2B5EF4-FFF2-40B4-BE49-F238E27FC236}">
                    <a16:creationId xmlns:a16="http://schemas.microsoft.com/office/drawing/2014/main" id="{0DF70E0B-2A33-41FE-8F2B-E5BA83D42312}"/>
                  </a:ext>
                </a:extLst>
              </p:cNvPr>
              <p:cNvSpPr/>
              <p:nvPr/>
            </p:nvSpPr>
            <p:spPr>
              <a:xfrm>
                <a:off x="32781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20" name="타원 18519">
                <a:extLst>
                  <a:ext uri="{FF2B5EF4-FFF2-40B4-BE49-F238E27FC236}">
                    <a16:creationId xmlns:a16="http://schemas.microsoft.com/office/drawing/2014/main" id="{F9F717B2-6A24-4007-B0A0-D3C6931C8216}"/>
                  </a:ext>
                </a:extLst>
              </p:cNvPr>
              <p:cNvSpPr/>
              <p:nvPr/>
            </p:nvSpPr>
            <p:spPr>
              <a:xfrm>
                <a:off x="34305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21" name="타원 18520">
                <a:extLst>
                  <a:ext uri="{FF2B5EF4-FFF2-40B4-BE49-F238E27FC236}">
                    <a16:creationId xmlns:a16="http://schemas.microsoft.com/office/drawing/2014/main" id="{E0117502-659B-4C63-897B-94718100AB16}"/>
                  </a:ext>
                </a:extLst>
              </p:cNvPr>
              <p:cNvSpPr/>
              <p:nvPr/>
            </p:nvSpPr>
            <p:spPr>
              <a:xfrm>
                <a:off x="35829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22" name="타원 18521">
                <a:extLst>
                  <a:ext uri="{FF2B5EF4-FFF2-40B4-BE49-F238E27FC236}">
                    <a16:creationId xmlns:a16="http://schemas.microsoft.com/office/drawing/2014/main" id="{35FC8DB7-5199-4AE4-9596-655460399437}"/>
                  </a:ext>
                </a:extLst>
              </p:cNvPr>
              <p:cNvSpPr/>
              <p:nvPr/>
            </p:nvSpPr>
            <p:spPr>
              <a:xfrm>
                <a:off x="37353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23" name="타원 18522">
                <a:extLst>
                  <a:ext uri="{FF2B5EF4-FFF2-40B4-BE49-F238E27FC236}">
                    <a16:creationId xmlns:a16="http://schemas.microsoft.com/office/drawing/2014/main" id="{5C91AB1D-4BF8-4FF8-A487-A1C978906CDA}"/>
                  </a:ext>
                </a:extLst>
              </p:cNvPr>
              <p:cNvSpPr/>
              <p:nvPr/>
            </p:nvSpPr>
            <p:spPr>
              <a:xfrm>
                <a:off x="38877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24" name="타원 18523">
                <a:extLst>
                  <a:ext uri="{FF2B5EF4-FFF2-40B4-BE49-F238E27FC236}">
                    <a16:creationId xmlns:a16="http://schemas.microsoft.com/office/drawing/2014/main" id="{E9801177-CB74-410C-A126-0403D1DD3062}"/>
                  </a:ext>
                </a:extLst>
              </p:cNvPr>
              <p:cNvSpPr/>
              <p:nvPr/>
            </p:nvSpPr>
            <p:spPr>
              <a:xfrm>
                <a:off x="40401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25" name="타원 18524">
                <a:extLst>
                  <a:ext uri="{FF2B5EF4-FFF2-40B4-BE49-F238E27FC236}">
                    <a16:creationId xmlns:a16="http://schemas.microsoft.com/office/drawing/2014/main" id="{683A6895-23FC-4E46-ABD2-FB76472BB69E}"/>
                  </a:ext>
                </a:extLst>
              </p:cNvPr>
              <p:cNvSpPr/>
              <p:nvPr/>
            </p:nvSpPr>
            <p:spPr>
              <a:xfrm>
                <a:off x="41925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26" name="타원 18525">
                <a:extLst>
                  <a:ext uri="{FF2B5EF4-FFF2-40B4-BE49-F238E27FC236}">
                    <a16:creationId xmlns:a16="http://schemas.microsoft.com/office/drawing/2014/main" id="{BC179A3A-5F6B-4795-A242-904036CCEBEE}"/>
                  </a:ext>
                </a:extLst>
              </p:cNvPr>
              <p:cNvSpPr/>
              <p:nvPr/>
            </p:nvSpPr>
            <p:spPr>
              <a:xfrm>
                <a:off x="43449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27" name="타원 18526">
                <a:extLst>
                  <a:ext uri="{FF2B5EF4-FFF2-40B4-BE49-F238E27FC236}">
                    <a16:creationId xmlns:a16="http://schemas.microsoft.com/office/drawing/2014/main" id="{94F93D6B-3821-4839-8825-40B0337956D6}"/>
                  </a:ext>
                </a:extLst>
              </p:cNvPr>
              <p:cNvSpPr/>
              <p:nvPr/>
            </p:nvSpPr>
            <p:spPr>
              <a:xfrm>
                <a:off x="44973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28" name="타원 18527">
                <a:extLst>
                  <a:ext uri="{FF2B5EF4-FFF2-40B4-BE49-F238E27FC236}">
                    <a16:creationId xmlns:a16="http://schemas.microsoft.com/office/drawing/2014/main" id="{4C0A18A0-3CC3-4016-BE2A-D1BEF43A5A97}"/>
                  </a:ext>
                </a:extLst>
              </p:cNvPr>
              <p:cNvSpPr/>
              <p:nvPr/>
            </p:nvSpPr>
            <p:spPr>
              <a:xfrm>
                <a:off x="46497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29" name="타원 18528">
                <a:extLst>
                  <a:ext uri="{FF2B5EF4-FFF2-40B4-BE49-F238E27FC236}">
                    <a16:creationId xmlns:a16="http://schemas.microsoft.com/office/drawing/2014/main" id="{506A0231-48EC-4A9F-8D5C-211DB43A31D4}"/>
                  </a:ext>
                </a:extLst>
              </p:cNvPr>
              <p:cNvSpPr/>
              <p:nvPr/>
            </p:nvSpPr>
            <p:spPr>
              <a:xfrm>
                <a:off x="48021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30" name="타원 18529">
                <a:extLst>
                  <a:ext uri="{FF2B5EF4-FFF2-40B4-BE49-F238E27FC236}">
                    <a16:creationId xmlns:a16="http://schemas.microsoft.com/office/drawing/2014/main" id="{F76252B2-58D2-412E-9C4A-7F6B2E65377A}"/>
                  </a:ext>
                </a:extLst>
              </p:cNvPr>
              <p:cNvSpPr/>
              <p:nvPr/>
            </p:nvSpPr>
            <p:spPr>
              <a:xfrm>
                <a:off x="49545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31" name="타원 18530">
                <a:extLst>
                  <a:ext uri="{FF2B5EF4-FFF2-40B4-BE49-F238E27FC236}">
                    <a16:creationId xmlns:a16="http://schemas.microsoft.com/office/drawing/2014/main" id="{F6B03874-2BE7-44EC-A6DB-463088706AE3}"/>
                  </a:ext>
                </a:extLst>
              </p:cNvPr>
              <p:cNvSpPr/>
              <p:nvPr/>
            </p:nvSpPr>
            <p:spPr>
              <a:xfrm>
                <a:off x="51069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32" name="타원 18531">
                <a:extLst>
                  <a:ext uri="{FF2B5EF4-FFF2-40B4-BE49-F238E27FC236}">
                    <a16:creationId xmlns:a16="http://schemas.microsoft.com/office/drawing/2014/main" id="{B1F1CF2E-D643-4DFE-8FF6-5AA989DE72DC}"/>
                  </a:ext>
                </a:extLst>
              </p:cNvPr>
              <p:cNvSpPr/>
              <p:nvPr/>
            </p:nvSpPr>
            <p:spPr>
              <a:xfrm>
                <a:off x="52593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33" name="타원 18532">
                <a:extLst>
                  <a:ext uri="{FF2B5EF4-FFF2-40B4-BE49-F238E27FC236}">
                    <a16:creationId xmlns:a16="http://schemas.microsoft.com/office/drawing/2014/main" id="{08DD7FCC-2259-4A14-8F39-B2E17B11352D}"/>
                  </a:ext>
                </a:extLst>
              </p:cNvPr>
              <p:cNvSpPr/>
              <p:nvPr/>
            </p:nvSpPr>
            <p:spPr>
              <a:xfrm>
                <a:off x="54117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34" name="타원 18533">
                <a:extLst>
                  <a:ext uri="{FF2B5EF4-FFF2-40B4-BE49-F238E27FC236}">
                    <a16:creationId xmlns:a16="http://schemas.microsoft.com/office/drawing/2014/main" id="{506B1A17-E60E-4587-90FA-6EF9E14398FB}"/>
                  </a:ext>
                </a:extLst>
              </p:cNvPr>
              <p:cNvSpPr/>
              <p:nvPr/>
            </p:nvSpPr>
            <p:spPr>
              <a:xfrm>
                <a:off x="5564188" y="5562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35" name="타원 18534">
                <a:extLst>
                  <a:ext uri="{FF2B5EF4-FFF2-40B4-BE49-F238E27FC236}">
                    <a16:creationId xmlns:a16="http://schemas.microsoft.com/office/drawing/2014/main" id="{3EC7EA2A-B22F-4ABA-A51D-9B36F8D0860F}"/>
                  </a:ext>
                </a:extLst>
              </p:cNvPr>
              <p:cNvSpPr/>
              <p:nvPr/>
            </p:nvSpPr>
            <p:spPr>
              <a:xfrm>
                <a:off x="2301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36" name="타원 18535">
                <a:extLst>
                  <a:ext uri="{FF2B5EF4-FFF2-40B4-BE49-F238E27FC236}">
                    <a16:creationId xmlns:a16="http://schemas.microsoft.com/office/drawing/2014/main" id="{211154DE-50C5-45D0-812D-4D10379D7398}"/>
                  </a:ext>
                </a:extLst>
              </p:cNvPr>
              <p:cNvSpPr/>
              <p:nvPr/>
            </p:nvSpPr>
            <p:spPr>
              <a:xfrm>
                <a:off x="3825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37" name="타원 18536">
                <a:extLst>
                  <a:ext uri="{FF2B5EF4-FFF2-40B4-BE49-F238E27FC236}">
                    <a16:creationId xmlns:a16="http://schemas.microsoft.com/office/drawing/2014/main" id="{809779DC-8F28-417C-BF07-2CF432AFAE84}"/>
                  </a:ext>
                </a:extLst>
              </p:cNvPr>
              <p:cNvSpPr/>
              <p:nvPr/>
            </p:nvSpPr>
            <p:spPr>
              <a:xfrm>
                <a:off x="5349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38" name="타원 18537">
                <a:extLst>
                  <a:ext uri="{FF2B5EF4-FFF2-40B4-BE49-F238E27FC236}">
                    <a16:creationId xmlns:a16="http://schemas.microsoft.com/office/drawing/2014/main" id="{30040628-7A2C-4BD4-B604-7E66860CE5E2}"/>
                  </a:ext>
                </a:extLst>
              </p:cNvPr>
              <p:cNvSpPr/>
              <p:nvPr/>
            </p:nvSpPr>
            <p:spPr>
              <a:xfrm>
                <a:off x="6873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39" name="타원 18538">
                <a:extLst>
                  <a:ext uri="{FF2B5EF4-FFF2-40B4-BE49-F238E27FC236}">
                    <a16:creationId xmlns:a16="http://schemas.microsoft.com/office/drawing/2014/main" id="{47902C9B-4B8F-4CB4-9BA7-F0EEFA277598}"/>
                  </a:ext>
                </a:extLst>
              </p:cNvPr>
              <p:cNvSpPr/>
              <p:nvPr/>
            </p:nvSpPr>
            <p:spPr>
              <a:xfrm>
                <a:off x="8397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40" name="타원 18539">
                <a:extLst>
                  <a:ext uri="{FF2B5EF4-FFF2-40B4-BE49-F238E27FC236}">
                    <a16:creationId xmlns:a16="http://schemas.microsoft.com/office/drawing/2014/main" id="{9AEFDF5B-5096-46A1-82CD-C64D5B6DCEC0}"/>
                  </a:ext>
                </a:extLst>
              </p:cNvPr>
              <p:cNvSpPr/>
              <p:nvPr/>
            </p:nvSpPr>
            <p:spPr>
              <a:xfrm>
                <a:off x="9921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41" name="타원 18540">
                <a:extLst>
                  <a:ext uri="{FF2B5EF4-FFF2-40B4-BE49-F238E27FC236}">
                    <a16:creationId xmlns:a16="http://schemas.microsoft.com/office/drawing/2014/main" id="{EBE6DFDF-52E0-4092-89C0-1FCC228F778E}"/>
                  </a:ext>
                </a:extLst>
              </p:cNvPr>
              <p:cNvSpPr/>
              <p:nvPr/>
            </p:nvSpPr>
            <p:spPr>
              <a:xfrm>
                <a:off x="11445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42" name="타원 18541">
                <a:extLst>
                  <a:ext uri="{FF2B5EF4-FFF2-40B4-BE49-F238E27FC236}">
                    <a16:creationId xmlns:a16="http://schemas.microsoft.com/office/drawing/2014/main" id="{228F2719-3318-4E79-AB0C-A2B413AA078C}"/>
                  </a:ext>
                </a:extLst>
              </p:cNvPr>
              <p:cNvSpPr/>
              <p:nvPr/>
            </p:nvSpPr>
            <p:spPr>
              <a:xfrm>
                <a:off x="12969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43" name="타원 18542">
                <a:extLst>
                  <a:ext uri="{FF2B5EF4-FFF2-40B4-BE49-F238E27FC236}">
                    <a16:creationId xmlns:a16="http://schemas.microsoft.com/office/drawing/2014/main" id="{DDD62EB4-1019-4E1E-B18F-C3EA958F5EBD}"/>
                  </a:ext>
                </a:extLst>
              </p:cNvPr>
              <p:cNvSpPr/>
              <p:nvPr/>
            </p:nvSpPr>
            <p:spPr>
              <a:xfrm>
                <a:off x="14493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44" name="타원 18543">
                <a:extLst>
                  <a:ext uri="{FF2B5EF4-FFF2-40B4-BE49-F238E27FC236}">
                    <a16:creationId xmlns:a16="http://schemas.microsoft.com/office/drawing/2014/main" id="{8AFC51E8-E0DD-4F05-A25C-3C69759B3374}"/>
                  </a:ext>
                </a:extLst>
              </p:cNvPr>
              <p:cNvSpPr/>
              <p:nvPr/>
            </p:nvSpPr>
            <p:spPr>
              <a:xfrm>
                <a:off x="16017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45" name="타원 18544">
                <a:extLst>
                  <a:ext uri="{FF2B5EF4-FFF2-40B4-BE49-F238E27FC236}">
                    <a16:creationId xmlns:a16="http://schemas.microsoft.com/office/drawing/2014/main" id="{EE659EA2-40A1-480B-83B0-4D4EF7F82E74}"/>
                  </a:ext>
                </a:extLst>
              </p:cNvPr>
              <p:cNvSpPr/>
              <p:nvPr/>
            </p:nvSpPr>
            <p:spPr>
              <a:xfrm>
                <a:off x="17541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46" name="타원 18545">
                <a:extLst>
                  <a:ext uri="{FF2B5EF4-FFF2-40B4-BE49-F238E27FC236}">
                    <a16:creationId xmlns:a16="http://schemas.microsoft.com/office/drawing/2014/main" id="{37E59EC2-4F69-41F1-8313-1F4DA79BB017}"/>
                  </a:ext>
                </a:extLst>
              </p:cNvPr>
              <p:cNvSpPr/>
              <p:nvPr/>
            </p:nvSpPr>
            <p:spPr>
              <a:xfrm>
                <a:off x="19065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47" name="타원 18546">
                <a:extLst>
                  <a:ext uri="{FF2B5EF4-FFF2-40B4-BE49-F238E27FC236}">
                    <a16:creationId xmlns:a16="http://schemas.microsoft.com/office/drawing/2014/main" id="{38289C58-719E-4593-81B0-EB0B4CA873F9}"/>
                  </a:ext>
                </a:extLst>
              </p:cNvPr>
              <p:cNvSpPr/>
              <p:nvPr/>
            </p:nvSpPr>
            <p:spPr>
              <a:xfrm>
                <a:off x="20589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48" name="타원 18547">
                <a:extLst>
                  <a:ext uri="{FF2B5EF4-FFF2-40B4-BE49-F238E27FC236}">
                    <a16:creationId xmlns:a16="http://schemas.microsoft.com/office/drawing/2014/main" id="{20841C6D-1A43-49AD-910B-EABB91E51260}"/>
                  </a:ext>
                </a:extLst>
              </p:cNvPr>
              <p:cNvSpPr/>
              <p:nvPr/>
            </p:nvSpPr>
            <p:spPr>
              <a:xfrm>
                <a:off x="22113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49" name="타원 18548">
                <a:extLst>
                  <a:ext uri="{FF2B5EF4-FFF2-40B4-BE49-F238E27FC236}">
                    <a16:creationId xmlns:a16="http://schemas.microsoft.com/office/drawing/2014/main" id="{6DE3E5F7-9498-4A3C-AD7D-83E954BA607C}"/>
                  </a:ext>
                </a:extLst>
              </p:cNvPr>
              <p:cNvSpPr/>
              <p:nvPr/>
            </p:nvSpPr>
            <p:spPr>
              <a:xfrm>
                <a:off x="23637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50" name="타원 18549">
                <a:extLst>
                  <a:ext uri="{FF2B5EF4-FFF2-40B4-BE49-F238E27FC236}">
                    <a16:creationId xmlns:a16="http://schemas.microsoft.com/office/drawing/2014/main" id="{780F1540-1ED0-489B-BBA5-3EF9C71050B4}"/>
                  </a:ext>
                </a:extLst>
              </p:cNvPr>
              <p:cNvSpPr/>
              <p:nvPr/>
            </p:nvSpPr>
            <p:spPr>
              <a:xfrm>
                <a:off x="25161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51" name="타원 18550">
                <a:extLst>
                  <a:ext uri="{FF2B5EF4-FFF2-40B4-BE49-F238E27FC236}">
                    <a16:creationId xmlns:a16="http://schemas.microsoft.com/office/drawing/2014/main" id="{05D1EBCC-6664-43ED-80C1-A84E32DC17EF}"/>
                  </a:ext>
                </a:extLst>
              </p:cNvPr>
              <p:cNvSpPr/>
              <p:nvPr/>
            </p:nvSpPr>
            <p:spPr>
              <a:xfrm>
                <a:off x="26685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52" name="타원 18551">
                <a:extLst>
                  <a:ext uri="{FF2B5EF4-FFF2-40B4-BE49-F238E27FC236}">
                    <a16:creationId xmlns:a16="http://schemas.microsoft.com/office/drawing/2014/main" id="{9B92C5FD-E375-4989-9D29-F94B5E44174E}"/>
                  </a:ext>
                </a:extLst>
              </p:cNvPr>
              <p:cNvSpPr/>
              <p:nvPr/>
            </p:nvSpPr>
            <p:spPr>
              <a:xfrm>
                <a:off x="28209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53" name="타원 18552">
                <a:extLst>
                  <a:ext uri="{FF2B5EF4-FFF2-40B4-BE49-F238E27FC236}">
                    <a16:creationId xmlns:a16="http://schemas.microsoft.com/office/drawing/2014/main" id="{486641C6-8FDB-4DEE-9782-584C70365F1C}"/>
                  </a:ext>
                </a:extLst>
              </p:cNvPr>
              <p:cNvSpPr/>
              <p:nvPr/>
            </p:nvSpPr>
            <p:spPr>
              <a:xfrm>
                <a:off x="29733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54" name="타원 18553">
                <a:extLst>
                  <a:ext uri="{FF2B5EF4-FFF2-40B4-BE49-F238E27FC236}">
                    <a16:creationId xmlns:a16="http://schemas.microsoft.com/office/drawing/2014/main" id="{D501CF5D-6513-4B31-83D0-659D095D62E0}"/>
                  </a:ext>
                </a:extLst>
              </p:cNvPr>
              <p:cNvSpPr/>
              <p:nvPr/>
            </p:nvSpPr>
            <p:spPr>
              <a:xfrm>
                <a:off x="31257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55" name="타원 18554">
                <a:extLst>
                  <a:ext uri="{FF2B5EF4-FFF2-40B4-BE49-F238E27FC236}">
                    <a16:creationId xmlns:a16="http://schemas.microsoft.com/office/drawing/2014/main" id="{CB051EAE-6A2B-4C5C-A6F2-4E71F01398E1}"/>
                  </a:ext>
                </a:extLst>
              </p:cNvPr>
              <p:cNvSpPr/>
              <p:nvPr/>
            </p:nvSpPr>
            <p:spPr>
              <a:xfrm>
                <a:off x="32781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56" name="타원 18555">
                <a:extLst>
                  <a:ext uri="{FF2B5EF4-FFF2-40B4-BE49-F238E27FC236}">
                    <a16:creationId xmlns:a16="http://schemas.microsoft.com/office/drawing/2014/main" id="{4BBAD10A-6265-4932-AD3F-480ABAA6984B}"/>
                  </a:ext>
                </a:extLst>
              </p:cNvPr>
              <p:cNvSpPr/>
              <p:nvPr/>
            </p:nvSpPr>
            <p:spPr>
              <a:xfrm>
                <a:off x="34305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57" name="타원 18556">
                <a:extLst>
                  <a:ext uri="{FF2B5EF4-FFF2-40B4-BE49-F238E27FC236}">
                    <a16:creationId xmlns:a16="http://schemas.microsoft.com/office/drawing/2014/main" id="{A0BFF3E8-632A-4E12-AC83-CCE2D66AF7E5}"/>
                  </a:ext>
                </a:extLst>
              </p:cNvPr>
              <p:cNvSpPr/>
              <p:nvPr/>
            </p:nvSpPr>
            <p:spPr>
              <a:xfrm>
                <a:off x="35829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58" name="타원 18557">
                <a:extLst>
                  <a:ext uri="{FF2B5EF4-FFF2-40B4-BE49-F238E27FC236}">
                    <a16:creationId xmlns:a16="http://schemas.microsoft.com/office/drawing/2014/main" id="{E1303F68-BD9C-4353-BFA8-221ED3A49A94}"/>
                  </a:ext>
                </a:extLst>
              </p:cNvPr>
              <p:cNvSpPr/>
              <p:nvPr/>
            </p:nvSpPr>
            <p:spPr>
              <a:xfrm>
                <a:off x="37353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59" name="타원 18558">
                <a:extLst>
                  <a:ext uri="{FF2B5EF4-FFF2-40B4-BE49-F238E27FC236}">
                    <a16:creationId xmlns:a16="http://schemas.microsoft.com/office/drawing/2014/main" id="{F34C51F5-0C93-45E2-BCF1-65E426D980A3}"/>
                  </a:ext>
                </a:extLst>
              </p:cNvPr>
              <p:cNvSpPr/>
              <p:nvPr/>
            </p:nvSpPr>
            <p:spPr>
              <a:xfrm>
                <a:off x="38877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0" name="타원 18559">
                <a:extLst>
                  <a:ext uri="{FF2B5EF4-FFF2-40B4-BE49-F238E27FC236}">
                    <a16:creationId xmlns:a16="http://schemas.microsoft.com/office/drawing/2014/main" id="{9C331DA5-B829-4062-87E9-C3378AD324B3}"/>
                  </a:ext>
                </a:extLst>
              </p:cNvPr>
              <p:cNvSpPr/>
              <p:nvPr/>
            </p:nvSpPr>
            <p:spPr>
              <a:xfrm>
                <a:off x="40401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1" name="타원 18560">
                <a:extLst>
                  <a:ext uri="{FF2B5EF4-FFF2-40B4-BE49-F238E27FC236}">
                    <a16:creationId xmlns:a16="http://schemas.microsoft.com/office/drawing/2014/main" id="{1850F858-F3C7-4E49-AC06-EE143A461AAF}"/>
                  </a:ext>
                </a:extLst>
              </p:cNvPr>
              <p:cNvSpPr/>
              <p:nvPr/>
            </p:nvSpPr>
            <p:spPr>
              <a:xfrm>
                <a:off x="41925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2" name="타원 18561">
                <a:extLst>
                  <a:ext uri="{FF2B5EF4-FFF2-40B4-BE49-F238E27FC236}">
                    <a16:creationId xmlns:a16="http://schemas.microsoft.com/office/drawing/2014/main" id="{C59A7D83-8E00-4EC3-ADD3-85B55CFECB55}"/>
                  </a:ext>
                </a:extLst>
              </p:cNvPr>
              <p:cNvSpPr/>
              <p:nvPr/>
            </p:nvSpPr>
            <p:spPr>
              <a:xfrm>
                <a:off x="43449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3" name="타원 18562">
                <a:extLst>
                  <a:ext uri="{FF2B5EF4-FFF2-40B4-BE49-F238E27FC236}">
                    <a16:creationId xmlns:a16="http://schemas.microsoft.com/office/drawing/2014/main" id="{67C1EC30-C097-4174-BCE7-AC38042FD690}"/>
                  </a:ext>
                </a:extLst>
              </p:cNvPr>
              <p:cNvSpPr/>
              <p:nvPr/>
            </p:nvSpPr>
            <p:spPr>
              <a:xfrm>
                <a:off x="44973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4" name="타원 18563">
                <a:extLst>
                  <a:ext uri="{FF2B5EF4-FFF2-40B4-BE49-F238E27FC236}">
                    <a16:creationId xmlns:a16="http://schemas.microsoft.com/office/drawing/2014/main" id="{03136736-5E97-485E-9A92-5FE1EE8DCBB6}"/>
                  </a:ext>
                </a:extLst>
              </p:cNvPr>
              <p:cNvSpPr/>
              <p:nvPr/>
            </p:nvSpPr>
            <p:spPr>
              <a:xfrm>
                <a:off x="46497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5" name="타원 18564">
                <a:extLst>
                  <a:ext uri="{FF2B5EF4-FFF2-40B4-BE49-F238E27FC236}">
                    <a16:creationId xmlns:a16="http://schemas.microsoft.com/office/drawing/2014/main" id="{DE0ACD3C-6B96-4311-8F16-53182DF97997}"/>
                  </a:ext>
                </a:extLst>
              </p:cNvPr>
              <p:cNvSpPr/>
              <p:nvPr/>
            </p:nvSpPr>
            <p:spPr>
              <a:xfrm>
                <a:off x="48021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6" name="타원 18565">
                <a:extLst>
                  <a:ext uri="{FF2B5EF4-FFF2-40B4-BE49-F238E27FC236}">
                    <a16:creationId xmlns:a16="http://schemas.microsoft.com/office/drawing/2014/main" id="{1784CE52-0523-41B2-8F90-EDDC7DD03D76}"/>
                  </a:ext>
                </a:extLst>
              </p:cNvPr>
              <p:cNvSpPr/>
              <p:nvPr/>
            </p:nvSpPr>
            <p:spPr>
              <a:xfrm>
                <a:off x="49545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7" name="타원 18566">
                <a:extLst>
                  <a:ext uri="{FF2B5EF4-FFF2-40B4-BE49-F238E27FC236}">
                    <a16:creationId xmlns:a16="http://schemas.microsoft.com/office/drawing/2014/main" id="{3C0A60C4-6D18-49E2-A98F-A16A12AF14E8}"/>
                  </a:ext>
                </a:extLst>
              </p:cNvPr>
              <p:cNvSpPr/>
              <p:nvPr/>
            </p:nvSpPr>
            <p:spPr>
              <a:xfrm>
                <a:off x="51069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8" name="타원 18567">
                <a:extLst>
                  <a:ext uri="{FF2B5EF4-FFF2-40B4-BE49-F238E27FC236}">
                    <a16:creationId xmlns:a16="http://schemas.microsoft.com/office/drawing/2014/main" id="{0EEFA883-370D-47AF-8251-873D0F336C50}"/>
                  </a:ext>
                </a:extLst>
              </p:cNvPr>
              <p:cNvSpPr/>
              <p:nvPr/>
            </p:nvSpPr>
            <p:spPr>
              <a:xfrm>
                <a:off x="52593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69" name="타원 18568">
                <a:extLst>
                  <a:ext uri="{FF2B5EF4-FFF2-40B4-BE49-F238E27FC236}">
                    <a16:creationId xmlns:a16="http://schemas.microsoft.com/office/drawing/2014/main" id="{97164E8A-C9B9-4C3B-91B5-8DE4DB855165}"/>
                  </a:ext>
                </a:extLst>
              </p:cNvPr>
              <p:cNvSpPr/>
              <p:nvPr/>
            </p:nvSpPr>
            <p:spPr>
              <a:xfrm>
                <a:off x="54117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0" name="타원 18569">
                <a:extLst>
                  <a:ext uri="{FF2B5EF4-FFF2-40B4-BE49-F238E27FC236}">
                    <a16:creationId xmlns:a16="http://schemas.microsoft.com/office/drawing/2014/main" id="{634C88FC-CE1D-4EA8-9AD5-2394397CCB85}"/>
                  </a:ext>
                </a:extLst>
              </p:cNvPr>
              <p:cNvSpPr/>
              <p:nvPr/>
            </p:nvSpPr>
            <p:spPr>
              <a:xfrm>
                <a:off x="5564188" y="5715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1" name="타원 18570">
                <a:extLst>
                  <a:ext uri="{FF2B5EF4-FFF2-40B4-BE49-F238E27FC236}">
                    <a16:creationId xmlns:a16="http://schemas.microsoft.com/office/drawing/2014/main" id="{974BA830-3D8F-4735-9BBF-3E6F0D0BBE2A}"/>
                  </a:ext>
                </a:extLst>
              </p:cNvPr>
              <p:cNvSpPr/>
              <p:nvPr/>
            </p:nvSpPr>
            <p:spPr>
              <a:xfrm>
                <a:off x="2301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2" name="타원 18571">
                <a:extLst>
                  <a:ext uri="{FF2B5EF4-FFF2-40B4-BE49-F238E27FC236}">
                    <a16:creationId xmlns:a16="http://schemas.microsoft.com/office/drawing/2014/main" id="{3D337AE5-3F3B-4641-9835-7026A849BAC2}"/>
                  </a:ext>
                </a:extLst>
              </p:cNvPr>
              <p:cNvSpPr/>
              <p:nvPr/>
            </p:nvSpPr>
            <p:spPr>
              <a:xfrm>
                <a:off x="3825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3" name="타원 18572">
                <a:extLst>
                  <a:ext uri="{FF2B5EF4-FFF2-40B4-BE49-F238E27FC236}">
                    <a16:creationId xmlns:a16="http://schemas.microsoft.com/office/drawing/2014/main" id="{3EA13AE7-C930-4729-9AA4-ABFD9532819F}"/>
                  </a:ext>
                </a:extLst>
              </p:cNvPr>
              <p:cNvSpPr/>
              <p:nvPr/>
            </p:nvSpPr>
            <p:spPr>
              <a:xfrm>
                <a:off x="5349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4" name="타원 18573">
                <a:extLst>
                  <a:ext uri="{FF2B5EF4-FFF2-40B4-BE49-F238E27FC236}">
                    <a16:creationId xmlns:a16="http://schemas.microsoft.com/office/drawing/2014/main" id="{512233B5-412A-418E-8D13-8FE9E0CD7D95}"/>
                  </a:ext>
                </a:extLst>
              </p:cNvPr>
              <p:cNvSpPr/>
              <p:nvPr/>
            </p:nvSpPr>
            <p:spPr>
              <a:xfrm>
                <a:off x="6873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5" name="타원 18574">
                <a:extLst>
                  <a:ext uri="{FF2B5EF4-FFF2-40B4-BE49-F238E27FC236}">
                    <a16:creationId xmlns:a16="http://schemas.microsoft.com/office/drawing/2014/main" id="{7B8AB12B-2E68-41C2-B778-EB5855F49EDD}"/>
                  </a:ext>
                </a:extLst>
              </p:cNvPr>
              <p:cNvSpPr/>
              <p:nvPr/>
            </p:nvSpPr>
            <p:spPr>
              <a:xfrm>
                <a:off x="8397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6" name="타원 18575">
                <a:extLst>
                  <a:ext uri="{FF2B5EF4-FFF2-40B4-BE49-F238E27FC236}">
                    <a16:creationId xmlns:a16="http://schemas.microsoft.com/office/drawing/2014/main" id="{9FC87C3F-FA97-4CD0-B6CE-E11033A110E3}"/>
                  </a:ext>
                </a:extLst>
              </p:cNvPr>
              <p:cNvSpPr/>
              <p:nvPr/>
            </p:nvSpPr>
            <p:spPr>
              <a:xfrm>
                <a:off x="9921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7" name="타원 18576">
                <a:extLst>
                  <a:ext uri="{FF2B5EF4-FFF2-40B4-BE49-F238E27FC236}">
                    <a16:creationId xmlns:a16="http://schemas.microsoft.com/office/drawing/2014/main" id="{8F92CF2F-D1BA-42D1-9C4C-D413AE796E1D}"/>
                  </a:ext>
                </a:extLst>
              </p:cNvPr>
              <p:cNvSpPr/>
              <p:nvPr/>
            </p:nvSpPr>
            <p:spPr>
              <a:xfrm>
                <a:off x="11445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8" name="타원 18577">
                <a:extLst>
                  <a:ext uri="{FF2B5EF4-FFF2-40B4-BE49-F238E27FC236}">
                    <a16:creationId xmlns:a16="http://schemas.microsoft.com/office/drawing/2014/main" id="{8F117EED-1F89-46C4-A588-C28CBE09EA3D}"/>
                  </a:ext>
                </a:extLst>
              </p:cNvPr>
              <p:cNvSpPr/>
              <p:nvPr/>
            </p:nvSpPr>
            <p:spPr>
              <a:xfrm>
                <a:off x="12969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79" name="타원 18578">
                <a:extLst>
                  <a:ext uri="{FF2B5EF4-FFF2-40B4-BE49-F238E27FC236}">
                    <a16:creationId xmlns:a16="http://schemas.microsoft.com/office/drawing/2014/main" id="{3D9C6136-42BB-4552-BC6F-58D99CC5EFF3}"/>
                  </a:ext>
                </a:extLst>
              </p:cNvPr>
              <p:cNvSpPr/>
              <p:nvPr/>
            </p:nvSpPr>
            <p:spPr>
              <a:xfrm>
                <a:off x="14493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80" name="타원 18579">
                <a:extLst>
                  <a:ext uri="{FF2B5EF4-FFF2-40B4-BE49-F238E27FC236}">
                    <a16:creationId xmlns:a16="http://schemas.microsoft.com/office/drawing/2014/main" id="{77EF00BD-64FA-46A6-9962-4095A342DA7E}"/>
                  </a:ext>
                </a:extLst>
              </p:cNvPr>
              <p:cNvSpPr/>
              <p:nvPr/>
            </p:nvSpPr>
            <p:spPr>
              <a:xfrm>
                <a:off x="16017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81" name="타원 18580">
                <a:extLst>
                  <a:ext uri="{FF2B5EF4-FFF2-40B4-BE49-F238E27FC236}">
                    <a16:creationId xmlns:a16="http://schemas.microsoft.com/office/drawing/2014/main" id="{4EC8F32A-7FD0-4E46-A6D1-31ED001F8F5F}"/>
                  </a:ext>
                </a:extLst>
              </p:cNvPr>
              <p:cNvSpPr/>
              <p:nvPr/>
            </p:nvSpPr>
            <p:spPr>
              <a:xfrm>
                <a:off x="17541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82" name="타원 18581">
                <a:extLst>
                  <a:ext uri="{FF2B5EF4-FFF2-40B4-BE49-F238E27FC236}">
                    <a16:creationId xmlns:a16="http://schemas.microsoft.com/office/drawing/2014/main" id="{0352EE8F-1024-44F2-A228-93CF0435A6AD}"/>
                  </a:ext>
                </a:extLst>
              </p:cNvPr>
              <p:cNvSpPr/>
              <p:nvPr/>
            </p:nvSpPr>
            <p:spPr>
              <a:xfrm>
                <a:off x="19065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83" name="타원 18582">
                <a:extLst>
                  <a:ext uri="{FF2B5EF4-FFF2-40B4-BE49-F238E27FC236}">
                    <a16:creationId xmlns:a16="http://schemas.microsoft.com/office/drawing/2014/main" id="{AAFA9E8E-E319-428F-9D47-BB90F0098E40}"/>
                  </a:ext>
                </a:extLst>
              </p:cNvPr>
              <p:cNvSpPr/>
              <p:nvPr/>
            </p:nvSpPr>
            <p:spPr>
              <a:xfrm>
                <a:off x="20589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84" name="타원 18583">
                <a:extLst>
                  <a:ext uri="{FF2B5EF4-FFF2-40B4-BE49-F238E27FC236}">
                    <a16:creationId xmlns:a16="http://schemas.microsoft.com/office/drawing/2014/main" id="{1F0A4BE5-A39C-4E53-AFC8-B36F3F09BB2C}"/>
                  </a:ext>
                </a:extLst>
              </p:cNvPr>
              <p:cNvSpPr/>
              <p:nvPr/>
            </p:nvSpPr>
            <p:spPr>
              <a:xfrm>
                <a:off x="22113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85" name="타원 18584">
                <a:extLst>
                  <a:ext uri="{FF2B5EF4-FFF2-40B4-BE49-F238E27FC236}">
                    <a16:creationId xmlns:a16="http://schemas.microsoft.com/office/drawing/2014/main" id="{5F1C25CA-C291-4A7A-9E4B-C7C6B47962C1}"/>
                  </a:ext>
                </a:extLst>
              </p:cNvPr>
              <p:cNvSpPr/>
              <p:nvPr/>
            </p:nvSpPr>
            <p:spPr>
              <a:xfrm>
                <a:off x="23637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86" name="타원 18585">
                <a:extLst>
                  <a:ext uri="{FF2B5EF4-FFF2-40B4-BE49-F238E27FC236}">
                    <a16:creationId xmlns:a16="http://schemas.microsoft.com/office/drawing/2014/main" id="{24CBFEC6-03CE-4FD0-A6B8-7EBE0BC33E50}"/>
                  </a:ext>
                </a:extLst>
              </p:cNvPr>
              <p:cNvSpPr/>
              <p:nvPr/>
            </p:nvSpPr>
            <p:spPr>
              <a:xfrm>
                <a:off x="25161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87" name="타원 18586">
                <a:extLst>
                  <a:ext uri="{FF2B5EF4-FFF2-40B4-BE49-F238E27FC236}">
                    <a16:creationId xmlns:a16="http://schemas.microsoft.com/office/drawing/2014/main" id="{A161FB52-0DAB-4333-9ED8-416626C7BF17}"/>
                  </a:ext>
                </a:extLst>
              </p:cNvPr>
              <p:cNvSpPr/>
              <p:nvPr/>
            </p:nvSpPr>
            <p:spPr>
              <a:xfrm>
                <a:off x="26685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88" name="타원 18587">
                <a:extLst>
                  <a:ext uri="{FF2B5EF4-FFF2-40B4-BE49-F238E27FC236}">
                    <a16:creationId xmlns:a16="http://schemas.microsoft.com/office/drawing/2014/main" id="{F25C1D6B-0970-4BA2-B367-CD41C673130F}"/>
                  </a:ext>
                </a:extLst>
              </p:cNvPr>
              <p:cNvSpPr/>
              <p:nvPr/>
            </p:nvSpPr>
            <p:spPr>
              <a:xfrm>
                <a:off x="28209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89" name="타원 18588">
                <a:extLst>
                  <a:ext uri="{FF2B5EF4-FFF2-40B4-BE49-F238E27FC236}">
                    <a16:creationId xmlns:a16="http://schemas.microsoft.com/office/drawing/2014/main" id="{D7AA0BAE-C80C-471C-A90A-492DF31CD470}"/>
                  </a:ext>
                </a:extLst>
              </p:cNvPr>
              <p:cNvSpPr/>
              <p:nvPr/>
            </p:nvSpPr>
            <p:spPr>
              <a:xfrm>
                <a:off x="29733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90" name="타원 18589">
                <a:extLst>
                  <a:ext uri="{FF2B5EF4-FFF2-40B4-BE49-F238E27FC236}">
                    <a16:creationId xmlns:a16="http://schemas.microsoft.com/office/drawing/2014/main" id="{A2F8BCB1-91ED-490A-9821-F4B143DB562F}"/>
                  </a:ext>
                </a:extLst>
              </p:cNvPr>
              <p:cNvSpPr/>
              <p:nvPr/>
            </p:nvSpPr>
            <p:spPr>
              <a:xfrm>
                <a:off x="31257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91" name="타원 18590">
                <a:extLst>
                  <a:ext uri="{FF2B5EF4-FFF2-40B4-BE49-F238E27FC236}">
                    <a16:creationId xmlns:a16="http://schemas.microsoft.com/office/drawing/2014/main" id="{C384A9AF-6485-4F7E-A878-1CAADB032FA2}"/>
                  </a:ext>
                </a:extLst>
              </p:cNvPr>
              <p:cNvSpPr/>
              <p:nvPr/>
            </p:nvSpPr>
            <p:spPr>
              <a:xfrm>
                <a:off x="32781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92" name="타원 18591">
                <a:extLst>
                  <a:ext uri="{FF2B5EF4-FFF2-40B4-BE49-F238E27FC236}">
                    <a16:creationId xmlns:a16="http://schemas.microsoft.com/office/drawing/2014/main" id="{32C3AD3C-F90B-4B20-9DCF-7AF4AA25E332}"/>
                  </a:ext>
                </a:extLst>
              </p:cNvPr>
              <p:cNvSpPr/>
              <p:nvPr/>
            </p:nvSpPr>
            <p:spPr>
              <a:xfrm>
                <a:off x="34305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93" name="타원 18592">
                <a:extLst>
                  <a:ext uri="{FF2B5EF4-FFF2-40B4-BE49-F238E27FC236}">
                    <a16:creationId xmlns:a16="http://schemas.microsoft.com/office/drawing/2014/main" id="{9D943D72-BFDA-4159-B122-7ECF20F30251}"/>
                  </a:ext>
                </a:extLst>
              </p:cNvPr>
              <p:cNvSpPr/>
              <p:nvPr/>
            </p:nvSpPr>
            <p:spPr>
              <a:xfrm>
                <a:off x="35829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94" name="타원 18593">
                <a:extLst>
                  <a:ext uri="{FF2B5EF4-FFF2-40B4-BE49-F238E27FC236}">
                    <a16:creationId xmlns:a16="http://schemas.microsoft.com/office/drawing/2014/main" id="{3C8D23DB-E53A-4455-959C-EEE6ABE80DDC}"/>
                  </a:ext>
                </a:extLst>
              </p:cNvPr>
              <p:cNvSpPr/>
              <p:nvPr/>
            </p:nvSpPr>
            <p:spPr>
              <a:xfrm>
                <a:off x="37353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95" name="타원 18594">
                <a:extLst>
                  <a:ext uri="{FF2B5EF4-FFF2-40B4-BE49-F238E27FC236}">
                    <a16:creationId xmlns:a16="http://schemas.microsoft.com/office/drawing/2014/main" id="{1AB9E370-FBE3-46FE-A1BF-6586EE5284E6}"/>
                  </a:ext>
                </a:extLst>
              </p:cNvPr>
              <p:cNvSpPr/>
              <p:nvPr/>
            </p:nvSpPr>
            <p:spPr>
              <a:xfrm>
                <a:off x="38877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96" name="타원 18595">
                <a:extLst>
                  <a:ext uri="{FF2B5EF4-FFF2-40B4-BE49-F238E27FC236}">
                    <a16:creationId xmlns:a16="http://schemas.microsoft.com/office/drawing/2014/main" id="{490CBFA5-FB1A-4E15-A815-D1ED91892CB4}"/>
                  </a:ext>
                </a:extLst>
              </p:cNvPr>
              <p:cNvSpPr/>
              <p:nvPr/>
            </p:nvSpPr>
            <p:spPr>
              <a:xfrm>
                <a:off x="40401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97" name="타원 18596">
                <a:extLst>
                  <a:ext uri="{FF2B5EF4-FFF2-40B4-BE49-F238E27FC236}">
                    <a16:creationId xmlns:a16="http://schemas.microsoft.com/office/drawing/2014/main" id="{DB99A755-D279-474C-A062-AA78E16B41A3}"/>
                  </a:ext>
                </a:extLst>
              </p:cNvPr>
              <p:cNvSpPr/>
              <p:nvPr/>
            </p:nvSpPr>
            <p:spPr>
              <a:xfrm>
                <a:off x="41925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98" name="타원 18597">
                <a:extLst>
                  <a:ext uri="{FF2B5EF4-FFF2-40B4-BE49-F238E27FC236}">
                    <a16:creationId xmlns:a16="http://schemas.microsoft.com/office/drawing/2014/main" id="{87201B7E-6D84-42CA-BA25-CE8BC72CDB00}"/>
                  </a:ext>
                </a:extLst>
              </p:cNvPr>
              <p:cNvSpPr/>
              <p:nvPr/>
            </p:nvSpPr>
            <p:spPr>
              <a:xfrm>
                <a:off x="43449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99" name="타원 18598">
                <a:extLst>
                  <a:ext uri="{FF2B5EF4-FFF2-40B4-BE49-F238E27FC236}">
                    <a16:creationId xmlns:a16="http://schemas.microsoft.com/office/drawing/2014/main" id="{B2B5D479-3264-4D84-A89B-BEF98A3EA02A}"/>
                  </a:ext>
                </a:extLst>
              </p:cNvPr>
              <p:cNvSpPr/>
              <p:nvPr/>
            </p:nvSpPr>
            <p:spPr>
              <a:xfrm>
                <a:off x="44973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00" name="타원 18599">
                <a:extLst>
                  <a:ext uri="{FF2B5EF4-FFF2-40B4-BE49-F238E27FC236}">
                    <a16:creationId xmlns:a16="http://schemas.microsoft.com/office/drawing/2014/main" id="{DE5B90BE-6DE5-4DC2-8853-2BEE635ED2C5}"/>
                  </a:ext>
                </a:extLst>
              </p:cNvPr>
              <p:cNvSpPr/>
              <p:nvPr/>
            </p:nvSpPr>
            <p:spPr>
              <a:xfrm>
                <a:off x="46497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01" name="타원 18600">
                <a:extLst>
                  <a:ext uri="{FF2B5EF4-FFF2-40B4-BE49-F238E27FC236}">
                    <a16:creationId xmlns:a16="http://schemas.microsoft.com/office/drawing/2014/main" id="{9A53BD35-F3BD-4854-ABDD-DF32EAD0F23C}"/>
                  </a:ext>
                </a:extLst>
              </p:cNvPr>
              <p:cNvSpPr/>
              <p:nvPr/>
            </p:nvSpPr>
            <p:spPr>
              <a:xfrm>
                <a:off x="48021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02" name="타원 18601">
                <a:extLst>
                  <a:ext uri="{FF2B5EF4-FFF2-40B4-BE49-F238E27FC236}">
                    <a16:creationId xmlns:a16="http://schemas.microsoft.com/office/drawing/2014/main" id="{58C5EBDA-445B-4CBB-9AD4-D061248D871B}"/>
                  </a:ext>
                </a:extLst>
              </p:cNvPr>
              <p:cNvSpPr/>
              <p:nvPr/>
            </p:nvSpPr>
            <p:spPr>
              <a:xfrm>
                <a:off x="49545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03" name="타원 18602">
                <a:extLst>
                  <a:ext uri="{FF2B5EF4-FFF2-40B4-BE49-F238E27FC236}">
                    <a16:creationId xmlns:a16="http://schemas.microsoft.com/office/drawing/2014/main" id="{1280D747-CD86-4293-971F-64CBCA47E050}"/>
                  </a:ext>
                </a:extLst>
              </p:cNvPr>
              <p:cNvSpPr/>
              <p:nvPr/>
            </p:nvSpPr>
            <p:spPr>
              <a:xfrm>
                <a:off x="51069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04" name="타원 18603">
                <a:extLst>
                  <a:ext uri="{FF2B5EF4-FFF2-40B4-BE49-F238E27FC236}">
                    <a16:creationId xmlns:a16="http://schemas.microsoft.com/office/drawing/2014/main" id="{66B84D73-04C8-49A4-BDC6-D800ADB45276}"/>
                  </a:ext>
                </a:extLst>
              </p:cNvPr>
              <p:cNvSpPr/>
              <p:nvPr/>
            </p:nvSpPr>
            <p:spPr>
              <a:xfrm>
                <a:off x="52593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05" name="타원 18604">
                <a:extLst>
                  <a:ext uri="{FF2B5EF4-FFF2-40B4-BE49-F238E27FC236}">
                    <a16:creationId xmlns:a16="http://schemas.microsoft.com/office/drawing/2014/main" id="{BD7FEFC4-6A9C-4FD3-9E89-D117972DA4ED}"/>
                  </a:ext>
                </a:extLst>
              </p:cNvPr>
              <p:cNvSpPr/>
              <p:nvPr/>
            </p:nvSpPr>
            <p:spPr>
              <a:xfrm>
                <a:off x="54117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06" name="타원 18605">
                <a:extLst>
                  <a:ext uri="{FF2B5EF4-FFF2-40B4-BE49-F238E27FC236}">
                    <a16:creationId xmlns:a16="http://schemas.microsoft.com/office/drawing/2014/main" id="{705302EA-0441-45F2-9EA3-0E50B6B92806}"/>
                  </a:ext>
                </a:extLst>
              </p:cNvPr>
              <p:cNvSpPr/>
              <p:nvPr/>
            </p:nvSpPr>
            <p:spPr>
              <a:xfrm>
                <a:off x="5564188" y="5867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07" name="타원 18606">
                <a:extLst>
                  <a:ext uri="{FF2B5EF4-FFF2-40B4-BE49-F238E27FC236}">
                    <a16:creationId xmlns:a16="http://schemas.microsoft.com/office/drawing/2014/main" id="{7CDE4E07-9CB5-470B-A5B4-4F23C1E2ACA5}"/>
                  </a:ext>
                </a:extLst>
              </p:cNvPr>
              <p:cNvSpPr/>
              <p:nvPr/>
            </p:nvSpPr>
            <p:spPr>
              <a:xfrm>
                <a:off x="2301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08" name="타원 18607">
                <a:extLst>
                  <a:ext uri="{FF2B5EF4-FFF2-40B4-BE49-F238E27FC236}">
                    <a16:creationId xmlns:a16="http://schemas.microsoft.com/office/drawing/2014/main" id="{25FB96AD-6354-4664-B00C-DD11897020B2}"/>
                  </a:ext>
                </a:extLst>
              </p:cNvPr>
              <p:cNvSpPr/>
              <p:nvPr/>
            </p:nvSpPr>
            <p:spPr>
              <a:xfrm>
                <a:off x="3825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09" name="타원 18608">
                <a:extLst>
                  <a:ext uri="{FF2B5EF4-FFF2-40B4-BE49-F238E27FC236}">
                    <a16:creationId xmlns:a16="http://schemas.microsoft.com/office/drawing/2014/main" id="{F0EC808C-4B94-481B-A8B4-558F8775280C}"/>
                  </a:ext>
                </a:extLst>
              </p:cNvPr>
              <p:cNvSpPr/>
              <p:nvPr/>
            </p:nvSpPr>
            <p:spPr>
              <a:xfrm>
                <a:off x="5349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10" name="타원 18609">
                <a:extLst>
                  <a:ext uri="{FF2B5EF4-FFF2-40B4-BE49-F238E27FC236}">
                    <a16:creationId xmlns:a16="http://schemas.microsoft.com/office/drawing/2014/main" id="{AD5024E8-9EE1-4A87-BDE9-79FB973AF0EF}"/>
                  </a:ext>
                </a:extLst>
              </p:cNvPr>
              <p:cNvSpPr/>
              <p:nvPr/>
            </p:nvSpPr>
            <p:spPr>
              <a:xfrm>
                <a:off x="6873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11" name="타원 18610">
                <a:extLst>
                  <a:ext uri="{FF2B5EF4-FFF2-40B4-BE49-F238E27FC236}">
                    <a16:creationId xmlns:a16="http://schemas.microsoft.com/office/drawing/2014/main" id="{EA2006FD-B55D-41AD-B30E-8EF69D76E308}"/>
                  </a:ext>
                </a:extLst>
              </p:cNvPr>
              <p:cNvSpPr/>
              <p:nvPr/>
            </p:nvSpPr>
            <p:spPr>
              <a:xfrm>
                <a:off x="8397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12" name="타원 18611">
                <a:extLst>
                  <a:ext uri="{FF2B5EF4-FFF2-40B4-BE49-F238E27FC236}">
                    <a16:creationId xmlns:a16="http://schemas.microsoft.com/office/drawing/2014/main" id="{F938F980-EABB-43E4-8DAE-2D7A4BD75F5A}"/>
                  </a:ext>
                </a:extLst>
              </p:cNvPr>
              <p:cNvSpPr/>
              <p:nvPr/>
            </p:nvSpPr>
            <p:spPr>
              <a:xfrm>
                <a:off x="9921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13" name="타원 18612">
                <a:extLst>
                  <a:ext uri="{FF2B5EF4-FFF2-40B4-BE49-F238E27FC236}">
                    <a16:creationId xmlns:a16="http://schemas.microsoft.com/office/drawing/2014/main" id="{861761BC-BF26-41D0-BADA-43D776E3D9BB}"/>
                  </a:ext>
                </a:extLst>
              </p:cNvPr>
              <p:cNvSpPr/>
              <p:nvPr/>
            </p:nvSpPr>
            <p:spPr>
              <a:xfrm>
                <a:off x="11445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14" name="타원 18613">
                <a:extLst>
                  <a:ext uri="{FF2B5EF4-FFF2-40B4-BE49-F238E27FC236}">
                    <a16:creationId xmlns:a16="http://schemas.microsoft.com/office/drawing/2014/main" id="{CE62A341-5FFA-42CB-B967-AB4A77081147}"/>
                  </a:ext>
                </a:extLst>
              </p:cNvPr>
              <p:cNvSpPr/>
              <p:nvPr/>
            </p:nvSpPr>
            <p:spPr>
              <a:xfrm>
                <a:off x="12969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15" name="타원 18614">
                <a:extLst>
                  <a:ext uri="{FF2B5EF4-FFF2-40B4-BE49-F238E27FC236}">
                    <a16:creationId xmlns:a16="http://schemas.microsoft.com/office/drawing/2014/main" id="{E67EE276-B9B2-4B86-B978-9F7B01081D7B}"/>
                  </a:ext>
                </a:extLst>
              </p:cNvPr>
              <p:cNvSpPr/>
              <p:nvPr/>
            </p:nvSpPr>
            <p:spPr>
              <a:xfrm>
                <a:off x="14493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16" name="타원 18615">
                <a:extLst>
                  <a:ext uri="{FF2B5EF4-FFF2-40B4-BE49-F238E27FC236}">
                    <a16:creationId xmlns:a16="http://schemas.microsoft.com/office/drawing/2014/main" id="{D767B89A-DFE6-4355-84B9-99718ADCDD1C}"/>
                  </a:ext>
                </a:extLst>
              </p:cNvPr>
              <p:cNvSpPr/>
              <p:nvPr/>
            </p:nvSpPr>
            <p:spPr>
              <a:xfrm>
                <a:off x="16017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17" name="타원 18616">
                <a:extLst>
                  <a:ext uri="{FF2B5EF4-FFF2-40B4-BE49-F238E27FC236}">
                    <a16:creationId xmlns:a16="http://schemas.microsoft.com/office/drawing/2014/main" id="{0F8D684F-5822-4265-86DF-852E29D773AB}"/>
                  </a:ext>
                </a:extLst>
              </p:cNvPr>
              <p:cNvSpPr/>
              <p:nvPr/>
            </p:nvSpPr>
            <p:spPr>
              <a:xfrm>
                <a:off x="17541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18" name="타원 18617">
                <a:extLst>
                  <a:ext uri="{FF2B5EF4-FFF2-40B4-BE49-F238E27FC236}">
                    <a16:creationId xmlns:a16="http://schemas.microsoft.com/office/drawing/2014/main" id="{B886DDDC-84D7-48ED-99F4-7AA39EC8FF62}"/>
                  </a:ext>
                </a:extLst>
              </p:cNvPr>
              <p:cNvSpPr/>
              <p:nvPr/>
            </p:nvSpPr>
            <p:spPr>
              <a:xfrm>
                <a:off x="19065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19" name="타원 18618">
                <a:extLst>
                  <a:ext uri="{FF2B5EF4-FFF2-40B4-BE49-F238E27FC236}">
                    <a16:creationId xmlns:a16="http://schemas.microsoft.com/office/drawing/2014/main" id="{26E0C062-87AB-4065-894C-600388633478}"/>
                  </a:ext>
                </a:extLst>
              </p:cNvPr>
              <p:cNvSpPr/>
              <p:nvPr/>
            </p:nvSpPr>
            <p:spPr>
              <a:xfrm>
                <a:off x="20589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20" name="타원 18619">
                <a:extLst>
                  <a:ext uri="{FF2B5EF4-FFF2-40B4-BE49-F238E27FC236}">
                    <a16:creationId xmlns:a16="http://schemas.microsoft.com/office/drawing/2014/main" id="{62DFAEE0-A892-4FF0-8C71-4AA29DDC2566}"/>
                  </a:ext>
                </a:extLst>
              </p:cNvPr>
              <p:cNvSpPr/>
              <p:nvPr/>
            </p:nvSpPr>
            <p:spPr>
              <a:xfrm>
                <a:off x="22113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21" name="타원 18620">
                <a:extLst>
                  <a:ext uri="{FF2B5EF4-FFF2-40B4-BE49-F238E27FC236}">
                    <a16:creationId xmlns:a16="http://schemas.microsoft.com/office/drawing/2014/main" id="{0B971DCD-B7A5-4614-BD9C-EC734FE3CFAA}"/>
                  </a:ext>
                </a:extLst>
              </p:cNvPr>
              <p:cNvSpPr/>
              <p:nvPr/>
            </p:nvSpPr>
            <p:spPr>
              <a:xfrm>
                <a:off x="23637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22" name="타원 18621">
                <a:extLst>
                  <a:ext uri="{FF2B5EF4-FFF2-40B4-BE49-F238E27FC236}">
                    <a16:creationId xmlns:a16="http://schemas.microsoft.com/office/drawing/2014/main" id="{4D4B4825-466F-48F9-B8F0-12FE24A6F257}"/>
                  </a:ext>
                </a:extLst>
              </p:cNvPr>
              <p:cNvSpPr/>
              <p:nvPr/>
            </p:nvSpPr>
            <p:spPr>
              <a:xfrm>
                <a:off x="25161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23" name="타원 18622">
                <a:extLst>
                  <a:ext uri="{FF2B5EF4-FFF2-40B4-BE49-F238E27FC236}">
                    <a16:creationId xmlns:a16="http://schemas.microsoft.com/office/drawing/2014/main" id="{95020CF8-4DC2-418F-A46E-602DE5C9B144}"/>
                  </a:ext>
                </a:extLst>
              </p:cNvPr>
              <p:cNvSpPr/>
              <p:nvPr/>
            </p:nvSpPr>
            <p:spPr>
              <a:xfrm>
                <a:off x="26685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24" name="타원 18623">
                <a:extLst>
                  <a:ext uri="{FF2B5EF4-FFF2-40B4-BE49-F238E27FC236}">
                    <a16:creationId xmlns:a16="http://schemas.microsoft.com/office/drawing/2014/main" id="{7CDE3AD1-9C57-425F-AC8D-E409031197E2}"/>
                  </a:ext>
                </a:extLst>
              </p:cNvPr>
              <p:cNvSpPr/>
              <p:nvPr/>
            </p:nvSpPr>
            <p:spPr>
              <a:xfrm>
                <a:off x="28209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25" name="타원 18624">
                <a:extLst>
                  <a:ext uri="{FF2B5EF4-FFF2-40B4-BE49-F238E27FC236}">
                    <a16:creationId xmlns:a16="http://schemas.microsoft.com/office/drawing/2014/main" id="{52B6439A-5236-471D-91EC-62F0A5AECCF2}"/>
                  </a:ext>
                </a:extLst>
              </p:cNvPr>
              <p:cNvSpPr/>
              <p:nvPr/>
            </p:nvSpPr>
            <p:spPr>
              <a:xfrm>
                <a:off x="29733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26" name="타원 18625">
                <a:extLst>
                  <a:ext uri="{FF2B5EF4-FFF2-40B4-BE49-F238E27FC236}">
                    <a16:creationId xmlns:a16="http://schemas.microsoft.com/office/drawing/2014/main" id="{C9AEEB2B-A011-4718-BD83-583678337A3C}"/>
                  </a:ext>
                </a:extLst>
              </p:cNvPr>
              <p:cNvSpPr/>
              <p:nvPr/>
            </p:nvSpPr>
            <p:spPr>
              <a:xfrm>
                <a:off x="31257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27" name="타원 18626">
                <a:extLst>
                  <a:ext uri="{FF2B5EF4-FFF2-40B4-BE49-F238E27FC236}">
                    <a16:creationId xmlns:a16="http://schemas.microsoft.com/office/drawing/2014/main" id="{3EF8B1FE-DC0A-463B-86BB-027F376D8FF7}"/>
                  </a:ext>
                </a:extLst>
              </p:cNvPr>
              <p:cNvSpPr/>
              <p:nvPr/>
            </p:nvSpPr>
            <p:spPr>
              <a:xfrm>
                <a:off x="32781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28" name="타원 18627">
                <a:extLst>
                  <a:ext uri="{FF2B5EF4-FFF2-40B4-BE49-F238E27FC236}">
                    <a16:creationId xmlns:a16="http://schemas.microsoft.com/office/drawing/2014/main" id="{05CE24A7-8B75-417E-B1A0-B0D965834C7E}"/>
                  </a:ext>
                </a:extLst>
              </p:cNvPr>
              <p:cNvSpPr/>
              <p:nvPr/>
            </p:nvSpPr>
            <p:spPr>
              <a:xfrm>
                <a:off x="34305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29" name="타원 18628">
                <a:extLst>
                  <a:ext uri="{FF2B5EF4-FFF2-40B4-BE49-F238E27FC236}">
                    <a16:creationId xmlns:a16="http://schemas.microsoft.com/office/drawing/2014/main" id="{D60ED662-2793-49ED-931A-EA9768886584}"/>
                  </a:ext>
                </a:extLst>
              </p:cNvPr>
              <p:cNvSpPr/>
              <p:nvPr/>
            </p:nvSpPr>
            <p:spPr>
              <a:xfrm>
                <a:off x="35829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30" name="타원 18629">
                <a:extLst>
                  <a:ext uri="{FF2B5EF4-FFF2-40B4-BE49-F238E27FC236}">
                    <a16:creationId xmlns:a16="http://schemas.microsoft.com/office/drawing/2014/main" id="{B206D61A-3AAA-47E0-987E-E9293F1EFE9A}"/>
                  </a:ext>
                </a:extLst>
              </p:cNvPr>
              <p:cNvSpPr/>
              <p:nvPr/>
            </p:nvSpPr>
            <p:spPr>
              <a:xfrm>
                <a:off x="37353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31" name="타원 18630">
                <a:extLst>
                  <a:ext uri="{FF2B5EF4-FFF2-40B4-BE49-F238E27FC236}">
                    <a16:creationId xmlns:a16="http://schemas.microsoft.com/office/drawing/2014/main" id="{E7231D02-9E3E-4687-B7D5-D0729350F66D}"/>
                  </a:ext>
                </a:extLst>
              </p:cNvPr>
              <p:cNvSpPr/>
              <p:nvPr/>
            </p:nvSpPr>
            <p:spPr>
              <a:xfrm>
                <a:off x="38877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32" name="타원 18631">
                <a:extLst>
                  <a:ext uri="{FF2B5EF4-FFF2-40B4-BE49-F238E27FC236}">
                    <a16:creationId xmlns:a16="http://schemas.microsoft.com/office/drawing/2014/main" id="{6EBA2A1D-C3D8-4B86-BE0F-A592494244A6}"/>
                  </a:ext>
                </a:extLst>
              </p:cNvPr>
              <p:cNvSpPr/>
              <p:nvPr/>
            </p:nvSpPr>
            <p:spPr>
              <a:xfrm>
                <a:off x="40401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33" name="타원 18632">
                <a:extLst>
                  <a:ext uri="{FF2B5EF4-FFF2-40B4-BE49-F238E27FC236}">
                    <a16:creationId xmlns:a16="http://schemas.microsoft.com/office/drawing/2014/main" id="{43834D38-B9B2-499E-AFE9-D05D24F46ED3}"/>
                  </a:ext>
                </a:extLst>
              </p:cNvPr>
              <p:cNvSpPr/>
              <p:nvPr/>
            </p:nvSpPr>
            <p:spPr>
              <a:xfrm>
                <a:off x="41925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34" name="타원 18633">
                <a:extLst>
                  <a:ext uri="{FF2B5EF4-FFF2-40B4-BE49-F238E27FC236}">
                    <a16:creationId xmlns:a16="http://schemas.microsoft.com/office/drawing/2014/main" id="{3E5F20D0-D67C-4EB8-AD64-72677CB75CCE}"/>
                  </a:ext>
                </a:extLst>
              </p:cNvPr>
              <p:cNvSpPr/>
              <p:nvPr/>
            </p:nvSpPr>
            <p:spPr>
              <a:xfrm>
                <a:off x="43449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35" name="타원 18634">
                <a:extLst>
                  <a:ext uri="{FF2B5EF4-FFF2-40B4-BE49-F238E27FC236}">
                    <a16:creationId xmlns:a16="http://schemas.microsoft.com/office/drawing/2014/main" id="{D52D2598-15BB-4A36-9692-3ECC38D1B643}"/>
                  </a:ext>
                </a:extLst>
              </p:cNvPr>
              <p:cNvSpPr/>
              <p:nvPr/>
            </p:nvSpPr>
            <p:spPr>
              <a:xfrm>
                <a:off x="44973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36" name="타원 18635">
                <a:extLst>
                  <a:ext uri="{FF2B5EF4-FFF2-40B4-BE49-F238E27FC236}">
                    <a16:creationId xmlns:a16="http://schemas.microsoft.com/office/drawing/2014/main" id="{98DB9560-3CD6-416F-B592-C5D3A3C84D04}"/>
                  </a:ext>
                </a:extLst>
              </p:cNvPr>
              <p:cNvSpPr/>
              <p:nvPr/>
            </p:nvSpPr>
            <p:spPr>
              <a:xfrm>
                <a:off x="46497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37" name="타원 18636">
                <a:extLst>
                  <a:ext uri="{FF2B5EF4-FFF2-40B4-BE49-F238E27FC236}">
                    <a16:creationId xmlns:a16="http://schemas.microsoft.com/office/drawing/2014/main" id="{E18DA28B-7F46-4CFE-A07F-542E88C579B4}"/>
                  </a:ext>
                </a:extLst>
              </p:cNvPr>
              <p:cNvSpPr/>
              <p:nvPr/>
            </p:nvSpPr>
            <p:spPr>
              <a:xfrm>
                <a:off x="48021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38" name="타원 18637">
                <a:extLst>
                  <a:ext uri="{FF2B5EF4-FFF2-40B4-BE49-F238E27FC236}">
                    <a16:creationId xmlns:a16="http://schemas.microsoft.com/office/drawing/2014/main" id="{C399A03B-EFFE-436A-B2B9-CB753FBE97BA}"/>
                  </a:ext>
                </a:extLst>
              </p:cNvPr>
              <p:cNvSpPr/>
              <p:nvPr/>
            </p:nvSpPr>
            <p:spPr>
              <a:xfrm>
                <a:off x="49545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39" name="타원 18638">
                <a:extLst>
                  <a:ext uri="{FF2B5EF4-FFF2-40B4-BE49-F238E27FC236}">
                    <a16:creationId xmlns:a16="http://schemas.microsoft.com/office/drawing/2014/main" id="{9AB3AA9B-DF06-46CB-B3C0-13F77E9F499E}"/>
                  </a:ext>
                </a:extLst>
              </p:cNvPr>
              <p:cNvSpPr/>
              <p:nvPr/>
            </p:nvSpPr>
            <p:spPr>
              <a:xfrm>
                <a:off x="51069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40" name="타원 18639">
                <a:extLst>
                  <a:ext uri="{FF2B5EF4-FFF2-40B4-BE49-F238E27FC236}">
                    <a16:creationId xmlns:a16="http://schemas.microsoft.com/office/drawing/2014/main" id="{996A7E27-02EE-4200-9B1E-CA747E2D7769}"/>
                  </a:ext>
                </a:extLst>
              </p:cNvPr>
              <p:cNvSpPr/>
              <p:nvPr/>
            </p:nvSpPr>
            <p:spPr>
              <a:xfrm>
                <a:off x="52593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41" name="타원 18640">
                <a:extLst>
                  <a:ext uri="{FF2B5EF4-FFF2-40B4-BE49-F238E27FC236}">
                    <a16:creationId xmlns:a16="http://schemas.microsoft.com/office/drawing/2014/main" id="{C3F0A1C9-3F26-4565-8823-DB093137EDEC}"/>
                  </a:ext>
                </a:extLst>
              </p:cNvPr>
              <p:cNvSpPr/>
              <p:nvPr/>
            </p:nvSpPr>
            <p:spPr>
              <a:xfrm>
                <a:off x="54117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42" name="타원 18641">
                <a:extLst>
                  <a:ext uri="{FF2B5EF4-FFF2-40B4-BE49-F238E27FC236}">
                    <a16:creationId xmlns:a16="http://schemas.microsoft.com/office/drawing/2014/main" id="{55AB2431-776B-4FF3-BC02-400369548095}"/>
                  </a:ext>
                </a:extLst>
              </p:cNvPr>
              <p:cNvSpPr/>
              <p:nvPr/>
            </p:nvSpPr>
            <p:spPr>
              <a:xfrm>
                <a:off x="5564188" y="6019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43" name="타원 18642">
                <a:extLst>
                  <a:ext uri="{FF2B5EF4-FFF2-40B4-BE49-F238E27FC236}">
                    <a16:creationId xmlns:a16="http://schemas.microsoft.com/office/drawing/2014/main" id="{052CE77B-565D-44B1-BD0F-E09963271693}"/>
                  </a:ext>
                </a:extLst>
              </p:cNvPr>
              <p:cNvSpPr/>
              <p:nvPr/>
            </p:nvSpPr>
            <p:spPr>
              <a:xfrm>
                <a:off x="2301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44" name="타원 18643">
                <a:extLst>
                  <a:ext uri="{FF2B5EF4-FFF2-40B4-BE49-F238E27FC236}">
                    <a16:creationId xmlns:a16="http://schemas.microsoft.com/office/drawing/2014/main" id="{A29B67E9-1A6C-4721-98A6-B267812DD4C1}"/>
                  </a:ext>
                </a:extLst>
              </p:cNvPr>
              <p:cNvSpPr/>
              <p:nvPr/>
            </p:nvSpPr>
            <p:spPr>
              <a:xfrm>
                <a:off x="3825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45" name="타원 18644">
                <a:extLst>
                  <a:ext uri="{FF2B5EF4-FFF2-40B4-BE49-F238E27FC236}">
                    <a16:creationId xmlns:a16="http://schemas.microsoft.com/office/drawing/2014/main" id="{EF18D048-B631-4138-8585-FAA962231B14}"/>
                  </a:ext>
                </a:extLst>
              </p:cNvPr>
              <p:cNvSpPr/>
              <p:nvPr/>
            </p:nvSpPr>
            <p:spPr>
              <a:xfrm>
                <a:off x="5349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46" name="타원 18645">
                <a:extLst>
                  <a:ext uri="{FF2B5EF4-FFF2-40B4-BE49-F238E27FC236}">
                    <a16:creationId xmlns:a16="http://schemas.microsoft.com/office/drawing/2014/main" id="{8E2FA76F-C7CD-4ED2-9160-020783405E0E}"/>
                  </a:ext>
                </a:extLst>
              </p:cNvPr>
              <p:cNvSpPr/>
              <p:nvPr/>
            </p:nvSpPr>
            <p:spPr>
              <a:xfrm>
                <a:off x="6873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47" name="타원 18646">
                <a:extLst>
                  <a:ext uri="{FF2B5EF4-FFF2-40B4-BE49-F238E27FC236}">
                    <a16:creationId xmlns:a16="http://schemas.microsoft.com/office/drawing/2014/main" id="{3A429C29-1CB4-44C8-B432-0CA19716FB3F}"/>
                  </a:ext>
                </a:extLst>
              </p:cNvPr>
              <p:cNvSpPr/>
              <p:nvPr/>
            </p:nvSpPr>
            <p:spPr>
              <a:xfrm>
                <a:off x="8397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48" name="타원 18647">
                <a:extLst>
                  <a:ext uri="{FF2B5EF4-FFF2-40B4-BE49-F238E27FC236}">
                    <a16:creationId xmlns:a16="http://schemas.microsoft.com/office/drawing/2014/main" id="{C5FF5039-6ECD-4D20-97FE-6A0EABEA6A57}"/>
                  </a:ext>
                </a:extLst>
              </p:cNvPr>
              <p:cNvSpPr/>
              <p:nvPr/>
            </p:nvSpPr>
            <p:spPr>
              <a:xfrm>
                <a:off x="9921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49" name="타원 18648">
                <a:extLst>
                  <a:ext uri="{FF2B5EF4-FFF2-40B4-BE49-F238E27FC236}">
                    <a16:creationId xmlns:a16="http://schemas.microsoft.com/office/drawing/2014/main" id="{1309B8F8-3086-411E-849C-380151D5C24E}"/>
                  </a:ext>
                </a:extLst>
              </p:cNvPr>
              <p:cNvSpPr/>
              <p:nvPr/>
            </p:nvSpPr>
            <p:spPr>
              <a:xfrm>
                <a:off x="11445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50" name="타원 18649">
                <a:extLst>
                  <a:ext uri="{FF2B5EF4-FFF2-40B4-BE49-F238E27FC236}">
                    <a16:creationId xmlns:a16="http://schemas.microsoft.com/office/drawing/2014/main" id="{4F49B57B-800E-4EE4-A61E-855581B26A00}"/>
                  </a:ext>
                </a:extLst>
              </p:cNvPr>
              <p:cNvSpPr/>
              <p:nvPr/>
            </p:nvSpPr>
            <p:spPr>
              <a:xfrm>
                <a:off x="12969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51" name="타원 18650">
                <a:extLst>
                  <a:ext uri="{FF2B5EF4-FFF2-40B4-BE49-F238E27FC236}">
                    <a16:creationId xmlns:a16="http://schemas.microsoft.com/office/drawing/2014/main" id="{9494A574-F2F6-46CA-A593-AFF744AE482A}"/>
                  </a:ext>
                </a:extLst>
              </p:cNvPr>
              <p:cNvSpPr/>
              <p:nvPr/>
            </p:nvSpPr>
            <p:spPr>
              <a:xfrm>
                <a:off x="14493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52" name="타원 18651">
                <a:extLst>
                  <a:ext uri="{FF2B5EF4-FFF2-40B4-BE49-F238E27FC236}">
                    <a16:creationId xmlns:a16="http://schemas.microsoft.com/office/drawing/2014/main" id="{FEB2D994-9E9A-4C08-B097-54D4C13BFF70}"/>
                  </a:ext>
                </a:extLst>
              </p:cNvPr>
              <p:cNvSpPr/>
              <p:nvPr/>
            </p:nvSpPr>
            <p:spPr>
              <a:xfrm>
                <a:off x="16017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53" name="타원 18652">
                <a:extLst>
                  <a:ext uri="{FF2B5EF4-FFF2-40B4-BE49-F238E27FC236}">
                    <a16:creationId xmlns:a16="http://schemas.microsoft.com/office/drawing/2014/main" id="{082201FA-A8BB-4CCD-858F-D0663D5E4B1E}"/>
                  </a:ext>
                </a:extLst>
              </p:cNvPr>
              <p:cNvSpPr/>
              <p:nvPr/>
            </p:nvSpPr>
            <p:spPr>
              <a:xfrm>
                <a:off x="17541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54" name="타원 18653">
                <a:extLst>
                  <a:ext uri="{FF2B5EF4-FFF2-40B4-BE49-F238E27FC236}">
                    <a16:creationId xmlns:a16="http://schemas.microsoft.com/office/drawing/2014/main" id="{D03C0F99-4121-4E54-B692-48B3D32F8A2E}"/>
                  </a:ext>
                </a:extLst>
              </p:cNvPr>
              <p:cNvSpPr/>
              <p:nvPr/>
            </p:nvSpPr>
            <p:spPr>
              <a:xfrm>
                <a:off x="19065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55" name="타원 18654">
                <a:extLst>
                  <a:ext uri="{FF2B5EF4-FFF2-40B4-BE49-F238E27FC236}">
                    <a16:creationId xmlns:a16="http://schemas.microsoft.com/office/drawing/2014/main" id="{4A58130B-2C1E-4D7B-8BEA-1BD3C43A7DF4}"/>
                  </a:ext>
                </a:extLst>
              </p:cNvPr>
              <p:cNvSpPr/>
              <p:nvPr/>
            </p:nvSpPr>
            <p:spPr>
              <a:xfrm>
                <a:off x="20589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56" name="타원 18655">
                <a:extLst>
                  <a:ext uri="{FF2B5EF4-FFF2-40B4-BE49-F238E27FC236}">
                    <a16:creationId xmlns:a16="http://schemas.microsoft.com/office/drawing/2014/main" id="{E0A9EDF2-21CB-4F84-AADE-1077C331221E}"/>
                  </a:ext>
                </a:extLst>
              </p:cNvPr>
              <p:cNvSpPr/>
              <p:nvPr/>
            </p:nvSpPr>
            <p:spPr>
              <a:xfrm>
                <a:off x="22113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57" name="타원 18656">
                <a:extLst>
                  <a:ext uri="{FF2B5EF4-FFF2-40B4-BE49-F238E27FC236}">
                    <a16:creationId xmlns:a16="http://schemas.microsoft.com/office/drawing/2014/main" id="{76615A99-C898-403A-A86D-DB778F8C6CB3}"/>
                  </a:ext>
                </a:extLst>
              </p:cNvPr>
              <p:cNvSpPr/>
              <p:nvPr/>
            </p:nvSpPr>
            <p:spPr>
              <a:xfrm>
                <a:off x="23637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58" name="타원 18657">
                <a:extLst>
                  <a:ext uri="{FF2B5EF4-FFF2-40B4-BE49-F238E27FC236}">
                    <a16:creationId xmlns:a16="http://schemas.microsoft.com/office/drawing/2014/main" id="{53C5094B-EA1F-4398-AE4F-811C760B4C2F}"/>
                  </a:ext>
                </a:extLst>
              </p:cNvPr>
              <p:cNvSpPr/>
              <p:nvPr/>
            </p:nvSpPr>
            <p:spPr>
              <a:xfrm>
                <a:off x="25161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59" name="타원 18658">
                <a:extLst>
                  <a:ext uri="{FF2B5EF4-FFF2-40B4-BE49-F238E27FC236}">
                    <a16:creationId xmlns:a16="http://schemas.microsoft.com/office/drawing/2014/main" id="{53C72C5C-BBAD-4A6A-A36C-995CB40FC3EA}"/>
                  </a:ext>
                </a:extLst>
              </p:cNvPr>
              <p:cNvSpPr/>
              <p:nvPr/>
            </p:nvSpPr>
            <p:spPr>
              <a:xfrm>
                <a:off x="26685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60" name="타원 18659">
                <a:extLst>
                  <a:ext uri="{FF2B5EF4-FFF2-40B4-BE49-F238E27FC236}">
                    <a16:creationId xmlns:a16="http://schemas.microsoft.com/office/drawing/2014/main" id="{B3325285-473B-404C-BBD5-C9D3687CBA20}"/>
                  </a:ext>
                </a:extLst>
              </p:cNvPr>
              <p:cNvSpPr/>
              <p:nvPr/>
            </p:nvSpPr>
            <p:spPr>
              <a:xfrm>
                <a:off x="28209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61" name="타원 18660">
                <a:extLst>
                  <a:ext uri="{FF2B5EF4-FFF2-40B4-BE49-F238E27FC236}">
                    <a16:creationId xmlns:a16="http://schemas.microsoft.com/office/drawing/2014/main" id="{B0C58DBA-3241-4764-9EF6-63DCF02E8E3C}"/>
                  </a:ext>
                </a:extLst>
              </p:cNvPr>
              <p:cNvSpPr/>
              <p:nvPr/>
            </p:nvSpPr>
            <p:spPr>
              <a:xfrm>
                <a:off x="29733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62" name="타원 18661">
                <a:extLst>
                  <a:ext uri="{FF2B5EF4-FFF2-40B4-BE49-F238E27FC236}">
                    <a16:creationId xmlns:a16="http://schemas.microsoft.com/office/drawing/2014/main" id="{2468F3D7-C518-440E-9873-43324CFD0F8D}"/>
                  </a:ext>
                </a:extLst>
              </p:cNvPr>
              <p:cNvSpPr/>
              <p:nvPr/>
            </p:nvSpPr>
            <p:spPr>
              <a:xfrm>
                <a:off x="31257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63" name="타원 18662">
                <a:extLst>
                  <a:ext uri="{FF2B5EF4-FFF2-40B4-BE49-F238E27FC236}">
                    <a16:creationId xmlns:a16="http://schemas.microsoft.com/office/drawing/2014/main" id="{70F7763D-D68E-4038-8607-F67F5F7DE78B}"/>
                  </a:ext>
                </a:extLst>
              </p:cNvPr>
              <p:cNvSpPr/>
              <p:nvPr/>
            </p:nvSpPr>
            <p:spPr>
              <a:xfrm>
                <a:off x="32781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64" name="타원 18663">
                <a:extLst>
                  <a:ext uri="{FF2B5EF4-FFF2-40B4-BE49-F238E27FC236}">
                    <a16:creationId xmlns:a16="http://schemas.microsoft.com/office/drawing/2014/main" id="{80BCE2D3-CF2A-436F-AF2A-AE766CE4D28B}"/>
                  </a:ext>
                </a:extLst>
              </p:cNvPr>
              <p:cNvSpPr/>
              <p:nvPr/>
            </p:nvSpPr>
            <p:spPr>
              <a:xfrm>
                <a:off x="34305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65" name="타원 18664">
                <a:extLst>
                  <a:ext uri="{FF2B5EF4-FFF2-40B4-BE49-F238E27FC236}">
                    <a16:creationId xmlns:a16="http://schemas.microsoft.com/office/drawing/2014/main" id="{529F0D05-F5C5-455F-B7C4-E5639F5A4FD7}"/>
                  </a:ext>
                </a:extLst>
              </p:cNvPr>
              <p:cNvSpPr/>
              <p:nvPr/>
            </p:nvSpPr>
            <p:spPr>
              <a:xfrm>
                <a:off x="35829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66" name="타원 18665">
                <a:extLst>
                  <a:ext uri="{FF2B5EF4-FFF2-40B4-BE49-F238E27FC236}">
                    <a16:creationId xmlns:a16="http://schemas.microsoft.com/office/drawing/2014/main" id="{09A61A2C-35E6-45E5-B5D7-FF80C1093354}"/>
                  </a:ext>
                </a:extLst>
              </p:cNvPr>
              <p:cNvSpPr/>
              <p:nvPr/>
            </p:nvSpPr>
            <p:spPr>
              <a:xfrm>
                <a:off x="37353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67" name="타원 18666">
                <a:extLst>
                  <a:ext uri="{FF2B5EF4-FFF2-40B4-BE49-F238E27FC236}">
                    <a16:creationId xmlns:a16="http://schemas.microsoft.com/office/drawing/2014/main" id="{4306D59F-1BF1-4519-A77F-B59AC47C4120}"/>
                  </a:ext>
                </a:extLst>
              </p:cNvPr>
              <p:cNvSpPr/>
              <p:nvPr/>
            </p:nvSpPr>
            <p:spPr>
              <a:xfrm>
                <a:off x="38877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68" name="타원 18667">
                <a:extLst>
                  <a:ext uri="{FF2B5EF4-FFF2-40B4-BE49-F238E27FC236}">
                    <a16:creationId xmlns:a16="http://schemas.microsoft.com/office/drawing/2014/main" id="{DC92AE2F-A957-4A35-BB1D-AAB1DB66BB6C}"/>
                  </a:ext>
                </a:extLst>
              </p:cNvPr>
              <p:cNvSpPr/>
              <p:nvPr/>
            </p:nvSpPr>
            <p:spPr>
              <a:xfrm>
                <a:off x="40401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69" name="타원 18668">
                <a:extLst>
                  <a:ext uri="{FF2B5EF4-FFF2-40B4-BE49-F238E27FC236}">
                    <a16:creationId xmlns:a16="http://schemas.microsoft.com/office/drawing/2014/main" id="{4EF124BF-F3D6-4220-957E-33F9AE2932D3}"/>
                  </a:ext>
                </a:extLst>
              </p:cNvPr>
              <p:cNvSpPr/>
              <p:nvPr/>
            </p:nvSpPr>
            <p:spPr>
              <a:xfrm>
                <a:off x="41925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70" name="타원 18669">
                <a:extLst>
                  <a:ext uri="{FF2B5EF4-FFF2-40B4-BE49-F238E27FC236}">
                    <a16:creationId xmlns:a16="http://schemas.microsoft.com/office/drawing/2014/main" id="{F7D20EBF-4EA6-427F-969F-6454B65548DD}"/>
                  </a:ext>
                </a:extLst>
              </p:cNvPr>
              <p:cNvSpPr/>
              <p:nvPr/>
            </p:nvSpPr>
            <p:spPr>
              <a:xfrm>
                <a:off x="43449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71" name="타원 18670">
                <a:extLst>
                  <a:ext uri="{FF2B5EF4-FFF2-40B4-BE49-F238E27FC236}">
                    <a16:creationId xmlns:a16="http://schemas.microsoft.com/office/drawing/2014/main" id="{234BE227-61F2-49C2-AFAB-C3A589D71CBC}"/>
                  </a:ext>
                </a:extLst>
              </p:cNvPr>
              <p:cNvSpPr/>
              <p:nvPr/>
            </p:nvSpPr>
            <p:spPr>
              <a:xfrm>
                <a:off x="44973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72" name="타원 18671">
                <a:extLst>
                  <a:ext uri="{FF2B5EF4-FFF2-40B4-BE49-F238E27FC236}">
                    <a16:creationId xmlns:a16="http://schemas.microsoft.com/office/drawing/2014/main" id="{719A5184-76BF-4A0B-A744-E25314808266}"/>
                  </a:ext>
                </a:extLst>
              </p:cNvPr>
              <p:cNvSpPr/>
              <p:nvPr/>
            </p:nvSpPr>
            <p:spPr>
              <a:xfrm>
                <a:off x="46497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73" name="타원 18672">
                <a:extLst>
                  <a:ext uri="{FF2B5EF4-FFF2-40B4-BE49-F238E27FC236}">
                    <a16:creationId xmlns:a16="http://schemas.microsoft.com/office/drawing/2014/main" id="{D6608D63-6ABB-40B4-9A68-34CF0D330370}"/>
                  </a:ext>
                </a:extLst>
              </p:cNvPr>
              <p:cNvSpPr/>
              <p:nvPr/>
            </p:nvSpPr>
            <p:spPr>
              <a:xfrm>
                <a:off x="48021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74" name="타원 18673">
                <a:extLst>
                  <a:ext uri="{FF2B5EF4-FFF2-40B4-BE49-F238E27FC236}">
                    <a16:creationId xmlns:a16="http://schemas.microsoft.com/office/drawing/2014/main" id="{E5FA72E6-C390-45AF-B212-5D231BC0B804}"/>
                  </a:ext>
                </a:extLst>
              </p:cNvPr>
              <p:cNvSpPr/>
              <p:nvPr/>
            </p:nvSpPr>
            <p:spPr>
              <a:xfrm>
                <a:off x="49545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75" name="타원 18674">
                <a:extLst>
                  <a:ext uri="{FF2B5EF4-FFF2-40B4-BE49-F238E27FC236}">
                    <a16:creationId xmlns:a16="http://schemas.microsoft.com/office/drawing/2014/main" id="{721CCCF0-FEDE-4E12-BB26-9A1740AF8138}"/>
                  </a:ext>
                </a:extLst>
              </p:cNvPr>
              <p:cNvSpPr/>
              <p:nvPr/>
            </p:nvSpPr>
            <p:spPr>
              <a:xfrm>
                <a:off x="51069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76" name="타원 18675">
                <a:extLst>
                  <a:ext uri="{FF2B5EF4-FFF2-40B4-BE49-F238E27FC236}">
                    <a16:creationId xmlns:a16="http://schemas.microsoft.com/office/drawing/2014/main" id="{640F6AD7-8A36-4C0E-BE39-B1DC526CD0ED}"/>
                  </a:ext>
                </a:extLst>
              </p:cNvPr>
              <p:cNvSpPr/>
              <p:nvPr/>
            </p:nvSpPr>
            <p:spPr>
              <a:xfrm>
                <a:off x="52593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77" name="타원 18676">
                <a:extLst>
                  <a:ext uri="{FF2B5EF4-FFF2-40B4-BE49-F238E27FC236}">
                    <a16:creationId xmlns:a16="http://schemas.microsoft.com/office/drawing/2014/main" id="{6A6C642C-2C04-4456-A21F-0A982CB55E39}"/>
                  </a:ext>
                </a:extLst>
              </p:cNvPr>
              <p:cNvSpPr/>
              <p:nvPr/>
            </p:nvSpPr>
            <p:spPr>
              <a:xfrm>
                <a:off x="54117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78" name="타원 18677">
                <a:extLst>
                  <a:ext uri="{FF2B5EF4-FFF2-40B4-BE49-F238E27FC236}">
                    <a16:creationId xmlns:a16="http://schemas.microsoft.com/office/drawing/2014/main" id="{33A97DAA-4D76-4241-8E37-A35ED8383A6C}"/>
                  </a:ext>
                </a:extLst>
              </p:cNvPr>
              <p:cNvSpPr/>
              <p:nvPr/>
            </p:nvSpPr>
            <p:spPr>
              <a:xfrm>
                <a:off x="5564188" y="6172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79" name="타원 18678">
                <a:extLst>
                  <a:ext uri="{FF2B5EF4-FFF2-40B4-BE49-F238E27FC236}">
                    <a16:creationId xmlns:a16="http://schemas.microsoft.com/office/drawing/2014/main" id="{87EA9084-5078-4107-9BEC-C38781CFEEC4}"/>
                  </a:ext>
                </a:extLst>
              </p:cNvPr>
              <p:cNvSpPr/>
              <p:nvPr/>
            </p:nvSpPr>
            <p:spPr>
              <a:xfrm>
                <a:off x="2301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80" name="타원 18679">
                <a:extLst>
                  <a:ext uri="{FF2B5EF4-FFF2-40B4-BE49-F238E27FC236}">
                    <a16:creationId xmlns:a16="http://schemas.microsoft.com/office/drawing/2014/main" id="{DE82F3B8-51F2-4AD8-AB77-E23180997598}"/>
                  </a:ext>
                </a:extLst>
              </p:cNvPr>
              <p:cNvSpPr/>
              <p:nvPr/>
            </p:nvSpPr>
            <p:spPr>
              <a:xfrm>
                <a:off x="3825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81" name="타원 18680">
                <a:extLst>
                  <a:ext uri="{FF2B5EF4-FFF2-40B4-BE49-F238E27FC236}">
                    <a16:creationId xmlns:a16="http://schemas.microsoft.com/office/drawing/2014/main" id="{084FE89A-9043-4649-B9D7-FBBF03C779A5}"/>
                  </a:ext>
                </a:extLst>
              </p:cNvPr>
              <p:cNvSpPr/>
              <p:nvPr/>
            </p:nvSpPr>
            <p:spPr>
              <a:xfrm>
                <a:off x="5349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82" name="타원 18681">
                <a:extLst>
                  <a:ext uri="{FF2B5EF4-FFF2-40B4-BE49-F238E27FC236}">
                    <a16:creationId xmlns:a16="http://schemas.microsoft.com/office/drawing/2014/main" id="{59367A30-0595-4DF1-BE4E-03CD10CA4A9F}"/>
                  </a:ext>
                </a:extLst>
              </p:cNvPr>
              <p:cNvSpPr/>
              <p:nvPr/>
            </p:nvSpPr>
            <p:spPr>
              <a:xfrm>
                <a:off x="6873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83" name="타원 18682">
                <a:extLst>
                  <a:ext uri="{FF2B5EF4-FFF2-40B4-BE49-F238E27FC236}">
                    <a16:creationId xmlns:a16="http://schemas.microsoft.com/office/drawing/2014/main" id="{2B914344-2198-4757-A82B-6C341ACA21C6}"/>
                  </a:ext>
                </a:extLst>
              </p:cNvPr>
              <p:cNvSpPr/>
              <p:nvPr/>
            </p:nvSpPr>
            <p:spPr>
              <a:xfrm>
                <a:off x="8397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84" name="타원 18683">
                <a:extLst>
                  <a:ext uri="{FF2B5EF4-FFF2-40B4-BE49-F238E27FC236}">
                    <a16:creationId xmlns:a16="http://schemas.microsoft.com/office/drawing/2014/main" id="{C431E837-B749-4AB7-AB1C-64815EAEC002}"/>
                  </a:ext>
                </a:extLst>
              </p:cNvPr>
              <p:cNvSpPr/>
              <p:nvPr/>
            </p:nvSpPr>
            <p:spPr>
              <a:xfrm>
                <a:off x="9921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85" name="타원 18684">
                <a:extLst>
                  <a:ext uri="{FF2B5EF4-FFF2-40B4-BE49-F238E27FC236}">
                    <a16:creationId xmlns:a16="http://schemas.microsoft.com/office/drawing/2014/main" id="{E062EBE3-BDB5-43D5-B1D2-06B02451CA98}"/>
                  </a:ext>
                </a:extLst>
              </p:cNvPr>
              <p:cNvSpPr/>
              <p:nvPr/>
            </p:nvSpPr>
            <p:spPr>
              <a:xfrm>
                <a:off x="11445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86" name="타원 18685">
                <a:extLst>
                  <a:ext uri="{FF2B5EF4-FFF2-40B4-BE49-F238E27FC236}">
                    <a16:creationId xmlns:a16="http://schemas.microsoft.com/office/drawing/2014/main" id="{3E406AC7-B5AD-494E-B4D8-69DEBF7D4F40}"/>
                  </a:ext>
                </a:extLst>
              </p:cNvPr>
              <p:cNvSpPr/>
              <p:nvPr/>
            </p:nvSpPr>
            <p:spPr>
              <a:xfrm>
                <a:off x="12969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87" name="타원 18686">
                <a:extLst>
                  <a:ext uri="{FF2B5EF4-FFF2-40B4-BE49-F238E27FC236}">
                    <a16:creationId xmlns:a16="http://schemas.microsoft.com/office/drawing/2014/main" id="{2539FCBD-E5AA-427D-8483-AC869CE3F5AF}"/>
                  </a:ext>
                </a:extLst>
              </p:cNvPr>
              <p:cNvSpPr/>
              <p:nvPr/>
            </p:nvSpPr>
            <p:spPr>
              <a:xfrm>
                <a:off x="14493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88" name="타원 18687">
                <a:extLst>
                  <a:ext uri="{FF2B5EF4-FFF2-40B4-BE49-F238E27FC236}">
                    <a16:creationId xmlns:a16="http://schemas.microsoft.com/office/drawing/2014/main" id="{9D4A27E2-3A54-4ACB-B6C7-5331FD97EF84}"/>
                  </a:ext>
                </a:extLst>
              </p:cNvPr>
              <p:cNvSpPr/>
              <p:nvPr/>
            </p:nvSpPr>
            <p:spPr>
              <a:xfrm>
                <a:off x="16017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89" name="타원 18688">
                <a:extLst>
                  <a:ext uri="{FF2B5EF4-FFF2-40B4-BE49-F238E27FC236}">
                    <a16:creationId xmlns:a16="http://schemas.microsoft.com/office/drawing/2014/main" id="{ED865076-FFAC-46F8-A5F6-A5B6920AA8AE}"/>
                  </a:ext>
                </a:extLst>
              </p:cNvPr>
              <p:cNvSpPr/>
              <p:nvPr/>
            </p:nvSpPr>
            <p:spPr>
              <a:xfrm>
                <a:off x="17541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90" name="타원 18689">
                <a:extLst>
                  <a:ext uri="{FF2B5EF4-FFF2-40B4-BE49-F238E27FC236}">
                    <a16:creationId xmlns:a16="http://schemas.microsoft.com/office/drawing/2014/main" id="{B489D3D7-A29B-41CB-BC64-74B9865FB939}"/>
                  </a:ext>
                </a:extLst>
              </p:cNvPr>
              <p:cNvSpPr/>
              <p:nvPr/>
            </p:nvSpPr>
            <p:spPr>
              <a:xfrm>
                <a:off x="19065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91" name="타원 18690">
                <a:extLst>
                  <a:ext uri="{FF2B5EF4-FFF2-40B4-BE49-F238E27FC236}">
                    <a16:creationId xmlns:a16="http://schemas.microsoft.com/office/drawing/2014/main" id="{B3E2B4E5-C560-446A-8C84-FB66FF88381B}"/>
                  </a:ext>
                </a:extLst>
              </p:cNvPr>
              <p:cNvSpPr/>
              <p:nvPr/>
            </p:nvSpPr>
            <p:spPr>
              <a:xfrm>
                <a:off x="20589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92" name="타원 18691">
                <a:extLst>
                  <a:ext uri="{FF2B5EF4-FFF2-40B4-BE49-F238E27FC236}">
                    <a16:creationId xmlns:a16="http://schemas.microsoft.com/office/drawing/2014/main" id="{2A968983-B948-43D7-A0D9-FADDCD383212}"/>
                  </a:ext>
                </a:extLst>
              </p:cNvPr>
              <p:cNvSpPr/>
              <p:nvPr/>
            </p:nvSpPr>
            <p:spPr>
              <a:xfrm>
                <a:off x="22113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93" name="타원 18692">
                <a:extLst>
                  <a:ext uri="{FF2B5EF4-FFF2-40B4-BE49-F238E27FC236}">
                    <a16:creationId xmlns:a16="http://schemas.microsoft.com/office/drawing/2014/main" id="{8CA5A2BD-9BE5-4BD4-A336-33D700F16689}"/>
                  </a:ext>
                </a:extLst>
              </p:cNvPr>
              <p:cNvSpPr/>
              <p:nvPr/>
            </p:nvSpPr>
            <p:spPr>
              <a:xfrm>
                <a:off x="23637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94" name="타원 18693">
                <a:extLst>
                  <a:ext uri="{FF2B5EF4-FFF2-40B4-BE49-F238E27FC236}">
                    <a16:creationId xmlns:a16="http://schemas.microsoft.com/office/drawing/2014/main" id="{F9F3B6EB-67F2-4FE5-A56A-0219A53BC15D}"/>
                  </a:ext>
                </a:extLst>
              </p:cNvPr>
              <p:cNvSpPr/>
              <p:nvPr/>
            </p:nvSpPr>
            <p:spPr>
              <a:xfrm>
                <a:off x="25161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95" name="타원 18694">
                <a:extLst>
                  <a:ext uri="{FF2B5EF4-FFF2-40B4-BE49-F238E27FC236}">
                    <a16:creationId xmlns:a16="http://schemas.microsoft.com/office/drawing/2014/main" id="{5AD13BC5-78B0-4EFF-8951-E0EC60D62EE4}"/>
                  </a:ext>
                </a:extLst>
              </p:cNvPr>
              <p:cNvSpPr/>
              <p:nvPr/>
            </p:nvSpPr>
            <p:spPr>
              <a:xfrm>
                <a:off x="26685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96" name="타원 18695">
                <a:extLst>
                  <a:ext uri="{FF2B5EF4-FFF2-40B4-BE49-F238E27FC236}">
                    <a16:creationId xmlns:a16="http://schemas.microsoft.com/office/drawing/2014/main" id="{D2C3337D-BD39-4B6E-98B0-339F5E5BE740}"/>
                  </a:ext>
                </a:extLst>
              </p:cNvPr>
              <p:cNvSpPr/>
              <p:nvPr/>
            </p:nvSpPr>
            <p:spPr>
              <a:xfrm>
                <a:off x="28209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97" name="타원 18696">
                <a:extLst>
                  <a:ext uri="{FF2B5EF4-FFF2-40B4-BE49-F238E27FC236}">
                    <a16:creationId xmlns:a16="http://schemas.microsoft.com/office/drawing/2014/main" id="{46EAA471-DD02-4B05-BD9A-CA5F7ADF916A}"/>
                  </a:ext>
                </a:extLst>
              </p:cNvPr>
              <p:cNvSpPr/>
              <p:nvPr/>
            </p:nvSpPr>
            <p:spPr>
              <a:xfrm>
                <a:off x="29733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98" name="타원 18697">
                <a:extLst>
                  <a:ext uri="{FF2B5EF4-FFF2-40B4-BE49-F238E27FC236}">
                    <a16:creationId xmlns:a16="http://schemas.microsoft.com/office/drawing/2014/main" id="{591EBAF1-2E12-459C-A358-AB9388929EEC}"/>
                  </a:ext>
                </a:extLst>
              </p:cNvPr>
              <p:cNvSpPr/>
              <p:nvPr/>
            </p:nvSpPr>
            <p:spPr>
              <a:xfrm>
                <a:off x="31257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699" name="타원 18698">
                <a:extLst>
                  <a:ext uri="{FF2B5EF4-FFF2-40B4-BE49-F238E27FC236}">
                    <a16:creationId xmlns:a16="http://schemas.microsoft.com/office/drawing/2014/main" id="{4C0EEDC1-D77E-4BAE-A091-0AB475086FB3}"/>
                  </a:ext>
                </a:extLst>
              </p:cNvPr>
              <p:cNvSpPr/>
              <p:nvPr/>
            </p:nvSpPr>
            <p:spPr>
              <a:xfrm>
                <a:off x="32781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00" name="타원 18699">
                <a:extLst>
                  <a:ext uri="{FF2B5EF4-FFF2-40B4-BE49-F238E27FC236}">
                    <a16:creationId xmlns:a16="http://schemas.microsoft.com/office/drawing/2014/main" id="{ABAA2251-08F3-41E4-9F7E-9B5911204709}"/>
                  </a:ext>
                </a:extLst>
              </p:cNvPr>
              <p:cNvSpPr/>
              <p:nvPr/>
            </p:nvSpPr>
            <p:spPr>
              <a:xfrm>
                <a:off x="34305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01" name="타원 18700">
                <a:extLst>
                  <a:ext uri="{FF2B5EF4-FFF2-40B4-BE49-F238E27FC236}">
                    <a16:creationId xmlns:a16="http://schemas.microsoft.com/office/drawing/2014/main" id="{A02B1BD0-B93F-420C-AB31-A6A088982ADF}"/>
                  </a:ext>
                </a:extLst>
              </p:cNvPr>
              <p:cNvSpPr/>
              <p:nvPr/>
            </p:nvSpPr>
            <p:spPr>
              <a:xfrm>
                <a:off x="35829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02" name="타원 18701">
                <a:extLst>
                  <a:ext uri="{FF2B5EF4-FFF2-40B4-BE49-F238E27FC236}">
                    <a16:creationId xmlns:a16="http://schemas.microsoft.com/office/drawing/2014/main" id="{AC394040-AFAA-45A5-9F51-2C277AC6DAEB}"/>
                  </a:ext>
                </a:extLst>
              </p:cNvPr>
              <p:cNvSpPr/>
              <p:nvPr/>
            </p:nvSpPr>
            <p:spPr>
              <a:xfrm>
                <a:off x="37353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03" name="타원 18702">
                <a:extLst>
                  <a:ext uri="{FF2B5EF4-FFF2-40B4-BE49-F238E27FC236}">
                    <a16:creationId xmlns:a16="http://schemas.microsoft.com/office/drawing/2014/main" id="{6E2122AE-93EE-4C42-910D-1B524C358842}"/>
                  </a:ext>
                </a:extLst>
              </p:cNvPr>
              <p:cNvSpPr/>
              <p:nvPr/>
            </p:nvSpPr>
            <p:spPr>
              <a:xfrm>
                <a:off x="38877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04" name="타원 18703">
                <a:extLst>
                  <a:ext uri="{FF2B5EF4-FFF2-40B4-BE49-F238E27FC236}">
                    <a16:creationId xmlns:a16="http://schemas.microsoft.com/office/drawing/2014/main" id="{10453CEB-A951-4DA7-9A92-E5EF089DE20A}"/>
                  </a:ext>
                </a:extLst>
              </p:cNvPr>
              <p:cNvSpPr/>
              <p:nvPr/>
            </p:nvSpPr>
            <p:spPr>
              <a:xfrm>
                <a:off x="40401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05" name="타원 18704">
                <a:extLst>
                  <a:ext uri="{FF2B5EF4-FFF2-40B4-BE49-F238E27FC236}">
                    <a16:creationId xmlns:a16="http://schemas.microsoft.com/office/drawing/2014/main" id="{A81CECD4-DAEA-492F-8446-64E183095785}"/>
                  </a:ext>
                </a:extLst>
              </p:cNvPr>
              <p:cNvSpPr/>
              <p:nvPr/>
            </p:nvSpPr>
            <p:spPr>
              <a:xfrm>
                <a:off x="41925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06" name="타원 18705">
                <a:extLst>
                  <a:ext uri="{FF2B5EF4-FFF2-40B4-BE49-F238E27FC236}">
                    <a16:creationId xmlns:a16="http://schemas.microsoft.com/office/drawing/2014/main" id="{F63B467E-6916-4F4E-95B3-2210CD916EFB}"/>
                  </a:ext>
                </a:extLst>
              </p:cNvPr>
              <p:cNvSpPr/>
              <p:nvPr/>
            </p:nvSpPr>
            <p:spPr>
              <a:xfrm>
                <a:off x="43449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07" name="타원 18706">
                <a:extLst>
                  <a:ext uri="{FF2B5EF4-FFF2-40B4-BE49-F238E27FC236}">
                    <a16:creationId xmlns:a16="http://schemas.microsoft.com/office/drawing/2014/main" id="{D697C856-B7D1-4803-9F15-4680813FC26D}"/>
                  </a:ext>
                </a:extLst>
              </p:cNvPr>
              <p:cNvSpPr/>
              <p:nvPr/>
            </p:nvSpPr>
            <p:spPr>
              <a:xfrm>
                <a:off x="44973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08" name="타원 18707">
                <a:extLst>
                  <a:ext uri="{FF2B5EF4-FFF2-40B4-BE49-F238E27FC236}">
                    <a16:creationId xmlns:a16="http://schemas.microsoft.com/office/drawing/2014/main" id="{E09C13BE-A28B-4C2B-BA3D-25B8D91CD86C}"/>
                  </a:ext>
                </a:extLst>
              </p:cNvPr>
              <p:cNvSpPr/>
              <p:nvPr/>
            </p:nvSpPr>
            <p:spPr>
              <a:xfrm>
                <a:off x="46497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09" name="타원 18708">
                <a:extLst>
                  <a:ext uri="{FF2B5EF4-FFF2-40B4-BE49-F238E27FC236}">
                    <a16:creationId xmlns:a16="http://schemas.microsoft.com/office/drawing/2014/main" id="{38323277-DF81-4185-909B-9ABF888E80DF}"/>
                  </a:ext>
                </a:extLst>
              </p:cNvPr>
              <p:cNvSpPr/>
              <p:nvPr/>
            </p:nvSpPr>
            <p:spPr>
              <a:xfrm>
                <a:off x="48021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10" name="타원 18709">
                <a:extLst>
                  <a:ext uri="{FF2B5EF4-FFF2-40B4-BE49-F238E27FC236}">
                    <a16:creationId xmlns:a16="http://schemas.microsoft.com/office/drawing/2014/main" id="{09E618BF-3273-4AC9-ACD5-583D4FC80227}"/>
                  </a:ext>
                </a:extLst>
              </p:cNvPr>
              <p:cNvSpPr/>
              <p:nvPr/>
            </p:nvSpPr>
            <p:spPr>
              <a:xfrm>
                <a:off x="49545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11" name="타원 18710">
                <a:extLst>
                  <a:ext uri="{FF2B5EF4-FFF2-40B4-BE49-F238E27FC236}">
                    <a16:creationId xmlns:a16="http://schemas.microsoft.com/office/drawing/2014/main" id="{C99F587C-B5F2-4561-B3FE-0D1DC09A076D}"/>
                  </a:ext>
                </a:extLst>
              </p:cNvPr>
              <p:cNvSpPr/>
              <p:nvPr/>
            </p:nvSpPr>
            <p:spPr>
              <a:xfrm>
                <a:off x="51069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12" name="타원 18711">
                <a:extLst>
                  <a:ext uri="{FF2B5EF4-FFF2-40B4-BE49-F238E27FC236}">
                    <a16:creationId xmlns:a16="http://schemas.microsoft.com/office/drawing/2014/main" id="{F87AE310-A6B0-483C-8968-F176D80216BE}"/>
                  </a:ext>
                </a:extLst>
              </p:cNvPr>
              <p:cNvSpPr/>
              <p:nvPr/>
            </p:nvSpPr>
            <p:spPr>
              <a:xfrm>
                <a:off x="52593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13" name="타원 18712">
                <a:extLst>
                  <a:ext uri="{FF2B5EF4-FFF2-40B4-BE49-F238E27FC236}">
                    <a16:creationId xmlns:a16="http://schemas.microsoft.com/office/drawing/2014/main" id="{D93A7D21-5D5A-4A04-80C7-F9B928D8D3AB}"/>
                  </a:ext>
                </a:extLst>
              </p:cNvPr>
              <p:cNvSpPr/>
              <p:nvPr/>
            </p:nvSpPr>
            <p:spPr>
              <a:xfrm>
                <a:off x="54117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14" name="타원 18713">
                <a:extLst>
                  <a:ext uri="{FF2B5EF4-FFF2-40B4-BE49-F238E27FC236}">
                    <a16:creationId xmlns:a16="http://schemas.microsoft.com/office/drawing/2014/main" id="{55331733-D19F-4C08-8AC3-D512BD74BE60}"/>
                  </a:ext>
                </a:extLst>
              </p:cNvPr>
              <p:cNvSpPr/>
              <p:nvPr/>
            </p:nvSpPr>
            <p:spPr>
              <a:xfrm>
                <a:off x="5564188" y="6324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15" name="타원 18714">
                <a:extLst>
                  <a:ext uri="{FF2B5EF4-FFF2-40B4-BE49-F238E27FC236}">
                    <a16:creationId xmlns:a16="http://schemas.microsoft.com/office/drawing/2014/main" id="{7BA6126D-101F-4B58-90EC-C54BCAD3B44F}"/>
                  </a:ext>
                </a:extLst>
              </p:cNvPr>
              <p:cNvSpPr/>
              <p:nvPr/>
            </p:nvSpPr>
            <p:spPr>
              <a:xfrm>
                <a:off x="2301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16" name="타원 18715">
                <a:extLst>
                  <a:ext uri="{FF2B5EF4-FFF2-40B4-BE49-F238E27FC236}">
                    <a16:creationId xmlns:a16="http://schemas.microsoft.com/office/drawing/2014/main" id="{02077278-E405-49BB-B281-BF2D6774EDFF}"/>
                  </a:ext>
                </a:extLst>
              </p:cNvPr>
              <p:cNvSpPr/>
              <p:nvPr/>
            </p:nvSpPr>
            <p:spPr>
              <a:xfrm>
                <a:off x="3825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17" name="타원 18716">
                <a:extLst>
                  <a:ext uri="{FF2B5EF4-FFF2-40B4-BE49-F238E27FC236}">
                    <a16:creationId xmlns:a16="http://schemas.microsoft.com/office/drawing/2014/main" id="{DA34C557-CC7D-44E7-86A7-0631457DF6AD}"/>
                  </a:ext>
                </a:extLst>
              </p:cNvPr>
              <p:cNvSpPr/>
              <p:nvPr/>
            </p:nvSpPr>
            <p:spPr>
              <a:xfrm>
                <a:off x="5349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18" name="타원 18717">
                <a:extLst>
                  <a:ext uri="{FF2B5EF4-FFF2-40B4-BE49-F238E27FC236}">
                    <a16:creationId xmlns:a16="http://schemas.microsoft.com/office/drawing/2014/main" id="{C797A161-2715-4277-BF5E-291E8498AD4A}"/>
                  </a:ext>
                </a:extLst>
              </p:cNvPr>
              <p:cNvSpPr/>
              <p:nvPr/>
            </p:nvSpPr>
            <p:spPr>
              <a:xfrm>
                <a:off x="6873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19" name="타원 18718">
                <a:extLst>
                  <a:ext uri="{FF2B5EF4-FFF2-40B4-BE49-F238E27FC236}">
                    <a16:creationId xmlns:a16="http://schemas.microsoft.com/office/drawing/2014/main" id="{B802DD92-822B-4026-A105-9EC8C695E30B}"/>
                  </a:ext>
                </a:extLst>
              </p:cNvPr>
              <p:cNvSpPr/>
              <p:nvPr/>
            </p:nvSpPr>
            <p:spPr>
              <a:xfrm>
                <a:off x="8397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20" name="타원 18719">
                <a:extLst>
                  <a:ext uri="{FF2B5EF4-FFF2-40B4-BE49-F238E27FC236}">
                    <a16:creationId xmlns:a16="http://schemas.microsoft.com/office/drawing/2014/main" id="{F80CD3C3-4647-472E-8BB2-5AA2A8AF46CC}"/>
                  </a:ext>
                </a:extLst>
              </p:cNvPr>
              <p:cNvSpPr/>
              <p:nvPr/>
            </p:nvSpPr>
            <p:spPr>
              <a:xfrm>
                <a:off x="9921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21" name="타원 18720">
                <a:extLst>
                  <a:ext uri="{FF2B5EF4-FFF2-40B4-BE49-F238E27FC236}">
                    <a16:creationId xmlns:a16="http://schemas.microsoft.com/office/drawing/2014/main" id="{418DE90D-1BDB-489D-80CC-BC0185C6F531}"/>
                  </a:ext>
                </a:extLst>
              </p:cNvPr>
              <p:cNvSpPr/>
              <p:nvPr/>
            </p:nvSpPr>
            <p:spPr>
              <a:xfrm>
                <a:off x="11445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22" name="타원 18721">
                <a:extLst>
                  <a:ext uri="{FF2B5EF4-FFF2-40B4-BE49-F238E27FC236}">
                    <a16:creationId xmlns:a16="http://schemas.microsoft.com/office/drawing/2014/main" id="{146FD799-239E-4478-92F7-877D97C2CFC4}"/>
                  </a:ext>
                </a:extLst>
              </p:cNvPr>
              <p:cNvSpPr/>
              <p:nvPr/>
            </p:nvSpPr>
            <p:spPr>
              <a:xfrm>
                <a:off x="12969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23" name="타원 18722">
                <a:extLst>
                  <a:ext uri="{FF2B5EF4-FFF2-40B4-BE49-F238E27FC236}">
                    <a16:creationId xmlns:a16="http://schemas.microsoft.com/office/drawing/2014/main" id="{182B1515-9B3E-4300-8226-3FCAADDE7A67}"/>
                  </a:ext>
                </a:extLst>
              </p:cNvPr>
              <p:cNvSpPr/>
              <p:nvPr/>
            </p:nvSpPr>
            <p:spPr>
              <a:xfrm>
                <a:off x="14493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24" name="타원 18723">
                <a:extLst>
                  <a:ext uri="{FF2B5EF4-FFF2-40B4-BE49-F238E27FC236}">
                    <a16:creationId xmlns:a16="http://schemas.microsoft.com/office/drawing/2014/main" id="{311F8FAA-C0C5-455D-B0E6-2F19A06B613D}"/>
                  </a:ext>
                </a:extLst>
              </p:cNvPr>
              <p:cNvSpPr/>
              <p:nvPr/>
            </p:nvSpPr>
            <p:spPr>
              <a:xfrm>
                <a:off x="16017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25" name="타원 18724">
                <a:extLst>
                  <a:ext uri="{FF2B5EF4-FFF2-40B4-BE49-F238E27FC236}">
                    <a16:creationId xmlns:a16="http://schemas.microsoft.com/office/drawing/2014/main" id="{92E80C12-2580-4706-AD4D-3A4397539ED1}"/>
                  </a:ext>
                </a:extLst>
              </p:cNvPr>
              <p:cNvSpPr/>
              <p:nvPr/>
            </p:nvSpPr>
            <p:spPr>
              <a:xfrm>
                <a:off x="17541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26" name="타원 18725">
                <a:extLst>
                  <a:ext uri="{FF2B5EF4-FFF2-40B4-BE49-F238E27FC236}">
                    <a16:creationId xmlns:a16="http://schemas.microsoft.com/office/drawing/2014/main" id="{03502177-ADC0-4C0E-88A2-A1DADCAD075E}"/>
                  </a:ext>
                </a:extLst>
              </p:cNvPr>
              <p:cNvSpPr/>
              <p:nvPr/>
            </p:nvSpPr>
            <p:spPr>
              <a:xfrm>
                <a:off x="19065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27" name="타원 18726">
                <a:extLst>
                  <a:ext uri="{FF2B5EF4-FFF2-40B4-BE49-F238E27FC236}">
                    <a16:creationId xmlns:a16="http://schemas.microsoft.com/office/drawing/2014/main" id="{14281CAB-024D-4B37-9CAE-CE96E32E85CE}"/>
                  </a:ext>
                </a:extLst>
              </p:cNvPr>
              <p:cNvSpPr/>
              <p:nvPr/>
            </p:nvSpPr>
            <p:spPr>
              <a:xfrm>
                <a:off x="20589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28" name="타원 18727">
                <a:extLst>
                  <a:ext uri="{FF2B5EF4-FFF2-40B4-BE49-F238E27FC236}">
                    <a16:creationId xmlns:a16="http://schemas.microsoft.com/office/drawing/2014/main" id="{3EAD320F-1B1F-483A-AF60-105EBA09FC59}"/>
                  </a:ext>
                </a:extLst>
              </p:cNvPr>
              <p:cNvSpPr/>
              <p:nvPr/>
            </p:nvSpPr>
            <p:spPr>
              <a:xfrm>
                <a:off x="22113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29" name="타원 18728">
                <a:extLst>
                  <a:ext uri="{FF2B5EF4-FFF2-40B4-BE49-F238E27FC236}">
                    <a16:creationId xmlns:a16="http://schemas.microsoft.com/office/drawing/2014/main" id="{8026A32D-81D4-452C-86F3-1FC5B073FD73}"/>
                  </a:ext>
                </a:extLst>
              </p:cNvPr>
              <p:cNvSpPr/>
              <p:nvPr/>
            </p:nvSpPr>
            <p:spPr>
              <a:xfrm>
                <a:off x="23637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30" name="타원 18729">
                <a:extLst>
                  <a:ext uri="{FF2B5EF4-FFF2-40B4-BE49-F238E27FC236}">
                    <a16:creationId xmlns:a16="http://schemas.microsoft.com/office/drawing/2014/main" id="{0198B889-A952-4EFA-A326-2A60CC46AE87}"/>
                  </a:ext>
                </a:extLst>
              </p:cNvPr>
              <p:cNvSpPr/>
              <p:nvPr/>
            </p:nvSpPr>
            <p:spPr>
              <a:xfrm>
                <a:off x="25161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31" name="타원 18730">
                <a:extLst>
                  <a:ext uri="{FF2B5EF4-FFF2-40B4-BE49-F238E27FC236}">
                    <a16:creationId xmlns:a16="http://schemas.microsoft.com/office/drawing/2014/main" id="{801D5424-A43A-4D47-9FD6-63A58D993BEB}"/>
                  </a:ext>
                </a:extLst>
              </p:cNvPr>
              <p:cNvSpPr/>
              <p:nvPr/>
            </p:nvSpPr>
            <p:spPr>
              <a:xfrm>
                <a:off x="26685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32" name="타원 18731">
                <a:extLst>
                  <a:ext uri="{FF2B5EF4-FFF2-40B4-BE49-F238E27FC236}">
                    <a16:creationId xmlns:a16="http://schemas.microsoft.com/office/drawing/2014/main" id="{17E01065-7206-4357-A139-164E7C42F357}"/>
                  </a:ext>
                </a:extLst>
              </p:cNvPr>
              <p:cNvSpPr/>
              <p:nvPr/>
            </p:nvSpPr>
            <p:spPr>
              <a:xfrm>
                <a:off x="28209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33" name="타원 18732">
                <a:extLst>
                  <a:ext uri="{FF2B5EF4-FFF2-40B4-BE49-F238E27FC236}">
                    <a16:creationId xmlns:a16="http://schemas.microsoft.com/office/drawing/2014/main" id="{350D4AE4-7706-46FF-8C93-2962859B5874}"/>
                  </a:ext>
                </a:extLst>
              </p:cNvPr>
              <p:cNvSpPr/>
              <p:nvPr/>
            </p:nvSpPr>
            <p:spPr>
              <a:xfrm>
                <a:off x="29733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34" name="타원 18733">
                <a:extLst>
                  <a:ext uri="{FF2B5EF4-FFF2-40B4-BE49-F238E27FC236}">
                    <a16:creationId xmlns:a16="http://schemas.microsoft.com/office/drawing/2014/main" id="{54CE5DFB-2C0F-47F5-8A5F-8CFBD221B5F9}"/>
                  </a:ext>
                </a:extLst>
              </p:cNvPr>
              <p:cNvSpPr/>
              <p:nvPr/>
            </p:nvSpPr>
            <p:spPr>
              <a:xfrm>
                <a:off x="31257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35" name="타원 18734">
                <a:extLst>
                  <a:ext uri="{FF2B5EF4-FFF2-40B4-BE49-F238E27FC236}">
                    <a16:creationId xmlns:a16="http://schemas.microsoft.com/office/drawing/2014/main" id="{8B7D2721-8F7D-4845-B27C-E585F7472F20}"/>
                  </a:ext>
                </a:extLst>
              </p:cNvPr>
              <p:cNvSpPr/>
              <p:nvPr/>
            </p:nvSpPr>
            <p:spPr>
              <a:xfrm>
                <a:off x="32781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36" name="타원 18735">
                <a:extLst>
                  <a:ext uri="{FF2B5EF4-FFF2-40B4-BE49-F238E27FC236}">
                    <a16:creationId xmlns:a16="http://schemas.microsoft.com/office/drawing/2014/main" id="{AC498ABC-47CA-4ABF-9A5F-A7D96E2EA26E}"/>
                  </a:ext>
                </a:extLst>
              </p:cNvPr>
              <p:cNvSpPr/>
              <p:nvPr/>
            </p:nvSpPr>
            <p:spPr>
              <a:xfrm>
                <a:off x="34305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37" name="타원 18736">
                <a:extLst>
                  <a:ext uri="{FF2B5EF4-FFF2-40B4-BE49-F238E27FC236}">
                    <a16:creationId xmlns:a16="http://schemas.microsoft.com/office/drawing/2014/main" id="{1E11F2E7-AF53-45C8-8222-4C7E578DA1EF}"/>
                  </a:ext>
                </a:extLst>
              </p:cNvPr>
              <p:cNvSpPr/>
              <p:nvPr/>
            </p:nvSpPr>
            <p:spPr>
              <a:xfrm>
                <a:off x="35829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38" name="타원 18737">
                <a:extLst>
                  <a:ext uri="{FF2B5EF4-FFF2-40B4-BE49-F238E27FC236}">
                    <a16:creationId xmlns:a16="http://schemas.microsoft.com/office/drawing/2014/main" id="{6CBED8DD-7CA7-4AE5-B4AA-2E609FB810BF}"/>
                  </a:ext>
                </a:extLst>
              </p:cNvPr>
              <p:cNvSpPr/>
              <p:nvPr/>
            </p:nvSpPr>
            <p:spPr>
              <a:xfrm>
                <a:off x="37353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39" name="타원 18738">
                <a:extLst>
                  <a:ext uri="{FF2B5EF4-FFF2-40B4-BE49-F238E27FC236}">
                    <a16:creationId xmlns:a16="http://schemas.microsoft.com/office/drawing/2014/main" id="{C12B6763-DF6B-4501-9E33-E11C6EFF1787}"/>
                  </a:ext>
                </a:extLst>
              </p:cNvPr>
              <p:cNvSpPr/>
              <p:nvPr/>
            </p:nvSpPr>
            <p:spPr>
              <a:xfrm>
                <a:off x="38877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40" name="타원 18739">
                <a:extLst>
                  <a:ext uri="{FF2B5EF4-FFF2-40B4-BE49-F238E27FC236}">
                    <a16:creationId xmlns:a16="http://schemas.microsoft.com/office/drawing/2014/main" id="{0CAE7F64-DF7A-4508-A5B9-EABBE5604C07}"/>
                  </a:ext>
                </a:extLst>
              </p:cNvPr>
              <p:cNvSpPr/>
              <p:nvPr/>
            </p:nvSpPr>
            <p:spPr>
              <a:xfrm>
                <a:off x="40401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41" name="타원 18740">
                <a:extLst>
                  <a:ext uri="{FF2B5EF4-FFF2-40B4-BE49-F238E27FC236}">
                    <a16:creationId xmlns:a16="http://schemas.microsoft.com/office/drawing/2014/main" id="{9AC6314F-F922-434A-A745-111F330F53D7}"/>
                  </a:ext>
                </a:extLst>
              </p:cNvPr>
              <p:cNvSpPr/>
              <p:nvPr/>
            </p:nvSpPr>
            <p:spPr>
              <a:xfrm>
                <a:off x="41925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42" name="타원 18741">
                <a:extLst>
                  <a:ext uri="{FF2B5EF4-FFF2-40B4-BE49-F238E27FC236}">
                    <a16:creationId xmlns:a16="http://schemas.microsoft.com/office/drawing/2014/main" id="{45C3AAEF-8EA4-445F-8AA1-DB70C486FF64}"/>
                  </a:ext>
                </a:extLst>
              </p:cNvPr>
              <p:cNvSpPr/>
              <p:nvPr/>
            </p:nvSpPr>
            <p:spPr>
              <a:xfrm>
                <a:off x="43449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43" name="타원 18742">
                <a:extLst>
                  <a:ext uri="{FF2B5EF4-FFF2-40B4-BE49-F238E27FC236}">
                    <a16:creationId xmlns:a16="http://schemas.microsoft.com/office/drawing/2014/main" id="{55372025-CDB2-4D80-BBF0-8BDEC3BB9DF2}"/>
                  </a:ext>
                </a:extLst>
              </p:cNvPr>
              <p:cNvSpPr/>
              <p:nvPr/>
            </p:nvSpPr>
            <p:spPr>
              <a:xfrm>
                <a:off x="44973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44" name="타원 18743">
                <a:extLst>
                  <a:ext uri="{FF2B5EF4-FFF2-40B4-BE49-F238E27FC236}">
                    <a16:creationId xmlns:a16="http://schemas.microsoft.com/office/drawing/2014/main" id="{8A01FA24-A4A0-49BA-A4E7-C84C7791C289}"/>
                  </a:ext>
                </a:extLst>
              </p:cNvPr>
              <p:cNvSpPr/>
              <p:nvPr/>
            </p:nvSpPr>
            <p:spPr>
              <a:xfrm>
                <a:off x="46497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45" name="타원 18744">
                <a:extLst>
                  <a:ext uri="{FF2B5EF4-FFF2-40B4-BE49-F238E27FC236}">
                    <a16:creationId xmlns:a16="http://schemas.microsoft.com/office/drawing/2014/main" id="{F4B4F21D-76D5-4C88-A36B-3E751875312B}"/>
                  </a:ext>
                </a:extLst>
              </p:cNvPr>
              <p:cNvSpPr/>
              <p:nvPr/>
            </p:nvSpPr>
            <p:spPr>
              <a:xfrm>
                <a:off x="48021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46" name="타원 18745">
                <a:extLst>
                  <a:ext uri="{FF2B5EF4-FFF2-40B4-BE49-F238E27FC236}">
                    <a16:creationId xmlns:a16="http://schemas.microsoft.com/office/drawing/2014/main" id="{3E4BD954-CD0E-4616-A688-CBA7337B86C0}"/>
                  </a:ext>
                </a:extLst>
              </p:cNvPr>
              <p:cNvSpPr/>
              <p:nvPr/>
            </p:nvSpPr>
            <p:spPr>
              <a:xfrm>
                <a:off x="49545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47" name="타원 18746">
                <a:extLst>
                  <a:ext uri="{FF2B5EF4-FFF2-40B4-BE49-F238E27FC236}">
                    <a16:creationId xmlns:a16="http://schemas.microsoft.com/office/drawing/2014/main" id="{DDA8067C-8D42-4092-B9F4-B8D357EB5704}"/>
                  </a:ext>
                </a:extLst>
              </p:cNvPr>
              <p:cNvSpPr/>
              <p:nvPr/>
            </p:nvSpPr>
            <p:spPr>
              <a:xfrm>
                <a:off x="51069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48" name="타원 18747">
                <a:extLst>
                  <a:ext uri="{FF2B5EF4-FFF2-40B4-BE49-F238E27FC236}">
                    <a16:creationId xmlns:a16="http://schemas.microsoft.com/office/drawing/2014/main" id="{289615D3-EF22-4995-BDF6-600EF7135ABC}"/>
                  </a:ext>
                </a:extLst>
              </p:cNvPr>
              <p:cNvSpPr/>
              <p:nvPr/>
            </p:nvSpPr>
            <p:spPr>
              <a:xfrm>
                <a:off x="52593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49" name="타원 18748">
                <a:extLst>
                  <a:ext uri="{FF2B5EF4-FFF2-40B4-BE49-F238E27FC236}">
                    <a16:creationId xmlns:a16="http://schemas.microsoft.com/office/drawing/2014/main" id="{2108A67B-638D-4505-8A4A-3128B304F87B}"/>
                  </a:ext>
                </a:extLst>
              </p:cNvPr>
              <p:cNvSpPr/>
              <p:nvPr/>
            </p:nvSpPr>
            <p:spPr>
              <a:xfrm>
                <a:off x="54117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50" name="타원 18749">
                <a:extLst>
                  <a:ext uri="{FF2B5EF4-FFF2-40B4-BE49-F238E27FC236}">
                    <a16:creationId xmlns:a16="http://schemas.microsoft.com/office/drawing/2014/main" id="{8FC7A318-9945-4108-8092-BDD6AC5AFE5C}"/>
                  </a:ext>
                </a:extLst>
              </p:cNvPr>
              <p:cNvSpPr/>
              <p:nvPr/>
            </p:nvSpPr>
            <p:spPr>
              <a:xfrm>
                <a:off x="5564188" y="6477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51" name="타원 18750">
                <a:extLst>
                  <a:ext uri="{FF2B5EF4-FFF2-40B4-BE49-F238E27FC236}">
                    <a16:creationId xmlns:a16="http://schemas.microsoft.com/office/drawing/2014/main" id="{3FD1F02B-3E0A-41B5-8F9F-CA8F505C583D}"/>
                  </a:ext>
                </a:extLst>
              </p:cNvPr>
              <p:cNvSpPr/>
              <p:nvPr/>
            </p:nvSpPr>
            <p:spPr>
              <a:xfrm>
                <a:off x="2301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52" name="타원 18751">
                <a:extLst>
                  <a:ext uri="{FF2B5EF4-FFF2-40B4-BE49-F238E27FC236}">
                    <a16:creationId xmlns:a16="http://schemas.microsoft.com/office/drawing/2014/main" id="{83977708-77E1-49C8-9822-ECA47FBC727F}"/>
                  </a:ext>
                </a:extLst>
              </p:cNvPr>
              <p:cNvSpPr/>
              <p:nvPr/>
            </p:nvSpPr>
            <p:spPr>
              <a:xfrm>
                <a:off x="3825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53" name="타원 18752">
                <a:extLst>
                  <a:ext uri="{FF2B5EF4-FFF2-40B4-BE49-F238E27FC236}">
                    <a16:creationId xmlns:a16="http://schemas.microsoft.com/office/drawing/2014/main" id="{6E0B030F-2614-485A-AABF-8AB8BF5A6C32}"/>
                  </a:ext>
                </a:extLst>
              </p:cNvPr>
              <p:cNvSpPr/>
              <p:nvPr/>
            </p:nvSpPr>
            <p:spPr>
              <a:xfrm>
                <a:off x="5349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54" name="타원 18753">
                <a:extLst>
                  <a:ext uri="{FF2B5EF4-FFF2-40B4-BE49-F238E27FC236}">
                    <a16:creationId xmlns:a16="http://schemas.microsoft.com/office/drawing/2014/main" id="{88AAAD28-29A5-4DD7-8A4D-220DFB3CC9AB}"/>
                  </a:ext>
                </a:extLst>
              </p:cNvPr>
              <p:cNvSpPr/>
              <p:nvPr/>
            </p:nvSpPr>
            <p:spPr>
              <a:xfrm>
                <a:off x="6873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55" name="타원 18754">
                <a:extLst>
                  <a:ext uri="{FF2B5EF4-FFF2-40B4-BE49-F238E27FC236}">
                    <a16:creationId xmlns:a16="http://schemas.microsoft.com/office/drawing/2014/main" id="{B97C4BE1-0288-4E3A-80DB-3B065F539B29}"/>
                  </a:ext>
                </a:extLst>
              </p:cNvPr>
              <p:cNvSpPr/>
              <p:nvPr/>
            </p:nvSpPr>
            <p:spPr>
              <a:xfrm>
                <a:off x="8397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56" name="타원 18755">
                <a:extLst>
                  <a:ext uri="{FF2B5EF4-FFF2-40B4-BE49-F238E27FC236}">
                    <a16:creationId xmlns:a16="http://schemas.microsoft.com/office/drawing/2014/main" id="{6276A1D2-BCE7-4984-B7F0-4D5E0D9857C3}"/>
                  </a:ext>
                </a:extLst>
              </p:cNvPr>
              <p:cNvSpPr/>
              <p:nvPr/>
            </p:nvSpPr>
            <p:spPr>
              <a:xfrm>
                <a:off x="9921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57" name="타원 18756">
                <a:extLst>
                  <a:ext uri="{FF2B5EF4-FFF2-40B4-BE49-F238E27FC236}">
                    <a16:creationId xmlns:a16="http://schemas.microsoft.com/office/drawing/2014/main" id="{81F02620-89F2-4D37-A5BD-82F49E63DD36}"/>
                  </a:ext>
                </a:extLst>
              </p:cNvPr>
              <p:cNvSpPr/>
              <p:nvPr/>
            </p:nvSpPr>
            <p:spPr>
              <a:xfrm>
                <a:off x="11445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58" name="타원 18757">
                <a:extLst>
                  <a:ext uri="{FF2B5EF4-FFF2-40B4-BE49-F238E27FC236}">
                    <a16:creationId xmlns:a16="http://schemas.microsoft.com/office/drawing/2014/main" id="{064CAB98-24E8-41DC-849B-2AA214414D89}"/>
                  </a:ext>
                </a:extLst>
              </p:cNvPr>
              <p:cNvSpPr/>
              <p:nvPr/>
            </p:nvSpPr>
            <p:spPr>
              <a:xfrm>
                <a:off x="12969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59" name="타원 18758">
                <a:extLst>
                  <a:ext uri="{FF2B5EF4-FFF2-40B4-BE49-F238E27FC236}">
                    <a16:creationId xmlns:a16="http://schemas.microsoft.com/office/drawing/2014/main" id="{7B397039-F1E9-4909-B18C-AD13A56FD026}"/>
                  </a:ext>
                </a:extLst>
              </p:cNvPr>
              <p:cNvSpPr/>
              <p:nvPr/>
            </p:nvSpPr>
            <p:spPr>
              <a:xfrm>
                <a:off x="14493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60" name="타원 18759">
                <a:extLst>
                  <a:ext uri="{FF2B5EF4-FFF2-40B4-BE49-F238E27FC236}">
                    <a16:creationId xmlns:a16="http://schemas.microsoft.com/office/drawing/2014/main" id="{813E88CA-827D-4CDB-AC42-C87AB5F12C60}"/>
                  </a:ext>
                </a:extLst>
              </p:cNvPr>
              <p:cNvSpPr/>
              <p:nvPr/>
            </p:nvSpPr>
            <p:spPr>
              <a:xfrm>
                <a:off x="16017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61" name="타원 18760">
                <a:extLst>
                  <a:ext uri="{FF2B5EF4-FFF2-40B4-BE49-F238E27FC236}">
                    <a16:creationId xmlns:a16="http://schemas.microsoft.com/office/drawing/2014/main" id="{C448432A-6643-419E-B203-32F3E86FBF5C}"/>
                  </a:ext>
                </a:extLst>
              </p:cNvPr>
              <p:cNvSpPr/>
              <p:nvPr/>
            </p:nvSpPr>
            <p:spPr>
              <a:xfrm>
                <a:off x="17541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62" name="타원 18761">
                <a:extLst>
                  <a:ext uri="{FF2B5EF4-FFF2-40B4-BE49-F238E27FC236}">
                    <a16:creationId xmlns:a16="http://schemas.microsoft.com/office/drawing/2014/main" id="{2D07B732-F4EF-443D-9960-CB26E597C693}"/>
                  </a:ext>
                </a:extLst>
              </p:cNvPr>
              <p:cNvSpPr/>
              <p:nvPr/>
            </p:nvSpPr>
            <p:spPr>
              <a:xfrm>
                <a:off x="19065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63" name="타원 18762">
                <a:extLst>
                  <a:ext uri="{FF2B5EF4-FFF2-40B4-BE49-F238E27FC236}">
                    <a16:creationId xmlns:a16="http://schemas.microsoft.com/office/drawing/2014/main" id="{B66616B7-A804-45CD-A8ED-0C496CD37775}"/>
                  </a:ext>
                </a:extLst>
              </p:cNvPr>
              <p:cNvSpPr/>
              <p:nvPr/>
            </p:nvSpPr>
            <p:spPr>
              <a:xfrm>
                <a:off x="20589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64" name="타원 18763">
                <a:extLst>
                  <a:ext uri="{FF2B5EF4-FFF2-40B4-BE49-F238E27FC236}">
                    <a16:creationId xmlns:a16="http://schemas.microsoft.com/office/drawing/2014/main" id="{F05D7739-73A2-482A-A83B-DA704E36845D}"/>
                  </a:ext>
                </a:extLst>
              </p:cNvPr>
              <p:cNvSpPr/>
              <p:nvPr/>
            </p:nvSpPr>
            <p:spPr>
              <a:xfrm>
                <a:off x="22113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65" name="타원 18764">
                <a:extLst>
                  <a:ext uri="{FF2B5EF4-FFF2-40B4-BE49-F238E27FC236}">
                    <a16:creationId xmlns:a16="http://schemas.microsoft.com/office/drawing/2014/main" id="{0AEFCA81-E809-4431-BB34-B1F30E95CCA5}"/>
                  </a:ext>
                </a:extLst>
              </p:cNvPr>
              <p:cNvSpPr/>
              <p:nvPr/>
            </p:nvSpPr>
            <p:spPr>
              <a:xfrm>
                <a:off x="23637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66" name="타원 18765">
                <a:extLst>
                  <a:ext uri="{FF2B5EF4-FFF2-40B4-BE49-F238E27FC236}">
                    <a16:creationId xmlns:a16="http://schemas.microsoft.com/office/drawing/2014/main" id="{E3A32285-75E3-4392-9115-D320C973BC7D}"/>
                  </a:ext>
                </a:extLst>
              </p:cNvPr>
              <p:cNvSpPr/>
              <p:nvPr/>
            </p:nvSpPr>
            <p:spPr>
              <a:xfrm>
                <a:off x="25161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67" name="타원 18766">
                <a:extLst>
                  <a:ext uri="{FF2B5EF4-FFF2-40B4-BE49-F238E27FC236}">
                    <a16:creationId xmlns:a16="http://schemas.microsoft.com/office/drawing/2014/main" id="{90AAFACB-8484-4FC4-94EE-415186C50345}"/>
                  </a:ext>
                </a:extLst>
              </p:cNvPr>
              <p:cNvSpPr/>
              <p:nvPr/>
            </p:nvSpPr>
            <p:spPr>
              <a:xfrm>
                <a:off x="26685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68" name="타원 18767">
                <a:extLst>
                  <a:ext uri="{FF2B5EF4-FFF2-40B4-BE49-F238E27FC236}">
                    <a16:creationId xmlns:a16="http://schemas.microsoft.com/office/drawing/2014/main" id="{FD175F94-21DE-4C83-A900-E97CE1E8C2BE}"/>
                  </a:ext>
                </a:extLst>
              </p:cNvPr>
              <p:cNvSpPr/>
              <p:nvPr/>
            </p:nvSpPr>
            <p:spPr>
              <a:xfrm>
                <a:off x="28209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69" name="타원 18768">
                <a:extLst>
                  <a:ext uri="{FF2B5EF4-FFF2-40B4-BE49-F238E27FC236}">
                    <a16:creationId xmlns:a16="http://schemas.microsoft.com/office/drawing/2014/main" id="{AE63ED89-B4CC-44EC-AF9F-071EFACCF6E0}"/>
                  </a:ext>
                </a:extLst>
              </p:cNvPr>
              <p:cNvSpPr/>
              <p:nvPr/>
            </p:nvSpPr>
            <p:spPr>
              <a:xfrm>
                <a:off x="29733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70" name="타원 18769">
                <a:extLst>
                  <a:ext uri="{FF2B5EF4-FFF2-40B4-BE49-F238E27FC236}">
                    <a16:creationId xmlns:a16="http://schemas.microsoft.com/office/drawing/2014/main" id="{6259254E-147D-4D35-ACDC-5572D5A242F7}"/>
                  </a:ext>
                </a:extLst>
              </p:cNvPr>
              <p:cNvSpPr/>
              <p:nvPr/>
            </p:nvSpPr>
            <p:spPr>
              <a:xfrm>
                <a:off x="31257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71" name="타원 18770">
                <a:extLst>
                  <a:ext uri="{FF2B5EF4-FFF2-40B4-BE49-F238E27FC236}">
                    <a16:creationId xmlns:a16="http://schemas.microsoft.com/office/drawing/2014/main" id="{C7D2EA6B-17A5-43C7-AE62-BC36B15B16D5}"/>
                  </a:ext>
                </a:extLst>
              </p:cNvPr>
              <p:cNvSpPr/>
              <p:nvPr/>
            </p:nvSpPr>
            <p:spPr>
              <a:xfrm>
                <a:off x="32781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72" name="타원 18771">
                <a:extLst>
                  <a:ext uri="{FF2B5EF4-FFF2-40B4-BE49-F238E27FC236}">
                    <a16:creationId xmlns:a16="http://schemas.microsoft.com/office/drawing/2014/main" id="{34CDA5A8-DFCA-4065-8772-3509043DFB5B}"/>
                  </a:ext>
                </a:extLst>
              </p:cNvPr>
              <p:cNvSpPr/>
              <p:nvPr/>
            </p:nvSpPr>
            <p:spPr>
              <a:xfrm>
                <a:off x="34305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73" name="타원 18772">
                <a:extLst>
                  <a:ext uri="{FF2B5EF4-FFF2-40B4-BE49-F238E27FC236}">
                    <a16:creationId xmlns:a16="http://schemas.microsoft.com/office/drawing/2014/main" id="{3AE0E6B5-4BE3-40D9-9B84-515AE20ED775}"/>
                  </a:ext>
                </a:extLst>
              </p:cNvPr>
              <p:cNvSpPr/>
              <p:nvPr/>
            </p:nvSpPr>
            <p:spPr>
              <a:xfrm>
                <a:off x="35829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74" name="타원 18773">
                <a:extLst>
                  <a:ext uri="{FF2B5EF4-FFF2-40B4-BE49-F238E27FC236}">
                    <a16:creationId xmlns:a16="http://schemas.microsoft.com/office/drawing/2014/main" id="{5FEDF61C-C9E9-4342-81F0-42CC23E33CC2}"/>
                  </a:ext>
                </a:extLst>
              </p:cNvPr>
              <p:cNvSpPr/>
              <p:nvPr/>
            </p:nvSpPr>
            <p:spPr>
              <a:xfrm>
                <a:off x="37353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75" name="타원 18774">
                <a:extLst>
                  <a:ext uri="{FF2B5EF4-FFF2-40B4-BE49-F238E27FC236}">
                    <a16:creationId xmlns:a16="http://schemas.microsoft.com/office/drawing/2014/main" id="{56D0C959-BD47-460D-A0D9-40E447A106FE}"/>
                  </a:ext>
                </a:extLst>
              </p:cNvPr>
              <p:cNvSpPr/>
              <p:nvPr/>
            </p:nvSpPr>
            <p:spPr>
              <a:xfrm>
                <a:off x="38877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76" name="타원 18775">
                <a:extLst>
                  <a:ext uri="{FF2B5EF4-FFF2-40B4-BE49-F238E27FC236}">
                    <a16:creationId xmlns:a16="http://schemas.microsoft.com/office/drawing/2014/main" id="{285AF107-678C-4F34-B556-5C1DFCD43686}"/>
                  </a:ext>
                </a:extLst>
              </p:cNvPr>
              <p:cNvSpPr/>
              <p:nvPr/>
            </p:nvSpPr>
            <p:spPr>
              <a:xfrm>
                <a:off x="40401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77" name="타원 18776">
                <a:extLst>
                  <a:ext uri="{FF2B5EF4-FFF2-40B4-BE49-F238E27FC236}">
                    <a16:creationId xmlns:a16="http://schemas.microsoft.com/office/drawing/2014/main" id="{12FB414F-3BD6-4941-96EE-60091E0F0A6B}"/>
                  </a:ext>
                </a:extLst>
              </p:cNvPr>
              <p:cNvSpPr/>
              <p:nvPr/>
            </p:nvSpPr>
            <p:spPr>
              <a:xfrm>
                <a:off x="41925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78" name="타원 18777">
                <a:extLst>
                  <a:ext uri="{FF2B5EF4-FFF2-40B4-BE49-F238E27FC236}">
                    <a16:creationId xmlns:a16="http://schemas.microsoft.com/office/drawing/2014/main" id="{40D05BDE-BC8A-4B9A-A629-F532699316B5}"/>
                  </a:ext>
                </a:extLst>
              </p:cNvPr>
              <p:cNvSpPr/>
              <p:nvPr/>
            </p:nvSpPr>
            <p:spPr>
              <a:xfrm>
                <a:off x="43449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79" name="타원 18778">
                <a:extLst>
                  <a:ext uri="{FF2B5EF4-FFF2-40B4-BE49-F238E27FC236}">
                    <a16:creationId xmlns:a16="http://schemas.microsoft.com/office/drawing/2014/main" id="{9FF007E0-E803-4EC5-9C94-6AA632677C21}"/>
                  </a:ext>
                </a:extLst>
              </p:cNvPr>
              <p:cNvSpPr/>
              <p:nvPr/>
            </p:nvSpPr>
            <p:spPr>
              <a:xfrm>
                <a:off x="44973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80" name="타원 18779">
                <a:extLst>
                  <a:ext uri="{FF2B5EF4-FFF2-40B4-BE49-F238E27FC236}">
                    <a16:creationId xmlns:a16="http://schemas.microsoft.com/office/drawing/2014/main" id="{3774BD21-55B2-4CDE-B828-08CAD3845AEF}"/>
                  </a:ext>
                </a:extLst>
              </p:cNvPr>
              <p:cNvSpPr/>
              <p:nvPr/>
            </p:nvSpPr>
            <p:spPr>
              <a:xfrm>
                <a:off x="46497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81" name="타원 18780">
                <a:extLst>
                  <a:ext uri="{FF2B5EF4-FFF2-40B4-BE49-F238E27FC236}">
                    <a16:creationId xmlns:a16="http://schemas.microsoft.com/office/drawing/2014/main" id="{16860948-5706-4333-B936-2F5B9CF77830}"/>
                  </a:ext>
                </a:extLst>
              </p:cNvPr>
              <p:cNvSpPr/>
              <p:nvPr/>
            </p:nvSpPr>
            <p:spPr>
              <a:xfrm>
                <a:off x="48021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82" name="타원 18781">
                <a:extLst>
                  <a:ext uri="{FF2B5EF4-FFF2-40B4-BE49-F238E27FC236}">
                    <a16:creationId xmlns:a16="http://schemas.microsoft.com/office/drawing/2014/main" id="{7C5864B4-99A9-46FB-92D4-9BC1F2273348}"/>
                  </a:ext>
                </a:extLst>
              </p:cNvPr>
              <p:cNvSpPr/>
              <p:nvPr/>
            </p:nvSpPr>
            <p:spPr>
              <a:xfrm>
                <a:off x="49545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83" name="타원 18782">
                <a:extLst>
                  <a:ext uri="{FF2B5EF4-FFF2-40B4-BE49-F238E27FC236}">
                    <a16:creationId xmlns:a16="http://schemas.microsoft.com/office/drawing/2014/main" id="{61730E88-4D0F-4A59-83D2-1ED14C80C54B}"/>
                  </a:ext>
                </a:extLst>
              </p:cNvPr>
              <p:cNvSpPr/>
              <p:nvPr/>
            </p:nvSpPr>
            <p:spPr>
              <a:xfrm>
                <a:off x="51069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84" name="타원 18783">
                <a:extLst>
                  <a:ext uri="{FF2B5EF4-FFF2-40B4-BE49-F238E27FC236}">
                    <a16:creationId xmlns:a16="http://schemas.microsoft.com/office/drawing/2014/main" id="{DCF7E1AC-9AB4-48E9-A7A6-C243A85C46CA}"/>
                  </a:ext>
                </a:extLst>
              </p:cNvPr>
              <p:cNvSpPr/>
              <p:nvPr/>
            </p:nvSpPr>
            <p:spPr>
              <a:xfrm>
                <a:off x="52593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85" name="타원 18784">
                <a:extLst>
                  <a:ext uri="{FF2B5EF4-FFF2-40B4-BE49-F238E27FC236}">
                    <a16:creationId xmlns:a16="http://schemas.microsoft.com/office/drawing/2014/main" id="{502E17C8-06CF-4CA4-AF2D-D8E892E4CB6D}"/>
                  </a:ext>
                </a:extLst>
              </p:cNvPr>
              <p:cNvSpPr/>
              <p:nvPr/>
            </p:nvSpPr>
            <p:spPr>
              <a:xfrm>
                <a:off x="54117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86" name="타원 18785">
                <a:extLst>
                  <a:ext uri="{FF2B5EF4-FFF2-40B4-BE49-F238E27FC236}">
                    <a16:creationId xmlns:a16="http://schemas.microsoft.com/office/drawing/2014/main" id="{B640AD46-A162-481E-A6DD-7B570AC03F97}"/>
                  </a:ext>
                </a:extLst>
              </p:cNvPr>
              <p:cNvSpPr/>
              <p:nvPr/>
            </p:nvSpPr>
            <p:spPr>
              <a:xfrm>
                <a:off x="5564188" y="6629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87" name="타원 18786">
                <a:extLst>
                  <a:ext uri="{FF2B5EF4-FFF2-40B4-BE49-F238E27FC236}">
                    <a16:creationId xmlns:a16="http://schemas.microsoft.com/office/drawing/2014/main" id="{8F7AA493-8F7E-4AC2-BC3E-D0DF8607BBD4}"/>
                  </a:ext>
                </a:extLst>
              </p:cNvPr>
              <p:cNvSpPr/>
              <p:nvPr/>
            </p:nvSpPr>
            <p:spPr>
              <a:xfrm>
                <a:off x="2301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88" name="타원 18787">
                <a:extLst>
                  <a:ext uri="{FF2B5EF4-FFF2-40B4-BE49-F238E27FC236}">
                    <a16:creationId xmlns:a16="http://schemas.microsoft.com/office/drawing/2014/main" id="{4F11187F-6CC4-4F4E-A42B-E73030E176C0}"/>
                  </a:ext>
                </a:extLst>
              </p:cNvPr>
              <p:cNvSpPr/>
              <p:nvPr/>
            </p:nvSpPr>
            <p:spPr>
              <a:xfrm>
                <a:off x="3825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89" name="타원 18788">
                <a:extLst>
                  <a:ext uri="{FF2B5EF4-FFF2-40B4-BE49-F238E27FC236}">
                    <a16:creationId xmlns:a16="http://schemas.microsoft.com/office/drawing/2014/main" id="{534755C6-6770-465F-99F3-B5C634E40BD3}"/>
                  </a:ext>
                </a:extLst>
              </p:cNvPr>
              <p:cNvSpPr/>
              <p:nvPr/>
            </p:nvSpPr>
            <p:spPr>
              <a:xfrm>
                <a:off x="5349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90" name="타원 18789">
                <a:extLst>
                  <a:ext uri="{FF2B5EF4-FFF2-40B4-BE49-F238E27FC236}">
                    <a16:creationId xmlns:a16="http://schemas.microsoft.com/office/drawing/2014/main" id="{8D97F185-D078-4836-8F50-5B84BBFC74DC}"/>
                  </a:ext>
                </a:extLst>
              </p:cNvPr>
              <p:cNvSpPr/>
              <p:nvPr/>
            </p:nvSpPr>
            <p:spPr>
              <a:xfrm>
                <a:off x="6873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91" name="타원 18790">
                <a:extLst>
                  <a:ext uri="{FF2B5EF4-FFF2-40B4-BE49-F238E27FC236}">
                    <a16:creationId xmlns:a16="http://schemas.microsoft.com/office/drawing/2014/main" id="{6C57B8BF-3753-4943-98D3-23AABBA6A359}"/>
                  </a:ext>
                </a:extLst>
              </p:cNvPr>
              <p:cNvSpPr/>
              <p:nvPr/>
            </p:nvSpPr>
            <p:spPr>
              <a:xfrm>
                <a:off x="8397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92" name="타원 18791">
                <a:extLst>
                  <a:ext uri="{FF2B5EF4-FFF2-40B4-BE49-F238E27FC236}">
                    <a16:creationId xmlns:a16="http://schemas.microsoft.com/office/drawing/2014/main" id="{03573DA8-F37C-4CBD-AB48-E5B9ECA7B857}"/>
                  </a:ext>
                </a:extLst>
              </p:cNvPr>
              <p:cNvSpPr/>
              <p:nvPr/>
            </p:nvSpPr>
            <p:spPr>
              <a:xfrm>
                <a:off x="9921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93" name="타원 18792">
                <a:extLst>
                  <a:ext uri="{FF2B5EF4-FFF2-40B4-BE49-F238E27FC236}">
                    <a16:creationId xmlns:a16="http://schemas.microsoft.com/office/drawing/2014/main" id="{3E85989C-648C-48C5-B631-9F3350A08BB5}"/>
                  </a:ext>
                </a:extLst>
              </p:cNvPr>
              <p:cNvSpPr/>
              <p:nvPr/>
            </p:nvSpPr>
            <p:spPr>
              <a:xfrm>
                <a:off x="11445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94" name="타원 18793">
                <a:extLst>
                  <a:ext uri="{FF2B5EF4-FFF2-40B4-BE49-F238E27FC236}">
                    <a16:creationId xmlns:a16="http://schemas.microsoft.com/office/drawing/2014/main" id="{A4DDE897-B982-4F27-9D23-DB011237F023}"/>
                  </a:ext>
                </a:extLst>
              </p:cNvPr>
              <p:cNvSpPr/>
              <p:nvPr/>
            </p:nvSpPr>
            <p:spPr>
              <a:xfrm>
                <a:off x="12969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95" name="타원 18794">
                <a:extLst>
                  <a:ext uri="{FF2B5EF4-FFF2-40B4-BE49-F238E27FC236}">
                    <a16:creationId xmlns:a16="http://schemas.microsoft.com/office/drawing/2014/main" id="{90EAFA44-5B30-4EFF-A859-8F59D6D3FAC8}"/>
                  </a:ext>
                </a:extLst>
              </p:cNvPr>
              <p:cNvSpPr/>
              <p:nvPr/>
            </p:nvSpPr>
            <p:spPr>
              <a:xfrm>
                <a:off x="14493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96" name="타원 18795">
                <a:extLst>
                  <a:ext uri="{FF2B5EF4-FFF2-40B4-BE49-F238E27FC236}">
                    <a16:creationId xmlns:a16="http://schemas.microsoft.com/office/drawing/2014/main" id="{A95012EB-AFF9-4491-92F9-0F522747715D}"/>
                  </a:ext>
                </a:extLst>
              </p:cNvPr>
              <p:cNvSpPr/>
              <p:nvPr/>
            </p:nvSpPr>
            <p:spPr>
              <a:xfrm>
                <a:off x="16017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97" name="타원 18796">
                <a:extLst>
                  <a:ext uri="{FF2B5EF4-FFF2-40B4-BE49-F238E27FC236}">
                    <a16:creationId xmlns:a16="http://schemas.microsoft.com/office/drawing/2014/main" id="{BE77F4AC-58E9-46D8-BBB7-38DE0D3D477F}"/>
                  </a:ext>
                </a:extLst>
              </p:cNvPr>
              <p:cNvSpPr/>
              <p:nvPr/>
            </p:nvSpPr>
            <p:spPr>
              <a:xfrm>
                <a:off x="17541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98" name="타원 18797">
                <a:extLst>
                  <a:ext uri="{FF2B5EF4-FFF2-40B4-BE49-F238E27FC236}">
                    <a16:creationId xmlns:a16="http://schemas.microsoft.com/office/drawing/2014/main" id="{279D310D-F95C-4CB5-82E6-863A8E2F636C}"/>
                  </a:ext>
                </a:extLst>
              </p:cNvPr>
              <p:cNvSpPr/>
              <p:nvPr/>
            </p:nvSpPr>
            <p:spPr>
              <a:xfrm>
                <a:off x="19065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99" name="타원 18798">
                <a:extLst>
                  <a:ext uri="{FF2B5EF4-FFF2-40B4-BE49-F238E27FC236}">
                    <a16:creationId xmlns:a16="http://schemas.microsoft.com/office/drawing/2014/main" id="{918D997B-45AE-4D24-9137-E1EE8E7C6ACF}"/>
                  </a:ext>
                </a:extLst>
              </p:cNvPr>
              <p:cNvSpPr/>
              <p:nvPr/>
            </p:nvSpPr>
            <p:spPr>
              <a:xfrm>
                <a:off x="20589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00" name="타원 18799">
                <a:extLst>
                  <a:ext uri="{FF2B5EF4-FFF2-40B4-BE49-F238E27FC236}">
                    <a16:creationId xmlns:a16="http://schemas.microsoft.com/office/drawing/2014/main" id="{C9F04184-2C52-4CF4-9AEB-564E5CFC44A8}"/>
                  </a:ext>
                </a:extLst>
              </p:cNvPr>
              <p:cNvSpPr/>
              <p:nvPr/>
            </p:nvSpPr>
            <p:spPr>
              <a:xfrm>
                <a:off x="22113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01" name="타원 18800">
                <a:extLst>
                  <a:ext uri="{FF2B5EF4-FFF2-40B4-BE49-F238E27FC236}">
                    <a16:creationId xmlns:a16="http://schemas.microsoft.com/office/drawing/2014/main" id="{54184BA2-4896-40B4-803B-69D8BFCB7120}"/>
                  </a:ext>
                </a:extLst>
              </p:cNvPr>
              <p:cNvSpPr/>
              <p:nvPr/>
            </p:nvSpPr>
            <p:spPr>
              <a:xfrm>
                <a:off x="23637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02" name="타원 18801">
                <a:extLst>
                  <a:ext uri="{FF2B5EF4-FFF2-40B4-BE49-F238E27FC236}">
                    <a16:creationId xmlns:a16="http://schemas.microsoft.com/office/drawing/2014/main" id="{A7B95E27-14FE-4E9B-A851-08EC270C61B9}"/>
                  </a:ext>
                </a:extLst>
              </p:cNvPr>
              <p:cNvSpPr/>
              <p:nvPr/>
            </p:nvSpPr>
            <p:spPr>
              <a:xfrm>
                <a:off x="25161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03" name="타원 18802">
                <a:extLst>
                  <a:ext uri="{FF2B5EF4-FFF2-40B4-BE49-F238E27FC236}">
                    <a16:creationId xmlns:a16="http://schemas.microsoft.com/office/drawing/2014/main" id="{51B417AB-1F0A-4B6A-864D-F39150E4272A}"/>
                  </a:ext>
                </a:extLst>
              </p:cNvPr>
              <p:cNvSpPr/>
              <p:nvPr/>
            </p:nvSpPr>
            <p:spPr>
              <a:xfrm>
                <a:off x="26685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04" name="타원 18803">
                <a:extLst>
                  <a:ext uri="{FF2B5EF4-FFF2-40B4-BE49-F238E27FC236}">
                    <a16:creationId xmlns:a16="http://schemas.microsoft.com/office/drawing/2014/main" id="{555B1711-6F09-4478-8934-AD026859D407}"/>
                  </a:ext>
                </a:extLst>
              </p:cNvPr>
              <p:cNvSpPr/>
              <p:nvPr/>
            </p:nvSpPr>
            <p:spPr>
              <a:xfrm>
                <a:off x="28209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05" name="타원 18804">
                <a:extLst>
                  <a:ext uri="{FF2B5EF4-FFF2-40B4-BE49-F238E27FC236}">
                    <a16:creationId xmlns:a16="http://schemas.microsoft.com/office/drawing/2014/main" id="{C6079FB8-0521-40EC-826D-333FE1419779}"/>
                  </a:ext>
                </a:extLst>
              </p:cNvPr>
              <p:cNvSpPr/>
              <p:nvPr/>
            </p:nvSpPr>
            <p:spPr>
              <a:xfrm>
                <a:off x="29733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06" name="타원 18805">
                <a:extLst>
                  <a:ext uri="{FF2B5EF4-FFF2-40B4-BE49-F238E27FC236}">
                    <a16:creationId xmlns:a16="http://schemas.microsoft.com/office/drawing/2014/main" id="{02395F75-2F87-4949-8D26-959A4D040904}"/>
                  </a:ext>
                </a:extLst>
              </p:cNvPr>
              <p:cNvSpPr/>
              <p:nvPr/>
            </p:nvSpPr>
            <p:spPr>
              <a:xfrm>
                <a:off x="31257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07" name="타원 18806">
                <a:extLst>
                  <a:ext uri="{FF2B5EF4-FFF2-40B4-BE49-F238E27FC236}">
                    <a16:creationId xmlns:a16="http://schemas.microsoft.com/office/drawing/2014/main" id="{796846D9-B841-46A1-BF8F-496F8DE5A308}"/>
                  </a:ext>
                </a:extLst>
              </p:cNvPr>
              <p:cNvSpPr/>
              <p:nvPr/>
            </p:nvSpPr>
            <p:spPr>
              <a:xfrm>
                <a:off x="32781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08" name="타원 18807">
                <a:extLst>
                  <a:ext uri="{FF2B5EF4-FFF2-40B4-BE49-F238E27FC236}">
                    <a16:creationId xmlns:a16="http://schemas.microsoft.com/office/drawing/2014/main" id="{B5FC75E8-724C-4554-9330-7543A4BB2389}"/>
                  </a:ext>
                </a:extLst>
              </p:cNvPr>
              <p:cNvSpPr/>
              <p:nvPr/>
            </p:nvSpPr>
            <p:spPr>
              <a:xfrm>
                <a:off x="34305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09" name="타원 18808">
                <a:extLst>
                  <a:ext uri="{FF2B5EF4-FFF2-40B4-BE49-F238E27FC236}">
                    <a16:creationId xmlns:a16="http://schemas.microsoft.com/office/drawing/2014/main" id="{CC56D7A5-7F21-480B-9FCB-351DED900D85}"/>
                  </a:ext>
                </a:extLst>
              </p:cNvPr>
              <p:cNvSpPr/>
              <p:nvPr/>
            </p:nvSpPr>
            <p:spPr>
              <a:xfrm>
                <a:off x="35829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10" name="타원 18809">
                <a:extLst>
                  <a:ext uri="{FF2B5EF4-FFF2-40B4-BE49-F238E27FC236}">
                    <a16:creationId xmlns:a16="http://schemas.microsoft.com/office/drawing/2014/main" id="{9434C4C0-D3A1-4C8B-8147-BFA9908097FA}"/>
                  </a:ext>
                </a:extLst>
              </p:cNvPr>
              <p:cNvSpPr/>
              <p:nvPr/>
            </p:nvSpPr>
            <p:spPr>
              <a:xfrm>
                <a:off x="37353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11" name="타원 18810">
                <a:extLst>
                  <a:ext uri="{FF2B5EF4-FFF2-40B4-BE49-F238E27FC236}">
                    <a16:creationId xmlns:a16="http://schemas.microsoft.com/office/drawing/2014/main" id="{FFB89BFF-49D4-4472-ADBA-63E19DB03ECF}"/>
                  </a:ext>
                </a:extLst>
              </p:cNvPr>
              <p:cNvSpPr/>
              <p:nvPr/>
            </p:nvSpPr>
            <p:spPr>
              <a:xfrm>
                <a:off x="38877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12" name="타원 18811">
                <a:extLst>
                  <a:ext uri="{FF2B5EF4-FFF2-40B4-BE49-F238E27FC236}">
                    <a16:creationId xmlns:a16="http://schemas.microsoft.com/office/drawing/2014/main" id="{78D436A4-2054-40BE-AF59-2293124EDE98}"/>
                  </a:ext>
                </a:extLst>
              </p:cNvPr>
              <p:cNvSpPr/>
              <p:nvPr/>
            </p:nvSpPr>
            <p:spPr>
              <a:xfrm>
                <a:off x="40401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13" name="타원 18812">
                <a:extLst>
                  <a:ext uri="{FF2B5EF4-FFF2-40B4-BE49-F238E27FC236}">
                    <a16:creationId xmlns:a16="http://schemas.microsoft.com/office/drawing/2014/main" id="{B2F5E3F7-BB6C-4114-87DC-0DBB3426299F}"/>
                  </a:ext>
                </a:extLst>
              </p:cNvPr>
              <p:cNvSpPr/>
              <p:nvPr/>
            </p:nvSpPr>
            <p:spPr>
              <a:xfrm>
                <a:off x="41925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14" name="타원 18813">
                <a:extLst>
                  <a:ext uri="{FF2B5EF4-FFF2-40B4-BE49-F238E27FC236}">
                    <a16:creationId xmlns:a16="http://schemas.microsoft.com/office/drawing/2014/main" id="{D257A745-7EF0-4133-A8AD-D9E40449DEF6}"/>
                  </a:ext>
                </a:extLst>
              </p:cNvPr>
              <p:cNvSpPr/>
              <p:nvPr/>
            </p:nvSpPr>
            <p:spPr>
              <a:xfrm>
                <a:off x="43449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15" name="타원 18814">
                <a:extLst>
                  <a:ext uri="{FF2B5EF4-FFF2-40B4-BE49-F238E27FC236}">
                    <a16:creationId xmlns:a16="http://schemas.microsoft.com/office/drawing/2014/main" id="{F24412C8-E94F-41A3-AE62-49A595B8E983}"/>
                  </a:ext>
                </a:extLst>
              </p:cNvPr>
              <p:cNvSpPr/>
              <p:nvPr/>
            </p:nvSpPr>
            <p:spPr>
              <a:xfrm>
                <a:off x="44973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16" name="타원 18815">
                <a:extLst>
                  <a:ext uri="{FF2B5EF4-FFF2-40B4-BE49-F238E27FC236}">
                    <a16:creationId xmlns:a16="http://schemas.microsoft.com/office/drawing/2014/main" id="{2E420B4D-7342-4A58-B2D5-F571F6B91FA3}"/>
                  </a:ext>
                </a:extLst>
              </p:cNvPr>
              <p:cNvSpPr/>
              <p:nvPr/>
            </p:nvSpPr>
            <p:spPr>
              <a:xfrm>
                <a:off x="46497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17" name="타원 18816">
                <a:extLst>
                  <a:ext uri="{FF2B5EF4-FFF2-40B4-BE49-F238E27FC236}">
                    <a16:creationId xmlns:a16="http://schemas.microsoft.com/office/drawing/2014/main" id="{E0CC858D-EEF5-45ED-900E-D02051B72E3E}"/>
                  </a:ext>
                </a:extLst>
              </p:cNvPr>
              <p:cNvSpPr/>
              <p:nvPr/>
            </p:nvSpPr>
            <p:spPr>
              <a:xfrm>
                <a:off x="48021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18" name="타원 18817">
                <a:extLst>
                  <a:ext uri="{FF2B5EF4-FFF2-40B4-BE49-F238E27FC236}">
                    <a16:creationId xmlns:a16="http://schemas.microsoft.com/office/drawing/2014/main" id="{12CACEDF-BCC1-44C1-ADD2-E19B7FF0B936}"/>
                  </a:ext>
                </a:extLst>
              </p:cNvPr>
              <p:cNvSpPr/>
              <p:nvPr/>
            </p:nvSpPr>
            <p:spPr>
              <a:xfrm>
                <a:off x="49545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19" name="타원 18818">
                <a:extLst>
                  <a:ext uri="{FF2B5EF4-FFF2-40B4-BE49-F238E27FC236}">
                    <a16:creationId xmlns:a16="http://schemas.microsoft.com/office/drawing/2014/main" id="{E741989C-C771-4E02-8AAB-D86266D9560F}"/>
                  </a:ext>
                </a:extLst>
              </p:cNvPr>
              <p:cNvSpPr/>
              <p:nvPr/>
            </p:nvSpPr>
            <p:spPr>
              <a:xfrm>
                <a:off x="51069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20" name="타원 18819">
                <a:extLst>
                  <a:ext uri="{FF2B5EF4-FFF2-40B4-BE49-F238E27FC236}">
                    <a16:creationId xmlns:a16="http://schemas.microsoft.com/office/drawing/2014/main" id="{62BF94FC-BBED-4DA5-8D87-E7EA915BB139}"/>
                  </a:ext>
                </a:extLst>
              </p:cNvPr>
              <p:cNvSpPr/>
              <p:nvPr/>
            </p:nvSpPr>
            <p:spPr>
              <a:xfrm>
                <a:off x="52593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21" name="타원 18820">
                <a:extLst>
                  <a:ext uri="{FF2B5EF4-FFF2-40B4-BE49-F238E27FC236}">
                    <a16:creationId xmlns:a16="http://schemas.microsoft.com/office/drawing/2014/main" id="{AE007812-4DD6-4953-A595-DB9D17DEED78}"/>
                  </a:ext>
                </a:extLst>
              </p:cNvPr>
              <p:cNvSpPr/>
              <p:nvPr/>
            </p:nvSpPr>
            <p:spPr>
              <a:xfrm>
                <a:off x="54117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22" name="타원 18821">
                <a:extLst>
                  <a:ext uri="{FF2B5EF4-FFF2-40B4-BE49-F238E27FC236}">
                    <a16:creationId xmlns:a16="http://schemas.microsoft.com/office/drawing/2014/main" id="{D3D423A9-2D22-4C9E-AADE-1A95979DD7A1}"/>
                  </a:ext>
                </a:extLst>
              </p:cNvPr>
              <p:cNvSpPr/>
              <p:nvPr/>
            </p:nvSpPr>
            <p:spPr>
              <a:xfrm>
                <a:off x="5564188" y="67818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23" name="타원 18822">
                <a:extLst>
                  <a:ext uri="{FF2B5EF4-FFF2-40B4-BE49-F238E27FC236}">
                    <a16:creationId xmlns:a16="http://schemas.microsoft.com/office/drawing/2014/main" id="{AE79F33D-CF17-4250-874C-D60192C89918}"/>
                  </a:ext>
                </a:extLst>
              </p:cNvPr>
              <p:cNvSpPr/>
              <p:nvPr/>
            </p:nvSpPr>
            <p:spPr>
              <a:xfrm>
                <a:off x="2301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24" name="타원 18823">
                <a:extLst>
                  <a:ext uri="{FF2B5EF4-FFF2-40B4-BE49-F238E27FC236}">
                    <a16:creationId xmlns:a16="http://schemas.microsoft.com/office/drawing/2014/main" id="{6FC06BCF-5C26-49BC-A8DD-C133D31D7165}"/>
                  </a:ext>
                </a:extLst>
              </p:cNvPr>
              <p:cNvSpPr/>
              <p:nvPr/>
            </p:nvSpPr>
            <p:spPr>
              <a:xfrm>
                <a:off x="3825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25" name="타원 18824">
                <a:extLst>
                  <a:ext uri="{FF2B5EF4-FFF2-40B4-BE49-F238E27FC236}">
                    <a16:creationId xmlns:a16="http://schemas.microsoft.com/office/drawing/2014/main" id="{48A8C56C-0797-4FFA-80D7-D2E984DAD0E3}"/>
                  </a:ext>
                </a:extLst>
              </p:cNvPr>
              <p:cNvSpPr/>
              <p:nvPr/>
            </p:nvSpPr>
            <p:spPr>
              <a:xfrm>
                <a:off x="5349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26" name="타원 18825">
                <a:extLst>
                  <a:ext uri="{FF2B5EF4-FFF2-40B4-BE49-F238E27FC236}">
                    <a16:creationId xmlns:a16="http://schemas.microsoft.com/office/drawing/2014/main" id="{35AC8C39-2697-491C-B695-257FFED2B09C}"/>
                  </a:ext>
                </a:extLst>
              </p:cNvPr>
              <p:cNvSpPr/>
              <p:nvPr/>
            </p:nvSpPr>
            <p:spPr>
              <a:xfrm>
                <a:off x="6873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27" name="타원 18826">
                <a:extLst>
                  <a:ext uri="{FF2B5EF4-FFF2-40B4-BE49-F238E27FC236}">
                    <a16:creationId xmlns:a16="http://schemas.microsoft.com/office/drawing/2014/main" id="{5618F666-5F85-4A0B-A0A4-72F54EA04F09}"/>
                  </a:ext>
                </a:extLst>
              </p:cNvPr>
              <p:cNvSpPr/>
              <p:nvPr/>
            </p:nvSpPr>
            <p:spPr>
              <a:xfrm>
                <a:off x="8397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28" name="타원 18827">
                <a:extLst>
                  <a:ext uri="{FF2B5EF4-FFF2-40B4-BE49-F238E27FC236}">
                    <a16:creationId xmlns:a16="http://schemas.microsoft.com/office/drawing/2014/main" id="{E0A8B232-DE8E-4A2E-B836-1913416BC191}"/>
                  </a:ext>
                </a:extLst>
              </p:cNvPr>
              <p:cNvSpPr/>
              <p:nvPr/>
            </p:nvSpPr>
            <p:spPr>
              <a:xfrm>
                <a:off x="9921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29" name="타원 18828">
                <a:extLst>
                  <a:ext uri="{FF2B5EF4-FFF2-40B4-BE49-F238E27FC236}">
                    <a16:creationId xmlns:a16="http://schemas.microsoft.com/office/drawing/2014/main" id="{BC3A50C0-01A0-4273-A2C5-B89DAB048B52}"/>
                  </a:ext>
                </a:extLst>
              </p:cNvPr>
              <p:cNvSpPr/>
              <p:nvPr/>
            </p:nvSpPr>
            <p:spPr>
              <a:xfrm>
                <a:off x="11445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30" name="타원 18829">
                <a:extLst>
                  <a:ext uri="{FF2B5EF4-FFF2-40B4-BE49-F238E27FC236}">
                    <a16:creationId xmlns:a16="http://schemas.microsoft.com/office/drawing/2014/main" id="{531CBB31-6A67-4DC7-957C-208F60BDF223}"/>
                  </a:ext>
                </a:extLst>
              </p:cNvPr>
              <p:cNvSpPr/>
              <p:nvPr/>
            </p:nvSpPr>
            <p:spPr>
              <a:xfrm>
                <a:off x="12969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31" name="타원 18830">
                <a:extLst>
                  <a:ext uri="{FF2B5EF4-FFF2-40B4-BE49-F238E27FC236}">
                    <a16:creationId xmlns:a16="http://schemas.microsoft.com/office/drawing/2014/main" id="{8220CAA9-90C2-4B3D-9884-B37BF4147315}"/>
                  </a:ext>
                </a:extLst>
              </p:cNvPr>
              <p:cNvSpPr/>
              <p:nvPr/>
            </p:nvSpPr>
            <p:spPr>
              <a:xfrm>
                <a:off x="14493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32" name="타원 18831">
                <a:extLst>
                  <a:ext uri="{FF2B5EF4-FFF2-40B4-BE49-F238E27FC236}">
                    <a16:creationId xmlns:a16="http://schemas.microsoft.com/office/drawing/2014/main" id="{68476EB8-A663-468B-A543-D85EDE09BDE2}"/>
                  </a:ext>
                </a:extLst>
              </p:cNvPr>
              <p:cNvSpPr/>
              <p:nvPr/>
            </p:nvSpPr>
            <p:spPr>
              <a:xfrm>
                <a:off x="16017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33" name="타원 18832">
                <a:extLst>
                  <a:ext uri="{FF2B5EF4-FFF2-40B4-BE49-F238E27FC236}">
                    <a16:creationId xmlns:a16="http://schemas.microsoft.com/office/drawing/2014/main" id="{3C7B52BD-A825-4900-9201-667A5DB27943}"/>
                  </a:ext>
                </a:extLst>
              </p:cNvPr>
              <p:cNvSpPr/>
              <p:nvPr/>
            </p:nvSpPr>
            <p:spPr>
              <a:xfrm>
                <a:off x="17541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34" name="타원 18833">
                <a:extLst>
                  <a:ext uri="{FF2B5EF4-FFF2-40B4-BE49-F238E27FC236}">
                    <a16:creationId xmlns:a16="http://schemas.microsoft.com/office/drawing/2014/main" id="{3B18115A-EFE8-49F8-8CE3-06EF67FB0777}"/>
                  </a:ext>
                </a:extLst>
              </p:cNvPr>
              <p:cNvSpPr/>
              <p:nvPr/>
            </p:nvSpPr>
            <p:spPr>
              <a:xfrm>
                <a:off x="19065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35" name="타원 18834">
                <a:extLst>
                  <a:ext uri="{FF2B5EF4-FFF2-40B4-BE49-F238E27FC236}">
                    <a16:creationId xmlns:a16="http://schemas.microsoft.com/office/drawing/2014/main" id="{4269D047-0674-46AE-9FD8-05E0146BEBA9}"/>
                  </a:ext>
                </a:extLst>
              </p:cNvPr>
              <p:cNvSpPr/>
              <p:nvPr/>
            </p:nvSpPr>
            <p:spPr>
              <a:xfrm>
                <a:off x="20589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36" name="타원 18835">
                <a:extLst>
                  <a:ext uri="{FF2B5EF4-FFF2-40B4-BE49-F238E27FC236}">
                    <a16:creationId xmlns:a16="http://schemas.microsoft.com/office/drawing/2014/main" id="{69864481-AD74-446F-8862-10144C05BED6}"/>
                  </a:ext>
                </a:extLst>
              </p:cNvPr>
              <p:cNvSpPr/>
              <p:nvPr/>
            </p:nvSpPr>
            <p:spPr>
              <a:xfrm>
                <a:off x="22113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37" name="타원 18836">
                <a:extLst>
                  <a:ext uri="{FF2B5EF4-FFF2-40B4-BE49-F238E27FC236}">
                    <a16:creationId xmlns:a16="http://schemas.microsoft.com/office/drawing/2014/main" id="{361276D4-0BCD-4E39-9DCD-AE319DFF0E01}"/>
                  </a:ext>
                </a:extLst>
              </p:cNvPr>
              <p:cNvSpPr/>
              <p:nvPr/>
            </p:nvSpPr>
            <p:spPr>
              <a:xfrm>
                <a:off x="23637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38" name="타원 18837">
                <a:extLst>
                  <a:ext uri="{FF2B5EF4-FFF2-40B4-BE49-F238E27FC236}">
                    <a16:creationId xmlns:a16="http://schemas.microsoft.com/office/drawing/2014/main" id="{AD609782-7E36-4D57-A1B2-56FD99294A21}"/>
                  </a:ext>
                </a:extLst>
              </p:cNvPr>
              <p:cNvSpPr/>
              <p:nvPr/>
            </p:nvSpPr>
            <p:spPr>
              <a:xfrm>
                <a:off x="25161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39" name="타원 18838">
                <a:extLst>
                  <a:ext uri="{FF2B5EF4-FFF2-40B4-BE49-F238E27FC236}">
                    <a16:creationId xmlns:a16="http://schemas.microsoft.com/office/drawing/2014/main" id="{0AE600D0-0DB0-4CF9-8C56-497603A37AD3}"/>
                  </a:ext>
                </a:extLst>
              </p:cNvPr>
              <p:cNvSpPr/>
              <p:nvPr/>
            </p:nvSpPr>
            <p:spPr>
              <a:xfrm>
                <a:off x="26685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40" name="타원 18839">
                <a:extLst>
                  <a:ext uri="{FF2B5EF4-FFF2-40B4-BE49-F238E27FC236}">
                    <a16:creationId xmlns:a16="http://schemas.microsoft.com/office/drawing/2014/main" id="{74B17201-4891-4BAF-932C-ACAE080CF418}"/>
                  </a:ext>
                </a:extLst>
              </p:cNvPr>
              <p:cNvSpPr/>
              <p:nvPr/>
            </p:nvSpPr>
            <p:spPr>
              <a:xfrm>
                <a:off x="28209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41" name="타원 18840">
                <a:extLst>
                  <a:ext uri="{FF2B5EF4-FFF2-40B4-BE49-F238E27FC236}">
                    <a16:creationId xmlns:a16="http://schemas.microsoft.com/office/drawing/2014/main" id="{AD1F2C99-8C8C-4178-BAE6-281F6DB85AC1}"/>
                  </a:ext>
                </a:extLst>
              </p:cNvPr>
              <p:cNvSpPr/>
              <p:nvPr/>
            </p:nvSpPr>
            <p:spPr>
              <a:xfrm>
                <a:off x="29733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42" name="타원 18841">
                <a:extLst>
                  <a:ext uri="{FF2B5EF4-FFF2-40B4-BE49-F238E27FC236}">
                    <a16:creationId xmlns:a16="http://schemas.microsoft.com/office/drawing/2014/main" id="{540B309A-576D-423D-A782-1A4730C19075}"/>
                  </a:ext>
                </a:extLst>
              </p:cNvPr>
              <p:cNvSpPr/>
              <p:nvPr/>
            </p:nvSpPr>
            <p:spPr>
              <a:xfrm>
                <a:off x="31257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43" name="타원 18842">
                <a:extLst>
                  <a:ext uri="{FF2B5EF4-FFF2-40B4-BE49-F238E27FC236}">
                    <a16:creationId xmlns:a16="http://schemas.microsoft.com/office/drawing/2014/main" id="{4B24928B-A819-4779-9184-3052A851823B}"/>
                  </a:ext>
                </a:extLst>
              </p:cNvPr>
              <p:cNvSpPr/>
              <p:nvPr/>
            </p:nvSpPr>
            <p:spPr>
              <a:xfrm>
                <a:off x="32781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44" name="타원 18843">
                <a:extLst>
                  <a:ext uri="{FF2B5EF4-FFF2-40B4-BE49-F238E27FC236}">
                    <a16:creationId xmlns:a16="http://schemas.microsoft.com/office/drawing/2014/main" id="{A921084A-A1BB-4390-84FF-92975598C8E1}"/>
                  </a:ext>
                </a:extLst>
              </p:cNvPr>
              <p:cNvSpPr/>
              <p:nvPr/>
            </p:nvSpPr>
            <p:spPr>
              <a:xfrm>
                <a:off x="34305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45" name="타원 18844">
                <a:extLst>
                  <a:ext uri="{FF2B5EF4-FFF2-40B4-BE49-F238E27FC236}">
                    <a16:creationId xmlns:a16="http://schemas.microsoft.com/office/drawing/2014/main" id="{0F5B5508-F89D-4EAB-B2E2-D82DA6B8496C}"/>
                  </a:ext>
                </a:extLst>
              </p:cNvPr>
              <p:cNvSpPr/>
              <p:nvPr/>
            </p:nvSpPr>
            <p:spPr>
              <a:xfrm>
                <a:off x="35829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46" name="타원 18845">
                <a:extLst>
                  <a:ext uri="{FF2B5EF4-FFF2-40B4-BE49-F238E27FC236}">
                    <a16:creationId xmlns:a16="http://schemas.microsoft.com/office/drawing/2014/main" id="{45CAA838-ED05-4568-BB31-981B65802833}"/>
                  </a:ext>
                </a:extLst>
              </p:cNvPr>
              <p:cNvSpPr/>
              <p:nvPr/>
            </p:nvSpPr>
            <p:spPr>
              <a:xfrm>
                <a:off x="37353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47" name="타원 18846">
                <a:extLst>
                  <a:ext uri="{FF2B5EF4-FFF2-40B4-BE49-F238E27FC236}">
                    <a16:creationId xmlns:a16="http://schemas.microsoft.com/office/drawing/2014/main" id="{EE03418E-EBD3-4102-BE07-1E0F2E1CDBB1}"/>
                  </a:ext>
                </a:extLst>
              </p:cNvPr>
              <p:cNvSpPr/>
              <p:nvPr/>
            </p:nvSpPr>
            <p:spPr>
              <a:xfrm>
                <a:off x="38877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48" name="타원 18847">
                <a:extLst>
                  <a:ext uri="{FF2B5EF4-FFF2-40B4-BE49-F238E27FC236}">
                    <a16:creationId xmlns:a16="http://schemas.microsoft.com/office/drawing/2014/main" id="{3DE3C4CB-D29B-45B2-85A8-E8F15737EFC6}"/>
                  </a:ext>
                </a:extLst>
              </p:cNvPr>
              <p:cNvSpPr/>
              <p:nvPr/>
            </p:nvSpPr>
            <p:spPr>
              <a:xfrm>
                <a:off x="40401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49" name="타원 18848">
                <a:extLst>
                  <a:ext uri="{FF2B5EF4-FFF2-40B4-BE49-F238E27FC236}">
                    <a16:creationId xmlns:a16="http://schemas.microsoft.com/office/drawing/2014/main" id="{34CD764F-8224-4498-8524-03B4B9ECD3E8}"/>
                  </a:ext>
                </a:extLst>
              </p:cNvPr>
              <p:cNvSpPr/>
              <p:nvPr/>
            </p:nvSpPr>
            <p:spPr>
              <a:xfrm>
                <a:off x="41925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50" name="타원 18849">
                <a:extLst>
                  <a:ext uri="{FF2B5EF4-FFF2-40B4-BE49-F238E27FC236}">
                    <a16:creationId xmlns:a16="http://schemas.microsoft.com/office/drawing/2014/main" id="{19A40B01-0250-46C6-A5E0-F02EB29C3579}"/>
                  </a:ext>
                </a:extLst>
              </p:cNvPr>
              <p:cNvSpPr/>
              <p:nvPr/>
            </p:nvSpPr>
            <p:spPr>
              <a:xfrm>
                <a:off x="43449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51" name="타원 18850">
                <a:extLst>
                  <a:ext uri="{FF2B5EF4-FFF2-40B4-BE49-F238E27FC236}">
                    <a16:creationId xmlns:a16="http://schemas.microsoft.com/office/drawing/2014/main" id="{BB224CC3-4AA2-4644-9CC5-54EE86AB7EBC}"/>
                  </a:ext>
                </a:extLst>
              </p:cNvPr>
              <p:cNvSpPr/>
              <p:nvPr/>
            </p:nvSpPr>
            <p:spPr>
              <a:xfrm>
                <a:off x="44973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52" name="타원 18851">
                <a:extLst>
                  <a:ext uri="{FF2B5EF4-FFF2-40B4-BE49-F238E27FC236}">
                    <a16:creationId xmlns:a16="http://schemas.microsoft.com/office/drawing/2014/main" id="{12F0981E-26B2-46D2-8AA5-43B4A9C15FA6}"/>
                  </a:ext>
                </a:extLst>
              </p:cNvPr>
              <p:cNvSpPr/>
              <p:nvPr/>
            </p:nvSpPr>
            <p:spPr>
              <a:xfrm>
                <a:off x="46497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53" name="타원 18852">
                <a:extLst>
                  <a:ext uri="{FF2B5EF4-FFF2-40B4-BE49-F238E27FC236}">
                    <a16:creationId xmlns:a16="http://schemas.microsoft.com/office/drawing/2014/main" id="{1971A4E3-D558-4F8E-9E00-261EEFA75950}"/>
                  </a:ext>
                </a:extLst>
              </p:cNvPr>
              <p:cNvSpPr/>
              <p:nvPr/>
            </p:nvSpPr>
            <p:spPr>
              <a:xfrm>
                <a:off x="48021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54" name="타원 18853">
                <a:extLst>
                  <a:ext uri="{FF2B5EF4-FFF2-40B4-BE49-F238E27FC236}">
                    <a16:creationId xmlns:a16="http://schemas.microsoft.com/office/drawing/2014/main" id="{A4ADAF42-B6D8-4209-900D-68A0BD31012F}"/>
                  </a:ext>
                </a:extLst>
              </p:cNvPr>
              <p:cNvSpPr/>
              <p:nvPr/>
            </p:nvSpPr>
            <p:spPr>
              <a:xfrm>
                <a:off x="49545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55" name="타원 18854">
                <a:extLst>
                  <a:ext uri="{FF2B5EF4-FFF2-40B4-BE49-F238E27FC236}">
                    <a16:creationId xmlns:a16="http://schemas.microsoft.com/office/drawing/2014/main" id="{220761E8-8B52-4E83-8483-012B128FC5B5}"/>
                  </a:ext>
                </a:extLst>
              </p:cNvPr>
              <p:cNvSpPr/>
              <p:nvPr/>
            </p:nvSpPr>
            <p:spPr>
              <a:xfrm>
                <a:off x="51069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56" name="타원 18855">
                <a:extLst>
                  <a:ext uri="{FF2B5EF4-FFF2-40B4-BE49-F238E27FC236}">
                    <a16:creationId xmlns:a16="http://schemas.microsoft.com/office/drawing/2014/main" id="{5FE083E1-F4BF-4B42-B18D-7D5379A64B92}"/>
                  </a:ext>
                </a:extLst>
              </p:cNvPr>
              <p:cNvSpPr/>
              <p:nvPr/>
            </p:nvSpPr>
            <p:spPr>
              <a:xfrm>
                <a:off x="52593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57" name="타원 18856">
                <a:extLst>
                  <a:ext uri="{FF2B5EF4-FFF2-40B4-BE49-F238E27FC236}">
                    <a16:creationId xmlns:a16="http://schemas.microsoft.com/office/drawing/2014/main" id="{1CACDD26-7D31-47CB-8AE1-7145C2B51804}"/>
                  </a:ext>
                </a:extLst>
              </p:cNvPr>
              <p:cNvSpPr/>
              <p:nvPr/>
            </p:nvSpPr>
            <p:spPr>
              <a:xfrm>
                <a:off x="54117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58" name="타원 18857">
                <a:extLst>
                  <a:ext uri="{FF2B5EF4-FFF2-40B4-BE49-F238E27FC236}">
                    <a16:creationId xmlns:a16="http://schemas.microsoft.com/office/drawing/2014/main" id="{1508F9B7-C256-4DCC-8906-37096531C45D}"/>
                  </a:ext>
                </a:extLst>
              </p:cNvPr>
              <p:cNvSpPr/>
              <p:nvPr/>
            </p:nvSpPr>
            <p:spPr>
              <a:xfrm>
                <a:off x="5564188" y="69342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59" name="타원 18858">
                <a:extLst>
                  <a:ext uri="{FF2B5EF4-FFF2-40B4-BE49-F238E27FC236}">
                    <a16:creationId xmlns:a16="http://schemas.microsoft.com/office/drawing/2014/main" id="{ACEA09FB-0634-403D-BFD3-FD1886FB6B7A}"/>
                  </a:ext>
                </a:extLst>
              </p:cNvPr>
              <p:cNvSpPr/>
              <p:nvPr/>
            </p:nvSpPr>
            <p:spPr>
              <a:xfrm>
                <a:off x="2301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60" name="타원 18859">
                <a:extLst>
                  <a:ext uri="{FF2B5EF4-FFF2-40B4-BE49-F238E27FC236}">
                    <a16:creationId xmlns:a16="http://schemas.microsoft.com/office/drawing/2014/main" id="{6702996C-38E6-4338-9F63-AFD676A3236D}"/>
                  </a:ext>
                </a:extLst>
              </p:cNvPr>
              <p:cNvSpPr/>
              <p:nvPr/>
            </p:nvSpPr>
            <p:spPr>
              <a:xfrm>
                <a:off x="3825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61" name="타원 18860">
                <a:extLst>
                  <a:ext uri="{FF2B5EF4-FFF2-40B4-BE49-F238E27FC236}">
                    <a16:creationId xmlns:a16="http://schemas.microsoft.com/office/drawing/2014/main" id="{ED36CCB4-5285-4461-AB74-02E0B20CDACB}"/>
                  </a:ext>
                </a:extLst>
              </p:cNvPr>
              <p:cNvSpPr/>
              <p:nvPr/>
            </p:nvSpPr>
            <p:spPr>
              <a:xfrm>
                <a:off x="5349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62" name="타원 18861">
                <a:extLst>
                  <a:ext uri="{FF2B5EF4-FFF2-40B4-BE49-F238E27FC236}">
                    <a16:creationId xmlns:a16="http://schemas.microsoft.com/office/drawing/2014/main" id="{7980E3D5-D75F-458C-A25D-333FA851202E}"/>
                  </a:ext>
                </a:extLst>
              </p:cNvPr>
              <p:cNvSpPr/>
              <p:nvPr/>
            </p:nvSpPr>
            <p:spPr>
              <a:xfrm>
                <a:off x="6873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63" name="타원 18862">
                <a:extLst>
                  <a:ext uri="{FF2B5EF4-FFF2-40B4-BE49-F238E27FC236}">
                    <a16:creationId xmlns:a16="http://schemas.microsoft.com/office/drawing/2014/main" id="{2C5E5096-3906-40D0-81D6-3F8E5E1BE3C9}"/>
                  </a:ext>
                </a:extLst>
              </p:cNvPr>
              <p:cNvSpPr/>
              <p:nvPr/>
            </p:nvSpPr>
            <p:spPr>
              <a:xfrm>
                <a:off x="8397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64" name="타원 18863">
                <a:extLst>
                  <a:ext uri="{FF2B5EF4-FFF2-40B4-BE49-F238E27FC236}">
                    <a16:creationId xmlns:a16="http://schemas.microsoft.com/office/drawing/2014/main" id="{B7097659-CFB2-4F3C-AFE8-831F719E0F44}"/>
                  </a:ext>
                </a:extLst>
              </p:cNvPr>
              <p:cNvSpPr/>
              <p:nvPr/>
            </p:nvSpPr>
            <p:spPr>
              <a:xfrm>
                <a:off x="9921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65" name="타원 18864">
                <a:extLst>
                  <a:ext uri="{FF2B5EF4-FFF2-40B4-BE49-F238E27FC236}">
                    <a16:creationId xmlns:a16="http://schemas.microsoft.com/office/drawing/2014/main" id="{000132DA-1D50-4BD5-9FF0-AD5A974FC04F}"/>
                  </a:ext>
                </a:extLst>
              </p:cNvPr>
              <p:cNvSpPr/>
              <p:nvPr/>
            </p:nvSpPr>
            <p:spPr>
              <a:xfrm>
                <a:off x="11445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66" name="타원 18865">
                <a:extLst>
                  <a:ext uri="{FF2B5EF4-FFF2-40B4-BE49-F238E27FC236}">
                    <a16:creationId xmlns:a16="http://schemas.microsoft.com/office/drawing/2014/main" id="{AA7FB74E-F050-4889-8854-8498CBA694A6}"/>
                  </a:ext>
                </a:extLst>
              </p:cNvPr>
              <p:cNvSpPr/>
              <p:nvPr/>
            </p:nvSpPr>
            <p:spPr>
              <a:xfrm>
                <a:off x="12969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67" name="타원 18866">
                <a:extLst>
                  <a:ext uri="{FF2B5EF4-FFF2-40B4-BE49-F238E27FC236}">
                    <a16:creationId xmlns:a16="http://schemas.microsoft.com/office/drawing/2014/main" id="{42E9DADA-4982-43C8-A2C0-E5C842180122}"/>
                  </a:ext>
                </a:extLst>
              </p:cNvPr>
              <p:cNvSpPr/>
              <p:nvPr/>
            </p:nvSpPr>
            <p:spPr>
              <a:xfrm>
                <a:off x="14493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68" name="타원 18867">
                <a:extLst>
                  <a:ext uri="{FF2B5EF4-FFF2-40B4-BE49-F238E27FC236}">
                    <a16:creationId xmlns:a16="http://schemas.microsoft.com/office/drawing/2014/main" id="{6EFDF336-31F4-47F1-887F-68F0F95C364E}"/>
                  </a:ext>
                </a:extLst>
              </p:cNvPr>
              <p:cNvSpPr/>
              <p:nvPr/>
            </p:nvSpPr>
            <p:spPr>
              <a:xfrm>
                <a:off x="16017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69" name="타원 18868">
                <a:extLst>
                  <a:ext uri="{FF2B5EF4-FFF2-40B4-BE49-F238E27FC236}">
                    <a16:creationId xmlns:a16="http://schemas.microsoft.com/office/drawing/2014/main" id="{08CC14DB-B475-4EDE-B1FE-F6B1C012DF6D}"/>
                  </a:ext>
                </a:extLst>
              </p:cNvPr>
              <p:cNvSpPr/>
              <p:nvPr/>
            </p:nvSpPr>
            <p:spPr>
              <a:xfrm>
                <a:off x="17541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70" name="타원 18869">
                <a:extLst>
                  <a:ext uri="{FF2B5EF4-FFF2-40B4-BE49-F238E27FC236}">
                    <a16:creationId xmlns:a16="http://schemas.microsoft.com/office/drawing/2014/main" id="{FC46F026-6DF5-4505-A343-08441ADBBB64}"/>
                  </a:ext>
                </a:extLst>
              </p:cNvPr>
              <p:cNvSpPr/>
              <p:nvPr/>
            </p:nvSpPr>
            <p:spPr>
              <a:xfrm>
                <a:off x="19065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71" name="타원 18870">
                <a:extLst>
                  <a:ext uri="{FF2B5EF4-FFF2-40B4-BE49-F238E27FC236}">
                    <a16:creationId xmlns:a16="http://schemas.microsoft.com/office/drawing/2014/main" id="{4219F23A-E5D6-4519-9BFD-1DD99E8BFCC6}"/>
                  </a:ext>
                </a:extLst>
              </p:cNvPr>
              <p:cNvSpPr/>
              <p:nvPr/>
            </p:nvSpPr>
            <p:spPr>
              <a:xfrm>
                <a:off x="20589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72" name="타원 18871">
                <a:extLst>
                  <a:ext uri="{FF2B5EF4-FFF2-40B4-BE49-F238E27FC236}">
                    <a16:creationId xmlns:a16="http://schemas.microsoft.com/office/drawing/2014/main" id="{640FA736-1C34-44BD-A226-0666971CB0E2}"/>
                  </a:ext>
                </a:extLst>
              </p:cNvPr>
              <p:cNvSpPr/>
              <p:nvPr/>
            </p:nvSpPr>
            <p:spPr>
              <a:xfrm>
                <a:off x="22113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73" name="타원 18872">
                <a:extLst>
                  <a:ext uri="{FF2B5EF4-FFF2-40B4-BE49-F238E27FC236}">
                    <a16:creationId xmlns:a16="http://schemas.microsoft.com/office/drawing/2014/main" id="{02963884-CCA5-4522-98E0-633AE2623D50}"/>
                  </a:ext>
                </a:extLst>
              </p:cNvPr>
              <p:cNvSpPr/>
              <p:nvPr/>
            </p:nvSpPr>
            <p:spPr>
              <a:xfrm>
                <a:off x="23637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74" name="타원 18873">
                <a:extLst>
                  <a:ext uri="{FF2B5EF4-FFF2-40B4-BE49-F238E27FC236}">
                    <a16:creationId xmlns:a16="http://schemas.microsoft.com/office/drawing/2014/main" id="{65A1B783-AECA-4776-B8EE-4FDE398A11E7}"/>
                  </a:ext>
                </a:extLst>
              </p:cNvPr>
              <p:cNvSpPr/>
              <p:nvPr/>
            </p:nvSpPr>
            <p:spPr>
              <a:xfrm>
                <a:off x="25161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75" name="타원 18874">
                <a:extLst>
                  <a:ext uri="{FF2B5EF4-FFF2-40B4-BE49-F238E27FC236}">
                    <a16:creationId xmlns:a16="http://schemas.microsoft.com/office/drawing/2014/main" id="{82B2AC46-F588-4604-8CCB-2E5B7F48B7EF}"/>
                  </a:ext>
                </a:extLst>
              </p:cNvPr>
              <p:cNvSpPr/>
              <p:nvPr/>
            </p:nvSpPr>
            <p:spPr>
              <a:xfrm>
                <a:off x="26685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76" name="타원 18875">
                <a:extLst>
                  <a:ext uri="{FF2B5EF4-FFF2-40B4-BE49-F238E27FC236}">
                    <a16:creationId xmlns:a16="http://schemas.microsoft.com/office/drawing/2014/main" id="{56250FCF-1987-4D04-AE42-CFA2F7CFAFC3}"/>
                  </a:ext>
                </a:extLst>
              </p:cNvPr>
              <p:cNvSpPr/>
              <p:nvPr/>
            </p:nvSpPr>
            <p:spPr>
              <a:xfrm>
                <a:off x="28209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77" name="타원 18876">
                <a:extLst>
                  <a:ext uri="{FF2B5EF4-FFF2-40B4-BE49-F238E27FC236}">
                    <a16:creationId xmlns:a16="http://schemas.microsoft.com/office/drawing/2014/main" id="{0416A497-AAA8-4FCF-94C8-BE53BDFD9B03}"/>
                  </a:ext>
                </a:extLst>
              </p:cNvPr>
              <p:cNvSpPr/>
              <p:nvPr/>
            </p:nvSpPr>
            <p:spPr>
              <a:xfrm>
                <a:off x="29733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78" name="타원 18877">
                <a:extLst>
                  <a:ext uri="{FF2B5EF4-FFF2-40B4-BE49-F238E27FC236}">
                    <a16:creationId xmlns:a16="http://schemas.microsoft.com/office/drawing/2014/main" id="{6A8A62D5-8166-4A3A-AB54-1E1CC4A5BF7C}"/>
                  </a:ext>
                </a:extLst>
              </p:cNvPr>
              <p:cNvSpPr/>
              <p:nvPr/>
            </p:nvSpPr>
            <p:spPr>
              <a:xfrm>
                <a:off x="31257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79" name="타원 18878">
                <a:extLst>
                  <a:ext uri="{FF2B5EF4-FFF2-40B4-BE49-F238E27FC236}">
                    <a16:creationId xmlns:a16="http://schemas.microsoft.com/office/drawing/2014/main" id="{8BF2236E-C955-4B69-AB80-E74C951734DB}"/>
                  </a:ext>
                </a:extLst>
              </p:cNvPr>
              <p:cNvSpPr/>
              <p:nvPr/>
            </p:nvSpPr>
            <p:spPr>
              <a:xfrm>
                <a:off x="32781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80" name="타원 18879">
                <a:extLst>
                  <a:ext uri="{FF2B5EF4-FFF2-40B4-BE49-F238E27FC236}">
                    <a16:creationId xmlns:a16="http://schemas.microsoft.com/office/drawing/2014/main" id="{AF70F3D9-75A7-475F-AEF8-AB6BED121E38}"/>
                  </a:ext>
                </a:extLst>
              </p:cNvPr>
              <p:cNvSpPr/>
              <p:nvPr/>
            </p:nvSpPr>
            <p:spPr>
              <a:xfrm>
                <a:off x="34305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81" name="타원 18880">
                <a:extLst>
                  <a:ext uri="{FF2B5EF4-FFF2-40B4-BE49-F238E27FC236}">
                    <a16:creationId xmlns:a16="http://schemas.microsoft.com/office/drawing/2014/main" id="{C3863379-8796-43FB-9D8C-FFEB34446F94}"/>
                  </a:ext>
                </a:extLst>
              </p:cNvPr>
              <p:cNvSpPr/>
              <p:nvPr/>
            </p:nvSpPr>
            <p:spPr>
              <a:xfrm>
                <a:off x="35829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82" name="타원 18881">
                <a:extLst>
                  <a:ext uri="{FF2B5EF4-FFF2-40B4-BE49-F238E27FC236}">
                    <a16:creationId xmlns:a16="http://schemas.microsoft.com/office/drawing/2014/main" id="{16863448-BC45-4EFA-AFA3-65A42EB874D3}"/>
                  </a:ext>
                </a:extLst>
              </p:cNvPr>
              <p:cNvSpPr/>
              <p:nvPr/>
            </p:nvSpPr>
            <p:spPr>
              <a:xfrm>
                <a:off x="37353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83" name="타원 18882">
                <a:extLst>
                  <a:ext uri="{FF2B5EF4-FFF2-40B4-BE49-F238E27FC236}">
                    <a16:creationId xmlns:a16="http://schemas.microsoft.com/office/drawing/2014/main" id="{216239DC-942E-4BAF-A3C6-B30F968DAB0C}"/>
                  </a:ext>
                </a:extLst>
              </p:cNvPr>
              <p:cNvSpPr/>
              <p:nvPr/>
            </p:nvSpPr>
            <p:spPr>
              <a:xfrm>
                <a:off x="38877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84" name="타원 18883">
                <a:extLst>
                  <a:ext uri="{FF2B5EF4-FFF2-40B4-BE49-F238E27FC236}">
                    <a16:creationId xmlns:a16="http://schemas.microsoft.com/office/drawing/2014/main" id="{E335D171-737E-4B95-AC1C-581B71698A20}"/>
                  </a:ext>
                </a:extLst>
              </p:cNvPr>
              <p:cNvSpPr/>
              <p:nvPr/>
            </p:nvSpPr>
            <p:spPr>
              <a:xfrm>
                <a:off x="40401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85" name="타원 18884">
                <a:extLst>
                  <a:ext uri="{FF2B5EF4-FFF2-40B4-BE49-F238E27FC236}">
                    <a16:creationId xmlns:a16="http://schemas.microsoft.com/office/drawing/2014/main" id="{7410953A-1A0F-4C3B-B8DA-3A4D0B4037F3}"/>
                  </a:ext>
                </a:extLst>
              </p:cNvPr>
              <p:cNvSpPr/>
              <p:nvPr/>
            </p:nvSpPr>
            <p:spPr>
              <a:xfrm>
                <a:off x="41925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86" name="타원 18885">
                <a:extLst>
                  <a:ext uri="{FF2B5EF4-FFF2-40B4-BE49-F238E27FC236}">
                    <a16:creationId xmlns:a16="http://schemas.microsoft.com/office/drawing/2014/main" id="{4E56AABC-F403-4D73-ACF7-BE2CD5CF8021}"/>
                  </a:ext>
                </a:extLst>
              </p:cNvPr>
              <p:cNvSpPr/>
              <p:nvPr/>
            </p:nvSpPr>
            <p:spPr>
              <a:xfrm>
                <a:off x="43449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87" name="타원 18886">
                <a:extLst>
                  <a:ext uri="{FF2B5EF4-FFF2-40B4-BE49-F238E27FC236}">
                    <a16:creationId xmlns:a16="http://schemas.microsoft.com/office/drawing/2014/main" id="{02C94FCE-E1AE-4648-8450-8CC6EF43CCA9}"/>
                  </a:ext>
                </a:extLst>
              </p:cNvPr>
              <p:cNvSpPr/>
              <p:nvPr/>
            </p:nvSpPr>
            <p:spPr>
              <a:xfrm>
                <a:off x="44973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88" name="타원 18887">
                <a:extLst>
                  <a:ext uri="{FF2B5EF4-FFF2-40B4-BE49-F238E27FC236}">
                    <a16:creationId xmlns:a16="http://schemas.microsoft.com/office/drawing/2014/main" id="{A39C29D5-31D4-4AB2-8371-8F4DE54EF543}"/>
                  </a:ext>
                </a:extLst>
              </p:cNvPr>
              <p:cNvSpPr/>
              <p:nvPr/>
            </p:nvSpPr>
            <p:spPr>
              <a:xfrm>
                <a:off x="46497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89" name="타원 18888">
                <a:extLst>
                  <a:ext uri="{FF2B5EF4-FFF2-40B4-BE49-F238E27FC236}">
                    <a16:creationId xmlns:a16="http://schemas.microsoft.com/office/drawing/2014/main" id="{21C75524-94D6-4E95-8546-7F122FD02891}"/>
                  </a:ext>
                </a:extLst>
              </p:cNvPr>
              <p:cNvSpPr/>
              <p:nvPr/>
            </p:nvSpPr>
            <p:spPr>
              <a:xfrm>
                <a:off x="48021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90" name="타원 18889">
                <a:extLst>
                  <a:ext uri="{FF2B5EF4-FFF2-40B4-BE49-F238E27FC236}">
                    <a16:creationId xmlns:a16="http://schemas.microsoft.com/office/drawing/2014/main" id="{F7A40701-4A43-4D84-A62D-004274FBD30D}"/>
                  </a:ext>
                </a:extLst>
              </p:cNvPr>
              <p:cNvSpPr/>
              <p:nvPr/>
            </p:nvSpPr>
            <p:spPr>
              <a:xfrm>
                <a:off x="49545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91" name="타원 18890">
                <a:extLst>
                  <a:ext uri="{FF2B5EF4-FFF2-40B4-BE49-F238E27FC236}">
                    <a16:creationId xmlns:a16="http://schemas.microsoft.com/office/drawing/2014/main" id="{F8E083A6-BCAD-4E51-86E7-44E0BAF45F8E}"/>
                  </a:ext>
                </a:extLst>
              </p:cNvPr>
              <p:cNvSpPr/>
              <p:nvPr/>
            </p:nvSpPr>
            <p:spPr>
              <a:xfrm>
                <a:off x="51069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92" name="타원 18891">
                <a:extLst>
                  <a:ext uri="{FF2B5EF4-FFF2-40B4-BE49-F238E27FC236}">
                    <a16:creationId xmlns:a16="http://schemas.microsoft.com/office/drawing/2014/main" id="{5EEE36C0-8676-4D36-B5E6-9163925F6278}"/>
                  </a:ext>
                </a:extLst>
              </p:cNvPr>
              <p:cNvSpPr/>
              <p:nvPr/>
            </p:nvSpPr>
            <p:spPr>
              <a:xfrm>
                <a:off x="52593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93" name="타원 18892">
                <a:extLst>
                  <a:ext uri="{FF2B5EF4-FFF2-40B4-BE49-F238E27FC236}">
                    <a16:creationId xmlns:a16="http://schemas.microsoft.com/office/drawing/2014/main" id="{AD7AFCC6-AB12-4565-BBDE-A57AB24DBA1A}"/>
                  </a:ext>
                </a:extLst>
              </p:cNvPr>
              <p:cNvSpPr/>
              <p:nvPr/>
            </p:nvSpPr>
            <p:spPr>
              <a:xfrm>
                <a:off x="54117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94" name="타원 18893">
                <a:extLst>
                  <a:ext uri="{FF2B5EF4-FFF2-40B4-BE49-F238E27FC236}">
                    <a16:creationId xmlns:a16="http://schemas.microsoft.com/office/drawing/2014/main" id="{678959ED-F117-4930-BA25-A82D08E5EBF2}"/>
                  </a:ext>
                </a:extLst>
              </p:cNvPr>
              <p:cNvSpPr/>
              <p:nvPr/>
            </p:nvSpPr>
            <p:spPr>
              <a:xfrm>
                <a:off x="5564188" y="70866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95" name="타원 18894">
                <a:extLst>
                  <a:ext uri="{FF2B5EF4-FFF2-40B4-BE49-F238E27FC236}">
                    <a16:creationId xmlns:a16="http://schemas.microsoft.com/office/drawing/2014/main" id="{E9BF3F29-ADB6-40FB-88A7-DE11F916BD2E}"/>
                  </a:ext>
                </a:extLst>
              </p:cNvPr>
              <p:cNvSpPr/>
              <p:nvPr/>
            </p:nvSpPr>
            <p:spPr>
              <a:xfrm>
                <a:off x="2301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96" name="타원 18895">
                <a:extLst>
                  <a:ext uri="{FF2B5EF4-FFF2-40B4-BE49-F238E27FC236}">
                    <a16:creationId xmlns:a16="http://schemas.microsoft.com/office/drawing/2014/main" id="{12DC697D-841F-4B24-823F-668F8553631A}"/>
                  </a:ext>
                </a:extLst>
              </p:cNvPr>
              <p:cNvSpPr/>
              <p:nvPr/>
            </p:nvSpPr>
            <p:spPr>
              <a:xfrm>
                <a:off x="3825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97" name="타원 18896">
                <a:extLst>
                  <a:ext uri="{FF2B5EF4-FFF2-40B4-BE49-F238E27FC236}">
                    <a16:creationId xmlns:a16="http://schemas.microsoft.com/office/drawing/2014/main" id="{64A5079B-640B-48E7-93EC-B2BD73CF1796}"/>
                  </a:ext>
                </a:extLst>
              </p:cNvPr>
              <p:cNvSpPr/>
              <p:nvPr/>
            </p:nvSpPr>
            <p:spPr>
              <a:xfrm>
                <a:off x="5349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98" name="타원 18897">
                <a:extLst>
                  <a:ext uri="{FF2B5EF4-FFF2-40B4-BE49-F238E27FC236}">
                    <a16:creationId xmlns:a16="http://schemas.microsoft.com/office/drawing/2014/main" id="{19F54AD9-7358-4201-BF6F-925428ACF796}"/>
                  </a:ext>
                </a:extLst>
              </p:cNvPr>
              <p:cNvSpPr/>
              <p:nvPr/>
            </p:nvSpPr>
            <p:spPr>
              <a:xfrm>
                <a:off x="6873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99" name="타원 18898">
                <a:extLst>
                  <a:ext uri="{FF2B5EF4-FFF2-40B4-BE49-F238E27FC236}">
                    <a16:creationId xmlns:a16="http://schemas.microsoft.com/office/drawing/2014/main" id="{79A81194-4A81-42AF-BEA6-E7821C3E2A7C}"/>
                  </a:ext>
                </a:extLst>
              </p:cNvPr>
              <p:cNvSpPr/>
              <p:nvPr/>
            </p:nvSpPr>
            <p:spPr>
              <a:xfrm>
                <a:off x="8397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00" name="타원 18899">
                <a:extLst>
                  <a:ext uri="{FF2B5EF4-FFF2-40B4-BE49-F238E27FC236}">
                    <a16:creationId xmlns:a16="http://schemas.microsoft.com/office/drawing/2014/main" id="{168A3964-24F3-4E76-8346-CE7862C0332F}"/>
                  </a:ext>
                </a:extLst>
              </p:cNvPr>
              <p:cNvSpPr/>
              <p:nvPr/>
            </p:nvSpPr>
            <p:spPr>
              <a:xfrm>
                <a:off x="9921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01" name="타원 18900">
                <a:extLst>
                  <a:ext uri="{FF2B5EF4-FFF2-40B4-BE49-F238E27FC236}">
                    <a16:creationId xmlns:a16="http://schemas.microsoft.com/office/drawing/2014/main" id="{41AF20A5-15BE-452E-A9DA-9F18BE0F8638}"/>
                  </a:ext>
                </a:extLst>
              </p:cNvPr>
              <p:cNvSpPr/>
              <p:nvPr/>
            </p:nvSpPr>
            <p:spPr>
              <a:xfrm>
                <a:off x="11445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02" name="타원 18901">
                <a:extLst>
                  <a:ext uri="{FF2B5EF4-FFF2-40B4-BE49-F238E27FC236}">
                    <a16:creationId xmlns:a16="http://schemas.microsoft.com/office/drawing/2014/main" id="{3C6EA946-5F20-44A2-9CF0-143B9798F138}"/>
                  </a:ext>
                </a:extLst>
              </p:cNvPr>
              <p:cNvSpPr/>
              <p:nvPr/>
            </p:nvSpPr>
            <p:spPr>
              <a:xfrm>
                <a:off x="12969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03" name="타원 18902">
                <a:extLst>
                  <a:ext uri="{FF2B5EF4-FFF2-40B4-BE49-F238E27FC236}">
                    <a16:creationId xmlns:a16="http://schemas.microsoft.com/office/drawing/2014/main" id="{C48A4049-A803-4C4B-8DAD-67CE7B79BB88}"/>
                  </a:ext>
                </a:extLst>
              </p:cNvPr>
              <p:cNvSpPr/>
              <p:nvPr/>
            </p:nvSpPr>
            <p:spPr>
              <a:xfrm>
                <a:off x="14493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04" name="타원 18903">
                <a:extLst>
                  <a:ext uri="{FF2B5EF4-FFF2-40B4-BE49-F238E27FC236}">
                    <a16:creationId xmlns:a16="http://schemas.microsoft.com/office/drawing/2014/main" id="{4477CF2D-270E-445D-9578-72B46EC69889}"/>
                  </a:ext>
                </a:extLst>
              </p:cNvPr>
              <p:cNvSpPr/>
              <p:nvPr/>
            </p:nvSpPr>
            <p:spPr>
              <a:xfrm>
                <a:off x="16017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05" name="타원 18904">
                <a:extLst>
                  <a:ext uri="{FF2B5EF4-FFF2-40B4-BE49-F238E27FC236}">
                    <a16:creationId xmlns:a16="http://schemas.microsoft.com/office/drawing/2014/main" id="{9419C9D6-5AC6-42E5-888A-84032015B3D8}"/>
                  </a:ext>
                </a:extLst>
              </p:cNvPr>
              <p:cNvSpPr/>
              <p:nvPr/>
            </p:nvSpPr>
            <p:spPr>
              <a:xfrm>
                <a:off x="17541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06" name="타원 18905">
                <a:extLst>
                  <a:ext uri="{FF2B5EF4-FFF2-40B4-BE49-F238E27FC236}">
                    <a16:creationId xmlns:a16="http://schemas.microsoft.com/office/drawing/2014/main" id="{09F767C4-6DDB-4390-8BEB-6839C655F91A}"/>
                  </a:ext>
                </a:extLst>
              </p:cNvPr>
              <p:cNvSpPr/>
              <p:nvPr/>
            </p:nvSpPr>
            <p:spPr>
              <a:xfrm>
                <a:off x="19065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07" name="타원 18906">
                <a:extLst>
                  <a:ext uri="{FF2B5EF4-FFF2-40B4-BE49-F238E27FC236}">
                    <a16:creationId xmlns:a16="http://schemas.microsoft.com/office/drawing/2014/main" id="{5A1D927B-C663-4E88-A818-57806B0979C1}"/>
                  </a:ext>
                </a:extLst>
              </p:cNvPr>
              <p:cNvSpPr/>
              <p:nvPr/>
            </p:nvSpPr>
            <p:spPr>
              <a:xfrm>
                <a:off x="20589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08" name="타원 18907">
                <a:extLst>
                  <a:ext uri="{FF2B5EF4-FFF2-40B4-BE49-F238E27FC236}">
                    <a16:creationId xmlns:a16="http://schemas.microsoft.com/office/drawing/2014/main" id="{C8956D82-C07E-45AE-8F05-0059427C8E61}"/>
                  </a:ext>
                </a:extLst>
              </p:cNvPr>
              <p:cNvSpPr/>
              <p:nvPr/>
            </p:nvSpPr>
            <p:spPr>
              <a:xfrm>
                <a:off x="22113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09" name="타원 18908">
                <a:extLst>
                  <a:ext uri="{FF2B5EF4-FFF2-40B4-BE49-F238E27FC236}">
                    <a16:creationId xmlns:a16="http://schemas.microsoft.com/office/drawing/2014/main" id="{8122664F-66F7-4F89-B07A-D877ED84BAAA}"/>
                  </a:ext>
                </a:extLst>
              </p:cNvPr>
              <p:cNvSpPr/>
              <p:nvPr/>
            </p:nvSpPr>
            <p:spPr>
              <a:xfrm>
                <a:off x="23637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10" name="타원 18909">
                <a:extLst>
                  <a:ext uri="{FF2B5EF4-FFF2-40B4-BE49-F238E27FC236}">
                    <a16:creationId xmlns:a16="http://schemas.microsoft.com/office/drawing/2014/main" id="{61EF114F-57CF-4DA3-92CC-FA7F6EC1AB2C}"/>
                  </a:ext>
                </a:extLst>
              </p:cNvPr>
              <p:cNvSpPr/>
              <p:nvPr/>
            </p:nvSpPr>
            <p:spPr>
              <a:xfrm>
                <a:off x="25161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11" name="타원 18910">
                <a:extLst>
                  <a:ext uri="{FF2B5EF4-FFF2-40B4-BE49-F238E27FC236}">
                    <a16:creationId xmlns:a16="http://schemas.microsoft.com/office/drawing/2014/main" id="{85441FAB-03B7-4E43-8811-DC790D33F308}"/>
                  </a:ext>
                </a:extLst>
              </p:cNvPr>
              <p:cNvSpPr/>
              <p:nvPr/>
            </p:nvSpPr>
            <p:spPr>
              <a:xfrm>
                <a:off x="26685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12" name="타원 18911">
                <a:extLst>
                  <a:ext uri="{FF2B5EF4-FFF2-40B4-BE49-F238E27FC236}">
                    <a16:creationId xmlns:a16="http://schemas.microsoft.com/office/drawing/2014/main" id="{ABC940F3-B6B3-4B8D-8005-E7AE9CA59885}"/>
                  </a:ext>
                </a:extLst>
              </p:cNvPr>
              <p:cNvSpPr/>
              <p:nvPr/>
            </p:nvSpPr>
            <p:spPr>
              <a:xfrm>
                <a:off x="28209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13" name="타원 18912">
                <a:extLst>
                  <a:ext uri="{FF2B5EF4-FFF2-40B4-BE49-F238E27FC236}">
                    <a16:creationId xmlns:a16="http://schemas.microsoft.com/office/drawing/2014/main" id="{E1FDCF86-01FE-4B7A-B402-244262F9D757}"/>
                  </a:ext>
                </a:extLst>
              </p:cNvPr>
              <p:cNvSpPr/>
              <p:nvPr/>
            </p:nvSpPr>
            <p:spPr>
              <a:xfrm>
                <a:off x="29733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14" name="타원 18913">
                <a:extLst>
                  <a:ext uri="{FF2B5EF4-FFF2-40B4-BE49-F238E27FC236}">
                    <a16:creationId xmlns:a16="http://schemas.microsoft.com/office/drawing/2014/main" id="{BF6FB0C0-6CDC-4D50-9058-5A41A276DE49}"/>
                  </a:ext>
                </a:extLst>
              </p:cNvPr>
              <p:cNvSpPr/>
              <p:nvPr/>
            </p:nvSpPr>
            <p:spPr>
              <a:xfrm>
                <a:off x="31257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15" name="타원 18914">
                <a:extLst>
                  <a:ext uri="{FF2B5EF4-FFF2-40B4-BE49-F238E27FC236}">
                    <a16:creationId xmlns:a16="http://schemas.microsoft.com/office/drawing/2014/main" id="{00655C39-AE5C-4597-8922-410836E1EF5A}"/>
                  </a:ext>
                </a:extLst>
              </p:cNvPr>
              <p:cNvSpPr/>
              <p:nvPr/>
            </p:nvSpPr>
            <p:spPr>
              <a:xfrm>
                <a:off x="32781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16" name="타원 18915">
                <a:extLst>
                  <a:ext uri="{FF2B5EF4-FFF2-40B4-BE49-F238E27FC236}">
                    <a16:creationId xmlns:a16="http://schemas.microsoft.com/office/drawing/2014/main" id="{1811EC6D-6660-46AE-8280-3D08A9C05E21}"/>
                  </a:ext>
                </a:extLst>
              </p:cNvPr>
              <p:cNvSpPr/>
              <p:nvPr/>
            </p:nvSpPr>
            <p:spPr>
              <a:xfrm>
                <a:off x="34305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17" name="타원 18916">
                <a:extLst>
                  <a:ext uri="{FF2B5EF4-FFF2-40B4-BE49-F238E27FC236}">
                    <a16:creationId xmlns:a16="http://schemas.microsoft.com/office/drawing/2014/main" id="{005F661C-761A-476F-81FE-E3C93C9DD700}"/>
                  </a:ext>
                </a:extLst>
              </p:cNvPr>
              <p:cNvSpPr/>
              <p:nvPr/>
            </p:nvSpPr>
            <p:spPr>
              <a:xfrm>
                <a:off x="35829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18" name="타원 18917">
                <a:extLst>
                  <a:ext uri="{FF2B5EF4-FFF2-40B4-BE49-F238E27FC236}">
                    <a16:creationId xmlns:a16="http://schemas.microsoft.com/office/drawing/2014/main" id="{F703E7B6-9C82-4C97-97F5-3FEDDC243DDD}"/>
                  </a:ext>
                </a:extLst>
              </p:cNvPr>
              <p:cNvSpPr/>
              <p:nvPr/>
            </p:nvSpPr>
            <p:spPr>
              <a:xfrm>
                <a:off x="37353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19" name="타원 18918">
                <a:extLst>
                  <a:ext uri="{FF2B5EF4-FFF2-40B4-BE49-F238E27FC236}">
                    <a16:creationId xmlns:a16="http://schemas.microsoft.com/office/drawing/2014/main" id="{1D8295D6-0049-4617-A2DD-C7C2A0A8D4C9}"/>
                  </a:ext>
                </a:extLst>
              </p:cNvPr>
              <p:cNvSpPr/>
              <p:nvPr/>
            </p:nvSpPr>
            <p:spPr>
              <a:xfrm>
                <a:off x="38877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20" name="타원 18919">
                <a:extLst>
                  <a:ext uri="{FF2B5EF4-FFF2-40B4-BE49-F238E27FC236}">
                    <a16:creationId xmlns:a16="http://schemas.microsoft.com/office/drawing/2014/main" id="{38629B76-04E3-4556-A77F-0169A64B8D3C}"/>
                  </a:ext>
                </a:extLst>
              </p:cNvPr>
              <p:cNvSpPr/>
              <p:nvPr/>
            </p:nvSpPr>
            <p:spPr>
              <a:xfrm>
                <a:off x="40401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21" name="타원 18920">
                <a:extLst>
                  <a:ext uri="{FF2B5EF4-FFF2-40B4-BE49-F238E27FC236}">
                    <a16:creationId xmlns:a16="http://schemas.microsoft.com/office/drawing/2014/main" id="{B49F6F8B-62A4-4582-BAD3-A2CA097B321E}"/>
                  </a:ext>
                </a:extLst>
              </p:cNvPr>
              <p:cNvSpPr/>
              <p:nvPr/>
            </p:nvSpPr>
            <p:spPr>
              <a:xfrm>
                <a:off x="41925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22" name="타원 18921">
                <a:extLst>
                  <a:ext uri="{FF2B5EF4-FFF2-40B4-BE49-F238E27FC236}">
                    <a16:creationId xmlns:a16="http://schemas.microsoft.com/office/drawing/2014/main" id="{72373D37-83CB-41BB-ACD5-71BE02DCF253}"/>
                  </a:ext>
                </a:extLst>
              </p:cNvPr>
              <p:cNvSpPr/>
              <p:nvPr/>
            </p:nvSpPr>
            <p:spPr>
              <a:xfrm>
                <a:off x="43449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23" name="타원 18922">
                <a:extLst>
                  <a:ext uri="{FF2B5EF4-FFF2-40B4-BE49-F238E27FC236}">
                    <a16:creationId xmlns:a16="http://schemas.microsoft.com/office/drawing/2014/main" id="{244C210A-5271-4914-9DAC-EE15443DFC0F}"/>
                  </a:ext>
                </a:extLst>
              </p:cNvPr>
              <p:cNvSpPr/>
              <p:nvPr/>
            </p:nvSpPr>
            <p:spPr>
              <a:xfrm>
                <a:off x="44973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24" name="타원 18923">
                <a:extLst>
                  <a:ext uri="{FF2B5EF4-FFF2-40B4-BE49-F238E27FC236}">
                    <a16:creationId xmlns:a16="http://schemas.microsoft.com/office/drawing/2014/main" id="{4569C00D-127E-44B3-A7CA-5345DD7916D4}"/>
                  </a:ext>
                </a:extLst>
              </p:cNvPr>
              <p:cNvSpPr/>
              <p:nvPr/>
            </p:nvSpPr>
            <p:spPr>
              <a:xfrm>
                <a:off x="46497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25" name="타원 18924">
                <a:extLst>
                  <a:ext uri="{FF2B5EF4-FFF2-40B4-BE49-F238E27FC236}">
                    <a16:creationId xmlns:a16="http://schemas.microsoft.com/office/drawing/2014/main" id="{C7C635A9-73D8-4F77-8B27-420C02AD05E0}"/>
                  </a:ext>
                </a:extLst>
              </p:cNvPr>
              <p:cNvSpPr/>
              <p:nvPr/>
            </p:nvSpPr>
            <p:spPr>
              <a:xfrm>
                <a:off x="48021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26" name="타원 18925">
                <a:extLst>
                  <a:ext uri="{FF2B5EF4-FFF2-40B4-BE49-F238E27FC236}">
                    <a16:creationId xmlns:a16="http://schemas.microsoft.com/office/drawing/2014/main" id="{3C397CF3-5799-4036-979C-07A355822E9D}"/>
                  </a:ext>
                </a:extLst>
              </p:cNvPr>
              <p:cNvSpPr/>
              <p:nvPr/>
            </p:nvSpPr>
            <p:spPr>
              <a:xfrm>
                <a:off x="49545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27" name="타원 18926">
                <a:extLst>
                  <a:ext uri="{FF2B5EF4-FFF2-40B4-BE49-F238E27FC236}">
                    <a16:creationId xmlns:a16="http://schemas.microsoft.com/office/drawing/2014/main" id="{C8929521-9009-45F2-8B6A-1FB82B0188FD}"/>
                  </a:ext>
                </a:extLst>
              </p:cNvPr>
              <p:cNvSpPr/>
              <p:nvPr/>
            </p:nvSpPr>
            <p:spPr>
              <a:xfrm>
                <a:off x="51069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28" name="타원 18927">
                <a:extLst>
                  <a:ext uri="{FF2B5EF4-FFF2-40B4-BE49-F238E27FC236}">
                    <a16:creationId xmlns:a16="http://schemas.microsoft.com/office/drawing/2014/main" id="{C3504BA0-0A10-4229-918B-72FE8464EFC7}"/>
                  </a:ext>
                </a:extLst>
              </p:cNvPr>
              <p:cNvSpPr/>
              <p:nvPr/>
            </p:nvSpPr>
            <p:spPr>
              <a:xfrm>
                <a:off x="52593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29" name="타원 18928">
                <a:extLst>
                  <a:ext uri="{FF2B5EF4-FFF2-40B4-BE49-F238E27FC236}">
                    <a16:creationId xmlns:a16="http://schemas.microsoft.com/office/drawing/2014/main" id="{3AD5B022-05FF-41F2-9EC8-61F067A21A28}"/>
                  </a:ext>
                </a:extLst>
              </p:cNvPr>
              <p:cNvSpPr/>
              <p:nvPr/>
            </p:nvSpPr>
            <p:spPr>
              <a:xfrm>
                <a:off x="54117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30" name="타원 18929">
                <a:extLst>
                  <a:ext uri="{FF2B5EF4-FFF2-40B4-BE49-F238E27FC236}">
                    <a16:creationId xmlns:a16="http://schemas.microsoft.com/office/drawing/2014/main" id="{2F493717-DF28-47DB-AFE7-B40202A66551}"/>
                  </a:ext>
                </a:extLst>
              </p:cNvPr>
              <p:cNvSpPr/>
              <p:nvPr/>
            </p:nvSpPr>
            <p:spPr>
              <a:xfrm>
                <a:off x="5564188" y="72390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31" name="타원 18930">
                <a:extLst>
                  <a:ext uri="{FF2B5EF4-FFF2-40B4-BE49-F238E27FC236}">
                    <a16:creationId xmlns:a16="http://schemas.microsoft.com/office/drawing/2014/main" id="{0C259AEC-E00F-4C56-B107-BF0BE2BB2375}"/>
                  </a:ext>
                </a:extLst>
              </p:cNvPr>
              <p:cNvSpPr/>
              <p:nvPr/>
            </p:nvSpPr>
            <p:spPr>
              <a:xfrm>
                <a:off x="2301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32" name="타원 18931">
                <a:extLst>
                  <a:ext uri="{FF2B5EF4-FFF2-40B4-BE49-F238E27FC236}">
                    <a16:creationId xmlns:a16="http://schemas.microsoft.com/office/drawing/2014/main" id="{382E0C0B-26E3-455B-8551-7AB72D93AB36}"/>
                  </a:ext>
                </a:extLst>
              </p:cNvPr>
              <p:cNvSpPr/>
              <p:nvPr/>
            </p:nvSpPr>
            <p:spPr>
              <a:xfrm>
                <a:off x="3825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33" name="타원 18932">
                <a:extLst>
                  <a:ext uri="{FF2B5EF4-FFF2-40B4-BE49-F238E27FC236}">
                    <a16:creationId xmlns:a16="http://schemas.microsoft.com/office/drawing/2014/main" id="{7D1ABFB1-D0DF-4C2C-8318-E2DAEB5E2140}"/>
                  </a:ext>
                </a:extLst>
              </p:cNvPr>
              <p:cNvSpPr/>
              <p:nvPr/>
            </p:nvSpPr>
            <p:spPr>
              <a:xfrm>
                <a:off x="5349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34" name="타원 18933">
                <a:extLst>
                  <a:ext uri="{FF2B5EF4-FFF2-40B4-BE49-F238E27FC236}">
                    <a16:creationId xmlns:a16="http://schemas.microsoft.com/office/drawing/2014/main" id="{ADC4BA8C-D78E-46BD-A9A7-719DC2AE2F24}"/>
                  </a:ext>
                </a:extLst>
              </p:cNvPr>
              <p:cNvSpPr/>
              <p:nvPr/>
            </p:nvSpPr>
            <p:spPr>
              <a:xfrm>
                <a:off x="6873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35" name="타원 18934">
                <a:extLst>
                  <a:ext uri="{FF2B5EF4-FFF2-40B4-BE49-F238E27FC236}">
                    <a16:creationId xmlns:a16="http://schemas.microsoft.com/office/drawing/2014/main" id="{DB402CDB-5132-4E2A-82A0-41531FF9C059}"/>
                  </a:ext>
                </a:extLst>
              </p:cNvPr>
              <p:cNvSpPr/>
              <p:nvPr/>
            </p:nvSpPr>
            <p:spPr>
              <a:xfrm>
                <a:off x="8397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36" name="타원 18935">
                <a:extLst>
                  <a:ext uri="{FF2B5EF4-FFF2-40B4-BE49-F238E27FC236}">
                    <a16:creationId xmlns:a16="http://schemas.microsoft.com/office/drawing/2014/main" id="{25C0E563-EC38-466D-997B-825263684BCA}"/>
                  </a:ext>
                </a:extLst>
              </p:cNvPr>
              <p:cNvSpPr/>
              <p:nvPr/>
            </p:nvSpPr>
            <p:spPr>
              <a:xfrm>
                <a:off x="9921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37" name="타원 18936">
                <a:extLst>
                  <a:ext uri="{FF2B5EF4-FFF2-40B4-BE49-F238E27FC236}">
                    <a16:creationId xmlns:a16="http://schemas.microsoft.com/office/drawing/2014/main" id="{49A28CC8-5A06-46F6-8C3F-46A79D069359}"/>
                  </a:ext>
                </a:extLst>
              </p:cNvPr>
              <p:cNvSpPr/>
              <p:nvPr/>
            </p:nvSpPr>
            <p:spPr>
              <a:xfrm>
                <a:off x="11445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38" name="타원 18937">
                <a:extLst>
                  <a:ext uri="{FF2B5EF4-FFF2-40B4-BE49-F238E27FC236}">
                    <a16:creationId xmlns:a16="http://schemas.microsoft.com/office/drawing/2014/main" id="{2ACC9121-1230-4059-80F3-A46DDE8194F4}"/>
                  </a:ext>
                </a:extLst>
              </p:cNvPr>
              <p:cNvSpPr/>
              <p:nvPr/>
            </p:nvSpPr>
            <p:spPr>
              <a:xfrm>
                <a:off x="12969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39" name="타원 18938">
                <a:extLst>
                  <a:ext uri="{FF2B5EF4-FFF2-40B4-BE49-F238E27FC236}">
                    <a16:creationId xmlns:a16="http://schemas.microsoft.com/office/drawing/2014/main" id="{06A28AF9-6892-4005-964C-2486AEB96591}"/>
                  </a:ext>
                </a:extLst>
              </p:cNvPr>
              <p:cNvSpPr/>
              <p:nvPr/>
            </p:nvSpPr>
            <p:spPr>
              <a:xfrm>
                <a:off x="14493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40" name="타원 18939">
                <a:extLst>
                  <a:ext uri="{FF2B5EF4-FFF2-40B4-BE49-F238E27FC236}">
                    <a16:creationId xmlns:a16="http://schemas.microsoft.com/office/drawing/2014/main" id="{4A476DF0-B0A5-4B48-98F5-1F36FE5B0B71}"/>
                  </a:ext>
                </a:extLst>
              </p:cNvPr>
              <p:cNvSpPr/>
              <p:nvPr/>
            </p:nvSpPr>
            <p:spPr>
              <a:xfrm>
                <a:off x="16017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41" name="타원 18940">
                <a:extLst>
                  <a:ext uri="{FF2B5EF4-FFF2-40B4-BE49-F238E27FC236}">
                    <a16:creationId xmlns:a16="http://schemas.microsoft.com/office/drawing/2014/main" id="{FAAAF597-9EBC-4582-8038-1C8C51473BC4}"/>
                  </a:ext>
                </a:extLst>
              </p:cNvPr>
              <p:cNvSpPr/>
              <p:nvPr/>
            </p:nvSpPr>
            <p:spPr>
              <a:xfrm>
                <a:off x="17541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42" name="타원 18941">
                <a:extLst>
                  <a:ext uri="{FF2B5EF4-FFF2-40B4-BE49-F238E27FC236}">
                    <a16:creationId xmlns:a16="http://schemas.microsoft.com/office/drawing/2014/main" id="{8F818B86-2BB9-48C6-93CB-4FD137E58484}"/>
                  </a:ext>
                </a:extLst>
              </p:cNvPr>
              <p:cNvSpPr/>
              <p:nvPr/>
            </p:nvSpPr>
            <p:spPr>
              <a:xfrm>
                <a:off x="19065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43" name="타원 18942">
                <a:extLst>
                  <a:ext uri="{FF2B5EF4-FFF2-40B4-BE49-F238E27FC236}">
                    <a16:creationId xmlns:a16="http://schemas.microsoft.com/office/drawing/2014/main" id="{4A4DCE37-F676-4807-AC59-07C0E21738B0}"/>
                  </a:ext>
                </a:extLst>
              </p:cNvPr>
              <p:cNvSpPr/>
              <p:nvPr/>
            </p:nvSpPr>
            <p:spPr>
              <a:xfrm>
                <a:off x="20589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44" name="타원 18943">
                <a:extLst>
                  <a:ext uri="{FF2B5EF4-FFF2-40B4-BE49-F238E27FC236}">
                    <a16:creationId xmlns:a16="http://schemas.microsoft.com/office/drawing/2014/main" id="{4520C265-7FFA-45E6-BD38-494DA451DA9A}"/>
                  </a:ext>
                </a:extLst>
              </p:cNvPr>
              <p:cNvSpPr/>
              <p:nvPr/>
            </p:nvSpPr>
            <p:spPr>
              <a:xfrm>
                <a:off x="22113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45" name="타원 18944">
                <a:extLst>
                  <a:ext uri="{FF2B5EF4-FFF2-40B4-BE49-F238E27FC236}">
                    <a16:creationId xmlns:a16="http://schemas.microsoft.com/office/drawing/2014/main" id="{C410BDA0-CBC0-48E2-9382-7575F9D098EA}"/>
                  </a:ext>
                </a:extLst>
              </p:cNvPr>
              <p:cNvSpPr/>
              <p:nvPr/>
            </p:nvSpPr>
            <p:spPr>
              <a:xfrm>
                <a:off x="23637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46" name="타원 18945">
                <a:extLst>
                  <a:ext uri="{FF2B5EF4-FFF2-40B4-BE49-F238E27FC236}">
                    <a16:creationId xmlns:a16="http://schemas.microsoft.com/office/drawing/2014/main" id="{6C9462BF-BE38-4DA7-88E9-2C7E6C9B77EF}"/>
                  </a:ext>
                </a:extLst>
              </p:cNvPr>
              <p:cNvSpPr/>
              <p:nvPr/>
            </p:nvSpPr>
            <p:spPr>
              <a:xfrm>
                <a:off x="25161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47" name="타원 18946">
                <a:extLst>
                  <a:ext uri="{FF2B5EF4-FFF2-40B4-BE49-F238E27FC236}">
                    <a16:creationId xmlns:a16="http://schemas.microsoft.com/office/drawing/2014/main" id="{E9D07862-C7B0-409F-89B4-E3CD8E9F7F87}"/>
                  </a:ext>
                </a:extLst>
              </p:cNvPr>
              <p:cNvSpPr/>
              <p:nvPr/>
            </p:nvSpPr>
            <p:spPr>
              <a:xfrm>
                <a:off x="26685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48" name="타원 18947">
                <a:extLst>
                  <a:ext uri="{FF2B5EF4-FFF2-40B4-BE49-F238E27FC236}">
                    <a16:creationId xmlns:a16="http://schemas.microsoft.com/office/drawing/2014/main" id="{04EA85E1-01C9-4784-9B4D-5551253B361F}"/>
                  </a:ext>
                </a:extLst>
              </p:cNvPr>
              <p:cNvSpPr/>
              <p:nvPr/>
            </p:nvSpPr>
            <p:spPr>
              <a:xfrm>
                <a:off x="28209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49" name="타원 18948">
                <a:extLst>
                  <a:ext uri="{FF2B5EF4-FFF2-40B4-BE49-F238E27FC236}">
                    <a16:creationId xmlns:a16="http://schemas.microsoft.com/office/drawing/2014/main" id="{1E5AF00D-1B63-47F3-ABF4-72256E8ED53B}"/>
                  </a:ext>
                </a:extLst>
              </p:cNvPr>
              <p:cNvSpPr/>
              <p:nvPr/>
            </p:nvSpPr>
            <p:spPr>
              <a:xfrm>
                <a:off x="29733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50" name="타원 18949">
                <a:extLst>
                  <a:ext uri="{FF2B5EF4-FFF2-40B4-BE49-F238E27FC236}">
                    <a16:creationId xmlns:a16="http://schemas.microsoft.com/office/drawing/2014/main" id="{C32386C8-299E-46ED-A4BC-55D1100995A1}"/>
                  </a:ext>
                </a:extLst>
              </p:cNvPr>
              <p:cNvSpPr/>
              <p:nvPr/>
            </p:nvSpPr>
            <p:spPr>
              <a:xfrm>
                <a:off x="31257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51" name="타원 18950">
                <a:extLst>
                  <a:ext uri="{FF2B5EF4-FFF2-40B4-BE49-F238E27FC236}">
                    <a16:creationId xmlns:a16="http://schemas.microsoft.com/office/drawing/2014/main" id="{B2261EA1-0389-4457-83A3-F8454C1360F2}"/>
                  </a:ext>
                </a:extLst>
              </p:cNvPr>
              <p:cNvSpPr/>
              <p:nvPr/>
            </p:nvSpPr>
            <p:spPr>
              <a:xfrm>
                <a:off x="32781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52" name="타원 18951">
                <a:extLst>
                  <a:ext uri="{FF2B5EF4-FFF2-40B4-BE49-F238E27FC236}">
                    <a16:creationId xmlns:a16="http://schemas.microsoft.com/office/drawing/2014/main" id="{92611427-7732-441A-BD4D-A1F79063E353}"/>
                  </a:ext>
                </a:extLst>
              </p:cNvPr>
              <p:cNvSpPr/>
              <p:nvPr/>
            </p:nvSpPr>
            <p:spPr>
              <a:xfrm>
                <a:off x="34305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53" name="타원 18952">
                <a:extLst>
                  <a:ext uri="{FF2B5EF4-FFF2-40B4-BE49-F238E27FC236}">
                    <a16:creationId xmlns:a16="http://schemas.microsoft.com/office/drawing/2014/main" id="{D2DCDF74-A15B-4F3A-9053-8D09D4A2D1C3}"/>
                  </a:ext>
                </a:extLst>
              </p:cNvPr>
              <p:cNvSpPr/>
              <p:nvPr/>
            </p:nvSpPr>
            <p:spPr>
              <a:xfrm>
                <a:off x="35829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54" name="타원 18953">
                <a:extLst>
                  <a:ext uri="{FF2B5EF4-FFF2-40B4-BE49-F238E27FC236}">
                    <a16:creationId xmlns:a16="http://schemas.microsoft.com/office/drawing/2014/main" id="{448E552E-B7A3-4BE8-A971-F2DC10799CB8}"/>
                  </a:ext>
                </a:extLst>
              </p:cNvPr>
              <p:cNvSpPr/>
              <p:nvPr/>
            </p:nvSpPr>
            <p:spPr>
              <a:xfrm>
                <a:off x="37353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55" name="타원 18954">
                <a:extLst>
                  <a:ext uri="{FF2B5EF4-FFF2-40B4-BE49-F238E27FC236}">
                    <a16:creationId xmlns:a16="http://schemas.microsoft.com/office/drawing/2014/main" id="{815556D4-A6D1-4B8C-B16F-48AF7C95D45D}"/>
                  </a:ext>
                </a:extLst>
              </p:cNvPr>
              <p:cNvSpPr/>
              <p:nvPr/>
            </p:nvSpPr>
            <p:spPr>
              <a:xfrm>
                <a:off x="38877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56" name="타원 18955">
                <a:extLst>
                  <a:ext uri="{FF2B5EF4-FFF2-40B4-BE49-F238E27FC236}">
                    <a16:creationId xmlns:a16="http://schemas.microsoft.com/office/drawing/2014/main" id="{D0370310-7538-4F03-9ED4-95CC0F8571D4}"/>
                  </a:ext>
                </a:extLst>
              </p:cNvPr>
              <p:cNvSpPr/>
              <p:nvPr/>
            </p:nvSpPr>
            <p:spPr>
              <a:xfrm>
                <a:off x="40401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57" name="타원 18956">
                <a:extLst>
                  <a:ext uri="{FF2B5EF4-FFF2-40B4-BE49-F238E27FC236}">
                    <a16:creationId xmlns:a16="http://schemas.microsoft.com/office/drawing/2014/main" id="{F86E94D4-B809-4F06-9BCF-81EF6D846257}"/>
                  </a:ext>
                </a:extLst>
              </p:cNvPr>
              <p:cNvSpPr/>
              <p:nvPr/>
            </p:nvSpPr>
            <p:spPr>
              <a:xfrm>
                <a:off x="41925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58" name="타원 18957">
                <a:extLst>
                  <a:ext uri="{FF2B5EF4-FFF2-40B4-BE49-F238E27FC236}">
                    <a16:creationId xmlns:a16="http://schemas.microsoft.com/office/drawing/2014/main" id="{B20071A7-939B-4295-8508-1A098C78796A}"/>
                  </a:ext>
                </a:extLst>
              </p:cNvPr>
              <p:cNvSpPr/>
              <p:nvPr/>
            </p:nvSpPr>
            <p:spPr>
              <a:xfrm>
                <a:off x="43449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59" name="타원 18958">
                <a:extLst>
                  <a:ext uri="{FF2B5EF4-FFF2-40B4-BE49-F238E27FC236}">
                    <a16:creationId xmlns:a16="http://schemas.microsoft.com/office/drawing/2014/main" id="{FF94A397-736F-4C96-A7CC-3627A242580E}"/>
                  </a:ext>
                </a:extLst>
              </p:cNvPr>
              <p:cNvSpPr/>
              <p:nvPr/>
            </p:nvSpPr>
            <p:spPr>
              <a:xfrm>
                <a:off x="44973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60" name="타원 18959">
                <a:extLst>
                  <a:ext uri="{FF2B5EF4-FFF2-40B4-BE49-F238E27FC236}">
                    <a16:creationId xmlns:a16="http://schemas.microsoft.com/office/drawing/2014/main" id="{EF894F3F-BB09-4A8D-9688-1ED10A2A6C80}"/>
                  </a:ext>
                </a:extLst>
              </p:cNvPr>
              <p:cNvSpPr/>
              <p:nvPr/>
            </p:nvSpPr>
            <p:spPr>
              <a:xfrm>
                <a:off x="46497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61" name="타원 18960">
                <a:extLst>
                  <a:ext uri="{FF2B5EF4-FFF2-40B4-BE49-F238E27FC236}">
                    <a16:creationId xmlns:a16="http://schemas.microsoft.com/office/drawing/2014/main" id="{21874131-DF57-41AA-BAEB-C97482562F5C}"/>
                  </a:ext>
                </a:extLst>
              </p:cNvPr>
              <p:cNvSpPr/>
              <p:nvPr/>
            </p:nvSpPr>
            <p:spPr>
              <a:xfrm>
                <a:off x="48021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62" name="타원 18961">
                <a:extLst>
                  <a:ext uri="{FF2B5EF4-FFF2-40B4-BE49-F238E27FC236}">
                    <a16:creationId xmlns:a16="http://schemas.microsoft.com/office/drawing/2014/main" id="{9F35FB13-C0AC-4D9D-9972-F9B42DABBC7E}"/>
                  </a:ext>
                </a:extLst>
              </p:cNvPr>
              <p:cNvSpPr/>
              <p:nvPr/>
            </p:nvSpPr>
            <p:spPr>
              <a:xfrm>
                <a:off x="49545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63" name="타원 18962">
                <a:extLst>
                  <a:ext uri="{FF2B5EF4-FFF2-40B4-BE49-F238E27FC236}">
                    <a16:creationId xmlns:a16="http://schemas.microsoft.com/office/drawing/2014/main" id="{B10571DC-A04C-44D1-82E0-74152B860540}"/>
                  </a:ext>
                </a:extLst>
              </p:cNvPr>
              <p:cNvSpPr/>
              <p:nvPr/>
            </p:nvSpPr>
            <p:spPr>
              <a:xfrm>
                <a:off x="51069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64" name="타원 18963">
                <a:extLst>
                  <a:ext uri="{FF2B5EF4-FFF2-40B4-BE49-F238E27FC236}">
                    <a16:creationId xmlns:a16="http://schemas.microsoft.com/office/drawing/2014/main" id="{312CF47A-EBB3-4F1B-A0C7-34FC617FD593}"/>
                  </a:ext>
                </a:extLst>
              </p:cNvPr>
              <p:cNvSpPr/>
              <p:nvPr/>
            </p:nvSpPr>
            <p:spPr>
              <a:xfrm>
                <a:off x="52593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65" name="타원 18964">
                <a:extLst>
                  <a:ext uri="{FF2B5EF4-FFF2-40B4-BE49-F238E27FC236}">
                    <a16:creationId xmlns:a16="http://schemas.microsoft.com/office/drawing/2014/main" id="{138BFFCD-82A3-44E8-A25A-785B80BB943A}"/>
                  </a:ext>
                </a:extLst>
              </p:cNvPr>
              <p:cNvSpPr/>
              <p:nvPr/>
            </p:nvSpPr>
            <p:spPr>
              <a:xfrm>
                <a:off x="54117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66" name="타원 18965">
                <a:extLst>
                  <a:ext uri="{FF2B5EF4-FFF2-40B4-BE49-F238E27FC236}">
                    <a16:creationId xmlns:a16="http://schemas.microsoft.com/office/drawing/2014/main" id="{2996A22E-D94F-4AB3-92F2-F0730834DF39}"/>
                  </a:ext>
                </a:extLst>
              </p:cNvPr>
              <p:cNvSpPr/>
              <p:nvPr/>
            </p:nvSpPr>
            <p:spPr>
              <a:xfrm>
                <a:off x="5564188" y="7391400"/>
                <a:ext cx="18000" cy="18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67" name="타원 18966">
                <a:extLst>
                  <a:ext uri="{FF2B5EF4-FFF2-40B4-BE49-F238E27FC236}">
                    <a16:creationId xmlns:a16="http://schemas.microsoft.com/office/drawing/2014/main" id="{E27E650B-57FE-4686-A8AF-C3C466193002}"/>
                  </a:ext>
                </a:extLst>
              </p:cNvPr>
              <p:cNvSpPr/>
              <p:nvPr/>
            </p:nvSpPr>
            <p:spPr>
              <a:xfrm>
                <a:off x="3220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68" name="타원 18967">
                <a:extLst>
                  <a:ext uri="{FF2B5EF4-FFF2-40B4-BE49-F238E27FC236}">
                    <a16:creationId xmlns:a16="http://schemas.microsoft.com/office/drawing/2014/main" id="{F7E8B1AF-A7C6-4A0F-8005-C7AE9431814A}"/>
                  </a:ext>
                </a:extLst>
              </p:cNvPr>
              <p:cNvSpPr/>
              <p:nvPr/>
            </p:nvSpPr>
            <p:spPr>
              <a:xfrm>
                <a:off x="4744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69" name="타원 18968">
                <a:extLst>
                  <a:ext uri="{FF2B5EF4-FFF2-40B4-BE49-F238E27FC236}">
                    <a16:creationId xmlns:a16="http://schemas.microsoft.com/office/drawing/2014/main" id="{C84A3C29-3FC4-43CF-8E26-E04AFEB29D7D}"/>
                  </a:ext>
                </a:extLst>
              </p:cNvPr>
              <p:cNvSpPr/>
              <p:nvPr/>
            </p:nvSpPr>
            <p:spPr>
              <a:xfrm>
                <a:off x="6268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70" name="타원 18969">
                <a:extLst>
                  <a:ext uri="{FF2B5EF4-FFF2-40B4-BE49-F238E27FC236}">
                    <a16:creationId xmlns:a16="http://schemas.microsoft.com/office/drawing/2014/main" id="{89FC993C-3716-4F7B-A10E-C03D686C68C5}"/>
                  </a:ext>
                </a:extLst>
              </p:cNvPr>
              <p:cNvSpPr/>
              <p:nvPr/>
            </p:nvSpPr>
            <p:spPr>
              <a:xfrm>
                <a:off x="7792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71" name="타원 18970">
                <a:extLst>
                  <a:ext uri="{FF2B5EF4-FFF2-40B4-BE49-F238E27FC236}">
                    <a16:creationId xmlns:a16="http://schemas.microsoft.com/office/drawing/2014/main" id="{7043412F-89A9-4229-BB60-B824AE98B4E4}"/>
                  </a:ext>
                </a:extLst>
              </p:cNvPr>
              <p:cNvSpPr/>
              <p:nvPr/>
            </p:nvSpPr>
            <p:spPr>
              <a:xfrm>
                <a:off x="9316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72" name="타원 18971">
                <a:extLst>
                  <a:ext uri="{FF2B5EF4-FFF2-40B4-BE49-F238E27FC236}">
                    <a16:creationId xmlns:a16="http://schemas.microsoft.com/office/drawing/2014/main" id="{1DD16CCF-AF78-4389-BDE5-0D409F9793A8}"/>
                  </a:ext>
                </a:extLst>
              </p:cNvPr>
              <p:cNvSpPr/>
              <p:nvPr/>
            </p:nvSpPr>
            <p:spPr>
              <a:xfrm>
                <a:off x="10840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73" name="타원 18972">
                <a:extLst>
                  <a:ext uri="{FF2B5EF4-FFF2-40B4-BE49-F238E27FC236}">
                    <a16:creationId xmlns:a16="http://schemas.microsoft.com/office/drawing/2014/main" id="{69E7C18F-9EAD-4080-9CF5-D22B2375C555}"/>
                  </a:ext>
                </a:extLst>
              </p:cNvPr>
              <p:cNvSpPr/>
              <p:nvPr/>
            </p:nvSpPr>
            <p:spPr>
              <a:xfrm>
                <a:off x="12364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74" name="타원 18973">
                <a:extLst>
                  <a:ext uri="{FF2B5EF4-FFF2-40B4-BE49-F238E27FC236}">
                    <a16:creationId xmlns:a16="http://schemas.microsoft.com/office/drawing/2014/main" id="{D9C6BD14-6A68-4952-B2BA-6637768302CD}"/>
                  </a:ext>
                </a:extLst>
              </p:cNvPr>
              <p:cNvSpPr/>
              <p:nvPr/>
            </p:nvSpPr>
            <p:spPr>
              <a:xfrm>
                <a:off x="13888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75" name="타원 18974">
                <a:extLst>
                  <a:ext uri="{FF2B5EF4-FFF2-40B4-BE49-F238E27FC236}">
                    <a16:creationId xmlns:a16="http://schemas.microsoft.com/office/drawing/2014/main" id="{83EBF0CE-6BC2-4D1A-B796-998FD4D03E8F}"/>
                  </a:ext>
                </a:extLst>
              </p:cNvPr>
              <p:cNvSpPr/>
              <p:nvPr/>
            </p:nvSpPr>
            <p:spPr>
              <a:xfrm>
                <a:off x="15412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76" name="타원 18975">
                <a:extLst>
                  <a:ext uri="{FF2B5EF4-FFF2-40B4-BE49-F238E27FC236}">
                    <a16:creationId xmlns:a16="http://schemas.microsoft.com/office/drawing/2014/main" id="{38F861C7-28BF-4D0A-BBF9-B5948C6C6DE5}"/>
                  </a:ext>
                </a:extLst>
              </p:cNvPr>
              <p:cNvSpPr/>
              <p:nvPr/>
            </p:nvSpPr>
            <p:spPr>
              <a:xfrm>
                <a:off x="16936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77" name="타원 18976">
                <a:extLst>
                  <a:ext uri="{FF2B5EF4-FFF2-40B4-BE49-F238E27FC236}">
                    <a16:creationId xmlns:a16="http://schemas.microsoft.com/office/drawing/2014/main" id="{6B533DA3-E772-45D8-AF76-7C8B085D15DF}"/>
                  </a:ext>
                </a:extLst>
              </p:cNvPr>
              <p:cNvSpPr/>
              <p:nvPr/>
            </p:nvSpPr>
            <p:spPr>
              <a:xfrm>
                <a:off x="18460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78" name="타원 18977">
                <a:extLst>
                  <a:ext uri="{FF2B5EF4-FFF2-40B4-BE49-F238E27FC236}">
                    <a16:creationId xmlns:a16="http://schemas.microsoft.com/office/drawing/2014/main" id="{A2BF047E-1903-4B12-B02E-530D1DBE07BD}"/>
                  </a:ext>
                </a:extLst>
              </p:cNvPr>
              <p:cNvSpPr/>
              <p:nvPr/>
            </p:nvSpPr>
            <p:spPr>
              <a:xfrm>
                <a:off x="19984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79" name="타원 18978">
                <a:extLst>
                  <a:ext uri="{FF2B5EF4-FFF2-40B4-BE49-F238E27FC236}">
                    <a16:creationId xmlns:a16="http://schemas.microsoft.com/office/drawing/2014/main" id="{2EEE0082-49B5-4BB5-AC67-6288A1888468}"/>
                  </a:ext>
                </a:extLst>
              </p:cNvPr>
              <p:cNvSpPr/>
              <p:nvPr/>
            </p:nvSpPr>
            <p:spPr>
              <a:xfrm>
                <a:off x="21508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80" name="타원 18979">
                <a:extLst>
                  <a:ext uri="{FF2B5EF4-FFF2-40B4-BE49-F238E27FC236}">
                    <a16:creationId xmlns:a16="http://schemas.microsoft.com/office/drawing/2014/main" id="{54A878C4-BA0D-4C7B-82AC-282656B0B8E3}"/>
                  </a:ext>
                </a:extLst>
              </p:cNvPr>
              <p:cNvSpPr/>
              <p:nvPr/>
            </p:nvSpPr>
            <p:spPr>
              <a:xfrm>
                <a:off x="23032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81" name="타원 18980">
                <a:extLst>
                  <a:ext uri="{FF2B5EF4-FFF2-40B4-BE49-F238E27FC236}">
                    <a16:creationId xmlns:a16="http://schemas.microsoft.com/office/drawing/2014/main" id="{34BB7CB5-DB1E-424F-8DCF-36C2535B8994}"/>
                  </a:ext>
                </a:extLst>
              </p:cNvPr>
              <p:cNvSpPr/>
              <p:nvPr/>
            </p:nvSpPr>
            <p:spPr>
              <a:xfrm>
                <a:off x="24556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82" name="타원 18981">
                <a:extLst>
                  <a:ext uri="{FF2B5EF4-FFF2-40B4-BE49-F238E27FC236}">
                    <a16:creationId xmlns:a16="http://schemas.microsoft.com/office/drawing/2014/main" id="{D2BC12B2-5F63-42E0-9992-DE53B41DC6D3}"/>
                  </a:ext>
                </a:extLst>
              </p:cNvPr>
              <p:cNvSpPr/>
              <p:nvPr/>
            </p:nvSpPr>
            <p:spPr>
              <a:xfrm>
                <a:off x="26080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83" name="타원 18982">
                <a:extLst>
                  <a:ext uri="{FF2B5EF4-FFF2-40B4-BE49-F238E27FC236}">
                    <a16:creationId xmlns:a16="http://schemas.microsoft.com/office/drawing/2014/main" id="{1FADD015-FA09-4012-83C4-10D58790C237}"/>
                  </a:ext>
                </a:extLst>
              </p:cNvPr>
              <p:cNvSpPr/>
              <p:nvPr/>
            </p:nvSpPr>
            <p:spPr>
              <a:xfrm>
                <a:off x="27604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84" name="타원 18983">
                <a:extLst>
                  <a:ext uri="{FF2B5EF4-FFF2-40B4-BE49-F238E27FC236}">
                    <a16:creationId xmlns:a16="http://schemas.microsoft.com/office/drawing/2014/main" id="{B82DC866-1980-4079-B2E2-88E09949A6FC}"/>
                  </a:ext>
                </a:extLst>
              </p:cNvPr>
              <p:cNvSpPr/>
              <p:nvPr/>
            </p:nvSpPr>
            <p:spPr>
              <a:xfrm>
                <a:off x="29128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85" name="타원 18984">
                <a:extLst>
                  <a:ext uri="{FF2B5EF4-FFF2-40B4-BE49-F238E27FC236}">
                    <a16:creationId xmlns:a16="http://schemas.microsoft.com/office/drawing/2014/main" id="{09E4FD09-13D2-4799-8DC8-55351A113678}"/>
                  </a:ext>
                </a:extLst>
              </p:cNvPr>
              <p:cNvSpPr/>
              <p:nvPr/>
            </p:nvSpPr>
            <p:spPr>
              <a:xfrm>
                <a:off x="30652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86" name="타원 18985">
                <a:extLst>
                  <a:ext uri="{FF2B5EF4-FFF2-40B4-BE49-F238E27FC236}">
                    <a16:creationId xmlns:a16="http://schemas.microsoft.com/office/drawing/2014/main" id="{06EBDCA3-C7C6-46B8-9A8A-D48EF1457DEF}"/>
                  </a:ext>
                </a:extLst>
              </p:cNvPr>
              <p:cNvSpPr/>
              <p:nvPr/>
            </p:nvSpPr>
            <p:spPr>
              <a:xfrm>
                <a:off x="32176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87" name="타원 18986">
                <a:extLst>
                  <a:ext uri="{FF2B5EF4-FFF2-40B4-BE49-F238E27FC236}">
                    <a16:creationId xmlns:a16="http://schemas.microsoft.com/office/drawing/2014/main" id="{62D99363-BC9F-476A-B61B-FD34A509E47E}"/>
                  </a:ext>
                </a:extLst>
              </p:cNvPr>
              <p:cNvSpPr/>
              <p:nvPr/>
            </p:nvSpPr>
            <p:spPr>
              <a:xfrm>
                <a:off x="33700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88" name="타원 18987">
                <a:extLst>
                  <a:ext uri="{FF2B5EF4-FFF2-40B4-BE49-F238E27FC236}">
                    <a16:creationId xmlns:a16="http://schemas.microsoft.com/office/drawing/2014/main" id="{DA7F9929-55F2-4120-800C-B258D648DCF7}"/>
                  </a:ext>
                </a:extLst>
              </p:cNvPr>
              <p:cNvSpPr/>
              <p:nvPr/>
            </p:nvSpPr>
            <p:spPr>
              <a:xfrm>
                <a:off x="35224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89" name="타원 18988">
                <a:extLst>
                  <a:ext uri="{FF2B5EF4-FFF2-40B4-BE49-F238E27FC236}">
                    <a16:creationId xmlns:a16="http://schemas.microsoft.com/office/drawing/2014/main" id="{5D7D4DA9-7B30-4645-986A-8C78877E9442}"/>
                  </a:ext>
                </a:extLst>
              </p:cNvPr>
              <p:cNvSpPr/>
              <p:nvPr/>
            </p:nvSpPr>
            <p:spPr>
              <a:xfrm>
                <a:off x="36748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90" name="타원 18989">
                <a:extLst>
                  <a:ext uri="{FF2B5EF4-FFF2-40B4-BE49-F238E27FC236}">
                    <a16:creationId xmlns:a16="http://schemas.microsoft.com/office/drawing/2014/main" id="{A302B36B-1B5A-4ACF-BEBD-E90C8DBD6180}"/>
                  </a:ext>
                </a:extLst>
              </p:cNvPr>
              <p:cNvSpPr/>
              <p:nvPr/>
            </p:nvSpPr>
            <p:spPr>
              <a:xfrm>
                <a:off x="38272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91" name="타원 18990">
                <a:extLst>
                  <a:ext uri="{FF2B5EF4-FFF2-40B4-BE49-F238E27FC236}">
                    <a16:creationId xmlns:a16="http://schemas.microsoft.com/office/drawing/2014/main" id="{DD701F97-DD5E-4662-99D6-6B6B0F1A4E61}"/>
                  </a:ext>
                </a:extLst>
              </p:cNvPr>
              <p:cNvSpPr/>
              <p:nvPr/>
            </p:nvSpPr>
            <p:spPr>
              <a:xfrm>
                <a:off x="39796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92" name="타원 18991">
                <a:extLst>
                  <a:ext uri="{FF2B5EF4-FFF2-40B4-BE49-F238E27FC236}">
                    <a16:creationId xmlns:a16="http://schemas.microsoft.com/office/drawing/2014/main" id="{71F5D574-3E40-452A-ADB9-BA43282876E7}"/>
                  </a:ext>
                </a:extLst>
              </p:cNvPr>
              <p:cNvSpPr/>
              <p:nvPr/>
            </p:nvSpPr>
            <p:spPr>
              <a:xfrm>
                <a:off x="41320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93" name="타원 18992">
                <a:extLst>
                  <a:ext uri="{FF2B5EF4-FFF2-40B4-BE49-F238E27FC236}">
                    <a16:creationId xmlns:a16="http://schemas.microsoft.com/office/drawing/2014/main" id="{1C5E4D5A-67BD-4E1E-8D0A-5050607DA7D1}"/>
                  </a:ext>
                </a:extLst>
              </p:cNvPr>
              <p:cNvSpPr/>
              <p:nvPr/>
            </p:nvSpPr>
            <p:spPr>
              <a:xfrm>
                <a:off x="42844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94" name="타원 18993">
                <a:extLst>
                  <a:ext uri="{FF2B5EF4-FFF2-40B4-BE49-F238E27FC236}">
                    <a16:creationId xmlns:a16="http://schemas.microsoft.com/office/drawing/2014/main" id="{D5CAE5D0-93A4-42D2-BE7B-87423B5CC3C2}"/>
                  </a:ext>
                </a:extLst>
              </p:cNvPr>
              <p:cNvSpPr/>
              <p:nvPr/>
            </p:nvSpPr>
            <p:spPr>
              <a:xfrm>
                <a:off x="44368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95" name="타원 18994">
                <a:extLst>
                  <a:ext uri="{FF2B5EF4-FFF2-40B4-BE49-F238E27FC236}">
                    <a16:creationId xmlns:a16="http://schemas.microsoft.com/office/drawing/2014/main" id="{25D8F52B-E4E8-40A3-9E6E-921FAE52EED0}"/>
                  </a:ext>
                </a:extLst>
              </p:cNvPr>
              <p:cNvSpPr/>
              <p:nvPr/>
            </p:nvSpPr>
            <p:spPr>
              <a:xfrm>
                <a:off x="45892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96" name="타원 18995">
                <a:extLst>
                  <a:ext uri="{FF2B5EF4-FFF2-40B4-BE49-F238E27FC236}">
                    <a16:creationId xmlns:a16="http://schemas.microsoft.com/office/drawing/2014/main" id="{EB1971D1-C1AC-4667-8DAA-39069DF4AFD7}"/>
                  </a:ext>
                </a:extLst>
              </p:cNvPr>
              <p:cNvSpPr/>
              <p:nvPr/>
            </p:nvSpPr>
            <p:spPr>
              <a:xfrm>
                <a:off x="47416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97" name="타원 18996">
                <a:extLst>
                  <a:ext uri="{FF2B5EF4-FFF2-40B4-BE49-F238E27FC236}">
                    <a16:creationId xmlns:a16="http://schemas.microsoft.com/office/drawing/2014/main" id="{D5B263CF-ED7C-45A0-AAD6-CDD328BCB061}"/>
                  </a:ext>
                </a:extLst>
              </p:cNvPr>
              <p:cNvSpPr/>
              <p:nvPr/>
            </p:nvSpPr>
            <p:spPr>
              <a:xfrm>
                <a:off x="48940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98" name="타원 18997">
                <a:extLst>
                  <a:ext uri="{FF2B5EF4-FFF2-40B4-BE49-F238E27FC236}">
                    <a16:creationId xmlns:a16="http://schemas.microsoft.com/office/drawing/2014/main" id="{9BEA9E99-5A6F-4233-8177-04811D847302}"/>
                  </a:ext>
                </a:extLst>
              </p:cNvPr>
              <p:cNvSpPr/>
              <p:nvPr/>
            </p:nvSpPr>
            <p:spPr>
              <a:xfrm>
                <a:off x="50464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99" name="타원 18998">
                <a:extLst>
                  <a:ext uri="{FF2B5EF4-FFF2-40B4-BE49-F238E27FC236}">
                    <a16:creationId xmlns:a16="http://schemas.microsoft.com/office/drawing/2014/main" id="{856B4E37-D68F-4357-A21A-0921F1412AAD}"/>
                  </a:ext>
                </a:extLst>
              </p:cNvPr>
              <p:cNvSpPr/>
              <p:nvPr/>
            </p:nvSpPr>
            <p:spPr>
              <a:xfrm>
                <a:off x="51988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00" name="타원 18999">
                <a:extLst>
                  <a:ext uri="{FF2B5EF4-FFF2-40B4-BE49-F238E27FC236}">
                    <a16:creationId xmlns:a16="http://schemas.microsoft.com/office/drawing/2014/main" id="{BC11A220-6B0E-4D5A-A519-0E7FE5A23CBA}"/>
                  </a:ext>
                </a:extLst>
              </p:cNvPr>
              <p:cNvSpPr/>
              <p:nvPr/>
            </p:nvSpPr>
            <p:spPr>
              <a:xfrm>
                <a:off x="53512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01" name="타원 19000">
                <a:extLst>
                  <a:ext uri="{FF2B5EF4-FFF2-40B4-BE49-F238E27FC236}">
                    <a16:creationId xmlns:a16="http://schemas.microsoft.com/office/drawing/2014/main" id="{53B0E055-0E24-44E2-A3FF-594B21ECED77}"/>
                  </a:ext>
                </a:extLst>
              </p:cNvPr>
              <p:cNvSpPr/>
              <p:nvPr/>
            </p:nvSpPr>
            <p:spPr>
              <a:xfrm>
                <a:off x="55036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02" name="타원 19001">
                <a:extLst>
                  <a:ext uri="{FF2B5EF4-FFF2-40B4-BE49-F238E27FC236}">
                    <a16:creationId xmlns:a16="http://schemas.microsoft.com/office/drawing/2014/main" id="{F037EE8B-21A3-4BFD-BD4D-F4AB56313E62}"/>
                  </a:ext>
                </a:extLst>
              </p:cNvPr>
              <p:cNvSpPr/>
              <p:nvPr/>
            </p:nvSpPr>
            <p:spPr>
              <a:xfrm>
                <a:off x="5656026" y="52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03" name="타원 19002">
                <a:extLst>
                  <a:ext uri="{FF2B5EF4-FFF2-40B4-BE49-F238E27FC236}">
                    <a16:creationId xmlns:a16="http://schemas.microsoft.com/office/drawing/2014/main" id="{6CCB1491-5618-443D-9F85-DF361356C56B}"/>
                  </a:ext>
                </a:extLst>
              </p:cNvPr>
              <p:cNvSpPr/>
              <p:nvPr/>
            </p:nvSpPr>
            <p:spPr>
              <a:xfrm>
                <a:off x="3220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04" name="타원 19003">
                <a:extLst>
                  <a:ext uri="{FF2B5EF4-FFF2-40B4-BE49-F238E27FC236}">
                    <a16:creationId xmlns:a16="http://schemas.microsoft.com/office/drawing/2014/main" id="{3F6BD08B-BCC2-42F5-9F11-D17E88AB88E6}"/>
                  </a:ext>
                </a:extLst>
              </p:cNvPr>
              <p:cNvSpPr/>
              <p:nvPr/>
            </p:nvSpPr>
            <p:spPr>
              <a:xfrm>
                <a:off x="4744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05" name="타원 19004">
                <a:extLst>
                  <a:ext uri="{FF2B5EF4-FFF2-40B4-BE49-F238E27FC236}">
                    <a16:creationId xmlns:a16="http://schemas.microsoft.com/office/drawing/2014/main" id="{C3E41C33-EC94-448B-9FE4-A7BD5123C8D4}"/>
                  </a:ext>
                </a:extLst>
              </p:cNvPr>
              <p:cNvSpPr/>
              <p:nvPr/>
            </p:nvSpPr>
            <p:spPr>
              <a:xfrm>
                <a:off x="6268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06" name="타원 19005">
                <a:extLst>
                  <a:ext uri="{FF2B5EF4-FFF2-40B4-BE49-F238E27FC236}">
                    <a16:creationId xmlns:a16="http://schemas.microsoft.com/office/drawing/2014/main" id="{FFBA72F9-B3CD-488B-9951-422A070016F5}"/>
                  </a:ext>
                </a:extLst>
              </p:cNvPr>
              <p:cNvSpPr/>
              <p:nvPr/>
            </p:nvSpPr>
            <p:spPr>
              <a:xfrm>
                <a:off x="7792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07" name="타원 19006">
                <a:extLst>
                  <a:ext uri="{FF2B5EF4-FFF2-40B4-BE49-F238E27FC236}">
                    <a16:creationId xmlns:a16="http://schemas.microsoft.com/office/drawing/2014/main" id="{01D854B9-D7DC-48AA-A6D7-90B4D50A4CF4}"/>
                  </a:ext>
                </a:extLst>
              </p:cNvPr>
              <p:cNvSpPr/>
              <p:nvPr/>
            </p:nvSpPr>
            <p:spPr>
              <a:xfrm>
                <a:off x="9316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08" name="타원 19007">
                <a:extLst>
                  <a:ext uri="{FF2B5EF4-FFF2-40B4-BE49-F238E27FC236}">
                    <a16:creationId xmlns:a16="http://schemas.microsoft.com/office/drawing/2014/main" id="{2EA7C801-454C-4899-901F-74A0AE09A06B}"/>
                  </a:ext>
                </a:extLst>
              </p:cNvPr>
              <p:cNvSpPr/>
              <p:nvPr/>
            </p:nvSpPr>
            <p:spPr>
              <a:xfrm>
                <a:off x="10840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09" name="타원 19008">
                <a:extLst>
                  <a:ext uri="{FF2B5EF4-FFF2-40B4-BE49-F238E27FC236}">
                    <a16:creationId xmlns:a16="http://schemas.microsoft.com/office/drawing/2014/main" id="{A456641C-6C0E-4B9D-9BFE-12BB09266B44}"/>
                  </a:ext>
                </a:extLst>
              </p:cNvPr>
              <p:cNvSpPr/>
              <p:nvPr/>
            </p:nvSpPr>
            <p:spPr>
              <a:xfrm>
                <a:off x="12364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10" name="타원 19009">
                <a:extLst>
                  <a:ext uri="{FF2B5EF4-FFF2-40B4-BE49-F238E27FC236}">
                    <a16:creationId xmlns:a16="http://schemas.microsoft.com/office/drawing/2014/main" id="{220ADCDB-2670-41F6-A486-B1DE927E8A15}"/>
                  </a:ext>
                </a:extLst>
              </p:cNvPr>
              <p:cNvSpPr/>
              <p:nvPr/>
            </p:nvSpPr>
            <p:spPr>
              <a:xfrm>
                <a:off x="13888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11" name="타원 19010">
                <a:extLst>
                  <a:ext uri="{FF2B5EF4-FFF2-40B4-BE49-F238E27FC236}">
                    <a16:creationId xmlns:a16="http://schemas.microsoft.com/office/drawing/2014/main" id="{0520145F-692F-428A-9EE3-449678F67EC2}"/>
                  </a:ext>
                </a:extLst>
              </p:cNvPr>
              <p:cNvSpPr/>
              <p:nvPr/>
            </p:nvSpPr>
            <p:spPr>
              <a:xfrm>
                <a:off x="15412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12" name="타원 19011">
                <a:extLst>
                  <a:ext uri="{FF2B5EF4-FFF2-40B4-BE49-F238E27FC236}">
                    <a16:creationId xmlns:a16="http://schemas.microsoft.com/office/drawing/2014/main" id="{A25321BE-AFC1-4363-8C24-82FB05F0E107}"/>
                  </a:ext>
                </a:extLst>
              </p:cNvPr>
              <p:cNvSpPr/>
              <p:nvPr/>
            </p:nvSpPr>
            <p:spPr>
              <a:xfrm>
                <a:off x="16936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13" name="타원 19012">
                <a:extLst>
                  <a:ext uri="{FF2B5EF4-FFF2-40B4-BE49-F238E27FC236}">
                    <a16:creationId xmlns:a16="http://schemas.microsoft.com/office/drawing/2014/main" id="{0E3263CA-38EE-494E-8859-42D89F91FDC2}"/>
                  </a:ext>
                </a:extLst>
              </p:cNvPr>
              <p:cNvSpPr/>
              <p:nvPr/>
            </p:nvSpPr>
            <p:spPr>
              <a:xfrm>
                <a:off x="18460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14" name="타원 19013">
                <a:extLst>
                  <a:ext uri="{FF2B5EF4-FFF2-40B4-BE49-F238E27FC236}">
                    <a16:creationId xmlns:a16="http://schemas.microsoft.com/office/drawing/2014/main" id="{EC0A2C73-7813-46FA-B7F8-0C5CE150748B}"/>
                  </a:ext>
                </a:extLst>
              </p:cNvPr>
              <p:cNvSpPr/>
              <p:nvPr/>
            </p:nvSpPr>
            <p:spPr>
              <a:xfrm>
                <a:off x="19984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15" name="타원 19014">
                <a:extLst>
                  <a:ext uri="{FF2B5EF4-FFF2-40B4-BE49-F238E27FC236}">
                    <a16:creationId xmlns:a16="http://schemas.microsoft.com/office/drawing/2014/main" id="{FF51BE6D-7B95-4AFD-9175-BA79700E82E0}"/>
                  </a:ext>
                </a:extLst>
              </p:cNvPr>
              <p:cNvSpPr/>
              <p:nvPr/>
            </p:nvSpPr>
            <p:spPr>
              <a:xfrm>
                <a:off x="21508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16" name="타원 19015">
                <a:extLst>
                  <a:ext uri="{FF2B5EF4-FFF2-40B4-BE49-F238E27FC236}">
                    <a16:creationId xmlns:a16="http://schemas.microsoft.com/office/drawing/2014/main" id="{EF7B61FB-7296-4113-BED4-536F9CFB13E6}"/>
                  </a:ext>
                </a:extLst>
              </p:cNvPr>
              <p:cNvSpPr/>
              <p:nvPr/>
            </p:nvSpPr>
            <p:spPr>
              <a:xfrm>
                <a:off x="23032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17" name="타원 19016">
                <a:extLst>
                  <a:ext uri="{FF2B5EF4-FFF2-40B4-BE49-F238E27FC236}">
                    <a16:creationId xmlns:a16="http://schemas.microsoft.com/office/drawing/2014/main" id="{A5EE9B07-D4F0-4F7D-89E9-482E2E6B26CF}"/>
                  </a:ext>
                </a:extLst>
              </p:cNvPr>
              <p:cNvSpPr/>
              <p:nvPr/>
            </p:nvSpPr>
            <p:spPr>
              <a:xfrm>
                <a:off x="24556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18" name="타원 19017">
                <a:extLst>
                  <a:ext uri="{FF2B5EF4-FFF2-40B4-BE49-F238E27FC236}">
                    <a16:creationId xmlns:a16="http://schemas.microsoft.com/office/drawing/2014/main" id="{3C1C2B5B-60EB-49A2-BFB3-D8908577C070}"/>
                  </a:ext>
                </a:extLst>
              </p:cNvPr>
              <p:cNvSpPr/>
              <p:nvPr/>
            </p:nvSpPr>
            <p:spPr>
              <a:xfrm>
                <a:off x="26080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19" name="타원 19018">
                <a:extLst>
                  <a:ext uri="{FF2B5EF4-FFF2-40B4-BE49-F238E27FC236}">
                    <a16:creationId xmlns:a16="http://schemas.microsoft.com/office/drawing/2014/main" id="{29CA3F87-AA99-4716-B96D-A0311F55222B}"/>
                  </a:ext>
                </a:extLst>
              </p:cNvPr>
              <p:cNvSpPr/>
              <p:nvPr/>
            </p:nvSpPr>
            <p:spPr>
              <a:xfrm>
                <a:off x="27604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20" name="타원 19019">
                <a:extLst>
                  <a:ext uri="{FF2B5EF4-FFF2-40B4-BE49-F238E27FC236}">
                    <a16:creationId xmlns:a16="http://schemas.microsoft.com/office/drawing/2014/main" id="{F51A7B4C-7ABE-4346-AFA0-32A446F2363F}"/>
                  </a:ext>
                </a:extLst>
              </p:cNvPr>
              <p:cNvSpPr/>
              <p:nvPr/>
            </p:nvSpPr>
            <p:spPr>
              <a:xfrm>
                <a:off x="29128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21" name="타원 19020">
                <a:extLst>
                  <a:ext uri="{FF2B5EF4-FFF2-40B4-BE49-F238E27FC236}">
                    <a16:creationId xmlns:a16="http://schemas.microsoft.com/office/drawing/2014/main" id="{8ACAD81B-AAAF-4480-AE71-283C2844BC49}"/>
                  </a:ext>
                </a:extLst>
              </p:cNvPr>
              <p:cNvSpPr/>
              <p:nvPr/>
            </p:nvSpPr>
            <p:spPr>
              <a:xfrm>
                <a:off x="30652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22" name="타원 19021">
                <a:extLst>
                  <a:ext uri="{FF2B5EF4-FFF2-40B4-BE49-F238E27FC236}">
                    <a16:creationId xmlns:a16="http://schemas.microsoft.com/office/drawing/2014/main" id="{B2B916EC-7669-4E9A-B5A5-C665ECCF2294}"/>
                  </a:ext>
                </a:extLst>
              </p:cNvPr>
              <p:cNvSpPr/>
              <p:nvPr/>
            </p:nvSpPr>
            <p:spPr>
              <a:xfrm>
                <a:off x="32176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23" name="타원 19022">
                <a:extLst>
                  <a:ext uri="{FF2B5EF4-FFF2-40B4-BE49-F238E27FC236}">
                    <a16:creationId xmlns:a16="http://schemas.microsoft.com/office/drawing/2014/main" id="{5B0F422C-6D8E-4357-A600-ECDCE27B4769}"/>
                  </a:ext>
                </a:extLst>
              </p:cNvPr>
              <p:cNvSpPr/>
              <p:nvPr/>
            </p:nvSpPr>
            <p:spPr>
              <a:xfrm>
                <a:off x="33700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24" name="타원 19023">
                <a:extLst>
                  <a:ext uri="{FF2B5EF4-FFF2-40B4-BE49-F238E27FC236}">
                    <a16:creationId xmlns:a16="http://schemas.microsoft.com/office/drawing/2014/main" id="{1E21078D-5F86-4197-A175-82739252452E}"/>
                  </a:ext>
                </a:extLst>
              </p:cNvPr>
              <p:cNvSpPr/>
              <p:nvPr/>
            </p:nvSpPr>
            <p:spPr>
              <a:xfrm>
                <a:off x="35224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25" name="타원 19024">
                <a:extLst>
                  <a:ext uri="{FF2B5EF4-FFF2-40B4-BE49-F238E27FC236}">
                    <a16:creationId xmlns:a16="http://schemas.microsoft.com/office/drawing/2014/main" id="{EE2635A9-E0AC-4A76-B735-837E5E0ECCDB}"/>
                  </a:ext>
                </a:extLst>
              </p:cNvPr>
              <p:cNvSpPr/>
              <p:nvPr/>
            </p:nvSpPr>
            <p:spPr>
              <a:xfrm>
                <a:off x="36748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26" name="타원 19025">
                <a:extLst>
                  <a:ext uri="{FF2B5EF4-FFF2-40B4-BE49-F238E27FC236}">
                    <a16:creationId xmlns:a16="http://schemas.microsoft.com/office/drawing/2014/main" id="{1BDFE166-6500-44C7-AE79-F85563F4A81E}"/>
                  </a:ext>
                </a:extLst>
              </p:cNvPr>
              <p:cNvSpPr/>
              <p:nvPr/>
            </p:nvSpPr>
            <p:spPr>
              <a:xfrm>
                <a:off x="38272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27" name="타원 19026">
                <a:extLst>
                  <a:ext uri="{FF2B5EF4-FFF2-40B4-BE49-F238E27FC236}">
                    <a16:creationId xmlns:a16="http://schemas.microsoft.com/office/drawing/2014/main" id="{0ECA0767-8891-4E89-A820-BED308138C81}"/>
                  </a:ext>
                </a:extLst>
              </p:cNvPr>
              <p:cNvSpPr/>
              <p:nvPr/>
            </p:nvSpPr>
            <p:spPr>
              <a:xfrm>
                <a:off x="39796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28" name="타원 19027">
                <a:extLst>
                  <a:ext uri="{FF2B5EF4-FFF2-40B4-BE49-F238E27FC236}">
                    <a16:creationId xmlns:a16="http://schemas.microsoft.com/office/drawing/2014/main" id="{974E5FF8-C4D4-4A81-BAEC-D1D575DD603B}"/>
                  </a:ext>
                </a:extLst>
              </p:cNvPr>
              <p:cNvSpPr/>
              <p:nvPr/>
            </p:nvSpPr>
            <p:spPr>
              <a:xfrm>
                <a:off x="41320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29" name="타원 19028">
                <a:extLst>
                  <a:ext uri="{FF2B5EF4-FFF2-40B4-BE49-F238E27FC236}">
                    <a16:creationId xmlns:a16="http://schemas.microsoft.com/office/drawing/2014/main" id="{EA8364C9-82AE-4228-AAB5-32603E02D4F4}"/>
                  </a:ext>
                </a:extLst>
              </p:cNvPr>
              <p:cNvSpPr/>
              <p:nvPr/>
            </p:nvSpPr>
            <p:spPr>
              <a:xfrm>
                <a:off x="42844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30" name="타원 19029">
                <a:extLst>
                  <a:ext uri="{FF2B5EF4-FFF2-40B4-BE49-F238E27FC236}">
                    <a16:creationId xmlns:a16="http://schemas.microsoft.com/office/drawing/2014/main" id="{D0BAC474-A78C-4446-9ECC-C2C80B99D17B}"/>
                  </a:ext>
                </a:extLst>
              </p:cNvPr>
              <p:cNvSpPr/>
              <p:nvPr/>
            </p:nvSpPr>
            <p:spPr>
              <a:xfrm>
                <a:off x="44368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31" name="타원 19030">
                <a:extLst>
                  <a:ext uri="{FF2B5EF4-FFF2-40B4-BE49-F238E27FC236}">
                    <a16:creationId xmlns:a16="http://schemas.microsoft.com/office/drawing/2014/main" id="{FDA94E45-D7B1-4089-B1F4-01936964C394}"/>
                  </a:ext>
                </a:extLst>
              </p:cNvPr>
              <p:cNvSpPr/>
              <p:nvPr/>
            </p:nvSpPr>
            <p:spPr>
              <a:xfrm>
                <a:off x="45892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32" name="타원 19031">
                <a:extLst>
                  <a:ext uri="{FF2B5EF4-FFF2-40B4-BE49-F238E27FC236}">
                    <a16:creationId xmlns:a16="http://schemas.microsoft.com/office/drawing/2014/main" id="{0F73D21C-88FA-4F2A-877F-F2612B4DDC09}"/>
                  </a:ext>
                </a:extLst>
              </p:cNvPr>
              <p:cNvSpPr/>
              <p:nvPr/>
            </p:nvSpPr>
            <p:spPr>
              <a:xfrm>
                <a:off x="47416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33" name="타원 19032">
                <a:extLst>
                  <a:ext uri="{FF2B5EF4-FFF2-40B4-BE49-F238E27FC236}">
                    <a16:creationId xmlns:a16="http://schemas.microsoft.com/office/drawing/2014/main" id="{E46DE306-2D81-455C-ACBD-43FF56800641}"/>
                  </a:ext>
                </a:extLst>
              </p:cNvPr>
              <p:cNvSpPr/>
              <p:nvPr/>
            </p:nvSpPr>
            <p:spPr>
              <a:xfrm>
                <a:off x="48940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34" name="타원 19033">
                <a:extLst>
                  <a:ext uri="{FF2B5EF4-FFF2-40B4-BE49-F238E27FC236}">
                    <a16:creationId xmlns:a16="http://schemas.microsoft.com/office/drawing/2014/main" id="{207E0107-C799-4BFE-BD5E-534C1405057A}"/>
                  </a:ext>
                </a:extLst>
              </p:cNvPr>
              <p:cNvSpPr/>
              <p:nvPr/>
            </p:nvSpPr>
            <p:spPr>
              <a:xfrm>
                <a:off x="50464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35" name="타원 19034">
                <a:extLst>
                  <a:ext uri="{FF2B5EF4-FFF2-40B4-BE49-F238E27FC236}">
                    <a16:creationId xmlns:a16="http://schemas.microsoft.com/office/drawing/2014/main" id="{403EFA67-7BB8-45DC-911E-A3CA944551A3}"/>
                  </a:ext>
                </a:extLst>
              </p:cNvPr>
              <p:cNvSpPr/>
              <p:nvPr/>
            </p:nvSpPr>
            <p:spPr>
              <a:xfrm>
                <a:off x="51988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36" name="타원 19035">
                <a:extLst>
                  <a:ext uri="{FF2B5EF4-FFF2-40B4-BE49-F238E27FC236}">
                    <a16:creationId xmlns:a16="http://schemas.microsoft.com/office/drawing/2014/main" id="{57E80AF1-F3E1-4B66-AA75-8E0E7475D818}"/>
                  </a:ext>
                </a:extLst>
              </p:cNvPr>
              <p:cNvSpPr/>
              <p:nvPr/>
            </p:nvSpPr>
            <p:spPr>
              <a:xfrm>
                <a:off x="53512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37" name="타원 19036">
                <a:extLst>
                  <a:ext uri="{FF2B5EF4-FFF2-40B4-BE49-F238E27FC236}">
                    <a16:creationId xmlns:a16="http://schemas.microsoft.com/office/drawing/2014/main" id="{40113F72-A502-4249-8F39-2DA156642FB6}"/>
                  </a:ext>
                </a:extLst>
              </p:cNvPr>
              <p:cNvSpPr/>
              <p:nvPr/>
            </p:nvSpPr>
            <p:spPr>
              <a:xfrm>
                <a:off x="55036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38" name="타원 19037">
                <a:extLst>
                  <a:ext uri="{FF2B5EF4-FFF2-40B4-BE49-F238E27FC236}">
                    <a16:creationId xmlns:a16="http://schemas.microsoft.com/office/drawing/2014/main" id="{1E8A4EEE-1B16-4E51-A97F-0E14CA31E1D1}"/>
                  </a:ext>
                </a:extLst>
              </p:cNvPr>
              <p:cNvSpPr/>
              <p:nvPr/>
            </p:nvSpPr>
            <p:spPr>
              <a:xfrm>
                <a:off x="5656026" y="67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39" name="타원 19038">
                <a:extLst>
                  <a:ext uri="{FF2B5EF4-FFF2-40B4-BE49-F238E27FC236}">
                    <a16:creationId xmlns:a16="http://schemas.microsoft.com/office/drawing/2014/main" id="{567A3604-60BB-440E-B2D3-9EAD2FD05936}"/>
                  </a:ext>
                </a:extLst>
              </p:cNvPr>
              <p:cNvSpPr/>
              <p:nvPr/>
            </p:nvSpPr>
            <p:spPr>
              <a:xfrm>
                <a:off x="3220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40" name="타원 19039">
                <a:extLst>
                  <a:ext uri="{FF2B5EF4-FFF2-40B4-BE49-F238E27FC236}">
                    <a16:creationId xmlns:a16="http://schemas.microsoft.com/office/drawing/2014/main" id="{82717C3F-A389-4896-8935-64570F2ADEF4}"/>
                  </a:ext>
                </a:extLst>
              </p:cNvPr>
              <p:cNvSpPr/>
              <p:nvPr/>
            </p:nvSpPr>
            <p:spPr>
              <a:xfrm>
                <a:off x="4744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41" name="타원 19040">
                <a:extLst>
                  <a:ext uri="{FF2B5EF4-FFF2-40B4-BE49-F238E27FC236}">
                    <a16:creationId xmlns:a16="http://schemas.microsoft.com/office/drawing/2014/main" id="{4B695721-84E4-4EE4-8360-97D4E367F6FA}"/>
                  </a:ext>
                </a:extLst>
              </p:cNvPr>
              <p:cNvSpPr/>
              <p:nvPr/>
            </p:nvSpPr>
            <p:spPr>
              <a:xfrm>
                <a:off x="6268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42" name="타원 19041">
                <a:extLst>
                  <a:ext uri="{FF2B5EF4-FFF2-40B4-BE49-F238E27FC236}">
                    <a16:creationId xmlns:a16="http://schemas.microsoft.com/office/drawing/2014/main" id="{4DF88DDB-25B5-46ED-AC7A-41A22AC2D047}"/>
                  </a:ext>
                </a:extLst>
              </p:cNvPr>
              <p:cNvSpPr/>
              <p:nvPr/>
            </p:nvSpPr>
            <p:spPr>
              <a:xfrm>
                <a:off x="7792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43" name="타원 19042">
                <a:extLst>
                  <a:ext uri="{FF2B5EF4-FFF2-40B4-BE49-F238E27FC236}">
                    <a16:creationId xmlns:a16="http://schemas.microsoft.com/office/drawing/2014/main" id="{697D7986-DFED-4C32-A19C-7F07D1031D92}"/>
                  </a:ext>
                </a:extLst>
              </p:cNvPr>
              <p:cNvSpPr/>
              <p:nvPr/>
            </p:nvSpPr>
            <p:spPr>
              <a:xfrm>
                <a:off x="9316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44" name="타원 19043">
                <a:extLst>
                  <a:ext uri="{FF2B5EF4-FFF2-40B4-BE49-F238E27FC236}">
                    <a16:creationId xmlns:a16="http://schemas.microsoft.com/office/drawing/2014/main" id="{D695A5D9-D1B4-45CE-9409-FF26DF8839A2}"/>
                  </a:ext>
                </a:extLst>
              </p:cNvPr>
              <p:cNvSpPr/>
              <p:nvPr/>
            </p:nvSpPr>
            <p:spPr>
              <a:xfrm>
                <a:off x="10840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45" name="타원 19044">
                <a:extLst>
                  <a:ext uri="{FF2B5EF4-FFF2-40B4-BE49-F238E27FC236}">
                    <a16:creationId xmlns:a16="http://schemas.microsoft.com/office/drawing/2014/main" id="{AEB3C849-DEB9-4571-B61F-A54F29426F66}"/>
                  </a:ext>
                </a:extLst>
              </p:cNvPr>
              <p:cNvSpPr/>
              <p:nvPr/>
            </p:nvSpPr>
            <p:spPr>
              <a:xfrm>
                <a:off x="12364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46" name="타원 19045">
                <a:extLst>
                  <a:ext uri="{FF2B5EF4-FFF2-40B4-BE49-F238E27FC236}">
                    <a16:creationId xmlns:a16="http://schemas.microsoft.com/office/drawing/2014/main" id="{F338E907-743A-4EEA-BDE3-2AAB954EE613}"/>
                  </a:ext>
                </a:extLst>
              </p:cNvPr>
              <p:cNvSpPr/>
              <p:nvPr/>
            </p:nvSpPr>
            <p:spPr>
              <a:xfrm>
                <a:off x="13888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47" name="타원 19046">
                <a:extLst>
                  <a:ext uri="{FF2B5EF4-FFF2-40B4-BE49-F238E27FC236}">
                    <a16:creationId xmlns:a16="http://schemas.microsoft.com/office/drawing/2014/main" id="{4256141A-EF65-4507-AD54-CCAB5960F3C7}"/>
                  </a:ext>
                </a:extLst>
              </p:cNvPr>
              <p:cNvSpPr/>
              <p:nvPr/>
            </p:nvSpPr>
            <p:spPr>
              <a:xfrm>
                <a:off x="15412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48" name="타원 19047">
                <a:extLst>
                  <a:ext uri="{FF2B5EF4-FFF2-40B4-BE49-F238E27FC236}">
                    <a16:creationId xmlns:a16="http://schemas.microsoft.com/office/drawing/2014/main" id="{D140A7E8-E979-48CF-8C17-CA2A94E45CEC}"/>
                  </a:ext>
                </a:extLst>
              </p:cNvPr>
              <p:cNvSpPr/>
              <p:nvPr/>
            </p:nvSpPr>
            <p:spPr>
              <a:xfrm>
                <a:off x="16936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49" name="타원 19048">
                <a:extLst>
                  <a:ext uri="{FF2B5EF4-FFF2-40B4-BE49-F238E27FC236}">
                    <a16:creationId xmlns:a16="http://schemas.microsoft.com/office/drawing/2014/main" id="{AE1B5937-431F-4B4E-8D9D-B4B2FD5CBF32}"/>
                  </a:ext>
                </a:extLst>
              </p:cNvPr>
              <p:cNvSpPr/>
              <p:nvPr/>
            </p:nvSpPr>
            <p:spPr>
              <a:xfrm>
                <a:off x="18460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50" name="타원 19049">
                <a:extLst>
                  <a:ext uri="{FF2B5EF4-FFF2-40B4-BE49-F238E27FC236}">
                    <a16:creationId xmlns:a16="http://schemas.microsoft.com/office/drawing/2014/main" id="{671F1A0F-F451-4443-9C56-9B70FA0D2C6C}"/>
                  </a:ext>
                </a:extLst>
              </p:cNvPr>
              <p:cNvSpPr/>
              <p:nvPr/>
            </p:nvSpPr>
            <p:spPr>
              <a:xfrm>
                <a:off x="19984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51" name="타원 19050">
                <a:extLst>
                  <a:ext uri="{FF2B5EF4-FFF2-40B4-BE49-F238E27FC236}">
                    <a16:creationId xmlns:a16="http://schemas.microsoft.com/office/drawing/2014/main" id="{B2F9A314-1647-4933-AE89-025EFDC288AD}"/>
                  </a:ext>
                </a:extLst>
              </p:cNvPr>
              <p:cNvSpPr/>
              <p:nvPr/>
            </p:nvSpPr>
            <p:spPr>
              <a:xfrm>
                <a:off x="21508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52" name="타원 19051">
                <a:extLst>
                  <a:ext uri="{FF2B5EF4-FFF2-40B4-BE49-F238E27FC236}">
                    <a16:creationId xmlns:a16="http://schemas.microsoft.com/office/drawing/2014/main" id="{1AD58A08-3CB1-4FA0-99E6-BE59CA9B1795}"/>
                  </a:ext>
                </a:extLst>
              </p:cNvPr>
              <p:cNvSpPr/>
              <p:nvPr/>
            </p:nvSpPr>
            <p:spPr>
              <a:xfrm>
                <a:off x="23032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53" name="타원 19052">
                <a:extLst>
                  <a:ext uri="{FF2B5EF4-FFF2-40B4-BE49-F238E27FC236}">
                    <a16:creationId xmlns:a16="http://schemas.microsoft.com/office/drawing/2014/main" id="{FDAB0499-C8CA-4EF1-A2EF-A8263E32DFDF}"/>
                  </a:ext>
                </a:extLst>
              </p:cNvPr>
              <p:cNvSpPr/>
              <p:nvPr/>
            </p:nvSpPr>
            <p:spPr>
              <a:xfrm>
                <a:off x="24556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54" name="타원 19053">
                <a:extLst>
                  <a:ext uri="{FF2B5EF4-FFF2-40B4-BE49-F238E27FC236}">
                    <a16:creationId xmlns:a16="http://schemas.microsoft.com/office/drawing/2014/main" id="{60E11002-0547-4D91-9AF6-D62AAECDF4A3}"/>
                  </a:ext>
                </a:extLst>
              </p:cNvPr>
              <p:cNvSpPr/>
              <p:nvPr/>
            </p:nvSpPr>
            <p:spPr>
              <a:xfrm>
                <a:off x="26080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55" name="타원 19054">
                <a:extLst>
                  <a:ext uri="{FF2B5EF4-FFF2-40B4-BE49-F238E27FC236}">
                    <a16:creationId xmlns:a16="http://schemas.microsoft.com/office/drawing/2014/main" id="{A0F2C693-D9DF-4CEA-8279-16AF93B1983C}"/>
                  </a:ext>
                </a:extLst>
              </p:cNvPr>
              <p:cNvSpPr/>
              <p:nvPr/>
            </p:nvSpPr>
            <p:spPr>
              <a:xfrm>
                <a:off x="27604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56" name="타원 19055">
                <a:extLst>
                  <a:ext uri="{FF2B5EF4-FFF2-40B4-BE49-F238E27FC236}">
                    <a16:creationId xmlns:a16="http://schemas.microsoft.com/office/drawing/2014/main" id="{692B230A-9F55-4D67-ADCF-699CB03CF81F}"/>
                  </a:ext>
                </a:extLst>
              </p:cNvPr>
              <p:cNvSpPr/>
              <p:nvPr/>
            </p:nvSpPr>
            <p:spPr>
              <a:xfrm>
                <a:off x="29128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57" name="타원 19056">
                <a:extLst>
                  <a:ext uri="{FF2B5EF4-FFF2-40B4-BE49-F238E27FC236}">
                    <a16:creationId xmlns:a16="http://schemas.microsoft.com/office/drawing/2014/main" id="{DCEB6054-E528-4C42-A442-EF7FB89CE459}"/>
                  </a:ext>
                </a:extLst>
              </p:cNvPr>
              <p:cNvSpPr/>
              <p:nvPr/>
            </p:nvSpPr>
            <p:spPr>
              <a:xfrm>
                <a:off x="30652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58" name="타원 19057">
                <a:extLst>
                  <a:ext uri="{FF2B5EF4-FFF2-40B4-BE49-F238E27FC236}">
                    <a16:creationId xmlns:a16="http://schemas.microsoft.com/office/drawing/2014/main" id="{433BC013-E9FD-433E-93F1-7E49D9AA6AFB}"/>
                  </a:ext>
                </a:extLst>
              </p:cNvPr>
              <p:cNvSpPr/>
              <p:nvPr/>
            </p:nvSpPr>
            <p:spPr>
              <a:xfrm>
                <a:off x="32176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59" name="타원 19058">
                <a:extLst>
                  <a:ext uri="{FF2B5EF4-FFF2-40B4-BE49-F238E27FC236}">
                    <a16:creationId xmlns:a16="http://schemas.microsoft.com/office/drawing/2014/main" id="{06A4053D-AA82-4F9E-A593-F75554957C0A}"/>
                  </a:ext>
                </a:extLst>
              </p:cNvPr>
              <p:cNvSpPr/>
              <p:nvPr/>
            </p:nvSpPr>
            <p:spPr>
              <a:xfrm>
                <a:off x="33700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60" name="타원 19059">
                <a:extLst>
                  <a:ext uri="{FF2B5EF4-FFF2-40B4-BE49-F238E27FC236}">
                    <a16:creationId xmlns:a16="http://schemas.microsoft.com/office/drawing/2014/main" id="{CC15B4C9-9E7A-43D6-85F8-658C7261A8BF}"/>
                  </a:ext>
                </a:extLst>
              </p:cNvPr>
              <p:cNvSpPr/>
              <p:nvPr/>
            </p:nvSpPr>
            <p:spPr>
              <a:xfrm>
                <a:off x="35224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61" name="타원 19060">
                <a:extLst>
                  <a:ext uri="{FF2B5EF4-FFF2-40B4-BE49-F238E27FC236}">
                    <a16:creationId xmlns:a16="http://schemas.microsoft.com/office/drawing/2014/main" id="{DEAAF340-7C56-4DE6-8F7B-A87D2920693C}"/>
                  </a:ext>
                </a:extLst>
              </p:cNvPr>
              <p:cNvSpPr/>
              <p:nvPr/>
            </p:nvSpPr>
            <p:spPr>
              <a:xfrm>
                <a:off x="36748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62" name="타원 19061">
                <a:extLst>
                  <a:ext uri="{FF2B5EF4-FFF2-40B4-BE49-F238E27FC236}">
                    <a16:creationId xmlns:a16="http://schemas.microsoft.com/office/drawing/2014/main" id="{38B47FD5-B760-49C0-B761-69A5FEA00A22}"/>
                  </a:ext>
                </a:extLst>
              </p:cNvPr>
              <p:cNvSpPr/>
              <p:nvPr/>
            </p:nvSpPr>
            <p:spPr>
              <a:xfrm>
                <a:off x="38272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63" name="타원 19062">
                <a:extLst>
                  <a:ext uri="{FF2B5EF4-FFF2-40B4-BE49-F238E27FC236}">
                    <a16:creationId xmlns:a16="http://schemas.microsoft.com/office/drawing/2014/main" id="{27D1B7BC-0079-4994-AFB2-D3F4EFE579FB}"/>
                  </a:ext>
                </a:extLst>
              </p:cNvPr>
              <p:cNvSpPr/>
              <p:nvPr/>
            </p:nvSpPr>
            <p:spPr>
              <a:xfrm>
                <a:off x="39796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64" name="타원 19063">
                <a:extLst>
                  <a:ext uri="{FF2B5EF4-FFF2-40B4-BE49-F238E27FC236}">
                    <a16:creationId xmlns:a16="http://schemas.microsoft.com/office/drawing/2014/main" id="{DDF8EA06-BE25-42EE-8FAF-60E8C5115E4F}"/>
                  </a:ext>
                </a:extLst>
              </p:cNvPr>
              <p:cNvSpPr/>
              <p:nvPr/>
            </p:nvSpPr>
            <p:spPr>
              <a:xfrm>
                <a:off x="41320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65" name="타원 19064">
                <a:extLst>
                  <a:ext uri="{FF2B5EF4-FFF2-40B4-BE49-F238E27FC236}">
                    <a16:creationId xmlns:a16="http://schemas.microsoft.com/office/drawing/2014/main" id="{BB2512A1-C7A8-4781-B968-A86F8C1D904E}"/>
                  </a:ext>
                </a:extLst>
              </p:cNvPr>
              <p:cNvSpPr/>
              <p:nvPr/>
            </p:nvSpPr>
            <p:spPr>
              <a:xfrm>
                <a:off x="42844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66" name="타원 19065">
                <a:extLst>
                  <a:ext uri="{FF2B5EF4-FFF2-40B4-BE49-F238E27FC236}">
                    <a16:creationId xmlns:a16="http://schemas.microsoft.com/office/drawing/2014/main" id="{9851BCF2-178F-4845-B174-BA5A05E24C5D}"/>
                  </a:ext>
                </a:extLst>
              </p:cNvPr>
              <p:cNvSpPr/>
              <p:nvPr/>
            </p:nvSpPr>
            <p:spPr>
              <a:xfrm>
                <a:off x="44368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67" name="타원 19066">
                <a:extLst>
                  <a:ext uri="{FF2B5EF4-FFF2-40B4-BE49-F238E27FC236}">
                    <a16:creationId xmlns:a16="http://schemas.microsoft.com/office/drawing/2014/main" id="{8E9F9E90-F642-4D17-BB1A-281AA8B3B984}"/>
                  </a:ext>
                </a:extLst>
              </p:cNvPr>
              <p:cNvSpPr/>
              <p:nvPr/>
            </p:nvSpPr>
            <p:spPr>
              <a:xfrm>
                <a:off x="45892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68" name="타원 19067">
                <a:extLst>
                  <a:ext uri="{FF2B5EF4-FFF2-40B4-BE49-F238E27FC236}">
                    <a16:creationId xmlns:a16="http://schemas.microsoft.com/office/drawing/2014/main" id="{0ADDD481-8023-4CEF-B076-DB1E9F3C602F}"/>
                  </a:ext>
                </a:extLst>
              </p:cNvPr>
              <p:cNvSpPr/>
              <p:nvPr/>
            </p:nvSpPr>
            <p:spPr>
              <a:xfrm>
                <a:off x="47416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69" name="타원 19068">
                <a:extLst>
                  <a:ext uri="{FF2B5EF4-FFF2-40B4-BE49-F238E27FC236}">
                    <a16:creationId xmlns:a16="http://schemas.microsoft.com/office/drawing/2014/main" id="{C8DC03CD-17A7-4635-B890-85D6527C2E66}"/>
                  </a:ext>
                </a:extLst>
              </p:cNvPr>
              <p:cNvSpPr/>
              <p:nvPr/>
            </p:nvSpPr>
            <p:spPr>
              <a:xfrm>
                <a:off x="48940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70" name="타원 19069">
                <a:extLst>
                  <a:ext uri="{FF2B5EF4-FFF2-40B4-BE49-F238E27FC236}">
                    <a16:creationId xmlns:a16="http://schemas.microsoft.com/office/drawing/2014/main" id="{588C493B-D55B-48A4-B93D-4522F424BD8D}"/>
                  </a:ext>
                </a:extLst>
              </p:cNvPr>
              <p:cNvSpPr/>
              <p:nvPr/>
            </p:nvSpPr>
            <p:spPr>
              <a:xfrm>
                <a:off x="50464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71" name="타원 19070">
                <a:extLst>
                  <a:ext uri="{FF2B5EF4-FFF2-40B4-BE49-F238E27FC236}">
                    <a16:creationId xmlns:a16="http://schemas.microsoft.com/office/drawing/2014/main" id="{B8649D5F-0951-4346-BF70-5DB966DC3978}"/>
                  </a:ext>
                </a:extLst>
              </p:cNvPr>
              <p:cNvSpPr/>
              <p:nvPr/>
            </p:nvSpPr>
            <p:spPr>
              <a:xfrm>
                <a:off x="51988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72" name="타원 19071">
                <a:extLst>
                  <a:ext uri="{FF2B5EF4-FFF2-40B4-BE49-F238E27FC236}">
                    <a16:creationId xmlns:a16="http://schemas.microsoft.com/office/drawing/2014/main" id="{87D6D624-464C-4B40-8295-5F1CB036C6C0}"/>
                  </a:ext>
                </a:extLst>
              </p:cNvPr>
              <p:cNvSpPr/>
              <p:nvPr/>
            </p:nvSpPr>
            <p:spPr>
              <a:xfrm>
                <a:off x="53512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73" name="타원 19072">
                <a:extLst>
                  <a:ext uri="{FF2B5EF4-FFF2-40B4-BE49-F238E27FC236}">
                    <a16:creationId xmlns:a16="http://schemas.microsoft.com/office/drawing/2014/main" id="{28A0EE74-E754-4568-8DA6-BFDDFE215B2D}"/>
                  </a:ext>
                </a:extLst>
              </p:cNvPr>
              <p:cNvSpPr/>
              <p:nvPr/>
            </p:nvSpPr>
            <p:spPr>
              <a:xfrm>
                <a:off x="55036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74" name="타원 19073">
                <a:extLst>
                  <a:ext uri="{FF2B5EF4-FFF2-40B4-BE49-F238E27FC236}">
                    <a16:creationId xmlns:a16="http://schemas.microsoft.com/office/drawing/2014/main" id="{05F1503C-F498-482F-B193-0FDEB03D48C4}"/>
                  </a:ext>
                </a:extLst>
              </p:cNvPr>
              <p:cNvSpPr/>
              <p:nvPr/>
            </p:nvSpPr>
            <p:spPr>
              <a:xfrm>
                <a:off x="5656026" y="83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75" name="타원 19074">
                <a:extLst>
                  <a:ext uri="{FF2B5EF4-FFF2-40B4-BE49-F238E27FC236}">
                    <a16:creationId xmlns:a16="http://schemas.microsoft.com/office/drawing/2014/main" id="{0EA2553C-816F-4BEC-B2AC-612FA05600A6}"/>
                  </a:ext>
                </a:extLst>
              </p:cNvPr>
              <p:cNvSpPr/>
              <p:nvPr/>
            </p:nvSpPr>
            <p:spPr>
              <a:xfrm>
                <a:off x="3220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76" name="타원 19075">
                <a:extLst>
                  <a:ext uri="{FF2B5EF4-FFF2-40B4-BE49-F238E27FC236}">
                    <a16:creationId xmlns:a16="http://schemas.microsoft.com/office/drawing/2014/main" id="{30E53F38-2DD0-442E-82A6-BD2556AC48E6}"/>
                  </a:ext>
                </a:extLst>
              </p:cNvPr>
              <p:cNvSpPr/>
              <p:nvPr/>
            </p:nvSpPr>
            <p:spPr>
              <a:xfrm>
                <a:off x="4744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77" name="타원 19076">
                <a:extLst>
                  <a:ext uri="{FF2B5EF4-FFF2-40B4-BE49-F238E27FC236}">
                    <a16:creationId xmlns:a16="http://schemas.microsoft.com/office/drawing/2014/main" id="{207A8558-7A19-4377-B4F7-00240AB088C7}"/>
                  </a:ext>
                </a:extLst>
              </p:cNvPr>
              <p:cNvSpPr/>
              <p:nvPr/>
            </p:nvSpPr>
            <p:spPr>
              <a:xfrm>
                <a:off x="6268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78" name="타원 19077">
                <a:extLst>
                  <a:ext uri="{FF2B5EF4-FFF2-40B4-BE49-F238E27FC236}">
                    <a16:creationId xmlns:a16="http://schemas.microsoft.com/office/drawing/2014/main" id="{881326AE-70F0-4339-8BB6-0BE10F195316}"/>
                  </a:ext>
                </a:extLst>
              </p:cNvPr>
              <p:cNvSpPr/>
              <p:nvPr/>
            </p:nvSpPr>
            <p:spPr>
              <a:xfrm>
                <a:off x="7792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79" name="타원 19078">
                <a:extLst>
                  <a:ext uri="{FF2B5EF4-FFF2-40B4-BE49-F238E27FC236}">
                    <a16:creationId xmlns:a16="http://schemas.microsoft.com/office/drawing/2014/main" id="{8B7E301F-D92B-4312-B2C9-7D9A709CB870}"/>
                  </a:ext>
                </a:extLst>
              </p:cNvPr>
              <p:cNvSpPr/>
              <p:nvPr/>
            </p:nvSpPr>
            <p:spPr>
              <a:xfrm>
                <a:off x="9316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80" name="타원 19079">
                <a:extLst>
                  <a:ext uri="{FF2B5EF4-FFF2-40B4-BE49-F238E27FC236}">
                    <a16:creationId xmlns:a16="http://schemas.microsoft.com/office/drawing/2014/main" id="{B212C6F4-6176-45D6-AFE8-F546857A0BF5}"/>
                  </a:ext>
                </a:extLst>
              </p:cNvPr>
              <p:cNvSpPr/>
              <p:nvPr/>
            </p:nvSpPr>
            <p:spPr>
              <a:xfrm>
                <a:off x="10840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81" name="타원 19080">
                <a:extLst>
                  <a:ext uri="{FF2B5EF4-FFF2-40B4-BE49-F238E27FC236}">
                    <a16:creationId xmlns:a16="http://schemas.microsoft.com/office/drawing/2014/main" id="{56A78B35-0001-4E3E-A892-1CA3D4ED465D}"/>
                  </a:ext>
                </a:extLst>
              </p:cNvPr>
              <p:cNvSpPr/>
              <p:nvPr/>
            </p:nvSpPr>
            <p:spPr>
              <a:xfrm>
                <a:off x="12364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82" name="타원 19081">
                <a:extLst>
                  <a:ext uri="{FF2B5EF4-FFF2-40B4-BE49-F238E27FC236}">
                    <a16:creationId xmlns:a16="http://schemas.microsoft.com/office/drawing/2014/main" id="{7C42352C-C388-4DA1-8391-CB3B1D8CD047}"/>
                  </a:ext>
                </a:extLst>
              </p:cNvPr>
              <p:cNvSpPr/>
              <p:nvPr/>
            </p:nvSpPr>
            <p:spPr>
              <a:xfrm>
                <a:off x="13888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83" name="타원 19082">
                <a:extLst>
                  <a:ext uri="{FF2B5EF4-FFF2-40B4-BE49-F238E27FC236}">
                    <a16:creationId xmlns:a16="http://schemas.microsoft.com/office/drawing/2014/main" id="{9AED212F-7FD8-4320-9803-FC9BEB37D1AE}"/>
                  </a:ext>
                </a:extLst>
              </p:cNvPr>
              <p:cNvSpPr/>
              <p:nvPr/>
            </p:nvSpPr>
            <p:spPr>
              <a:xfrm>
                <a:off x="15412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84" name="타원 19083">
                <a:extLst>
                  <a:ext uri="{FF2B5EF4-FFF2-40B4-BE49-F238E27FC236}">
                    <a16:creationId xmlns:a16="http://schemas.microsoft.com/office/drawing/2014/main" id="{69531860-18E1-4318-B18D-6735677C11EC}"/>
                  </a:ext>
                </a:extLst>
              </p:cNvPr>
              <p:cNvSpPr/>
              <p:nvPr/>
            </p:nvSpPr>
            <p:spPr>
              <a:xfrm>
                <a:off x="16936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85" name="타원 19084">
                <a:extLst>
                  <a:ext uri="{FF2B5EF4-FFF2-40B4-BE49-F238E27FC236}">
                    <a16:creationId xmlns:a16="http://schemas.microsoft.com/office/drawing/2014/main" id="{B56BB70A-D1E2-4863-B087-5E7A87F79C91}"/>
                  </a:ext>
                </a:extLst>
              </p:cNvPr>
              <p:cNvSpPr/>
              <p:nvPr/>
            </p:nvSpPr>
            <p:spPr>
              <a:xfrm>
                <a:off x="18460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86" name="타원 19085">
                <a:extLst>
                  <a:ext uri="{FF2B5EF4-FFF2-40B4-BE49-F238E27FC236}">
                    <a16:creationId xmlns:a16="http://schemas.microsoft.com/office/drawing/2014/main" id="{C953B869-47B1-4BEB-B4CD-2845AD65FEDB}"/>
                  </a:ext>
                </a:extLst>
              </p:cNvPr>
              <p:cNvSpPr/>
              <p:nvPr/>
            </p:nvSpPr>
            <p:spPr>
              <a:xfrm>
                <a:off x="19984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87" name="타원 19086">
                <a:extLst>
                  <a:ext uri="{FF2B5EF4-FFF2-40B4-BE49-F238E27FC236}">
                    <a16:creationId xmlns:a16="http://schemas.microsoft.com/office/drawing/2014/main" id="{199C41F2-5661-499D-AE83-E3C94CFA93C3}"/>
                  </a:ext>
                </a:extLst>
              </p:cNvPr>
              <p:cNvSpPr/>
              <p:nvPr/>
            </p:nvSpPr>
            <p:spPr>
              <a:xfrm>
                <a:off x="21508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88" name="타원 19087">
                <a:extLst>
                  <a:ext uri="{FF2B5EF4-FFF2-40B4-BE49-F238E27FC236}">
                    <a16:creationId xmlns:a16="http://schemas.microsoft.com/office/drawing/2014/main" id="{0AA46635-2A0B-46DC-8D71-B813099451DE}"/>
                  </a:ext>
                </a:extLst>
              </p:cNvPr>
              <p:cNvSpPr/>
              <p:nvPr/>
            </p:nvSpPr>
            <p:spPr>
              <a:xfrm>
                <a:off x="23032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89" name="타원 19088">
                <a:extLst>
                  <a:ext uri="{FF2B5EF4-FFF2-40B4-BE49-F238E27FC236}">
                    <a16:creationId xmlns:a16="http://schemas.microsoft.com/office/drawing/2014/main" id="{B7D879AB-41A4-4228-88E1-E262E8FE9958}"/>
                  </a:ext>
                </a:extLst>
              </p:cNvPr>
              <p:cNvSpPr/>
              <p:nvPr/>
            </p:nvSpPr>
            <p:spPr>
              <a:xfrm>
                <a:off x="24556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90" name="타원 19089">
                <a:extLst>
                  <a:ext uri="{FF2B5EF4-FFF2-40B4-BE49-F238E27FC236}">
                    <a16:creationId xmlns:a16="http://schemas.microsoft.com/office/drawing/2014/main" id="{EFFB7CC3-1E4D-4CD5-AD94-143511E6AFE7}"/>
                  </a:ext>
                </a:extLst>
              </p:cNvPr>
              <p:cNvSpPr/>
              <p:nvPr/>
            </p:nvSpPr>
            <p:spPr>
              <a:xfrm>
                <a:off x="26080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91" name="타원 19090">
                <a:extLst>
                  <a:ext uri="{FF2B5EF4-FFF2-40B4-BE49-F238E27FC236}">
                    <a16:creationId xmlns:a16="http://schemas.microsoft.com/office/drawing/2014/main" id="{DDF01288-9052-40A5-A2F2-9940703BCA1F}"/>
                  </a:ext>
                </a:extLst>
              </p:cNvPr>
              <p:cNvSpPr/>
              <p:nvPr/>
            </p:nvSpPr>
            <p:spPr>
              <a:xfrm>
                <a:off x="27604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92" name="타원 19091">
                <a:extLst>
                  <a:ext uri="{FF2B5EF4-FFF2-40B4-BE49-F238E27FC236}">
                    <a16:creationId xmlns:a16="http://schemas.microsoft.com/office/drawing/2014/main" id="{9C5B2A91-8783-4395-BBE9-11C0BFFAB316}"/>
                  </a:ext>
                </a:extLst>
              </p:cNvPr>
              <p:cNvSpPr/>
              <p:nvPr/>
            </p:nvSpPr>
            <p:spPr>
              <a:xfrm>
                <a:off x="29128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93" name="타원 19092">
                <a:extLst>
                  <a:ext uri="{FF2B5EF4-FFF2-40B4-BE49-F238E27FC236}">
                    <a16:creationId xmlns:a16="http://schemas.microsoft.com/office/drawing/2014/main" id="{0E85743E-7E8C-4372-9D90-2A3BF6A5474B}"/>
                  </a:ext>
                </a:extLst>
              </p:cNvPr>
              <p:cNvSpPr/>
              <p:nvPr/>
            </p:nvSpPr>
            <p:spPr>
              <a:xfrm>
                <a:off x="30652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94" name="타원 19093">
                <a:extLst>
                  <a:ext uri="{FF2B5EF4-FFF2-40B4-BE49-F238E27FC236}">
                    <a16:creationId xmlns:a16="http://schemas.microsoft.com/office/drawing/2014/main" id="{3CB73069-A3FC-4501-87C3-368A504CD57B}"/>
                  </a:ext>
                </a:extLst>
              </p:cNvPr>
              <p:cNvSpPr/>
              <p:nvPr/>
            </p:nvSpPr>
            <p:spPr>
              <a:xfrm>
                <a:off x="32176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95" name="타원 19094">
                <a:extLst>
                  <a:ext uri="{FF2B5EF4-FFF2-40B4-BE49-F238E27FC236}">
                    <a16:creationId xmlns:a16="http://schemas.microsoft.com/office/drawing/2014/main" id="{DB39B24B-1E92-40F7-8E82-C96DE31415F0}"/>
                  </a:ext>
                </a:extLst>
              </p:cNvPr>
              <p:cNvSpPr/>
              <p:nvPr/>
            </p:nvSpPr>
            <p:spPr>
              <a:xfrm>
                <a:off x="33700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96" name="타원 19095">
                <a:extLst>
                  <a:ext uri="{FF2B5EF4-FFF2-40B4-BE49-F238E27FC236}">
                    <a16:creationId xmlns:a16="http://schemas.microsoft.com/office/drawing/2014/main" id="{BC428C28-A3E5-41DB-94BA-E75E133AD8A9}"/>
                  </a:ext>
                </a:extLst>
              </p:cNvPr>
              <p:cNvSpPr/>
              <p:nvPr/>
            </p:nvSpPr>
            <p:spPr>
              <a:xfrm>
                <a:off x="35224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97" name="타원 19096">
                <a:extLst>
                  <a:ext uri="{FF2B5EF4-FFF2-40B4-BE49-F238E27FC236}">
                    <a16:creationId xmlns:a16="http://schemas.microsoft.com/office/drawing/2014/main" id="{DE7B1F5B-9332-4DB8-BE3C-0ACA5478B35C}"/>
                  </a:ext>
                </a:extLst>
              </p:cNvPr>
              <p:cNvSpPr/>
              <p:nvPr/>
            </p:nvSpPr>
            <p:spPr>
              <a:xfrm>
                <a:off x="36748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98" name="타원 19097">
                <a:extLst>
                  <a:ext uri="{FF2B5EF4-FFF2-40B4-BE49-F238E27FC236}">
                    <a16:creationId xmlns:a16="http://schemas.microsoft.com/office/drawing/2014/main" id="{DCF3C672-AFDB-45E2-9593-1AEDA331AF85}"/>
                  </a:ext>
                </a:extLst>
              </p:cNvPr>
              <p:cNvSpPr/>
              <p:nvPr/>
            </p:nvSpPr>
            <p:spPr>
              <a:xfrm>
                <a:off x="38272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99" name="타원 19098">
                <a:extLst>
                  <a:ext uri="{FF2B5EF4-FFF2-40B4-BE49-F238E27FC236}">
                    <a16:creationId xmlns:a16="http://schemas.microsoft.com/office/drawing/2014/main" id="{1C7B9FB6-8ADE-45E0-B8D8-95A6C0C688C8}"/>
                  </a:ext>
                </a:extLst>
              </p:cNvPr>
              <p:cNvSpPr/>
              <p:nvPr/>
            </p:nvSpPr>
            <p:spPr>
              <a:xfrm>
                <a:off x="39796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00" name="타원 19099">
                <a:extLst>
                  <a:ext uri="{FF2B5EF4-FFF2-40B4-BE49-F238E27FC236}">
                    <a16:creationId xmlns:a16="http://schemas.microsoft.com/office/drawing/2014/main" id="{D9001E8A-AB5B-4B2D-992E-B077DEBC6501}"/>
                  </a:ext>
                </a:extLst>
              </p:cNvPr>
              <p:cNvSpPr/>
              <p:nvPr/>
            </p:nvSpPr>
            <p:spPr>
              <a:xfrm>
                <a:off x="41320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01" name="타원 19100">
                <a:extLst>
                  <a:ext uri="{FF2B5EF4-FFF2-40B4-BE49-F238E27FC236}">
                    <a16:creationId xmlns:a16="http://schemas.microsoft.com/office/drawing/2014/main" id="{49050FE3-796F-49FE-9F5E-DF3A066139E0}"/>
                  </a:ext>
                </a:extLst>
              </p:cNvPr>
              <p:cNvSpPr/>
              <p:nvPr/>
            </p:nvSpPr>
            <p:spPr>
              <a:xfrm>
                <a:off x="42844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02" name="타원 19101">
                <a:extLst>
                  <a:ext uri="{FF2B5EF4-FFF2-40B4-BE49-F238E27FC236}">
                    <a16:creationId xmlns:a16="http://schemas.microsoft.com/office/drawing/2014/main" id="{E1EB5C72-1033-4A8A-9A45-378C9DA5F318}"/>
                  </a:ext>
                </a:extLst>
              </p:cNvPr>
              <p:cNvSpPr/>
              <p:nvPr/>
            </p:nvSpPr>
            <p:spPr>
              <a:xfrm>
                <a:off x="44368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03" name="타원 19102">
                <a:extLst>
                  <a:ext uri="{FF2B5EF4-FFF2-40B4-BE49-F238E27FC236}">
                    <a16:creationId xmlns:a16="http://schemas.microsoft.com/office/drawing/2014/main" id="{BDF82950-8014-432C-89A1-B5F6945D994D}"/>
                  </a:ext>
                </a:extLst>
              </p:cNvPr>
              <p:cNvSpPr/>
              <p:nvPr/>
            </p:nvSpPr>
            <p:spPr>
              <a:xfrm>
                <a:off x="45892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04" name="타원 19103">
                <a:extLst>
                  <a:ext uri="{FF2B5EF4-FFF2-40B4-BE49-F238E27FC236}">
                    <a16:creationId xmlns:a16="http://schemas.microsoft.com/office/drawing/2014/main" id="{F373CC8A-A47A-44FB-9958-764BC0C82A5C}"/>
                  </a:ext>
                </a:extLst>
              </p:cNvPr>
              <p:cNvSpPr/>
              <p:nvPr/>
            </p:nvSpPr>
            <p:spPr>
              <a:xfrm>
                <a:off x="47416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05" name="타원 19104">
                <a:extLst>
                  <a:ext uri="{FF2B5EF4-FFF2-40B4-BE49-F238E27FC236}">
                    <a16:creationId xmlns:a16="http://schemas.microsoft.com/office/drawing/2014/main" id="{C8524128-F81F-4FA1-8DF3-1E544CAA0B01}"/>
                  </a:ext>
                </a:extLst>
              </p:cNvPr>
              <p:cNvSpPr/>
              <p:nvPr/>
            </p:nvSpPr>
            <p:spPr>
              <a:xfrm>
                <a:off x="48940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06" name="타원 19105">
                <a:extLst>
                  <a:ext uri="{FF2B5EF4-FFF2-40B4-BE49-F238E27FC236}">
                    <a16:creationId xmlns:a16="http://schemas.microsoft.com/office/drawing/2014/main" id="{945B11C4-3019-42CA-AEDD-1DD6206A4538}"/>
                  </a:ext>
                </a:extLst>
              </p:cNvPr>
              <p:cNvSpPr/>
              <p:nvPr/>
            </p:nvSpPr>
            <p:spPr>
              <a:xfrm>
                <a:off x="50464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07" name="타원 19106">
                <a:extLst>
                  <a:ext uri="{FF2B5EF4-FFF2-40B4-BE49-F238E27FC236}">
                    <a16:creationId xmlns:a16="http://schemas.microsoft.com/office/drawing/2014/main" id="{062D422D-68CD-4809-A148-C22456117A89}"/>
                  </a:ext>
                </a:extLst>
              </p:cNvPr>
              <p:cNvSpPr/>
              <p:nvPr/>
            </p:nvSpPr>
            <p:spPr>
              <a:xfrm>
                <a:off x="51988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08" name="타원 19107">
                <a:extLst>
                  <a:ext uri="{FF2B5EF4-FFF2-40B4-BE49-F238E27FC236}">
                    <a16:creationId xmlns:a16="http://schemas.microsoft.com/office/drawing/2014/main" id="{C9D88F7F-9CD0-4E78-9446-A4457B8D1E01}"/>
                  </a:ext>
                </a:extLst>
              </p:cNvPr>
              <p:cNvSpPr/>
              <p:nvPr/>
            </p:nvSpPr>
            <p:spPr>
              <a:xfrm>
                <a:off x="53512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09" name="타원 19108">
                <a:extLst>
                  <a:ext uri="{FF2B5EF4-FFF2-40B4-BE49-F238E27FC236}">
                    <a16:creationId xmlns:a16="http://schemas.microsoft.com/office/drawing/2014/main" id="{E8BB0026-A288-485E-A165-887933F17AD7}"/>
                  </a:ext>
                </a:extLst>
              </p:cNvPr>
              <p:cNvSpPr/>
              <p:nvPr/>
            </p:nvSpPr>
            <p:spPr>
              <a:xfrm>
                <a:off x="55036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10" name="타원 19109">
                <a:extLst>
                  <a:ext uri="{FF2B5EF4-FFF2-40B4-BE49-F238E27FC236}">
                    <a16:creationId xmlns:a16="http://schemas.microsoft.com/office/drawing/2014/main" id="{3CC1F0EA-83F1-475C-8FCE-C533A46989D8}"/>
                  </a:ext>
                </a:extLst>
              </p:cNvPr>
              <p:cNvSpPr/>
              <p:nvPr/>
            </p:nvSpPr>
            <p:spPr>
              <a:xfrm>
                <a:off x="5656026" y="98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11" name="타원 19110">
                <a:extLst>
                  <a:ext uri="{FF2B5EF4-FFF2-40B4-BE49-F238E27FC236}">
                    <a16:creationId xmlns:a16="http://schemas.microsoft.com/office/drawing/2014/main" id="{AB2E3DF4-ABCB-474E-956D-2512C590A174}"/>
                  </a:ext>
                </a:extLst>
              </p:cNvPr>
              <p:cNvSpPr/>
              <p:nvPr/>
            </p:nvSpPr>
            <p:spPr>
              <a:xfrm>
                <a:off x="3220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12" name="타원 19111">
                <a:extLst>
                  <a:ext uri="{FF2B5EF4-FFF2-40B4-BE49-F238E27FC236}">
                    <a16:creationId xmlns:a16="http://schemas.microsoft.com/office/drawing/2014/main" id="{2F13CB86-7FD3-491E-AAB2-553682AE4DA5}"/>
                  </a:ext>
                </a:extLst>
              </p:cNvPr>
              <p:cNvSpPr/>
              <p:nvPr/>
            </p:nvSpPr>
            <p:spPr>
              <a:xfrm>
                <a:off x="4744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13" name="타원 19112">
                <a:extLst>
                  <a:ext uri="{FF2B5EF4-FFF2-40B4-BE49-F238E27FC236}">
                    <a16:creationId xmlns:a16="http://schemas.microsoft.com/office/drawing/2014/main" id="{5259B474-55A8-4B99-8CDC-13B5EC1C21CB}"/>
                  </a:ext>
                </a:extLst>
              </p:cNvPr>
              <p:cNvSpPr/>
              <p:nvPr/>
            </p:nvSpPr>
            <p:spPr>
              <a:xfrm>
                <a:off x="6268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14" name="타원 19113">
                <a:extLst>
                  <a:ext uri="{FF2B5EF4-FFF2-40B4-BE49-F238E27FC236}">
                    <a16:creationId xmlns:a16="http://schemas.microsoft.com/office/drawing/2014/main" id="{FDE5BC15-06DD-48C1-9B7C-06F6FF6DA06E}"/>
                  </a:ext>
                </a:extLst>
              </p:cNvPr>
              <p:cNvSpPr/>
              <p:nvPr/>
            </p:nvSpPr>
            <p:spPr>
              <a:xfrm>
                <a:off x="7792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15" name="타원 19114">
                <a:extLst>
                  <a:ext uri="{FF2B5EF4-FFF2-40B4-BE49-F238E27FC236}">
                    <a16:creationId xmlns:a16="http://schemas.microsoft.com/office/drawing/2014/main" id="{7CEAFDFA-4F08-45B0-AAE7-9C10F80C23D1}"/>
                  </a:ext>
                </a:extLst>
              </p:cNvPr>
              <p:cNvSpPr/>
              <p:nvPr/>
            </p:nvSpPr>
            <p:spPr>
              <a:xfrm>
                <a:off x="9316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16" name="타원 19115">
                <a:extLst>
                  <a:ext uri="{FF2B5EF4-FFF2-40B4-BE49-F238E27FC236}">
                    <a16:creationId xmlns:a16="http://schemas.microsoft.com/office/drawing/2014/main" id="{67377686-CF29-4ED9-8644-7CC395CBAD0F}"/>
                  </a:ext>
                </a:extLst>
              </p:cNvPr>
              <p:cNvSpPr/>
              <p:nvPr/>
            </p:nvSpPr>
            <p:spPr>
              <a:xfrm>
                <a:off x="10840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17" name="타원 19116">
                <a:extLst>
                  <a:ext uri="{FF2B5EF4-FFF2-40B4-BE49-F238E27FC236}">
                    <a16:creationId xmlns:a16="http://schemas.microsoft.com/office/drawing/2014/main" id="{8C89DF77-DFC7-4511-AA95-E98BD6D42FD4}"/>
                  </a:ext>
                </a:extLst>
              </p:cNvPr>
              <p:cNvSpPr/>
              <p:nvPr/>
            </p:nvSpPr>
            <p:spPr>
              <a:xfrm>
                <a:off x="12364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18" name="타원 19117">
                <a:extLst>
                  <a:ext uri="{FF2B5EF4-FFF2-40B4-BE49-F238E27FC236}">
                    <a16:creationId xmlns:a16="http://schemas.microsoft.com/office/drawing/2014/main" id="{40685411-A524-4F73-9946-CCAFC5D1995F}"/>
                  </a:ext>
                </a:extLst>
              </p:cNvPr>
              <p:cNvSpPr/>
              <p:nvPr/>
            </p:nvSpPr>
            <p:spPr>
              <a:xfrm>
                <a:off x="13888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19" name="타원 19118">
                <a:extLst>
                  <a:ext uri="{FF2B5EF4-FFF2-40B4-BE49-F238E27FC236}">
                    <a16:creationId xmlns:a16="http://schemas.microsoft.com/office/drawing/2014/main" id="{EC0370BF-DD92-4A59-8385-3784638FE135}"/>
                  </a:ext>
                </a:extLst>
              </p:cNvPr>
              <p:cNvSpPr/>
              <p:nvPr/>
            </p:nvSpPr>
            <p:spPr>
              <a:xfrm>
                <a:off x="15412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20" name="타원 19119">
                <a:extLst>
                  <a:ext uri="{FF2B5EF4-FFF2-40B4-BE49-F238E27FC236}">
                    <a16:creationId xmlns:a16="http://schemas.microsoft.com/office/drawing/2014/main" id="{9AFAC096-C5F7-449D-8951-223C4C6107C5}"/>
                  </a:ext>
                </a:extLst>
              </p:cNvPr>
              <p:cNvSpPr/>
              <p:nvPr/>
            </p:nvSpPr>
            <p:spPr>
              <a:xfrm>
                <a:off x="16936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21" name="타원 19120">
                <a:extLst>
                  <a:ext uri="{FF2B5EF4-FFF2-40B4-BE49-F238E27FC236}">
                    <a16:creationId xmlns:a16="http://schemas.microsoft.com/office/drawing/2014/main" id="{E7980DE0-8C75-4AD8-A030-C71E0F408BD1}"/>
                  </a:ext>
                </a:extLst>
              </p:cNvPr>
              <p:cNvSpPr/>
              <p:nvPr/>
            </p:nvSpPr>
            <p:spPr>
              <a:xfrm>
                <a:off x="18460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22" name="타원 19121">
                <a:extLst>
                  <a:ext uri="{FF2B5EF4-FFF2-40B4-BE49-F238E27FC236}">
                    <a16:creationId xmlns:a16="http://schemas.microsoft.com/office/drawing/2014/main" id="{FD1D7345-5109-4CE5-8F8C-1437C2AE2CEA}"/>
                  </a:ext>
                </a:extLst>
              </p:cNvPr>
              <p:cNvSpPr/>
              <p:nvPr/>
            </p:nvSpPr>
            <p:spPr>
              <a:xfrm>
                <a:off x="19984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23" name="타원 19122">
                <a:extLst>
                  <a:ext uri="{FF2B5EF4-FFF2-40B4-BE49-F238E27FC236}">
                    <a16:creationId xmlns:a16="http://schemas.microsoft.com/office/drawing/2014/main" id="{1A511066-83CC-42E8-A78B-62915C05A04B}"/>
                  </a:ext>
                </a:extLst>
              </p:cNvPr>
              <p:cNvSpPr/>
              <p:nvPr/>
            </p:nvSpPr>
            <p:spPr>
              <a:xfrm>
                <a:off x="21508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24" name="타원 19123">
                <a:extLst>
                  <a:ext uri="{FF2B5EF4-FFF2-40B4-BE49-F238E27FC236}">
                    <a16:creationId xmlns:a16="http://schemas.microsoft.com/office/drawing/2014/main" id="{79E61826-2291-428A-A077-F3A72D85B898}"/>
                  </a:ext>
                </a:extLst>
              </p:cNvPr>
              <p:cNvSpPr/>
              <p:nvPr/>
            </p:nvSpPr>
            <p:spPr>
              <a:xfrm>
                <a:off x="23032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25" name="타원 19124">
                <a:extLst>
                  <a:ext uri="{FF2B5EF4-FFF2-40B4-BE49-F238E27FC236}">
                    <a16:creationId xmlns:a16="http://schemas.microsoft.com/office/drawing/2014/main" id="{4ABD1AAA-63D3-4B83-88AF-51318136619F}"/>
                  </a:ext>
                </a:extLst>
              </p:cNvPr>
              <p:cNvSpPr/>
              <p:nvPr/>
            </p:nvSpPr>
            <p:spPr>
              <a:xfrm>
                <a:off x="24556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26" name="타원 19125">
                <a:extLst>
                  <a:ext uri="{FF2B5EF4-FFF2-40B4-BE49-F238E27FC236}">
                    <a16:creationId xmlns:a16="http://schemas.microsoft.com/office/drawing/2014/main" id="{57AC17CE-DAA0-460F-A9B6-73E2652C1A1E}"/>
                  </a:ext>
                </a:extLst>
              </p:cNvPr>
              <p:cNvSpPr/>
              <p:nvPr/>
            </p:nvSpPr>
            <p:spPr>
              <a:xfrm>
                <a:off x="26080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27" name="타원 19126">
                <a:extLst>
                  <a:ext uri="{FF2B5EF4-FFF2-40B4-BE49-F238E27FC236}">
                    <a16:creationId xmlns:a16="http://schemas.microsoft.com/office/drawing/2014/main" id="{EE64A8B7-4C99-40D4-96BF-059ED99C01FA}"/>
                  </a:ext>
                </a:extLst>
              </p:cNvPr>
              <p:cNvSpPr/>
              <p:nvPr/>
            </p:nvSpPr>
            <p:spPr>
              <a:xfrm>
                <a:off x="27604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28" name="타원 19127">
                <a:extLst>
                  <a:ext uri="{FF2B5EF4-FFF2-40B4-BE49-F238E27FC236}">
                    <a16:creationId xmlns:a16="http://schemas.microsoft.com/office/drawing/2014/main" id="{AEEFC639-F207-4592-B17E-595DD3E09447}"/>
                  </a:ext>
                </a:extLst>
              </p:cNvPr>
              <p:cNvSpPr/>
              <p:nvPr/>
            </p:nvSpPr>
            <p:spPr>
              <a:xfrm>
                <a:off x="29128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29" name="타원 19128">
                <a:extLst>
                  <a:ext uri="{FF2B5EF4-FFF2-40B4-BE49-F238E27FC236}">
                    <a16:creationId xmlns:a16="http://schemas.microsoft.com/office/drawing/2014/main" id="{250E380C-6361-4EFD-9486-417F3FCD58F7}"/>
                  </a:ext>
                </a:extLst>
              </p:cNvPr>
              <p:cNvSpPr/>
              <p:nvPr/>
            </p:nvSpPr>
            <p:spPr>
              <a:xfrm>
                <a:off x="30652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30" name="타원 19129">
                <a:extLst>
                  <a:ext uri="{FF2B5EF4-FFF2-40B4-BE49-F238E27FC236}">
                    <a16:creationId xmlns:a16="http://schemas.microsoft.com/office/drawing/2014/main" id="{A351EEBA-E47E-4CBC-9975-A5ECACB272CC}"/>
                  </a:ext>
                </a:extLst>
              </p:cNvPr>
              <p:cNvSpPr/>
              <p:nvPr/>
            </p:nvSpPr>
            <p:spPr>
              <a:xfrm>
                <a:off x="32176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31" name="타원 19130">
                <a:extLst>
                  <a:ext uri="{FF2B5EF4-FFF2-40B4-BE49-F238E27FC236}">
                    <a16:creationId xmlns:a16="http://schemas.microsoft.com/office/drawing/2014/main" id="{2505E2DA-6529-4695-8F18-EB1D65C26B88}"/>
                  </a:ext>
                </a:extLst>
              </p:cNvPr>
              <p:cNvSpPr/>
              <p:nvPr/>
            </p:nvSpPr>
            <p:spPr>
              <a:xfrm>
                <a:off x="33700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32" name="타원 19131">
                <a:extLst>
                  <a:ext uri="{FF2B5EF4-FFF2-40B4-BE49-F238E27FC236}">
                    <a16:creationId xmlns:a16="http://schemas.microsoft.com/office/drawing/2014/main" id="{5A9B4A7D-C9E8-46E0-809F-F53F135AFBEC}"/>
                  </a:ext>
                </a:extLst>
              </p:cNvPr>
              <p:cNvSpPr/>
              <p:nvPr/>
            </p:nvSpPr>
            <p:spPr>
              <a:xfrm>
                <a:off x="35224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33" name="타원 19132">
                <a:extLst>
                  <a:ext uri="{FF2B5EF4-FFF2-40B4-BE49-F238E27FC236}">
                    <a16:creationId xmlns:a16="http://schemas.microsoft.com/office/drawing/2014/main" id="{39FC8C89-E641-4131-B386-DA2AEA89DC3B}"/>
                  </a:ext>
                </a:extLst>
              </p:cNvPr>
              <p:cNvSpPr/>
              <p:nvPr/>
            </p:nvSpPr>
            <p:spPr>
              <a:xfrm>
                <a:off x="36748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34" name="타원 19133">
                <a:extLst>
                  <a:ext uri="{FF2B5EF4-FFF2-40B4-BE49-F238E27FC236}">
                    <a16:creationId xmlns:a16="http://schemas.microsoft.com/office/drawing/2014/main" id="{7EBB63AD-86BA-40EC-876A-6AC4DB9C64B2}"/>
                  </a:ext>
                </a:extLst>
              </p:cNvPr>
              <p:cNvSpPr/>
              <p:nvPr/>
            </p:nvSpPr>
            <p:spPr>
              <a:xfrm>
                <a:off x="38272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35" name="타원 19134">
                <a:extLst>
                  <a:ext uri="{FF2B5EF4-FFF2-40B4-BE49-F238E27FC236}">
                    <a16:creationId xmlns:a16="http://schemas.microsoft.com/office/drawing/2014/main" id="{3B5CF0C9-32D3-4A1C-923F-1E9C18EB9F89}"/>
                  </a:ext>
                </a:extLst>
              </p:cNvPr>
              <p:cNvSpPr/>
              <p:nvPr/>
            </p:nvSpPr>
            <p:spPr>
              <a:xfrm>
                <a:off x="39796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36" name="타원 19135">
                <a:extLst>
                  <a:ext uri="{FF2B5EF4-FFF2-40B4-BE49-F238E27FC236}">
                    <a16:creationId xmlns:a16="http://schemas.microsoft.com/office/drawing/2014/main" id="{3686E5E7-07B8-41D0-8DA2-BA424CFC58A7}"/>
                  </a:ext>
                </a:extLst>
              </p:cNvPr>
              <p:cNvSpPr/>
              <p:nvPr/>
            </p:nvSpPr>
            <p:spPr>
              <a:xfrm>
                <a:off x="41320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37" name="타원 19136">
                <a:extLst>
                  <a:ext uri="{FF2B5EF4-FFF2-40B4-BE49-F238E27FC236}">
                    <a16:creationId xmlns:a16="http://schemas.microsoft.com/office/drawing/2014/main" id="{C484AB77-9908-4679-AFB7-8F265CAC3E06}"/>
                  </a:ext>
                </a:extLst>
              </p:cNvPr>
              <p:cNvSpPr/>
              <p:nvPr/>
            </p:nvSpPr>
            <p:spPr>
              <a:xfrm>
                <a:off x="42844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38" name="타원 19137">
                <a:extLst>
                  <a:ext uri="{FF2B5EF4-FFF2-40B4-BE49-F238E27FC236}">
                    <a16:creationId xmlns:a16="http://schemas.microsoft.com/office/drawing/2014/main" id="{276E2510-D135-4D5C-9639-B8A02FC3FB88}"/>
                  </a:ext>
                </a:extLst>
              </p:cNvPr>
              <p:cNvSpPr/>
              <p:nvPr/>
            </p:nvSpPr>
            <p:spPr>
              <a:xfrm>
                <a:off x="44368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39" name="타원 19138">
                <a:extLst>
                  <a:ext uri="{FF2B5EF4-FFF2-40B4-BE49-F238E27FC236}">
                    <a16:creationId xmlns:a16="http://schemas.microsoft.com/office/drawing/2014/main" id="{BDF1B9BE-0FEA-435D-8FAB-E1DECAA7CEED}"/>
                  </a:ext>
                </a:extLst>
              </p:cNvPr>
              <p:cNvSpPr/>
              <p:nvPr/>
            </p:nvSpPr>
            <p:spPr>
              <a:xfrm>
                <a:off x="45892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40" name="타원 19139">
                <a:extLst>
                  <a:ext uri="{FF2B5EF4-FFF2-40B4-BE49-F238E27FC236}">
                    <a16:creationId xmlns:a16="http://schemas.microsoft.com/office/drawing/2014/main" id="{4D9E71E7-BC77-4297-B3C0-B41897B2A979}"/>
                  </a:ext>
                </a:extLst>
              </p:cNvPr>
              <p:cNvSpPr/>
              <p:nvPr/>
            </p:nvSpPr>
            <p:spPr>
              <a:xfrm>
                <a:off x="47416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41" name="타원 19140">
                <a:extLst>
                  <a:ext uri="{FF2B5EF4-FFF2-40B4-BE49-F238E27FC236}">
                    <a16:creationId xmlns:a16="http://schemas.microsoft.com/office/drawing/2014/main" id="{84EB8961-4F86-45EC-906B-425BAB651812}"/>
                  </a:ext>
                </a:extLst>
              </p:cNvPr>
              <p:cNvSpPr/>
              <p:nvPr/>
            </p:nvSpPr>
            <p:spPr>
              <a:xfrm>
                <a:off x="48940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42" name="타원 19141">
                <a:extLst>
                  <a:ext uri="{FF2B5EF4-FFF2-40B4-BE49-F238E27FC236}">
                    <a16:creationId xmlns:a16="http://schemas.microsoft.com/office/drawing/2014/main" id="{63389E94-2A8D-4E5C-8BDC-D81963B93BD3}"/>
                  </a:ext>
                </a:extLst>
              </p:cNvPr>
              <p:cNvSpPr/>
              <p:nvPr/>
            </p:nvSpPr>
            <p:spPr>
              <a:xfrm>
                <a:off x="50464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43" name="타원 19142">
                <a:extLst>
                  <a:ext uri="{FF2B5EF4-FFF2-40B4-BE49-F238E27FC236}">
                    <a16:creationId xmlns:a16="http://schemas.microsoft.com/office/drawing/2014/main" id="{21E73547-D0BE-4741-877B-369B20AA5AB9}"/>
                  </a:ext>
                </a:extLst>
              </p:cNvPr>
              <p:cNvSpPr/>
              <p:nvPr/>
            </p:nvSpPr>
            <p:spPr>
              <a:xfrm>
                <a:off x="51988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44" name="타원 19143">
                <a:extLst>
                  <a:ext uri="{FF2B5EF4-FFF2-40B4-BE49-F238E27FC236}">
                    <a16:creationId xmlns:a16="http://schemas.microsoft.com/office/drawing/2014/main" id="{A3457DE3-36B5-436E-8755-964926F88CA7}"/>
                  </a:ext>
                </a:extLst>
              </p:cNvPr>
              <p:cNvSpPr/>
              <p:nvPr/>
            </p:nvSpPr>
            <p:spPr>
              <a:xfrm>
                <a:off x="53512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45" name="타원 19144">
                <a:extLst>
                  <a:ext uri="{FF2B5EF4-FFF2-40B4-BE49-F238E27FC236}">
                    <a16:creationId xmlns:a16="http://schemas.microsoft.com/office/drawing/2014/main" id="{9F84B6D1-08B7-4B46-9316-3E43562964C6}"/>
                  </a:ext>
                </a:extLst>
              </p:cNvPr>
              <p:cNvSpPr/>
              <p:nvPr/>
            </p:nvSpPr>
            <p:spPr>
              <a:xfrm>
                <a:off x="55036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46" name="타원 19145">
                <a:extLst>
                  <a:ext uri="{FF2B5EF4-FFF2-40B4-BE49-F238E27FC236}">
                    <a16:creationId xmlns:a16="http://schemas.microsoft.com/office/drawing/2014/main" id="{21B91F31-65D2-4CE9-BC57-B3187DB664B9}"/>
                  </a:ext>
                </a:extLst>
              </p:cNvPr>
              <p:cNvSpPr/>
              <p:nvPr/>
            </p:nvSpPr>
            <p:spPr>
              <a:xfrm>
                <a:off x="5656026" y="113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47" name="타원 19146">
                <a:extLst>
                  <a:ext uri="{FF2B5EF4-FFF2-40B4-BE49-F238E27FC236}">
                    <a16:creationId xmlns:a16="http://schemas.microsoft.com/office/drawing/2014/main" id="{6A08CE05-5B81-4F97-8133-09CD907D96BF}"/>
                  </a:ext>
                </a:extLst>
              </p:cNvPr>
              <p:cNvSpPr/>
              <p:nvPr/>
            </p:nvSpPr>
            <p:spPr>
              <a:xfrm>
                <a:off x="3220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48" name="타원 19147">
                <a:extLst>
                  <a:ext uri="{FF2B5EF4-FFF2-40B4-BE49-F238E27FC236}">
                    <a16:creationId xmlns:a16="http://schemas.microsoft.com/office/drawing/2014/main" id="{6D535B97-39BA-446F-B54A-9921FF4D4FED}"/>
                  </a:ext>
                </a:extLst>
              </p:cNvPr>
              <p:cNvSpPr/>
              <p:nvPr/>
            </p:nvSpPr>
            <p:spPr>
              <a:xfrm>
                <a:off x="4744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49" name="타원 19148">
                <a:extLst>
                  <a:ext uri="{FF2B5EF4-FFF2-40B4-BE49-F238E27FC236}">
                    <a16:creationId xmlns:a16="http://schemas.microsoft.com/office/drawing/2014/main" id="{7B64C08B-2D0C-4599-8D56-EC27BCB0AE6D}"/>
                  </a:ext>
                </a:extLst>
              </p:cNvPr>
              <p:cNvSpPr/>
              <p:nvPr/>
            </p:nvSpPr>
            <p:spPr>
              <a:xfrm>
                <a:off x="6268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50" name="타원 19149">
                <a:extLst>
                  <a:ext uri="{FF2B5EF4-FFF2-40B4-BE49-F238E27FC236}">
                    <a16:creationId xmlns:a16="http://schemas.microsoft.com/office/drawing/2014/main" id="{375E5BCE-3D9F-45A6-A055-A96926064078}"/>
                  </a:ext>
                </a:extLst>
              </p:cNvPr>
              <p:cNvSpPr/>
              <p:nvPr/>
            </p:nvSpPr>
            <p:spPr>
              <a:xfrm>
                <a:off x="7792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51" name="타원 19150">
                <a:extLst>
                  <a:ext uri="{FF2B5EF4-FFF2-40B4-BE49-F238E27FC236}">
                    <a16:creationId xmlns:a16="http://schemas.microsoft.com/office/drawing/2014/main" id="{5F87432B-A990-44F1-85C0-ACE93CC89D3C}"/>
                  </a:ext>
                </a:extLst>
              </p:cNvPr>
              <p:cNvSpPr/>
              <p:nvPr/>
            </p:nvSpPr>
            <p:spPr>
              <a:xfrm>
                <a:off x="9316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52" name="타원 19151">
                <a:extLst>
                  <a:ext uri="{FF2B5EF4-FFF2-40B4-BE49-F238E27FC236}">
                    <a16:creationId xmlns:a16="http://schemas.microsoft.com/office/drawing/2014/main" id="{CEB04B54-6341-4E4A-B80B-380FD5959A2F}"/>
                  </a:ext>
                </a:extLst>
              </p:cNvPr>
              <p:cNvSpPr/>
              <p:nvPr/>
            </p:nvSpPr>
            <p:spPr>
              <a:xfrm>
                <a:off x="10840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53" name="타원 19152">
                <a:extLst>
                  <a:ext uri="{FF2B5EF4-FFF2-40B4-BE49-F238E27FC236}">
                    <a16:creationId xmlns:a16="http://schemas.microsoft.com/office/drawing/2014/main" id="{DE811794-1E72-4ED0-BF35-C9C2A5019269}"/>
                  </a:ext>
                </a:extLst>
              </p:cNvPr>
              <p:cNvSpPr/>
              <p:nvPr/>
            </p:nvSpPr>
            <p:spPr>
              <a:xfrm>
                <a:off x="12364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54" name="타원 19153">
                <a:extLst>
                  <a:ext uri="{FF2B5EF4-FFF2-40B4-BE49-F238E27FC236}">
                    <a16:creationId xmlns:a16="http://schemas.microsoft.com/office/drawing/2014/main" id="{19B61B38-DBEC-47B8-9815-E4B584C455BA}"/>
                  </a:ext>
                </a:extLst>
              </p:cNvPr>
              <p:cNvSpPr/>
              <p:nvPr/>
            </p:nvSpPr>
            <p:spPr>
              <a:xfrm>
                <a:off x="13888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55" name="타원 19154">
                <a:extLst>
                  <a:ext uri="{FF2B5EF4-FFF2-40B4-BE49-F238E27FC236}">
                    <a16:creationId xmlns:a16="http://schemas.microsoft.com/office/drawing/2014/main" id="{0532C11B-8D36-4605-B876-65AFB2F3F833}"/>
                  </a:ext>
                </a:extLst>
              </p:cNvPr>
              <p:cNvSpPr/>
              <p:nvPr/>
            </p:nvSpPr>
            <p:spPr>
              <a:xfrm>
                <a:off x="15412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56" name="타원 19155">
                <a:extLst>
                  <a:ext uri="{FF2B5EF4-FFF2-40B4-BE49-F238E27FC236}">
                    <a16:creationId xmlns:a16="http://schemas.microsoft.com/office/drawing/2014/main" id="{BBAABE47-A91D-43DD-9B74-050AC99CF689}"/>
                  </a:ext>
                </a:extLst>
              </p:cNvPr>
              <p:cNvSpPr/>
              <p:nvPr/>
            </p:nvSpPr>
            <p:spPr>
              <a:xfrm>
                <a:off x="16936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57" name="타원 19156">
                <a:extLst>
                  <a:ext uri="{FF2B5EF4-FFF2-40B4-BE49-F238E27FC236}">
                    <a16:creationId xmlns:a16="http://schemas.microsoft.com/office/drawing/2014/main" id="{0465027C-1B11-4918-92F2-A5ED2FABDAEC}"/>
                  </a:ext>
                </a:extLst>
              </p:cNvPr>
              <p:cNvSpPr/>
              <p:nvPr/>
            </p:nvSpPr>
            <p:spPr>
              <a:xfrm>
                <a:off x="18460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58" name="타원 19157">
                <a:extLst>
                  <a:ext uri="{FF2B5EF4-FFF2-40B4-BE49-F238E27FC236}">
                    <a16:creationId xmlns:a16="http://schemas.microsoft.com/office/drawing/2014/main" id="{8B0748C0-065D-44F8-BB0E-3CA95435A2F2}"/>
                  </a:ext>
                </a:extLst>
              </p:cNvPr>
              <p:cNvSpPr/>
              <p:nvPr/>
            </p:nvSpPr>
            <p:spPr>
              <a:xfrm>
                <a:off x="19984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59" name="타원 19158">
                <a:extLst>
                  <a:ext uri="{FF2B5EF4-FFF2-40B4-BE49-F238E27FC236}">
                    <a16:creationId xmlns:a16="http://schemas.microsoft.com/office/drawing/2014/main" id="{A4861CBB-07CA-403A-8D43-AF46652D261F}"/>
                  </a:ext>
                </a:extLst>
              </p:cNvPr>
              <p:cNvSpPr/>
              <p:nvPr/>
            </p:nvSpPr>
            <p:spPr>
              <a:xfrm>
                <a:off x="21508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60" name="타원 19159">
                <a:extLst>
                  <a:ext uri="{FF2B5EF4-FFF2-40B4-BE49-F238E27FC236}">
                    <a16:creationId xmlns:a16="http://schemas.microsoft.com/office/drawing/2014/main" id="{05AF2C73-5E10-4F23-8738-308C690C7859}"/>
                  </a:ext>
                </a:extLst>
              </p:cNvPr>
              <p:cNvSpPr/>
              <p:nvPr/>
            </p:nvSpPr>
            <p:spPr>
              <a:xfrm>
                <a:off x="23032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61" name="타원 19160">
                <a:extLst>
                  <a:ext uri="{FF2B5EF4-FFF2-40B4-BE49-F238E27FC236}">
                    <a16:creationId xmlns:a16="http://schemas.microsoft.com/office/drawing/2014/main" id="{84683DAC-011E-4E83-ACB8-442B69D69E4D}"/>
                  </a:ext>
                </a:extLst>
              </p:cNvPr>
              <p:cNvSpPr/>
              <p:nvPr/>
            </p:nvSpPr>
            <p:spPr>
              <a:xfrm>
                <a:off x="24556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62" name="타원 19161">
                <a:extLst>
                  <a:ext uri="{FF2B5EF4-FFF2-40B4-BE49-F238E27FC236}">
                    <a16:creationId xmlns:a16="http://schemas.microsoft.com/office/drawing/2014/main" id="{2587E442-D2C7-4555-BC5A-3ECFDF14A193}"/>
                  </a:ext>
                </a:extLst>
              </p:cNvPr>
              <p:cNvSpPr/>
              <p:nvPr/>
            </p:nvSpPr>
            <p:spPr>
              <a:xfrm>
                <a:off x="26080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63" name="타원 19162">
                <a:extLst>
                  <a:ext uri="{FF2B5EF4-FFF2-40B4-BE49-F238E27FC236}">
                    <a16:creationId xmlns:a16="http://schemas.microsoft.com/office/drawing/2014/main" id="{483C052C-0BDB-41F7-BEA8-7E6F639DE541}"/>
                  </a:ext>
                </a:extLst>
              </p:cNvPr>
              <p:cNvSpPr/>
              <p:nvPr/>
            </p:nvSpPr>
            <p:spPr>
              <a:xfrm>
                <a:off x="27604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64" name="타원 19163">
                <a:extLst>
                  <a:ext uri="{FF2B5EF4-FFF2-40B4-BE49-F238E27FC236}">
                    <a16:creationId xmlns:a16="http://schemas.microsoft.com/office/drawing/2014/main" id="{0BC33257-DCBC-480F-9C2E-481394C85A80}"/>
                  </a:ext>
                </a:extLst>
              </p:cNvPr>
              <p:cNvSpPr/>
              <p:nvPr/>
            </p:nvSpPr>
            <p:spPr>
              <a:xfrm>
                <a:off x="29128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65" name="타원 19164">
                <a:extLst>
                  <a:ext uri="{FF2B5EF4-FFF2-40B4-BE49-F238E27FC236}">
                    <a16:creationId xmlns:a16="http://schemas.microsoft.com/office/drawing/2014/main" id="{0FCFB77B-93C6-4826-BFEC-80BDB1C9B71B}"/>
                  </a:ext>
                </a:extLst>
              </p:cNvPr>
              <p:cNvSpPr/>
              <p:nvPr/>
            </p:nvSpPr>
            <p:spPr>
              <a:xfrm>
                <a:off x="30652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66" name="타원 19165">
                <a:extLst>
                  <a:ext uri="{FF2B5EF4-FFF2-40B4-BE49-F238E27FC236}">
                    <a16:creationId xmlns:a16="http://schemas.microsoft.com/office/drawing/2014/main" id="{DE0A1497-83E8-4890-9B43-82A9B35D62A0}"/>
                  </a:ext>
                </a:extLst>
              </p:cNvPr>
              <p:cNvSpPr/>
              <p:nvPr/>
            </p:nvSpPr>
            <p:spPr>
              <a:xfrm>
                <a:off x="32176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67" name="타원 19166">
                <a:extLst>
                  <a:ext uri="{FF2B5EF4-FFF2-40B4-BE49-F238E27FC236}">
                    <a16:creationId xmlns:a16="http://schemas.microsoft.com/office/drawing/2014/main" id="{3A3155CC-A53E-4DBD-9F29-864BA6BC30B8}"/>
                  </a:ext>
                </a:extLst>
              </p:cNvPr>
              <p:cNvSpPr/>
              <p:nvPr/>
            </p:nvSpPr>
            <p:spPr>
              <a:xfrm>
                <a:off x="33700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68" name="타원 19167">
                <a:extLst>
                  <a:ext uri="{FF2B5EF4-FFF2-40B4-BE49-F238E27FC236}">
                    <a16:creationId xmlns:a16="http://schemas.microsoft.com/office/drawing/2014/main" id="{E61593F8-E982-4939-A071-A0FC69EEDF02}"/>
                  </a:ext>
                </a:extLst>
              </p:cNvPr>
              <p:cNvSpPr/>
              <p:nvPr/>
            </p:nvSpPr>
            <p:spPr>
              <a:xfrm>
                <a:off x="35224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69" name="타원 19168">
                <a:extLst>
                  <a:ext uri="{FF2B5EF4-FFF2-40B4-BE49-F238E27FC236}">
                    <a16:creationId xmlns:a16="http://schemas.microsoft.com/office/drawing/2014/main" id="{9B3A664C-45BC-480A-A23A-1037C42E6C9E}"/>
                  </a:ext>
                </a:extLst>
              </p:cNvPr>
              <p:cNvSpPr/>
              <p:nvPr/>
            </p:nvSpPr>
            <p:spPr>
              <a:xfrm>
                <a:off x="36748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70" name="타원 19169">
                <a:extLst>
                  <a:ext uri="{FF2B5EF4-FFF2-40B4-BE49-F238E27FC236}">
                    <a16:creationId xmlns:a16="http://schemas.microsoft.com/office/drawing/2014/main" id="{2F6544C2-B54D-4CCA-9783-2566BE3C05E3}"/>
                  </a:ext>
                </a:extLst>
              </p:cNvPr>
              <p:cNvSpPr/>
              <p:nvPr/>
            </p:nvSpPr>
            <p:spPr>
              <a:xfrm>
                <a:off x="38272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71" name="타원 19170">
                <a:extLst>
                  <a:ext uri="{FF2B5EF4-FFF2-40B4-BE49-F238E27FC236}">
                    <a16:creationId xmlns:a16="http://schemas.microsoft.com/office/drawing/2014/main" id="{22501E5A-42AC-40A4-BD5E-DB772519393D}"/>
                  </a:ext>
                </a:extLst>
              </p:cNvPr>
              <p:cNvSpPr/>
              <p:nvPr/>
            </p:nvSpPr>
            <p:spPr>
              <a:xfrm>
                <a:off x="39796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72" name="타원 19171">
                <a:extLst>
                  <a:ext uri="{FF2B5EF4-FFF2-40B4-BE49-F238E27FC236}">
                    <a16:creationId xmlns:a16="http://schemas.microsoft.com/office/drawing/2014/main" id="{B866907C-B187-48F8-AD48-1D93D187DFB9}"/>
                  </a:ext>
                </a:extLst>
              </p:cNvPr>
              <p:cNvSpPr/>
              <p:nvPr/>
            </p:nvSpPr>
            <p:spPr>
              <a:xfrm>
                <a:off x="41320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73" name="타원 19172">
                <a:extLst>
                  <a:ext uri="{FF2B5EF4-FFF2-40B4-BE49-F238E27FC236}">
                    <a16:creationId xmlns:a16="http://schemas.microsoft.com/office/drawing/2014/main" id="{5461FA20-ECC3-4B38-B893-9F4F4620B83E}"/>
                  </a:ext>
                </a:extLst>
              </p:cNvPr>
              <p:cNvSpPr/>
              <p:nvPr/>
            </p:nvSpPr>
            <p:spPr>
              <a:xfrm>
                <a:off x="42844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74" name="타원 19173">
                <a:extLst>
                  <a:ext uri="{FF2B5EF4-FFF2-40B4-BE49-F238E27FC236}">
                    <a16:creationId xmlns:a16="http://schemas.microsoft.com/office/drawing/2014/main" id="{38449526-9FEC-4228-8BB4-30AB9E9EF444}"/>
                  </a:ext>
                </a:extLst>
              </p:cNvPr>
              <p:cNvSpPr/>
              <p:nvPr/>
            </p:nvSpPr>
            <p:spPr>
              <a:xfrm>
                <a:off x="44368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75" name="타원 19174">
                <a:extLst>
                  <a:ext uri="{FF2B5EF4-FFF2-40B4-BE49-F238E27FC236}">
                    <a16:creationId xmlns:a16="http://schemas.microsoft.com/office/drawing/2014/main" id="{7700E283-A3E9-44B4-8EB7-42B103B443CA}"/>
                  </a:ext>
                </a:extLst>
              </p:cNvPr>
              <p:cNvSpPr/>
              <p:nvPr/>
            </p:nvSpPr>
            <p:spPr>
              <a:xfrm>
                <a:off x="45892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76" name="타원 19175">
                <a:extLst>
                  <a:ext uri="{FF2B5EF4-FFF2-40B4-BE49-F238E27FC236}">
                    <a16:creationId xmlns:a16="http://schemas.microsoft.com/office/drawing/2014/main" id="{EB2DF691-252C-48B3-88CD-EDCE01BEC0A6}"/>
                  </a:ext>
                </a:extLst>
              </p:cNvPr>
              <p:cNvSpPr/>
              <p:nvPr/>
            </p:nvSpPr>
            <p:spPr>
              <a:xfrm>
                <a:off x="47416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77" name="타원 19176">
                <a:extLst>
                  <a:ext uri="{FF2B5EF4-FFF2-40B4-BE49-F238E27FC236}">
                    <a16:creationId xmlns:a16="http://schemas.microsoft.com/office/drawing/2014/main" id="{4CF99DDC-FF7A-4DE5-9EFB-3B7B3664F1F9}"/>
                  </a:ext>
                </a:extLst>
              </p:cNvPr>
              <p:cNvSpPr/>
              <p:nvPr/>
            </p:nvSpPr>
            <p:spPr>
              <a:xfrm>
                <a:off x="48940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78" name="타원 19177">
                <a:extLst>
                  <a:ext uri="{FF2B5EF4-FFF2-40B4-BE49-F238E27FC236}">
                    <a16:creationId xmlns:a16="http://schemas.microsoft.com/office/drawing/2014/main" id="{D3640AD0-1D8D-463B-B6AE-B4AF1FA820D6}"/>
                  </a:ext>
                </a:extLst>
              </p:cNvPr>
              <p:cNvSpPr/>
              <p:nvPr/>
            </p:nvSpPr>
            <p:spPr>
              <a:xfrm>
                <a:off x="50464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79" name="타원 19178">
                <a:extLst>
                  <a:ext uri="{FF2B5EF4-FFF2-40B4-BE49-F238E27FC236}">
                    <a16:creationId xmlns:a16="http://schemas.microsoft.com/office/drawing/2014/main" id="{5BC4E4BF-945E-479E-BEB8-477DAA171358}"/>
                  </a:ext>
                </a:extLst>
              </p:cNvPr>
              <p:cNvSpPr/>
              <p:nvPr/>
            </p:nvSpPr>
            <p:spPr>
              <a:xfrm>
                <a:off x="51988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80" name="타원 19179">
                <a:extLst>
                  <a:ext uri="{FF2B5EF4-FFF2-40B4-BE49-F238E27FC236}">
                    <a16:creationId xmlns:a16="http://schemas.microsoft.com/office/drawing/2014/main" id="{49DA9EF9-CD0C-4F49-B507-8DE466210418}"/>
                  </a:ext>
                </a:extLst>
              </p:cNvPr>
              <p:cNvSpPr/>
              <p:nvPr/>
            </p:nvSpPr>
            <p:spPr>
              <a:xfrm>
                <a:off x="53512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81" name="타원 19180">
                <a:extLst>
                  <a:ext uri="{FF2B5EF4-FFF2-40B4-BE49-F238E27FC236}">
                    <a16:creationId xmlns:a16="http://schemas.microsoft.com/office/drawing/2014/main" id="{7E426E1E-2A90-4AE7-B37B-BE663BF46495}"/>
                  </a:ext>
                </a:extLst>
              </p:cNvPr>
              <p:cNvSpPr/>
              <p:nvPr/>
            </p:nvSpPr>
            <p:spPr>
              <a:xfrm>
                <a:off x="55036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82" name="타원 19181">
                <a:extLst>
                  <a:ext uri="{FF2B5EF4-FFF2-40B4-BE49-F238E27FC236}">
                    <a16:creationId xmlns:a16="http://schemas.microsoft.com/office/drawing/2014/main" id="{08D78DFC-1FC0-435D-8B0A-151E31247A4B}"/>
                  </a:ext>
                </a:extLst>
              </p:cNvPr>
              <p:cNvSpPr/>
              <p:nvPr/>
            </p:nvSpPr>
            <p:spPr>
              <a:xfrm>
                <a:off x="5656026" y="128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83" name="타원 19182">
                <a:extLst>
                  <a:ext uri="{FF2B5EF4-FFF2-40B4-BE49-F238E27FC236}">
                    <a16:creationId xmlns:a16="http://schemas.microsoft.com/office/drawing/2014/main" id="{08A9190F-6646-497F-A2DA-960EC1AE2656}"/>
                  </a:ext>
                </a:extLst>
              </p:cNvPr>
              <p:cNvSpPr/>
              <p:nvPr/>
            </p:nvSpPr>
            <p:spPr>
              <a:xfrm>
                <a:off x="3220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84" name="타원 19183">
                <a:extLst>
                  <a:ext uri="{FF2B5EF4-FFF2-40B4-BE49-F238E27FC236}">
                    <a16:creationId xmlns:a16="http://schemas.microsoft.com/office/drawing/2014/main" id="{A248863C-45DB-4CFF-BCD9-52F3EC966DB8}"/>
                  </a:ext>
                </a:extLst>
              </p:cNvPr>
              <p:cNvSpPr/>
              <p:nvPr/>
            </p:nvSpPr>
            <p:spPr>
              <a:xfrm>
                <a:off x="4744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85" name="타원 19184">
                <a:extLst>
                  <a:ext uri="{FF2B5EF4-FFF2-40B4-BE49-F238E27FC236}">
                    <a16:creationId xmlns:a16="http://schemas.microsoft.com/office/drawing/2014/main" id="{53B024FA-02EC-4E5D-9CCE-4245E392F449}"/>
                  </a:ext>
                </a:extLst>
              </p:cNvPr>
              <p:cNvSpPr/>
              <p:nvPr/>
            </p:nvSpPr>
            <p:spPr>
              <a:xfrm>
                <a:off x="6268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86" name="타원 19185">
                <a:extLst>
                  <a:ext uri="{FF2B5EF4-FFF2-40B4-BE49-F238E27FC236}">
                    <a16:creationId xmlns:a16="http://schemas.microsoft.com/office/drawing/2014/main" id="{41B27E49-F795-4A54-B9F6-06BB5162314A}"/>
                  </a:ext>
                </a:extLst>
              </p:cNvPr>
              <p:cNvSpPr/>
              <p:nvPr/>
            </p:nvSpPr>
            <p:spPr>
              <a:xfrm>
                <a:off x="7792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87" name="타원 19186">
                <a:extLst>
                  <a:ext uri="{FF2B5EF4-FFF2-40B4-BE49-F238E27FC236}">
                    <a16:creationId xmlns:a16="http://schemas.microsoft.com/office/drawing/2014/main" id="{1296CA76-6635-4528-9FDB-D7C09EF43FDF}"/>
                  </a:ext>
                </a:extLst>
              </p:cNvPr>
              <p:cNvSpPr/>
              <p:nvPr/>
            </p:nvSpPr>
            <p:spPr>
              <a:xfrm>
                <a:off x="9316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88" name="타원 19187">
                <a:extLst>
                  <a:ext uri="{FF2B5EF4-FFF2-40B4-BE49-F238E27FC236}">
                    <a16:creationId xmlns:a16="http://schemas.microsoft.com/office/drawing/2014/main" id="{2555F1AF-7743-49EF-824C-0FA1DEBB9CD2}"/>
                  </a:ext>
                </a:extLst>
              </p:cNvPr>
              <p:cNvSpPr/>
              <p:nvPr/>
            </p:nvSpPr>
            <p:spPr>
              <a:xfrm>
                <a:off x="10840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89" name="타원 19188">
                <a:extLst>
                  <a:ext uri="{FF2B5EF4-FFF2-40B4-BE49-F238E27FC236}">
                    <a16:creationId xmlns:a16="http://schemas.microsoft.com/office/drawing/2014/main" id="{0F808509-16DA-4E1B-A744-12A3702F4B13}"/>
                  </a:ext>
                </a:extLst>
              </p:cNvPr>
              <p:cNvSpPr/>
              <p:nvPr/>
            </p:nvSpPr>
            <p:spPr>
              <a:xfrm>
                <a:off x="12364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90" name="타원 19189">
                <a:extLst>
                  <a:ext uri="{FF2B5EF4-FFF2-40B4-BE49-F238E27FC236}">
                    <a16:creationId xmlns:a16="http://schemas.microsoft.com/office/drawing/2014/main" id="{FA7D6DAE-2DD9-4F02-904E-0366161571D6}"/>
                  </a:ext>
                </a:extLst>
              </p:cNvPr>
              <p:cNvSpPr/>
              <p:nvPr/>
            </p:nvSpPr>
            <p:spPr>
              <a:xfrm>
                <a:off x="13888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91" name="타원 19190">
                <a:extLst>
                  <a:ext uri="{FF2B5EF4-FFF2-40B4-BE49-F238E27FC236}">
                    <a16:creationId xmlns:a16="http://schemas.microsoft.com/office/drawing/2014/main" id="{BB496275-1F37-48F8-B37A-42FA130253E5}"/>
                  </a:ext>
                </a:extLst>
              </p:cNvPr>
              <p:cNvSpPr/>
              <p:nvPr/>
            </p:nvSpPr>
            <p:spPr>
              <a:xfrm>
                <a:off x="15412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92" name="타원 19191">
                <a:extLst>
                  <a:ext uri="{FF2B5EF4-FFF2-40B4-BE49-F238E27FC236}">
                    <a16:creationId xmlns:a16="http://schemas.microsoft.com/office/drawing/2014/main" id="{03AFF616-0569-4BE5-8CC8-4F3D05E33E23}"/>
                  </a:ext>
                </a:extLst>
              </p:cNvPr>
              <p:cNvSpPr/>
              <p:nvPr/>
            </p:nvSpPr>
            <p:spPr>
              <a:xfrm>
                <a:off x="16936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93" name="타원 19192">
                <a:extLst>
                  <a:ext uri="{FF2B5EF4-FFF2-40B4-BE49-F238E27FC236}">
                    <a16:creationId xmlns:a16="http://schemas.microsoft.com/office/drawing/2014/main" id="{7A3CE2AA-2897-4009-88BB-3B8096F9F5C8}"/>
                  </a:ext>
                </a:extLst>
              </p:cNvPr>
              <p:cNvSpPr/>
              <p:nvPr/>
            </p:nvSpPr>
            <p:spPr>
              <a:xfrm>
                <a:off x="18460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94" name="타원 19193">
                <a:extLst>
                  <a:ext uri="{FF2B5EF4-FFF2-40B4-BE49-F238E27FC236}">
                    <a16:creationId xmlns:a16="http://schemas.microsoft.com/office/drawing/2014/main" id="{50AC1673-E708-4573-8474-D976A0A319D3}"/>
                  </a:ext>
                </a:extLst>
              </p:cNvPr>
              <p:cNvSpPr/>
              <p:nvPr/>
            </p:nvSpPr>
            <p:spPr>
              <a:xfrm>
                <a:off x="19984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95" name="타원 19194">
                <a:extLst>
                  <a:ext uri="{FF2B5EF4-FFF2-40B4-BE49-F238E27FC236}">
                    <a16:creationId xmlns:a16="http://schemas.microsoft.com/office/drawing/2014/main" id="{E3C6A03B-937F-4C18-8E5E-2E72BA927058}"/>
                  </a:ext>
                </a:extLst>
              </p:cNvPr>
              <p:cNvSpPr/>
              <p:nvPr/>
            </p:nvSpPr>
            <p:spPr>
              <a:xfrm>
                <a:off x="21508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96" name="타원 19195">
                <a:extLst>
                  <a:ext uri="{FF2B5EF4-FFF2-40B4-BE49-F238E27FC236}">
                    <a16:creationId xmlns:a16="http://schemas.microsoft.com/office/drawing/2014/main" id="{297F6882-C7A9-41D4-86D1-07BE24ED72E7}"/>
                  </a:ext>
                </a:extLst>
              </p:cNvPr>
              <p:cNvSpPr/>
              <p:nvPr/>
            </p:nvSpPr>
            <p:spPr>
              <a:xfrm>
                <a:off x="23032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97" name="타원 19196">
                <a:extLst>
                  <a:ext uri="{FF2B5EF4-FFF2-40B4-BE49-F238E27FC236}">
                    <a16:creationId xmlns:a16="http://schemas.microsoft.com/office/drawing/2014/main" id="{6BC8382F-7A6C-4FF6-8077-C45A7BBF0E61}"/>
                  </a:ext>
                </a:extLst>
              </p:cNvPr>
              <p:cNvSpPr/>
              <p:nvPr/>
            </p:nvSpPr>
            <p:spPr>
              <a:xfrm>
                <a:off x="24556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98" name="타원 19197">
                <a:extLst>
                  <a:ext uri="{FF2B5EF4-FFF2-40B4-BE49-F238E27FC236}">
                    <a16:creationId xmlns:a16="http://schemas.microsoft.com/office/drawing/2014/main" id="{CCA52AE0-B9CD-4D45-9707-6AD80F6DC505}"/>
                  </a:ext>
                </a:extLst>
              </p:cNvPr>
              <p:cNvSpPr/>
              <p:nvPr/>
            </p:nvSpPr>
            <p:spPr>
              <a:xfrm>
                <a:off x="26080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99" name="타원 19198">
                <a:extLst>
                  <a:ext uri="{FF2B5EF4-FFF2-40B4-BE49-F238E27FC236}">
                    <a16:creationId xmlns:a16="http://schemas.microsoft.com/office/drawing/2014/main" id="{C1306213-4309-4A31-853D-9F4D4CBD6BD6}"/>
                  </a:ext>
                </a:extLst>
              </p:cNvPr>
              <p:cNvSpPr/>
              <p:nvPr/>
            </p:nvSpPr>
            <p:spPr>
              <a:xfrm>
                <a:off x="27604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00" name="타원 19199">
                <a:extLst>
                  <a:ext uri="{FF2B5EF4-FFF2-40B4-BE49-F238E27FC236}">
                    <a16:creationId xmlns:a16="http://schemas.microsoft.com/office/drawing/2014/main" id="{5C144B1E-6A5B-403C-B651-45E5D230E697}"/>
                  </a:ext>
                </a:extLst>
              </p:cNvPr>
              <p:cNvSpPr/>
              <p:nvPr/>
            </p:nvSpPr>
            <p:spPr>
              <a:xfrm>
                <a:off x="29128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01" name="타원 19200">
                <a:extLst>
                  <a:ext uri="{FF2B5EF4-FFF2-40B4-BE49-F238E27FC236}">
                    <a16:creationId xmlns:a16="http://schemas.microsoft.com/office/drawing/2014/main" id="{911634E8-520A-4F1A-B7CF-0BDA04A2BFCB}"/>
                  </a:ext>
                </a:extLst>
              </p:cNvPr>
              <p:cNvSpPr/>
              <p:nvPr/>
            </p:nvSpPr>
            <p:spPr>
              <a:xfrm>
                <a:off x="30652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02" name="타원 19201">
                <a:extLst>
                  <a:ext uri="{FF2B5EF4-FFF2-40B4-BE49-F238E27FC236}">
                    <a16:creationId xmlns:a16="http://schemas.microsoft.com/office/drawing/2014/main" id="{8A6DC435-C7D0-4FDD-83D7-845200262651}"/>
                  </a:ext>
                </a:extLst>
              </p:cNvPr>
              <p:cNvSpPr/>
              <p:nvPr/>
            </p:nvSpPr>
            <p:spPr>
              <a:xfrm>
                <a:off x="32176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03" name="타원 19202">
                <a:extLst>
                  <a:ext uri="{FF2B5EF4-FFF2-40B4-BE49-F238E27FC236}">
                    <a16:creationId xmlns:a16="http://schemas.microsoft.com/office/drawing/2014/main" id="{92E65E03-57E2-44BC-B9D5-6F3644434E61}"/>
                  </a:ext>
                </a:extLst>
              </p:cNvPr>
              <p:cNvSpPr/>
              <p:nvPr/>
            </p:nvSpPr>
            <p:spPr>
              <a:xfrm>
                <a:off x="33700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04" name="타원 19203">
                <a:extLst>
                  <a:ext uri="{FF2B5EF4-FFF2-40B4-BE49-F238E27FC236}">
                    <a16:creationId xmlns:a16="http://schemas.microsoft.com/office/drawing/2014/main" id="{0E668620-89F6-4E08-9980-A82794CEB90A}"/>
                  </a:ext>
                </a:extLst>
              </p:cNvPr>
              <p:cNvSpPr/>
              <p:nvPr/>
            </p:nvSpPr>
            <p:spPr>
              <a:xfrm>
                <a:off x="35224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05" name="타원 19204">
                <a:extLst>
                  <a:ext uri="{FF2B5EF4-FFF2-40B4-BE49-F238E27FC236}">
                    <a16:creationId xmlns:a16="http://schemas.microsoft.com/office/drawing/2014/main" id="{AC4A2CE0-D178-424D-82DC-37A34AE8F2F4}"/>
                  </a:ext>
                </a:extLst>
              </p:cNvPr>
              <p:cNvSpPr/>
              <p:nvPr/>
            </p:nvSpPr>
            <p:spPr>
              <a:xfrm>
                <a:off x="36748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06" name="타원 19205">
                <a:extLst>
                  <a:ext uri="{FF2B5EF4-FFF2-40B4-BE49-F238E27FC236}">
                    <a16:creationId xmlns:a16="http://schemas.microsoft.com/office/drawing/2014/main" id="{51B1461D-D703-462D-9D19-F10ED780271E}"/>
                  </a:ext>
                </a:extLst>
              </p:cNvPr>
              <p:cNvSpPr/>
              <p:nvPr/>
            </p:nvSpPr>
            <p:spPr>
              <a:xfrm>
                <a:off x="38272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07" name="타원 19206">
                <a:extLst>
                  <a:ext uri="{FF2B5EF4-FFF2-40B4-BE49-F238E27FC236}">
                    <a16:creationId xmlns:a16="http://schemas.microsoft.com/office/drawing/2014/main" id="{0DA4C925-152A-4849-BB68-FEC6EFDA1D59}"/>
                  </a:ext>
                </a:extLst>
              </p:cNvPr>
              <p:cNvSpPr/>
              <p:nvPr/>
            </p:nvSpPr>
            <p:spPr>
              <a:xfrm>
                <a:off x="39796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08" name="타원 19207">
                <a:extLst>
                  <a:ext uri="{FF2B5EF4-FFF2-40B4-BE49-F238E27FC236}">
                    <a16:creationId xmlns:a16="http://schemas.microsoft.com/office/drawing/2014/main" id="{F85873BF-E378-4D0F-B846-5D19B0191C09}"/>
                  </a:ext>
                </a:extLst>
              </p:cNvPr>
              <p:cNvSpPr/>
              <p:nvPr/>
            </p:nvSpPr>
            <p:spPr>
              <a:xfrm>
                <a:off x="41320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09" name="타원 19208">
                <a:extLst>
                  <a:ext uri="{FF2B5EF4-FFF2-40B4-BE49-F238E27FC236}">
                    <a16:creationId xmlns:a16="http://schemas.microsoft.com/office/drawing/2014/main" id="{B49EF962-3A83-4C02-AF9B-D5AA376C25CB}"/>
                  </a:ext>
                </a:extLst>
              </p:cNvPr>
              <p:cNvSpPr/>
              <p:nvPr/>
            </p:nvSpPr>
            <p:spPr>
              <a:xfrm>
                <a:off x="42844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10" name="타원 19209">
                <a:extLst>
                  <a:ext uri="{FF2B5EF4-FFF2-40B4-BE49-F238E27FC236}">
                    <a16:creationId xmlns:a16="http://schemas.microsoft.com/office/drawing/2014/main" id="{8330BC42-F1D5-4E65-A370-DF1E31500F31}"/>
                  </a:ext>
                </a:extLst>
              </p:cNvPr>
              <p:cNvSpPr/>
              <p:nvPr/>
            </p:nvSpPr>
            <p:spPr>
              <a:xfrm>
                <a:off x="44368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11" name="타원 19210">
                <a:extLst>
                  <a:ext uri="{FF2B5EF4-FFF2-40B4-BE49-F238E27FC236}">
                    <a16:creationId xmlns:a16="http://schemas.microsoft.com/office/drawing/2014/main" id="{D0B29708-6F9F-47BC-811E-DC38BA4764C0}"/>
                  </a:ext>
                </a:extLst>
              </p:cNvPr>
              <p:cNvSpPr/>
              <p:nvPr/>
            </p:nvSpPr>
            <p:spPr>
              <a:xfrm>
                <a:off x="45892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12" name="타원 19211">
                <a:extLst>
                  <a:ext uri="{FF2B5EF4-FFF2-40B4-BE49-F238E27FC236}">
                    <a16:creationId xmlns:a16="http://schemas.microsoft.com/office/drawing/2014/main" id="{57174C1D-7BAC-4CB2-B962-EBE8219F6320}"/>
                  </a:ext>
                </a:extLst>
              </p:cNvPr>
              <p:cNvSpPr/>
              <p:nvPr/>
            </p:nvSpPr>
            <p:spPr>
              <a:xfrm>
                <a:off x="47416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13" name="타원 19212">
                <a:extLst>
                  <a:ext uri="{FF2B5EF4-FFF2-40B4-BE49-F238E27FC236}">
                    <a16:creationId xmlns:a16="http://schemas.microsoft.com/office/drawing/2014/main" id="{BBA88FB1-A457-4130-93E1-5EB7A9F66454}"/>
                  </a:ext>
                </a:extLst>
              </p:cNvPr>
              <p:cNvSpPr/>
              <p:nvPr/>
            </p:nvSpPr>
            <p:spPr>
              <a:xfrm>
                <a:off x="48940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14" name="타원 19213">
                <a:extLst>
                  <a:ext uri="{FF2B5EF4-FFF2-40B4-BE49-F238E27FC236}">
                    <a16:creationId xmlns:a16="http://schemas.microsoft.com/office/drawing/2014/main" id="{4AA04BCF-C975-43C6-9C74-3358F074E11F}"/>
                  </a:ext>
                </a:extLst>
              </p:cNvPr>
              <p:cNvSpPr/>
              <p:nvPr/>
            </p:nvSpPr>
            <p:spPr>
              <a:xfrm>
                <a:off x="50464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15" name="타원 19214">
                <a:extLst>
                  <a:ext uri="{FF2B5EF4-FFF2-40B4-BE49-F238E27FC236}">
                    <a16:creationId xmlns:a16="http://schemas.microsoft.com/office/drawing/2014/main" id="{DA8F2139-9C9D-4A70-84B9-7FD1D4AA8783}"/>
                  </a:ext>
                </a:extLst>
              </p:cNvPr>
              <p:cNvSpPr/>
              <p:nvPr/>
            </p:nvSpPr>
            <p:spPr>
              <a:xfrm>
                <a:off x="51988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16" name="타원 19215">
                <a:extLst>
                  <a:ext uri="{FF2B5EF4-FFF2-40B4-BE49-F238E27FC236}">
                    <a16:creationId xmlns:a16="http://schemas.microsoft.com/office/drawing/2014/main" id="{9879E7CD-E91D-4ACF-B881-C5925BC17BB0}"/>
                  </a:ext>
                </a:extLst>
              </p:cNvPr>
              <p:cNvSpPr/>
              <p:nvPr/>
            </p:nvSpPr>
            <p:spPr>
              <a:xfrm>
                <a:off x="53512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17" name="타원 19216">
                <a:extLst>
                  <a:ext uri="{FF2B5EF4-FFF2-40B4-BE49-F238E27FC236}">
                    <a16:creationId xmlns:a16="http://schemas.microsoft.com/office/drawing/2014/main" id="{DEAD72C3-E9CA-40BF-96C1-6D3615ED657D}"/>
                  </a:ext>
                </a:extLst>
              </p:cNvPr>
              <p:cNvSpPr/>
              <p:nvPr/>
            </p:nvSpPr>
            <p:spPr>
              <a:xfrm>
                <a:off x="55036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18" name="타원 19217">
                <a:extLst>
                  <a:ext uri="{FF2B5EF4-FFF2-40B4-BE49-F238E27FC236}">
                    <a16:creationId xmlns:a16="http://schemas.microsoft.com/office/drawing/2014/main" id="{3387C375-58CC-4DE6-BD2C-74093CFAC9EF}"/>
                  </a:ext>
                </a:extLst>
              </p:cNvPr>
              <p:cNvSpPr/>
              <p:nvPr/>
            </p:nvSpPr>
            <p:spPr>
              <a:xfrm>
                <a:off x="5656026" y="144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19" name="타원 19218">
                <a:extLst>
                  <a:ext uri="{FF2B5EF4-FFF2-40B4-BE49-F238E27FC236}">
                    <a16:creationId xmlns:a16="http://schemas.microsoft.com/office/drawing/2014/main" id="{765C3610-4BAC-4470-AF78-A7DCD6BEA820}"/>
                  </a:ext>
                </a:extLst>
              </p:cNvPr>
              <p:cNvSpPr/>
              <p:nvPr/>
            </p:nvSpPr>
            <p:spPr>
              <a:xfrm>
                <a:off x="3220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20" name="타원 19219">
                <a:extLst>
                  <a:ext uri="{FF2B5EF4-FFF2-40B4-BE49-F238E27FC236}">
                    <a16:creationId xmlns:a16="http://schemas.microsoft.com/office/drawing/2014/main" id="{7482DD1F-36DF-489B-AC54-35ABADD6687C}"/>
                  </a:ext>
                </a:extLst>
              </p:cNvPr>
              <p:cNvSpPr/>
              <p:nvPr/>
            </p:nvSpPr>
            <p:spPr>
              <a:xfrm>
                <a:off x="4744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21" name="타원 19220">
                <a:extLst>
                  <a:ext uri="{FF2B5EF4-FFF2-40B4-BE49-F238E27FC236}">
                    <a16:creationId xmlns:a16="http://schemas.microsoft.com/office/drawing/2014/main" id="{FA457AE5-3DE5-438B-AB6B-0B6899AA1A42}"/>
                  </a:ext>
                </a:extLst>
              </p:cNvPr>
              <p:cNvSpPr/>
              <p:nvPr/>
            </p:nvSpPr>
            <p:spPr>
              <a:xfrm>
                <a:off x="6268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22" name="타원 19221">
                <a:extLst>
                  <a:ext uri="{FF2B5EF4-FFF2-40B4-BE49-F238E27FC236}">
                    <a16:creationId xmlns:a16="http://schemas.microsoft.com/office/drawing/2014/main" id="{7F1C8CD1-86BF-4AF6-8D6E-3E8CDC402DC9}"/>
                  </a:ext>
                </a:extLst>
              </p:cNvPr>
              <p:cNvSpPr/>
              <p:nvPr/>
            </p:nvSpPr>
            <p:spPr>
              <a:xfrm>
                <a:off x="7792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23" name="타원 19222">
                <a:extLst>
                  <a:ext uri="{FF2B5EF4-FFF2-40B4-BE49-F238E27FC236}">
                    <a16:creationId xmlns:a16="http://schemas.microsoft.com/office/drawing/2014/main" id="{A6838C4C-E2F8-4FF0-92B2-5B63AF9B4451}"/>
                  </a:ext>
                </a:extLst>
              </p:cNvPr>
              <p:cNvSpPr/>
              <p:nvPr/>
            </p:nvSpPr>
            <p:spPr>
              <a:xfrm>
                <a:off x="9316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24" name="타원 19223">
                <a:extLst>
                  <a:ext uri="{FF2B5EF4-FFF2-40B4-BE49-F238E27FC236}">
                    <a16:creationId xmlns:a16="http://schemas.microsoft.com/office/drawing/2014/main" id="{3A0130DA-3F16-406F-9660-5F1ECC74BF9F}"/>
                  </a:ext>
                </a:extLst>
              </p:cNvPr>
              <p:cNvSpPr/>
              <p:nvPr/>
            </p:nvSpPr>
            <p:spPr>
              <a:xfrm>
                <a:off x="10840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25" name="타원 19224">
                <a:extLst>
                  <a:ext uri="{FF2B5EF4-FFF2-40B4-BE49-F238E27FC236}">
                    <a16:creationId xmlns:a16="http://schemas.microsoft.com/office/drawing/2014/main" id="{93AF5AB0-12B0-4613-9DC2-BB3399FF9EA3}"/>
                  </a:ext>
                </a:extLst>
              </p:cNvPr>
              <p:cNvSpPr/>
              <p:nvPr/>
            </p:nvSpPr>
            <p:spPr>
              <a:xfrm>
                <a:off x="12364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26" name="타원 19225">
                <a:extLst>
                  <a:ext uri="{FF2B5EF4-FFF2-40B4-BE49-F238E27FC236}">
                    <a16:creationId xmlns:a16="http://schemas.microsoft.com/office/drawing/2014/main" id="{F8057416-55D3-4230-B06C-FD90D58166AC}"/>
                  </a:ext>
                </a:extLst>
              </p:cNvPr>
              <p:cNvSpPr/>
              <p:nvPr/>
            </p:nvSpPr>
            <p:spPr>
              <a:xfrm>
                <a:off x="13888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27" name="타원 19226">
                <a:extLst>
                  <a:ext uri="{FF2B5EF4-FFF2-40B4-BE49-F238E27FC236}">
                    <a16:creationId xmlns:a16="http://schemas.microsoft.com/office/drawing/2014/main" id="{3850B727-DDB8-4847-92FF-977FE9984F29}"/>
                  </a:ext>
                </a:extLst>
              </p:cNvPr>
              <p:cNvSpPr/>
              <p:nvPr/>
            </p:nvSpPr>
            <p:spPr>
              <a:xfrm>
                <a:off x="15412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28" name="타원 19227">
                <a:extLst>
                  <a:ext uri="{FF2B5EF4-FFF2-40B4-BE49-F238E27FC236}">
                    <a16:creationId xmlns:a16="http://schemas.microsoft.com/office/drawing/2014/main" id="{D1020F21-D98B-471D-BB65-900CCC2ACA80}"/>
                  </a:ext>
                </a:extLst>
              </p:cNvPr>
              <p:cNvSpPr/>
              <p:nvPr/>
            </p:nvSpPr>
            <p:spPr>
              <a:xfrm>
                <a:off x="16936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29" name="타원 19228">
                <a:extLst>
                  <a:ext uri="{FF2B5EF4-FFF2-40B4-BE49-F238E27FC236}">
                    <a16:creationId xmlns:a16="http://schemas.microsoft.com/office/drawing/2014/main" id="{6D060081-44E2-4EC6-999C-E6C09A28AEF4}"/>
                  </a:ext>
                </a:extLst>
              </p:cNvPr>
              <p:cNvSpPr/>
              <p:nvPr/>
            </p:nvSpPr>
            <p:spPr>
              <a:xfrm>
                <a:off x="18460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30" name="타원 19229">
                <a:extLst>
                  <a:ext uri="{FF2B5EF4-FFF2-40B4-BE49-F238E27FC236}">
                    <a16:creationId xmlns:a16="http://schemas.microsoft.com/office/drawing/2014/main" id="{1CC9F25F-97EC-4C47-B313-5EB218451558}"/>
                  </a:ext>
                </a:extLst>
              </p:cNvPr>
              <p:cNvSpPr/>
              <p:nvPr/>
            </p:nvSpPr>
            <p:spPr>
              <a:xfrm>
                <a:off x="19984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31" name="타원 19230">
                <a:extLst>
                  <a:ext uri="{FF2B5EF4-FFF2-40B4-BE49-F238E27FC236}">
                    <a16:creationId xmlns:a16="http://schemas.microsoft.com/office/drawing/2014/main" id="{B4409123-CDC8-4996-907F-25C9AD052142}"/>
                  </a:ext>
                </a:extLst>
              </p:cNvPr>
              <p:cNvSpPr/>
              <p:nvPr/>
            </p:nvSpPr>
            <p:spPr>
              <a:xfrm>
                <a:off x="21508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32" name="타원 19231">
                <a:extLst>
                  <a:ext uri="{FF2B5EF4-FFF2-40B4-BE49-F238E27FC236}">
                    <a16:creationId xmlns:a16="http://schemas.microsoft.com/office/drawing/2014/main" id="{697713EE-A4C2-400C-B937-96EA087619EF}"/>
                  </a:ext>
                </a:extLst>
              </p:cNvPr>
              <p:cNvSpPr/>
              <p:nvPr/>
            </p:nvSpPr>
            <p:spPr>
              <a:xfrm>
                <a:off x="23032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33" name="타원 19232">
                <a:extLst>
                  <a:ext uri="{FF2B5EF4-FFF2-40B4-BE49-F238E27FC236}">
                    <a16:creationId xmlns:a16="http://schemas.microsoft.com/office/drawing/2014/main" id="{0FF50856-40BB-4027-BA68-D30EC295144C}"/>
                  </a:ext>
                </a:extLst>
              </p:cNvPr>
              <p:cNvSpPr/>
              <p:nvPr/>
            </p:nvSpPr>
            <p:spPr>
              <a:xfrm>
                <a:off x="24556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34" name="타원 19233">
                <a:extLst>
                  <a:ext uri="{FF2B5EF4-FFF2-40B4-BE49-F238E27FC236}">
                    <a16:creationId xmlns:a16="http://schemas.microsoft.com/office/drawing/2014/main" id="{FD0C8884-F6BA-404C-82CB-868FD89DCA3A}"/>
                  </a:ext>
                </a:extLst>
              </p:cNvPr>
              <p:cNvSpPr/>
              <p:nvPr/>
            </p:nvSpPr>
            <p:spPr>
              <a:xfrm>
                <a:off x="26080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35" name="타원 19234">
                <a:extLst>
                  <a:ext uri="{FF2B5EF4-FFF2-40B4-BE49-F238E27FC236}">
                    <a16:creationId xmlns:a16="http://schemas.microsoft.com/office/drawing/2014/main" id="{669AB358-6255-4152-AAE1-CFB72C47422F}"/>
                  </a:ext>
                </a:extLst>
              </p:cNvPr>
              <p:cNvSpPr/>
              <p:nvPr/>
            </p:nvSpPr>
            <p:spPr>
              <a:xfrm>
                <a:off x="27604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36" name="타원 19235">
                <a:extLst>
                  <a:ext uri="{FF2B5EF4-FFF2-40B4-BE49-F238E27FC236}">
                    <a16:creationId xmlns:a16="http://schemas.microsoft.com/office/drawing/2014/main" id="{FA9E67DB-FC8D-4430-8C26-005E32CF95AC}"/>
                  </a:ext>
                </a:extLst>
              </p:cNvPr>
              <p:cNvSpPr/>
              <p:nvPr/>
            </p:nvSpPr>
            <p:spPr>
              <a:xfrm>
                <a:off x="29128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37" name="타원 19236">
                <a:extLst>
                  <a:ext uri="{FF2B5EF4-FFF2-40B4-BE49-F238E27FC236}">
                    <a16:creationId xmlns:a16="http://schemas.microsoft.com/office/drawing/2014/main" id="{E2969420-8345-4998-B759-121BB7940AEA}"/>
                  </a:ext>
                </a:extLst>
              </p:cNvPr>
              <p:cNvSpPr/>
              <p:nvPr/>
            </p:nvSpPr>
            <p:spPr>
              <a:xfrm>
                <a:off x="30652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38" name="타원 19237">
                <a:extLst>
                  <a:ext uri="{FF2B5EF4-FFF2-40B4-BE49-F238E27FC236}">
                    <a16:creationId xmlns:a16="http://schemas.microsoft.com/office/drawing/2014/main" id="{8AD571F4-FF0F-40B4-A000-DA1BA705031E}"/>
                  </a:ext>
                </a:extLst>
              </p:cNvPr>
              <p:cNvSpPr/>
              <p:nvPr/>
            </p:nvSpPr>
            <p:spPr>
              <a:xfrm>
                <a:off x="32176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39" name="타원 19238">
                <a:extLst>
                  <a:ext uri="{FF2B5EF4-FFF2-40B4-BE49-F238E27FC236}">
                    <a16:creationId xmlns:a16="http://schemas.microsoft.com/office/drawing/2014/main" id="{D1580D3E-E1D5-463E-B2E8-102A3FBA565F}"/>
                  </a:ext>
                </a:extLst>
              </p:cNvPr>
              <p:cNvSpPr/>
              <p:nvPr/>
            </p:nvSpPr>
            <p:spPr>
              <a:xfrm>
                <a:off x="33700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40" name="타원 19239">
                <a:extLst>
                  <a:ext uri="{FF2B5EF4-FFF2-40B4-BE49-F238E27FC236}">
                    <a16:creationId xmlns:a16="http://schemas.microsoft.com/office/drawing/2014/main" id="{38EE74A1-747A-4909-8393-105B0BE55B3A}"/>
                  </a:ext>
                </a:extLst>
              </p:cNvPr>
              <p:cNvSpPr/>
              <p:nvPr/>
            </p:nvSpPr>
            <p:spPr>
              <a:xfrm>
                <a:off x="35224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41" name="타원 19240">
                <a:extLst>
                  <a:ext uri="{FF2B5EF4-FFF2-40B4-BE49-F238E27FC236}">
                    <a16:creationId xmlns:a16="http://schemas.microsoft.com/office/drawing/2014/main" id="{58C0F223-019E-4A0B-B77E-8DF9ACDB630B}"/>
                  </a:ext>
                </a:extLst>
              </p:cNvPr>
              <p:cNvSpPr/>
              <p:nvPr/>
            </p:nvSpPr>
            <p:spPr>
              <a:xfrm>
                <a:off x="36748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42" name="타원 19241">
                <a:extLst>
                  <a:ext uri="{FF2B5EF4-FFF2-40B4-BE49-F238E27FC236}">
                    <a16:creationId xmlns:a16="http://schemas.microsoft.com/office/drawing/2014/main" id="{22B8AAF7-9C25-46FF-9114-25D1933444CF}"/>
                  </a:ext>
                </a:extLst>
              </p:cNvPr>
              <p:cNvSpPr/>
              <p:nvPr/>
            </p:nvSpPr>
            <p:spPr>
              <a:xfrm>
                <a:off x="38272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43" name="타원 19242">
                <a:extLst>
                  <a:ext uri="{FF2B5EF4-FFF2-40B4-BE49-F238E27FC236}">
                    <a16:creationId xmlns:a16="http://schemas.microsoft.com/office/drawing/2014/main" id="{C3FEFFA9-BE45-4B8F-B393-EFBDCC39F4FF}"/>
                  </a:ext>
                </a:extLst>
              </p:cNvPr>
              <p:cNvSpPr/>
              <p:nvPr/>
            </p:nvSpPr>
            <p:spPr>
              <a:xfrm>
                <a:off x="39796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44" name="타원 19243">
                <a:extLst>
                  <a:ext uri="{FF2B5EF4-FFF2-40B4-BE49-F238E27FC236}">
                    <a16:creationId xmlns:a16="http://schemas.microsoft.com/office/drawing/2014/main" id="{79510AAB-F6E8-4517-BCBC-CC4C0A736743}"/>
                  </a:ext>
                </a:extLst>
              </p:cNvPr>
              <p:cNvSpPr/>
              <p:nvPr/>
            </p:nvSpPr>
            <p:spPr>
              <a:xfrm>
                <a:off x="41320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45" name="타원 19244">
                <a:extLst>
                  <a:ext uri="{FF2B5EF4-FFF2-40B4-BE49-F238E27FC236}">
                    <a16:creationId xmlns:a16="http://schemas.microsoft.com/office/drawing/2014/main" id="{D9A78FCB-A501-4D73-85D2-41834DCF6899}"/>
                  </a:ext>
                </a:extLst>
              </p:cNvPr>
              <p:cNvSpPr/>
              <p:nvPr/>
            </p:nvSpPr>
            <p:spPr>
              <a:xfrm>
                <a:off x="42844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46" name="타원 19245">
                <a:extLst>
                  <a:ext uri="{FF2B5EF4-FFF2-40B4-BE49-F238E27FC236}">
                    <a16:creationId xmlns:a16="http://schemas.microsoft.com/office/drawing/2014/main" id="{F31A836D-A0F5-46D8-A1B1-F62A814676D4}"/>
                  </a:ext>
                </a:extLst>
              </p:cNvPr>
              <p:cNvSpPr/>
              <p:nvPr/>
            </p:nvSpPr>
            <p:spPr>
              <a:xfrm>
                <a:off x="44368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47" name="타원 19246">
                <a:extLst>
                  <a:ext uri="{FF2B5EF4-FFF2-40B4-BE49-F238E27FC236}">
                    <a16:creationId xmlns:a16="http://schemas.microsoft.com/office/drawing/2014/main" id="{81A279E7-A011-4FC3-9EE4-810CB8950DA0}"/>
                  </a:ext>
                </a:extLst>
              </p:cNvPr>
              <p:cNvSpPr/>
              <p:nvPr/>
            </p:nvSpPr>
            <p:spPr>
              <a:xfrm>
                <a:off x="45892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48" name="타원 19247">
                <a:extLst>
                  <a:ext uri="{FF2B5EF4-FFF2-40B4-BE49-F238E27FC236}">
                    <a16:creationId xmlns:a16="http://schemas.microsoft.com/office/drawing/2014/main" id="{26F366B8-3E45-4A00-8164-04F210AC0584}"/>
                  </a:ext>
                </a:extLst>
              </p:cNvPr>
              <p:cNvSpPr/>
              <p:nvPr/>
            </p:nvSpPr>
            <p:spPr>
              <a:xfrm>
                <a:off x="47416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49" name="타원 19248">
                <a:extLst>
                  <a:ext uri="{FF2B5EF4-FFF2-40B4-BE49-F238E27FC236}">
                    <a16:creationId xmlns:a16="http://schemas.microsoft.com/office/drawing/2014/main" id="{844D200A-C4E2-4873-BCBF-D416BBAEED34}"/>
                  </a:ext>
                </a:extLst>
              </p:cNvPr>
              <p:cNvSpPr/>
              <p:nvPr/>
            </p:nvSpPr>
            <p:spPr>
              <a:xfrm>
                <a:off x="48940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0" name="타원 19249">
                <a:extLst>
                  <a:ext uri="{FF2B5EF4-FFF2-40B4-BE49-F238E27FC236}">
                    <a16:creationId xmlns:a16="http://schemas.microsoft.com/office/drawing/2014/main" id="{901A235F-9FEE-49F5-BFF0-D3D80CF66D21}"/>
                  </a:ext>
                </a:extLst>
              </p:cNvPr>
              <p:cNvSpPr/>
              <p:nvPr/>
            </p:nvSpPr>
            <p:spPr>
              <a:xfrm>
                <a:off x="50464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1" name="타원 19250">
                <a:extLst>
                  <a:ext uri="{FF2B5EF4-FFF2-40B4-BE49-F238E27FC236}">
                    <a16:creationId xmlns:a16="http://schemas.microsoft.com/office/drawing/2014/main" id="{04B6AC77-3897-4B5B-AE7A-C6748A5F8F4B}"/>
                  </a:ext>
                </a:extLst>
              </p:cNvPr>
              <p:cNvSpPr/>
              <p:nvPr/>
            </p:nvSpPr>
            <p:spPr>
              <a:xfrm>
                <a:off x="51988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2" name="타원 19251">
                <a:extLst>
                  <a:ext uri="{FF2B5EF4-FFF2-40B4-BE49-F238E27FC236}">
                    <a16:creationId xmlns:a16="http://schemas.microsoft.com/office/drawing/2014/main" id="{A9F1A106-4B3B-42A7-BAC2-55CE8B27CD08}"/>
                  </a:ext>
                </a:extLst>
              </p:cNvPr>
              <p:cNvSpPr/>
              <p:nvPr/>
            </p:nvSpPr>
            <p:spPr>
              <a:xfrm>
                <a:off x="53512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3" name="타원 19252">
                <a:extLst>
                  <a:ext uri="{FF2B5EF4-FFF2-40B4-BE49-F238E27FC236}">
                    <a16:creationId xmlns:a16="http://schemas.microsoft.com/office/drawing/2014/main" id="{FF862FB9-D5A6-46A3-A208-56C32AE23882}"/>
                  </a:ext>
                </a:extLst>
              </p:cNvPr>
              <p:cNvSpPr/>
              <p:nvPr/>
            </p:nvSpPr>
            <p:spPr>
              <a:xfrm>
                <a:off x="55036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4" name="타원 19253">
                <a:extLst>
                  <a:ext uri="{FF2B5EF4-FFF2-40B4-BE49-F238E27FC236}">
                    <a16:creationId xmlns:a16="http://schemas.microsoft.com/office/drawing/2014/main" id="{9059A2B9-1CE3-4D59-9D4E-6AD837FC5E32}"/>
                  </a:ext>
                </a:extLst>
              </p:cNvPr>
              <p:cNvSpPr/>
              <p:nvPr/>
            </p:nvSpPr>
            <p:spPr>
              <a:xfrm>
                <a:off x="5656026" y="159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5" name="타원 19254">
                <a:extLst>
                  <a:ext uri="{FF2B5EF4-FFF2-40B4-BE49-F238E27FC236}">
                    <a16:creationId xmlns:a16="http://schemas.microsoft.com/office/drawing/2014/main" id="{F48E0E87-D817-4F68-A123-3F894DBB4745}"/>
                  </a:ext>
                </a:extLst>
              </p:cNvPr>
              <p:cNvSpPr/>
              <p:nvPr/>
            </p:nvSpPr>
            <p:spPr>
              <a:xfrm>
                <a:off x="3220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6" name="타원 19255">
                <a:extLst>
                  <a:ext uri="{FF2B5EF4-FFF2-40B4-BE49-F238E27FC236}">
                    <a16:creationId xmlns:a16="http://schemas.microsoft.com/office/drawing/2014/main" id="{5DB96782-42D3-426E-8C24-8ED9542258FE}"/>
                  </a:ext>
                </a:extLst>
              </p:cNvPr>
              <p:cNvSpPr/>
              <p:nvPr/>
            </p:nvSpPr>
            <p:spPr>
              <a:xfrm>
                <a:off x="4744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7" name="타원 19256">
                <a:extLst>
                  <a:ext uri="{FF2B5EF4-FFF2-40B4-BE49-F238E27FC236}">
                    <a16:creationId xmlns:a16="http://schemas.microsoft.com/office/drawing/2014/main" id="{64746D5E-365B-419E-8B9E-18B9B7B1307D}"/>
                  </a:ext>
                </a:extLst>
              </p:cNvPr>
              <p:cNvSpPr/>
              <p:nvPr/>
            </p:nvSpPr>
            <p:spPr>
              <a:xfrm>
                <a:off x="6268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8" name="타원 19257">
                <a:extLst>
                  <a:ext uri="{FF2B5EF4-FFF2-40B4-BE49-F238E27FC236}">
                    <a16:creationId xmlns:a16="http://schemas.microsoft.com/office/drawing/2014/main" id="{8F63E868-D894-4053-ACCF-E82ABF270F3F}"/>
                  </a:ext>
                </a:extLst>
              </p:cNvPr>
              <p:cNvSpPr/>
              <p:nvPr/>
            </p:nvSpPr>
            <p:spPr>
              <a:xfrm>
                <a:off x="7792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59" name="타원 19258">
                <a:extLst>
                  <a:ext uri="{FF2B5EF4-FFF2-40B4-BE49-F238E27FC236}">
                    <a16:creationId xmlns:a16="http://schemas.microsoft.com/office/drawing/2014/main" id="{70030E91-2A28-4593-AB61-10E0C75CA77A}"/>
                  </a:ext>
                </a:extLst>
              </p:cNvPr>
              <p:cNvSpPr/>
              <p:nvPr/>
            </p:nvSpPr>
            <p:spPr>
              <a:xfrm>
                <a:off x="9316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60" name="타원 19259">
                <a:extLst>
                  <a:ext uri="{FF2B5EF4-FFF2-40B4-BE49-F238E27FC236}">
                    <a16:creationId xmlns:a16="http://schemas.microsoft.com/office/drawing/2014/main" id="{41FBABC4-2D36-4C91-8A64-5B6B627E2583}"/>
                  </a:ext>
                </a:extLst>
              </p:cNvPr>
              <p:cNvSpPr/>
              <p:nvPr/>
            </p:nvSpPr>
            <p:spPr>
              <a:xfrm>
                <a:off x="10840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61" name="타원 19260">
                <a:extLst>
                  <a:ext uri="{FF2B5EF4-FFF2-40B4-BE49-F238E27FC236}">
                    <a16:creationId xmlns:a16="http://schemas.microsoft.com/office/drawing/2014/main" id="{A514251A-E94E-467B-8ED7-18B66D51AF5E}"/>
                  </a:ext>
                </a:extLst>
              </p:cNvPr>
              <p:cNvSpPr/>
              <p:nvPr/>
            </p:nvSpPr>
            <p:spPr>
              <a:xfrm>
                <a:off x="12364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62" name="타원 19261">
                <a:extLst>
                  <a:ext uri="{FF2B5EF4-FFF2-40B4-BE49-F238E27FC236}">
                    <a16:creationId xmlns:a16="http://schemas.microsoft.com/office/drawing/2014/main" id="{1EC7289D-DA82-4FE9-94C9-A5E02E6079C1}"/>
                  </a:ext>
                </a:extLst>
              </p:cNvPr>
              <p:cNvSpPr/>
              <p:nvPr/>
            </p:nvSpPr>
            <p:spPr>
              <a:xfrm>
                <a:off x="13888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63" name="타원 19262">
                <a:extLst>
                  <a:ext uri="{FF2B5EF4-FFF2-40B4-BE49-F238E27FC236}">
                    <a16:creationId xmlns:a16="http://schemas.microsoft.com/office/drawing/2014/main" id="{1E7258DE-434D-4125-9C02-B10CDEAB7DBF}"/>
                  </a:ext>
                </a:extLst>
              </p:cNvPr>
              <p:cNvSpPr/>
              <p:nvPr/>
            </p:nvSpPr>
            <p:spPr>
              <a:xfrm>
                <a:off x="15412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64" name="타원 19263">
                <a:extLst>
                  <a:ext uri="{FF2B5EF4-FFF2-40B4-BE49-F238E27FC236}">
                    <a16:creationId xmlns:a16="http://schemas.microsoft.com/office/drawing/2014/main" id="{5D759E06-8143-40CD-97C2-0965A669D578}"/>
                  </a:ext>
                </a:extLst>
              </p:cNvPr>
              <p:cNvSpPr/>
              <p:nvPr/>
            </p:nvSpPr>
            <p:spPr>
              <a:xfrm>
                <a:off x="16936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65" name="타원 19264">
                <a:extLst>
                  <a:ext uri="{FF2B5EF4-FFF2-40B4-BE49-F238E27FC236}">
                    <a16:creationId xmlns:a16="http://schemas.microsoft.com/office/drawing/2014/main" id="{9B4D6B93-0E0C-4663-97A2-05920E867F63}"/>
                  </a:ext>
                </a:extLst>
              </p:cNvPr>
              <p:cNvSpPr/>
              <p:nvPr/>
            </p:nvSpPr>
            <p:spPr>
              <a:xfrm>
                <a:off x="18460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66" name="타원 19265">
                <a:extLst>
                  <a:ext uri="{FF2B5EF4-FFF2-40B4-BE49-F238E27FC236}">
                    <a16:creationId xmlns:a16="http://schemas.microsoft.com/office/drawing/2014/main" id="{CE10C298-F911-40DA-B126-8273643AB4F2}"/>
                  </a:ext>
                </a:extLst>
              </p:cNvPr>
              <p:cNvSpPr/>
              <p:nvPr/>
            </p:nvSpPr>
            <p:spPr>
              <a:xfrm>
                <a:off x="19984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67" name="타원 19266">
                <a:extLst>
                  <a:ext uri="{FF2B5EF4-FFF2-40B4-BE49-F238E27FC236}">
                    <a16:creationId xmlns:a16="http://schemas.microsoft.com/office/drawing/2014/main" id="{1F1E240A-C5BE-45FD-B260-C943483A5F63}"/>
                  </a:ext>
                </a:extLst>
              </p:cNvPr>
              <p:cNvSpPr/>
              <p:nvPr/>
            </p:nvSpPr>
            <p:spPr>
              <a:xfrm>
                <a:off x="21508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68" name="타원 19267">
                <a:extLst>
                  <a:ext uri="{FF2B5EF4-FFF2-40B4-BE49-F238E27FC236}">
                    <a16:creationId xmlns:a16="http://schemas.microsoft.com/office/drawing/2014/main" id="{38FADFA2-33FD-4102-AF2D-B4B1B3C696E4}"/>
                  </a:ext>
                </a:extLst>
              </p:cNvPr>
              <p:cNvSpPr/>
              <p:nvPr/>
            </p:nvSpPr>
            <p:spPr>
              <a:xfrm>
                <a:off x="23032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69" name="타원 19268">
                <a:extLst>
                  <a:ext uri="{FF2B5EF4-FFF2-40B4-BE49-F238E27FC236}">
                    <a16:creationId xmlns:a16="http://schemas.microsoft.com/office/drawing/2014/main" id="{3D373AC8-D389-484D-988F-3BE2B8B104FF}"/>
                  </a:ext>
                </a:extLst>
              </p:cNvPr>
              <p:cNvSpPr/>
              <p:nvPr/>
            </p:nvSpPr>
            <p:spPr>
              <a:xfrm>
                <a:off x="24556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70" name="타원 19269">
                <a:extLst>
                  <a:ext uri="{FF2B5EF4-FFF2-40B4-BE49-F238E27FC236}">
                    <a16:creationId xmlns:a16="http://schemas.microsoft.com/office/drawing/2014/main" id="{EA505076-4D3B-4ECC-B73D-CA5BEE30ABAF}"/>
                  </a:ext>
                </a:extLst>
              </p:cNvPr>
              <p:cNvSpPr/>
              <p:nvPr/>
            </p:nvSpPr>
            <p:spPr>
              <a:xfrm>
                <a:off x="26080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71" name="타원 19270">
                <a:extLst>
                  <a:ext uri="{FF2B5EF4-FFF2-40B4-BE49-F238E27FC236}">
                    <a16:creationId xmlns:a16="http://schemas.microsoft.com/office/drawing/2014/main" id="{99142216-48A7-42A8-BC7B-0218516EEF1A}"/>
                  </a:ext>
                </a:extLst>
              </p:cNvPr>
              <p:cNvSpPr/>
              <p:nvPr/>
            </p:nvSpPr>
            <p:spPr>
              <a:xfrm>
                <a:off x="27604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72" name="타원 19271">
                <a:extLst>
                  <a:ext uri="{FF2B5EF4-FFF2-40B4-BE49-F238E27FC236}">
                    <a16:creationId xmlns:a16="http://schemas.microsoft.com/office/drawing/2014/main" id="{75F2D495-9628-4C38-B801-6282C0EF795B}"/>
                  </a:ext>
                </a:extLst>
              </p:cNvPr>
              <p:cNvSpPr/>
              <p:nvPr/>
            </p:nvSpPr>
            <p:spPr>
              <a:xfrm>
                <a:off x="29128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73" name="타원 19272">
                <a:extLst>
                  <a:ext uri="{FF2B5EF4-FFF2-40B4-BE49-F238E27FC236}">
                    <a16:creationId xmlns:a16="http://schemas.microsoft.com/office/drawing/2014/main" id="{BC6786F8-398A-46AB-9F4E-00683FB309F9}"/>
                  </a:ext>
                </a:extLst>
              </p:cNvPr>
              <p:cNvSpPr/>
              <p:nvPr/>
            </p:nvSpPr>
            <p:spPr>
              <a:xfrm>
                <a:off x="30652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74" name="타원 19273">
                <a:extLst>
                  <a:ext uri="{FF2B5EF4-FFF2-40B4-BE49-F238E27FC236}">
                    <a16:creationId xmlns:a16="http://schemas.microsoft.com/office/drawing/2014/main" id="{BE59F64C-739D-4339-8E02-4266DAC81E82}"/>
                  </a:ext>
                </a:extLst>
              </p:cNvPr>
              <p:cNvSpPr/>
              <p:nvPr/>
            </p:nvSpPr>
            <p:spPr>
              <a:xfrm>
                <a:off x="32176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75" name="타원 19274">
                <a:extLst>
                  <a:ext uri="{FF2B5EF4-FFF2-40B4-BE49-F238E27FC236}">
                    <a16:creationId xmlns:a16="http://schemas.microsoft.com/office/drawing/2014/main" id="{3D5AB2E8-B503-4522-9313-AA576F9776A3}"/>
                  </a:ext>
                </a:extLst>
              </p:cNvPr>
              <p:cNvSpPr/>
              <p:nvPr/>
            </p:nvSpPr>
            <p:spPr>
              <a:xfrm>
                <a:off x="33700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76" name="타원 19275">
                <a:extLst>
                  <a:ext uri="{FF2B5EF4-FFF2-40B4-BE49-F238E27FC236}">
                    <a16:creationId xmlns:a16="http://schemas.microsoft.com/office/drawing/2014/main" id="{517C56C4-E731-483E-AF48-C0508DB40272}"/>
                  </a:ext>
                </a:extLst>
              </p:cNvPr>
              <p:cNvSpPr/>
              <p:nvPr/>
            </p:nvSpPr>
            <p:spPr>
              <a:xfrm>
                <a:off x="35224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77" name="타원 19276">
                <a:extLst>
                  <a:ext uri="{FF2B5EF4-FFF2-40B4-BE49-F238E27FC236}">
                    <a16:creationId xmlns:a16="http://schemas.microsoft.com/office/drawing/2014/main" id="{8DD6CF4D-59B0-439F-A572-A060DE846BBE}"/>
                  </a:ext>
                </a:extLst>
              </p:cNvPr>
              <p:cNvSpPr/>
              <p:nvPr/>
            </p:nvSpPr>
            <p:spPr>
              <a:xfrm>
                <a:off x="36748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78" name="타원 19277">
                <a:extLst>
                  <a:ext uri="{FF2B5EF4-FFF2-40B4-BE49-F238E27FC236}">
                    <a16:creationId xmlns:a16="http://schemas.microsoft.com/office/drawing/2014/main" id="{A89AB6F9-23D4-4064-B250-A471A3324E69}"/>
                  </a:ext>
                </a:extLst>
              </p:cNvPr>
              <p:cNvSpPr/>
              <p:nvPr/>
            </p:nvSpPr>
            <p:spPr>
              <a:xfrm>
                <a:off x="38272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79" name="타원 19278">
                <a:extLst>
                  <a:ext uri="{FF2B5EF4-FFF2-40B4-BE49-F238E27FC236}">
                    <a16:creationId xmlns:a16="http://schemas.microsoft.com/office/drawing/2014/main" id="{C0ED1F8F-BD74-4522-8B23-C67B5BFFD693}"/>
                  </a:ext>
                </a:extLst>
              </p:cNvPr>
              <p:cNvSpPr/>
              <p:nvPr/>
            </p:nvSpPr>
            <p:spPr>
              <a:xfrm>
                <a:off x="39796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80" name="타원 19279">
                <a:extLst>
                  <a:ext uri="{FF2B5EF4-FFF2-40B4-BE49-F238E27FC236}">
                    <a16:creationId xmlns:a16="http://schemas.microsoft.com/office/drawing/2014/main" id="{9B8412C5-80EB-478A-BDA4-D2601DAD4D65}"/>
                  </a:ext>
                </a:extLst>
              </p:cNvPr>
              <p:cNvSpPr/>
              <p:nvPr/>
            </p:nvSpPr>
            <p:spPr>
              <a:xfrm>
                <a:off x="41320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81" name="타원 19280">
                <a:extLst>
                  <a:ext uri="{FF2B5EF4-FFF2-40B4-BE49-F238E27FC236}">
                    <a16:creationId xmlns:a16="http://schemas.microsoft.com/office/drawing/2014/main" id="{1CC99E1F-51EF-4ECC-9969-E03FD73895B4}"/>
                  </a:ext>
                </a:extLst>
              </p:cNvPr>
              <p:cNvSpPr/>
              <p:nvPr/>
            </p:nvSpPr>
            <p:spPr>
              <a:xfrm>
                <a:off x="42844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82" name="타원 19281">
                <a:extLst>
                  <a:ext uri="{FF2B5EF4-FFF2-40B4-BE49-F238E27FC236}">
                    <a16:creationId xmlns:a16="http://schemas.microsoft.com/office/drawing/2014/main" id="{A33586E1-1977-4A83-A0DE-C4F911B24615}"/>
                  </a:ext>
                </a:extLst>
              </p:cNvPr>
              <p:cNvSpPr/>
              <p:nvPr/>
            </p:nvSpPr>
            <p:spPr>
              <a:xfrm>
                <a:off x="44368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83" name="타원 19282">
                <a:extLst>
                  <a:ext uri="{FF2B5EF4-FFF2-40B4-BE49-F238E27FC236}">
                    <a16:creationId xmlns:a16="http://schemas.microsoft.com/office/drawing/2014/main" id="{3B319A87-8473-432D-A937-F2A3A3EEB13E}"/>
                  </a:ext>
                </a:extLst>
              </p:cNvPr>
              <p:cNvSpPr/>
              <p:nvPr/>
            </p:nvSpPr>
            <p:spPr>
              <a:xfrm>
                <a:off x="45892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84" name="타원 19283">
                <a:extLst>
                  <a:ext uri="{FF2B5EF4-FFF2-40B4-BE49-F238E27FC236}">
                    <a16:creationId xmlns:a16="http://schemas.microsoft.com/office/drawing/2014/main" id="{A2CFEFFC-8660-4B8E-8BDD-5B64BF40DEDA}"/>
                  </a:ext>
                </a:extLst>
              </p:cNvPr>
              <p:cNvSpPr/>
              <p:nvPr/>
            </p:nvSpPr>
            <p:spPr>
              <a:xfrm>
                <a:off x="47416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85" name="타원 19284">
                <a:extLst>
                  <a:ext uri="{FF2B5EF4-FFF2-40B4-BE49-F238E27FC236}">
                    <a16:creationId xmlns:a16="http://schemas.microsoft.com/office/drawing/2014/main" id="{3E48EF72-97AE-4013-B70F-8D4DA6CA7A1A}"/>
                  </a:ext>
                </a:extLst>
              </p:cNvPr>
              <p:cNvSpPr/>
              <p:nvPr/>
            </p:nvSpPr>
            <p:spPr>
              <a:xfrm>
                <a:off x="48940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86" name="타원 19285">
                <a:extLst>
                  <a:ext uri="{FF2B5EF4-FFF2-40B4-BE49-F238E27FC236}">
                    <a16:creationId xmlns:a16="http://schemas.microsoft.com/office/drawing/2014/main" id="{F1D0B361-392A-418B-89D7-B568F88D6A49}"/>
                  </a:ext>
                </a:extLst>
              </p:cNvPr>
              <p:cNvSpPr/>
              <p:nvPr/>
            </p:nvSpPr>
            <p:spPr>
              <a:xfrm>
                <a:off x="50464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87" name="타원 19286">
                <a:extLst>
                  <a:ext uri="{FF2B5EF4-FFF2-40B4-BE49-F238E27FC236}">
                    <a16:creationId xmlns:a16="http://schemas.microsoft.com/office/drawing/2014/main" id="{37BBB911-59DB-4ED7-8A1B-137DD31B6601}"/>
                  </a:ext>
                </a:extLst>
              </p:cNvPr>
              <p:cNvSpPr/>
              <p:nvPr/>
            </p:nvSpPr>
            <p:spPr>
              <a:xfrm>
                <a:off x="51988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88" name="타원 19287">
                <a:extLst>
                  <a:ext uri="{FF2B5EF4-FFF2-40B4-BE49-F238E27FC236}">
                    <a16:creationId xmlns:a16="http://schemas.microsoft.com/office/drawing/2014/main" id="{68E8239A-B81F-4E8B-A148-3F6F6028924C}"/>
                  </a:ext>
                </a:extLst>
              </p:cNvPr>
              <p:cNvSpPr/>
              <p:nvPr/>
            </p:nvSpPr>
            <p:spPr>
              <a:xfrm>
                <a:off x="53512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89" name="타원 19288">
                <a:extLst>
                  <a:ext uri="{FF2B5EF4-FFF2-40B4-BE49-F238E27FC236}">
                    <a16:creationId xmlns:a16="http://schemas.microsoft.com/office/drawing/2014/main" id="{B7980A44-D7B4-4D83-9CD1-FD3E60B00464}"/>
                  </a:ext>
                </a:extLst>
              </p:cNvPr>
              <p:cNvSpPr/>
              <p:nvPr/>
            </p:nvSpPr>
            <p:spPr>
              <a:xfrm>
                <a:off x="55036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90" name="타원 19289">
                <a:extLst>
                  <a:ext uri="{FF2B5EF4-FFF2-40B4-BE49-F238E27FC236}">
                    <a16:creationId xmlns:a16="http://schemas.microsoft.com/office/drawing/2014/main" id="{F650C37E-1808-40CB-8FE5-8B8A92C5779B}"/>
                  </a:ext>
                </a:extLst>
              </p:cNvPr>
              <p:cNvSpPr/>
              <p:nvPr/>
            </p:nvSpPr>
            <p:spPr>
              <a:xfrm>
                <a:off x="5656026" y="174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91" name="타원 19290">
                <a:extLst>
                  <a:ext uri="{FF2B5EF4-FFF2-40B4-BE49-F238E27FC236}">
                    <a16:creationId xmlns:a16="http://schemas.microsoft.com/office/drawing/2014/main" id="{BD723DB8-795C-4651-91C0-92ED25892D05}"/>
                  </a:ext>
                </a:extLst>
              </p:cNvPr>
              <p:cNvSpPr/>
              <p:nvPr/>
            </p:nvSpPr>
            <p:spPr>
              <a:xfrm>
                <a:off x="3220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92" name="타원 19291">
                <a:extLst>
                  <a:ext uri="{FF2B5EF4-FFF2-40B4-BE49-F238E27FC236}">
                    <a16:creationId xmlns:a16="http://schemas.microsoft.com/office/drawing/2014/main" id="{2FB7EF24-F212-499D-B7C7-0E317B7E440A}"/>
                  </a:ext>
                </a:extLst>
              </p:cNvPr>
              <p:cNvSpPr/>
              <p:nvPr/>
            </p:nvSpPr>
            <p:spPr>
              <a:xfrm>
                <a:off x="4744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93" name="타원 19292">
                <a:extLst>
                  <a:ext uri="{FF2B5EF4-FFF2-40B4-BE49-F238E27FC236}">
                    <a16:creationId xmlns:a16="http://schemas.microsoft.com/office/drawing/2014/main" id="{4F8FC026-CBBE-48F4-A5E8-1B08BEF40AFB}"/>
                  </a:ext>
                </a:extLst>
              </p:cNvPr>
              <p:cNvSpPr/>
              <p:nvPr/>
            </p:nvSpPr>
            <p:spPr>
              <a:xfrm>
                <a:off x="6268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94" name="타원 19293">
                <a:extLst>
                  <a:ext uri="{FF2B5EF4-FFF2-40B4-BE49-F238E27FC236}">
                    <a16:creationId xmlns:a16="http://schemas.microsoft.com/office/drawing/2014/main" id="{A779E4AB-D147-4247-973C-2A8BDCA55F6C}"/>
                  </a:ext>
                </a:extLst>
              </p:cNvPr>
              <p:cNvSpPr/>
              <p:nvPr/>
            </p:nvSpPr>
            <p:spPr>
              <a:xfrm>
                <a:off x="7792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95" name="타원 19294">
                <a:extLst>
                  <a:ext uri="{FF2B5EF4-FFF2-40B4-BE49-F238E27FC236}">
                    <a16:creationId xmlns:a16="http://schemas.microsoft.com/office/drawing/2014/main" id="{BA07B05B-0E0C-43DA-8B9A-35E466C5C4F0}"/>
                  </a:ext>
                </a:extLst>
              </p:cNvPr>
              <p:cNvSpPr/>
              <p:nvPr/>
            </p:nvSpPr>
            <p:spPr>
              <a:xfrm>
                <a:off x="9316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96" name="타원 19295">
                <a:extLst>
                  <a:ext uri="{FF2B5EF4-FFF2-40B4-BE49-F238E27FC236}">
                    <a16:creationId xmlns:a16="http://schemas.microsoft.com/office/drawing/2014/main" id="{87870346-416C-422B-9FCD-F61E3E7786F6}"/>
                  </a:ext>
                </a:extLst>
              </p:cNvPr>
              <p:cNvSpPr/>
              <p:nvPr/>
            </p:nvSpPr>
            <p:spPr>
              <a:xfrm>
                <a:off x="10840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97" name="타원 19296">
                <a:extLst>
                  <a:ext uri="{FF2B5EF4-FFF2-40B4-BE49-F238E27FC236}">
                    <a16:creationId xmlns:a16="http://schemas.microsoft.com/office/drawing/2014/main" id="{C1AFCA3D-83B5-4A95-8133-E526CE4C5477}"/>
                  </a:ext>
                </a:extLst>
              </p:cNvPr>
              <p:cNvSpPr/>
              <p:nvPr/>
            </p:nvSpPr>
            <p:spPr>
              <a:xfrm>
                <a:off x="12364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98" name="타원 19297">
                <a:extLst>
                  <a:ext uri="{FF2B5EF4-FFF2-40B4-BE49-F238E27FC236}">
                    <a16:creationId xmlns:a16="http://schemas.microsoft.com/office/drawing/2014/main" id="{13986D93-63DD-4A66-82EC-1A083D2AFEDF}"/>
                  </a:ext>
                </a:extLst>
              </p:cNvPr>
              <p:cNvSpPr/>
              <p:nvPr/>
            </p:nvSpPr>
            <p:spPr>
              <a:xfrm>
                <a:off x="13888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99" name="타원 19298">
                <a:extLst>
                  <a:ext uri="{FF2B5EF4-FFF2-40B4-BE49-F238E27FC236}">
                    <a16:creationId xmlns:a16="http://schemas.microsoft.com/office/drawing/2014/main" id="{D5B98534-9E7A-4163-B0C7-C7329259AEA1}"/>
                  </a:ext>
                </a:extLst>
              </p:cNvPr>
              <p:cNvSpPr/>
              <p:nvPr/>
            </p:nvSpPr>
            <p:spPr>
              <a:xfrm>
                <a:off x="15412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00" name="타원 19299">
                <a:extLst>
                  <a:ext uri="{FF2B5EF4-FFF2-40B4-BE49-F238E27FC236}">
                    <a16:creationId xmlns:a16="http://schemas.microsoft.com/office/drawing/2014/main" id="{0A6CD0D7-FD08-4154-85C5-257E43C12A1A}"/>
                  </a:ext>
                </a:extLst>
              </p:cNvPr>
              <p:cNvSpPr/>
              <p:nvPr/>
            </p:nvSpPr>
            <p:spPr>
              <a:xfrm>
                <a:off x="16936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01" name="타원 19300">
                <a:extLst>
                  <a:ext uri="{FF2B5EF4-FFF2-40B4-BE49-F238E27FC236}">
                    <a16:creationId xmlns:a16="http://schemas.microsoft.com/office/drawing/2014/main" id="{065A61C6-0124-467B-85F6-D628CB1B5117}"/>
                  </a:ext>
                </a:extLst>
              </p:cNvPr>
              <p:cNvSpPr/>
              <p:nvPr/>
            </p:nvSpPr>
            <p:spPr>
              <a:xfrm>
                <a:off x="18460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02" name="타원 19301">
                <a:extLst>
                  <a:ext uri="{FF2B5EF4-FFF2-40B4-BE49-F238E27FC236}">
                    <a16:creationId xmlns:a16="http://schemas.microsoft.com/office/drawing/2014/main" id="{9DC7CA93-4C5F-4B57-8751-64C62D6A0AD3}"/>
                  </a:ext>
                </a:extLst>
              </p:cNvPr>
              <p:cNvSpPr/>
              <p:nvPr/>
            </p:nvSpPr>
            <p:spPr>
              <a:xfrm>
                <a:off x="19984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03" name="타원 19302">
                <a:extLst>
                  <a:ext uri="{FF2B5EF4-FFF2-40B4-BE49-F238E27FC236}">
                    <a16:creationId xmlns:a16="http://schemas.microsoft.com/office/drawing/2014/main" id="{FD2E8D7D-2A7F-49EB-8318-0E9B01C977F4}"/>
                  </a:ext>
                </a:extLst>
              </p:cNvPr>
              <p:cNvSpPr/>
              <p:nvPr/>
            </p:nvSpPr>
            <p:spPr>
              <a:xfrm>
                <a:off x="21508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04" name="타원 19303">
                <a:extLst>
                  <a:ext uri="{FF2B5EF4-FFF2-40B4-BE49-F238E27FC236}">
                    <a16:creationId xmlns:a16="http://schemas.microsoft.com/office/drawing/2014/main" id="{76C9FB73-9D09-4758-A0CE-0738683DE869}"/>
                  </a:ext>
                </a:extLst>
              </p:cNvPr>
              <p:cNvSpPr/>
              <p:nvPr/>
            </p:nvSpPr>
            <p:spPr>
              <a:xfrm>
                <a:off x="23032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05" name="타원 19304">
                <a:extLst>
                  <a:ext uri="{FF2B5EF4-FFF2-40B4-BE49-F238E27FC236}">
                    <a16:creationId xmlns:a16="http://schemas.microsoft.com/office/drawing/2014/main" id="{B40BAAB6-79C6-4530-910E-906E9262CAEB}"/>
                  </a:ext>
                </a:extLst>
              </p:cNvPr>
              <p:cNvSpPr/>
              <p:nvPr/>
            </p:nvSpPr>
            <p:spPr>
              <a:xfrm>
                <a:off x="24556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06" name="타원 19305">
                <a:extLst>
                  <a:ext uri="{FF2B5EF4-FFF2-40B4-BE49-F238E27FC236}">
                    <a16:creationId xmlns:a16="http://schemas.microsoft.com/office/drawing/2014/main" id="{3143E94F-DC5C-4A9F-90A5-24583EE0EB5C}"/>
                  </a:ext>
                </a:extLst>
              </p:cNvPr>
              <p:cNvSpPr/>
              <p:nvPr/>
            </p:nvSpPr>
            <p:spPr>
              <a:xfrm>
                <a:off x="26080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07" name="타원 19306">
                <a:extLst>
                  <a:ext uri="{FF2B5EF4-FFF2-40B4-BE49-F238E27FC236}">
                    <a16:creationId xmlns:a16="http://schemas.microsoft.com/office/drawing/2014/main" id="{F0F37C4E-F560-4EAE-BF4F-11838C9E4D55}"/>
                  </a:ext>
                </a:extLst>
              </p:cNvPr>
              <p:cNvSpPr/>
              <p:nvPr/>
            </p:nvSpPr>
            <p:spPr>
              <a:xfrm>
                <a:off x="27604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08" name="타원 19307">
                <a:extLst>
                  <a:ext uri="{FF2B5EF4-FFF2-40B4-BE49-F238E27FC236}">
                    <a16:creationId xmlns:a16="http://schemas.microsoft.com/office/drawing/2014/main" id="{850ED865-33B9-410E-AF7D-0D3B8CA62CEE}"/>
                  </a:ext>
                </a:extLst>
              </p:cNvPr>
              <p:cNvSpPr/>
              <p:nvPr/>
            </p:nvSpPr>
            <p:spPr>
              <a:xfrm>
                <a:off x="29128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09" name="타원 19308">
                <a:extLst>
                  <a:ext uri="{FF2B5EF4-FFF2-40B4-BE49-F238E27FC236}">
                    <a16:creationId xmlns:a16="http://schemas.microsoft.com/office/drawing/2014/main" id="{9ACDEC77-DCBD-4721-AA71-7229E368E14A}"/>
                  </a:ext>
                </a:extLst>
              </p:cNvPr>
              <p:cNvSpPr/>
              <p:nvPr/>
            </p:nvSpPr>
            <p:spPr>
              <a:xfrm>
                <a:off x="30652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10" name="타원 19309">
                <a:extLst>
                  <a:ext uri="{FF2B5EF4-FFF2-40B4-BE49-F238E27FC236}">
                    <a16:creationId xmlns:a16="http://schemas.microsoft.com/office/drawing/2014/main" id="{58AD45CA-6856-4B63-9B31-8514287E7951}"/>
                  </a:ext>
                </a:extLst>
              </p:cNvPr>
              <p:cNvSpPr/>
              <p:nvPr/>
            </p:nvSpPr>
            <p:spPr>
              <a:xfrm>
                <a:off x="32176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11" name="타원 19310">
                <a:extLst>
                  <a:ext uri="{FF2B5EF4-FFF2-40B4-BE49-F238E27FC236}">
                    <a16:creationId xmlns:a16="http://schemas.microsoft.com/office/drawing/2014/main" id="{1C47DBC2-CD7B-4883-8923-AD2E4CFD842B}"/>
                  </a:ext>
                </a:extLst>
              </p:cNvPr>
              <p:cNvSpPr/>
              <p:nvPr/>
            </p:nvSpPr>
            <p:spPr>
              <a:xfrm>
                <a:off x="33700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12" name="타원 19311">
                <a:extLst>
                  <a:ext uri="{FF2B5EF4-FFF2-40B4-BE49-F238E27FC236}">
                    <a16:creationId xmlns:a16="http://schemas.microsoft.com/office/drawing/2014/main" id="{82F2B56C-1C67-4305-BDD3-744AF05CEB72}"/>
                  </a:ext>
                </a:extLst>
              </p:cNvPr>
              <p:cNvSpPr/>
              <p:nvPr/>
            </p:nvSpPr>
            <p:spPr>
              <a:xfrm>
                <a:off x="35224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13" name="타원 19312">
                <a:extLst>
                  <a:ext uri="{FF2B5EF4-FFF2-40B4-BE49-F238E27FC236}">
                    <a16:creationId xmlns:a16="http://schemas.microsoft.com/office/drawing/2014/main" id="{A28B2825-359F-4152-9DD5-820195AAC1FC}"/>
                  </a:ext>
                </a:extLst>
              </p:cNvPr>
              <p:cNvSpPr/>
              <p:nvPr/>
            </p:nvSpPr>
            <p:spPr>
              <a:xfrm>
                <a:off x="36748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14" name="타원 19313">
                <a:extLst>
                  <a:ext uri="{FF2B5EF4-FFF2-40B4-BE49-F238E27FC236}">
                    <a16:creationId xmlns:a16="http://schemas.microsoft.com/office/drawing/2014/main" id="{F8FEE299-ECC8-45F7-AAB1-AA5ED496D08D}"/>
                  </a:ext>
                </a:extLst>
              </p:cNvPr>
              <p:cNvSpPr/>
              <p:nvPr/>
            </p:nvSpPr>
            <p:spPr>
              <a:xfrm>
                <a:off x="38272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15" name="타원 19314">
                <a:extLst>
                  <a:ext uri="{FF2B5EF4-FFF2-40B4-BE49-F238E27FC236}">
                    <a16:creationId xmlns:a16="http://schemas.microsoft.com/office/drawing/2014/main" id="{C15404E7-13C0-4AE6-8414-6C46425F7FF1}"/>
                  </a:ext>
                </a:extLst>
              </p:cNvPr>
              <p:cNvSpPr/>
              <p:nvPr/>
            </p:nvSpPr>
            <p:spPr>
              <a:xfrm>
                <a:off x="39796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16" name="타원 19315">
                <a:extLst>
                  <a:ext uri="{FF2B5EF4-FFF2-40B4-BE49-F238E27FC236}">
                    <a16:creationId xmlns:a16="http://schemas.microsoft.com/office/drawing/2014/main" id="{92042AB5-07D4-47F4-81D8-79FFBB9937EF}"/>
                  </a:ext>
                </a:extLst>
              </p:cNvPr>
              <p:cNvSpPr/>
              <p:nvPr/>
            </p:nvSpPr>
            <p:spPr>
              <a:xfrm>
                <a:off x="41320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17" name="타원 19316">
                <a:extLst>
                  <a:ext uri="{FF2B5EF4-FFF2-40B4-BE49-F238E27FC236}">
                    <a16:creationId xmlns:a16="http://schemas.microsoft.com/office/drawing/2014/main" id="{FD92F7B4-2ACE-4CF3-A1DE-BBD45C7C3D72}"/>
                  </a:ext>
                </a:extLst>
              </p:cNvPr>
              <p:cNvSpPr/>
              <p:nvPr/>
            </p:nvSpPr>
            <p:spPr>
              <a:xfrm>
                <a:off x="42844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18" name="타원 19317">
                <a:extLst>
                  <a:ext uri="{FF2B5EF4-FFF2-40B4-BE49-F238E27FC236}">
                    <a16:creationId xmlns:a16="http://schemas.microsoft.com/office/drawing/2014/main" id="{5552E26D-B987-4506-96CD-5180809F62F5}"/>
                  </a:ext>
                </a:extLst>
              </p:cNvPr>
              <p:cNvSpPr/>
              <p:nvPr/>
            </p:nvSpPr>
            <p:spPr>
              <a:xfrm>
                <a:off x="44368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19" name="타원 19318">
                <a:extLst>
                  <a:ext uri="{FF2B5EF4-FFF2-40B4-BE49-F238E27FC236}">
                    <a16:creationId xmlns:a16="http://schemas.microsoft.com/office/drawing/2014/main" id="{F23B1CA7-1479-42BD-A3CE-9F6E910D563F}"/>
                  </a:ext>
                </a:extLst>
              </p:cNvPr>
              <p:cNvSpPr/>
              <p:nvPr/>
            </p:nvSpPr>
            <p:spPr>
              <a:xfrm>
                <a:off x="45892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20" name="타원 19319">
                <a:extLst>
                  <a:ext uri="{FF2B5EF4-FFF2-40B4-BE49-F238E27FC236}">
                    <a16:creationId xmlns:a16="http://schemas.microsoft.com/office/drawing/2014/main" id="{379C1F95-5C41-4C48-95B8-F286C092C024}"/>
                  </a:ext>
                </a:extLst>
              </p:cNvPr>
              <p:cNvSpPr/>
              <p:nvPr/>
            </p:nvSpPr>
            <p:spPr>
              <a:xfrm>
                <a:off x="47416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21" name="타원 19320">
                <a:extLst>
                  <a:ext uri="{FF2B5EF4-FFF2-40B4-BE49-F238E27FC236}">
                    <a16:creationId xmlns:a16="http://schemas.microsoft.com/office/drawing/2014/main" id="{61DE0B88-AA2E-431C-9BE4-0689A2F4F1E5}"/>
                  </a:ext>
                </a:extLst>
              </p:cNvPr>
              <p:cNvSpPr/>
              <p:nvPr/>
            </p:nvSpPr>
            <p:spPr>
              <a:xfrm>
                <a:off x="48940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22" name="타원 19321">
                <a:extLst>
                  <a:ext uri="{FF2B5EF4-FFF2-40B4-BE49-F238E27FC236}">
                    <a16:creationId xmlns:a16="http://schemas.microsoft.com/office/drawing/2014/main" id="{6114E86E-F104-4200-BE38-D4B30F7B095E}"/>
                  </a:ext>
                </a:extLst>
              </p:cNvPr>
              <p:cNvSpPr/>
              <p:nvPr/>
            </p:nvSpPr>
            <p:spPr>
              <a:xfrm>
                <a:off x="50464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23" name="타원 19322">
                <a:extLst>
                  <a:ext uri="{FF2B5EF4-FFF2-40B4-BE49-F238E27FC236}">
                    <a16:creationId xmlns:a16="http://schemas.microsoft.com/office/drawing/2014/main" id="{D700E3AA-3CF2-4791-AFDC-4A93B866D746}"/>
                  </a:ext>
                </a:extLst>
              </p:cNvPr>
              <p:cNvSpPr/>
              <p:nvPr/>
            </p:nvSpPr>
            <p:spPr>
              <a:xfrm>
                <a:off x="51988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24" name="타원 19323">
                <a:extLst>
                  <a:ext uri="{FF2B5EF4-FFF2-40B4-BE49-F238E27FC236}">
                    <a16:creationId xmlns:a16="http://schemas.microsoft.com/office/drawing/2014/main" id="{737DEEEE-2EC3-497E-B473-ED722D2BE770}"/>
                  </a:ext>
                </a:extLst>
              </p:cNvPr>
              <p:cNvSpPr/>
              <p:nvPr/>
            </p:nvSpPr>
            <p:spPr>
              <a:xfrm>
                <a:off x="53512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25" name="타원 19324">
                <a:extLst>
                  <a:ext uri="{FF2B5EF4-FFF2-40B4-BE49-F238E27FC236}">
                    <a16:creationId xmlns:a16="http://schemas.microsoft.com/office/drawing/2014/main" id="{A99ABCAA-F01C-4DC5-BC06-E5DC5E9707D5}"/>
                  </a:ext>
                </a:extLst>
              </p:cNvPr>
              <p:cNvSpPr/>
              <p:nvPr/>
            </p:nvSpPr>
            <p:spPr>
              <a:xfrm>
                <a:off x="55036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26" name="타원 19325">
                <a:extLst>
                  <a:ext uri="{FF2B5EF4-FFF2-40B4-BE49-F238E27FC236}">
                    <a16:creationId xmlns:a16="http://schemas.microsoft.com/office/drawing/2014/main" id="{4D395590-99DB-457B-A317-E402AE66E9EA}"/>
                  </a:ext>
                </a:extLst>
              </p:cNvPr>
              <p:cNvSpPr/>
              <p:nvPr/>
            </p:nvSpPr>
            <p:spPr>
              <a:xfrm>
                <a:off x="5656026" y="189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27" name="타원 19326">
                <a:extLst>
                  <a:ext uri="{FF2B5EF4-FFF2-40B4-BE49-F238E27FC236}">
                    <a16:creationId xmlns:a16="http://schemas.microsoft.com/office/drawing/2014/main" id="{A8DC61D3-195F-4DFD-8C25-5452BD288BCE}"/>
                  </a:ext>
                </a:extLst>
              </p:cNvPr>
              <p:cNvSpPr/>
              <p:nvPr/>
            </p:nvSpPr>
            <p:spPr>
              <a:xfrm>
                <a:off x="3220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28" name="타원 19327">
                <a:extLst>
                  <a:ext uri="{FF2B5EF4-FFF2-40B4-BE49-F238E27FC236}">
                    <a16:creationId xmlns:a16="http://schemas.microsoft.com/office/drawing/2014/main" id="{00BF0C32-5B8F-4740-BBAE-1FFED7828D8A}"/>
                  </a:ext>
                </a:extLst>
              </p:cNvPr>
              <p:cNvSpPr/>
              <p:nvPr/>
            </p:nvSpPr>
            <p:spPr>
              <a:xfrm>
                <a:off x="4744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29" name="타원 19328">
                <a:extLst>
                  <a:ext uri="{FF2B5EF4-FFF2-40B4-BE49-F238E27FC236}">
                    <a16:creationId xmlns:a16="http://schemas.microsoft.com/office/drawing/2014/main" id="{21296C13-85EF-4CFD-9ADE-2DB225A5F44F}"/>
                  </a:ext>
                </a:extLst>
              </p:cNvPr>
              <p:cNvSpPr/>
              <p:nvPr/>
            </p:nvSpPr>
            <p:spPr>
              <a:xfrm>
                <a:off x="6268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30" name="타원 19329">
                <a:extLst>
                  <a:ext uri="{FF2B5EF4-FFF2-40B4-BE49-F238E27FC236}">
                    <a16:creationId xmlns:a16="http://schemas.microsoft.com/office/drawing/2014/main" id="{07F481D6-D53C-415E-B7D4-C18BCF478DCA}"/>
                  </a:ext>
                </a:extLst>
              </p:cNvPr>
              <p:cNvSpPr/>
              <p:nvPr/>
            </p:nvSpPr>
            <p:spPr>
              <a:xfrm>
                <a:off x="7792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31" name="타원 19330">
                <a:extLst>
                  <a:ext uri="{FF2B5EF4-FFF2-40B4-BE49-F238E27FC236}">
                    <a16:creationId xmlns:a16="http://schemas.microsoft.com/office/drawing/2014/main" id="{0CE21CC8-63A9-4FCB-9668-35C50AA256F5}"/>
                  </a:ext>
                </a:extLst>
              </p:cNvPr>
              <p:cNvSpPr/>
              <p:nvPr/>
            </p:nvSpPr>
            <p:spPr>
              <a:xfrm>
                <a:off x="9316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32" name="타원 19331">
                <a:extLst>
                  <a:ext uri="{FF2B5EF4-FFF2-40B4-BE49-F238E27FC236}">
                    <a16:creationId xmlns:a16="http://schemas.microsoft.com/office/drawing/2014/main" id="{F2253713-A9FF-4BF8-9587-F37F89FEACA7}"/>
                  </a:ext>
                </a:extLst>
              </p:cNvPr>
              <p:cNvSpPr/>
              <p:nvPr/>
            </p:nvSpPr>
            <p:spPr>
              <a:xfrm>
                <a:off x="10840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33" name="타원 19332">
                <a:extLst>
                  <a:ext uri="{FF2B5EF4-FFF2-40B4-BE49-F238E27FC236}">
                    <a16:creationId xmlns:a16="http://schemas.microsoft.com/office/drawing/2014/main" id="{8FA0A4B6-6FB4-4D63-B80E-C0442FC5CCCD}"/>
                  </a:ext>
                </a:extLst>
              </p:cNvPr>
              <p:cNvSpPr/>
              <p:nvPr/>
            </p:nvSpPr>
            <p:spPr>
              <a:xfrm>
                <a:off x="12364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34" name="타원 19333">
                <a:extLst>
                  <a:ext uri="{FF2B5EF4-FFF2-40B4-BE49-F238E27FC236}">
                    <a16:creationId xmlns:a16="http://schemas.microsoft.com/office/drawing/2014/main" id="{4D02C9CC-43FC-42C4-92AF-8525689D6899}"/>
                  </a:ext>
                </a:extLst>
              </p:cNvPr>
              <p:cNvSpPr/>
              <p:nvPr/>
            </p:nvSpPr>
            <p:spPr>
              <a:xfrm>
                <a:off x="13888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35" name="타원 19334">
                <a:extLst>
                  <a:ext uri="{FF2B5EF4-FFF2-40B4-BE49-F238E27FC236}">
                    <a16:creationId xmlns:a16="http://schemas.microsoft.com/office/drawing/2014/main" id="{4E81D87F-D670-4D74-916C-B98E967B632F}"/>
                  </a:ext>
                </a:extLst>
              </p:cNvPr>
              <p:cNvSpPr/>
              <p:nvPr/>
            </p:nvSpPr>
            <p:spPr>
              <a:xfrm>
                <a:off x="15412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36" name="타원 19335">
                <a:extLst>
                  <a:ext uri="{FF2B5EF4-FFF2-40B4-BE49-F238E27FC236}">
                    <a16:creationId xmlns:a16="http://schemas.microsoft.com/office/drawing/2014/main" id="{4D1CD349-F81E-4EC5-9184-65BF01015AB7}"/>
                  </a:ext>
                </a:extLst>
              </p:cNvPr>
              <p:cNvSpPr/>
              <p:nvPr/>
            </p:nvSpPr>
            <p:spPr>
              <a:xfrm>
                <a:off x="16936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37" name="타원 19336">
                <a:extLst>
                  <a:ext uri="{FF2B5EF4-FFF2-40B4-BE49-F238E27FC236}">
                    <a16:creationId xmlns:a16="http://schemas.microsoft.com/office/drawing/2014/main" id="{B11F3599-3F98-4095-9EDA-BD5600E8AA2E}"/>
                  </a:ext>
                </a:extLst>
              </p:cNvPr>
              <p:cNvSpPr/>
              <p:nvPr/>
            </p:nvSpPr>
            <p:spPr>
              <a:xfrm>
                <a:off x="18460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38" name="타원 19337">
                <a:extLst>
                  <a:ext uri="{FF2B5EF4-FFF2-40B4-BE49-F238E27FC236}">
                    <a16:creationId xmlns:a16="http://schemas.microsoft.com/office/drawing/2014/main" id="{30503284-FC33-4D85-8297-5C0FC28BCD39}"/>
                  </a:ext>
                </a:extLst>
              </p:cNvPr>
              <p:cNvSpPr/>
              <p:nvPr/>
            </p:nvSpPr>
            <p:spPr>
              <a:xfrm>
                <a:off x="19984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39" name="타원 19338">
                <a:extLst>
                  <a:ext uri="{FF2B5EF4-FFF2-40B4-BE49-F238E27FC236}">
                    <a16:creationId xmlns:a16="http://schemas.microsoft.com/office/drawing/2014/main" id="{13DDB988-7798-4574-B395-C283A7125990}"/>
                  </a:ext>
                </a:extLst>
              </p:cNvPr>
              <p:cNvSpPr/>
              <p:nvPr/>
            </p:nvSpPr>
            <p:spPr>
              <a:xfrm>
                <a:off x="21508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40" name="타원 19339">
                <a:extLst>
                  <a:ext uri="{FF2B5EF4-FFF2-40B4-BE49-F238E27FC236}">
                    <a16:creationId xmlns:a16="http://schemas.microsoft.com/office/drawing/2014/main" id="{63507C6C-7125-47B7-B13F-0B497A1F2A24}"/>
                  </a:ext>
                </a:extLst>
              </p:cNvPr>
              <p:cNvSpPr/>
              <p:nvPr/>
            </p:nvSpPr>
            <p:spPr>
              <a:xfrm>
                <a:off x="23032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41" name="타원 19340">
                <a:extLst>
                  <a:ext uri="{FF2B5EF4-FFF2-40B4-BE49-F238E27FC236}">
                    <a16:creationId xmlns:a16="http://schemas.microsoft.com/office/drawing/2014/main" id="{EBCA3DE0-4B02-4FA5-A84D-4F31FB812806}"/>
                  </a:ext>
                </a:extLst>
              </p:cNvPr>
              <p:cNvSpPr/>
              <p:nvPr/>
            </p:nvSpPr>
            <p:spPr>
              <a:xfrm>
                <a:off x="24556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42" name="타원 19341">
                <a:extLst>
                  <a:ext uri="{FF2B5EF4-FFF2-40B4-BE49-F238E27FC236}">
                    <a16:creationId xmlns:a16="http://schemas.microsoft.com/office/drawing/2014/main" id="{F233B931-A89B-42FC-8593-D7CF72935FD8}"/>
                  </a:ext>
                </a:extLst>
              </p:cNvPr>
              <p:cNvSpPr/>
              <p:nvPr/>
            </p:nvSpPr>
            <p:spPr>
              <a:xfrm>
                <a:off x="26080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43" name="타원 19342">
                <a:extLst>
                  <a:ext uri="{FF2B5EF4-FFF2-40B4-BE49-F238E27FC236}">
                    <a16:creationId xmlns:a16="http://schemas.microsoft.com/office/drawing/2014/main" id="{E63E94A5-F578-42E6-9235-0AECEBA65DAC}"/>
                  </a:ext>
                </a:extLst>
              </p:cNvPr>
              <p:cNvSpPr/>
              <p:nvPr/>
            </p:nvSpPr>
            <p:spPr>
              <a:xfrm>
                <a:off x="27604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44" name="타원 19343">
                <a:extLst>
                  <a:ext uri="{FF2B5EF4-FFF2-40B4-BE49-F238E27FC236}">
                    <a16:creationId xmlns:a16="http://schemas.microsoft.com/office/drawing/2014/main" id="{659F6801-D725-481D-8813-6EDE7C8B3B98}"/>
                  </a:ext>
                </a:extLst>
              </p:cNvPr>
              <p:cNvSpPr/>
              <p:nvPr/>
            </p:nvSpPr>
            <p:spPr>
              <a:xfrm>
                <a:off x="29128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45" name="타원 19344">
                <a:extLst>
                  <a:ext uri="{FF2B5EF4-FFF2-40B4-BE49-F238E27FC236}">
                    <a16:creationId xmlns:a16="http://schemas.microsoft.com/office/drawing/2014/main" id="{1D317A62-2FC4-44DB-AF3E-83B28BF6EEC8}"/>
                  </a:ext>
                </a:extLst>
              </p:cNvPr>
              <p:cNvSpPr/>
              <p:nvPr/>
            </p:nvSpPr>
            <p:spPr>
              <a:xfrm>
                <a:off x="30652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46" name="타원 19345">
                <a:extLst>
                  <a:ext uri="{FF2B5EF4-FFF2-40B4-BE49-F238E27FC236}">
                    <a16:creationId xmlns:a16="http://schemas.microsoft.com/office/drawing/2014/main" id="{B857A262-C06D-41BB-B1B7-5472C86ADEE9}"/>
                  </a:ext>
                </a:extLst>
              </p:cNvPr>
              <p:cNvSpPr/>
              <p:nvPr/>
            </p:nvSpPr>
            <p:spPr>
              <a:xfrm>
                <a:off x="32176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47" name="타원 19346">
                <a:extLst>
                  <a:ext uri="{FF2B5EF4-FFF2-40B4-BE49-F238E27FC236}">
                    <a16:creationId xmlns:a16="http://schemas.microsoft.com/office/drawing/2014/main" id="{DA8A6D74-55B6-44C3-B8EB-B7F20B119AE8}"/>
                  </a:ext>
                </a:extLst>
              </p:cNvPr>
              <p:cNvSpPr/>
              <p:nvPr/>
            </p:nvSpPr>
            <p:spPr>
              <a:xfrm>
                <a:off x="33700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48" name="타원 19347">
                <a:extLst>
                  <a:ext uri="{FF2B5EF4-FFF2-40B4-BE49-F238E27FC236}">
                    <a16:creationId xmlns:a16="http://schemas.microsoft.com/office/drawing/2014/main" id="{FCC1D90C-E7C8-4C1F-9960-13769349E5E6}"/>
                  </a:ext>
                </a:extLst>
              </p:cNvPr>
              <p:cNvSpPr/>
              <p:nvPr/>
            </p:nvSpPr>
            <p:spPr>
              <a:xfrm>
                <a:off x="35224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49" name="타원 19348">
                <a:extLst>
                  <a:ext uri="{FF2B5EF4-FFF2-40B4-BE49-F238E27FC236}">
                    <a16:creationId xmlns:a16="http://schemas.microsoft.com/office/drawing/2014/main" id="{571F3B3B-2D54-4EF9-9D5F-6CE3A2B5E079}"/>
                  </a:ext>
                </a:extLst>
              </p:cNvPr>
              <p:cNvSpPr/>
              <p:nvPr/>
            </p:nvSpPr>
            <p:spPr>
              <a:xfrm>
                <a:off x="36748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50" name="타원 19349">
                <a:extLst>
                  <a:ext uri="{FF2B5EF4-FFF2-40B4-BE49-F238E27FC236}">
                    <a16:creationId xmlns:a16="http://schemas.microsoft.com/office/drawing/2014/main" id="{BA5933BB-6762-4A4A-A64C-2B46066607FC}"/>
                  </a:ext>
                </a:extLst>
              </p:cNvPr>
              <p:cNvSpPr/>
              <p:nvPr/>
            </p:nvSpPr>
            <p:spPr>
              <a:xfrm>
                <a:off x="38272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51" name="타원 19350">
                <a:extLst>
                  <a:ext uri="{FF2B5EF4-FFF2-40B4-BE49-F238E27FC236}">
                    <a16:creationId xmlns:a16="http://schemas.microsoft.com/office/drawing/2014/main" id="{C8D55A2D-C1FA-4717-9CAE-B567C0187FB7}"/>
                  </a:ext>
                </a:extLst>
              </p:cNvPr>
              <p:cNvSpPr/>
              <p:nvPr/>
            </p:nvSpPr>
            <p:spPr>
              <a:xfrm>
                <a:off x="39796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52" name="타원 19351">
                <a:extLst>
                  <a:ext uri="{FF2B5EF4-FFF2-40B4-BE49-F238E27FC236}">
                    <a16:creationId xmlns:a16="http://schemas.microsoft.com/office/drawing/2014/main" id="{8F0FCE95-FB14-4D98-9BF6-5EEE92906634}"/>
                  </a:ext>
                </a:extLst>
              </p:cNvPr>
              <p:cNvSpPr/>
              <p:nvPr/>
            </p:nvSpPr>
            <p:spPr>
              <a:xfrm>
                <a:off x="41320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53" name="타원 19352">
                <a:extLst>
                  <a:ext uri="{FF2B5EF4-FFF2-40B4-BE49-F238E27FC236}">
                    <a16:creationId xmlns:a16="http://schemas.microsoft.com/office/drawing/2014/main" id="{B666C446-F305-49F9-8FC5-1019CA7AD04E}"/>
                  </a:ext>
                </a:extLst>
              </p:cNvPr>
              <p:cNvSpPr/>
              <p:nvPr/>
            </p:nvSpPr>
            <p:spPr>
              <a:xfrm>
                <a:off x="42844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54" name="타원 19353">
                <a:extLst>
                  <a:ext uri="{FF2B5EF4-FFF2-40B4-BE49-F238E27FC236}">
                    <a16:creationId xmlns:a16="http://schemas.microsoft.com/office/drawing/2014/main" id="{B487B774-39D1-43B7-9035-F143A5CC326E}"/>
                  </a:ext>
                </a:extLst>
              </p:cNvPr>
              <p:cNvSpPr/>
              <p:nvPr/>
            </p:nvSpPr>
            <p:spPr>
              <a:xfrm>
                <a:off x="44368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55" name="타원 19354">
                <a:extLst>
                  <a:ext uri="{FF2B5EF4-FFF2-40B4-BE49-F238E27FC236}">
                    <a16:creationId xmlns:a16="http://schemas.microsoft.com/office/drawing/2014/main" id="{6520DE50-AA55-43B4-99BA-D52FBDB3CA81}"/>
                  </a:ext>
                </a:extLst>
              </p:cNvPr>
              <p:cNvSpPr/>
              <p:nvPr/>
            </p:nvSpPr>
            <p:spPr>
              <a:xfrm>
                <a:off x="45892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56" name="타원 19355">
                <a:extLst>
                  <a:ext uri="{FF2B5EF4-FFF2-40B4-BE49-F238E27FC236}">
                    <a16:creationId xmlns:a16="http://schemas.microsoft.com/office/drawing/2014/main" id="{86E9A24C-C6C7-4614-B08C-62C4931F7577}"/>
                  </a:ext>
                </a:extLst>
              </p:cNvPr>
              <p:cNvSpPr/>
              <p:nvPr/>
            </p:nvSpPr>
            <p:spPr>
              <a:xfrm>
                <a:off x="47416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57" name="타원 19356">
                <a:extLst>
                  <a:ext uri="{FF2B5EF4-FFF2-40B4-BE49-F238E27FC236}">
                    <a16:creationId xmlns:a16="http://schemas.microsoft.com/office/drawing/2014/main" id="{76D62BEE-B72C-45EA-BA73-4E796A6CCDD1}"/>
                  </a:ext>
                </a:extLst>
              </p:cNvPr>
              <p:cNvSpPr/>
              <p:nvPr/>
            </p:nvSpPr>
            <p:spPr>
              <a:xfrm>
                <a:off x="48940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58" name="타원 19357">
                <a:extLst>
                  <a:ext uri="{FF2B5EF4-FFF2-40B4-BE49-F238E27FC236}">
                    <a16:creationId xmlns:a16="http://schemas.microsoft.com/office/drawing/2014/main" id="{74C1EB16-C538-4971-82FC-A4F1D95F8227}"/>
                  </a:ext>
                </a:extLst>
              </p:cNvPr>
              <p:cNvSpPr/>
              <p:nvPr/>
            </p:nvSpPr>
            <p:spPr>
              <a:xfrm>
                <a:off x="50464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59" name="타원 19358">
                <a:extLst>
                  <a:ext uri="{FF2B5EF4-FFF2-40B4-BE49-F238E27FC236}">
                    <a16:creationId xmlns:a16="http://schemas.microsoft.com/office/drawing/2014/main" id="{6694179C-BEA8-45B7-9C57-14128210FA6E}"/>
                  </a:ext>
                </a:extLst>
              </p:cNvPr>
              <p:cNvSpPr/>
              <p:nvPr/>
            </p:nvSpPr>
            <p:spPr>
              <a:xfrm>
                <a:off x="51988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60" name="타원 19359">
                <a:extLst>
                  <a:ext uri="{FF2B5EF4-FFF2-40B4-BE49-F238E27FC236}">
                    <a16:creationId xmlns:a16="http://schemas.microsoft.com/office/drawing/2014/main" id="{719852C7-E702-4CB2-B01B-BBD637E62831}"/>
                  </a:ext>
                </a:extLst>
              </p:cNvPr>
              <p:cNvSpPr/>
              <p:nvPr/>
            </p:nvSpPr>
            <p:spPr>
              <a:xfrm>
                <a:off x="53512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61" name="타원 19360">
                <a:extLst>
                  <a:ext uri="{FF2B5EF4-FFF2-40B4-BE49-F238E27FC236}">
                    <a16:creationId xmlns:a16="http://schemas.microsoft.com/office/drawing/2014/main" id="{FEC2AACB-0743-4762-876B-31083D8FE14D}"/>
                  </a:ext>
                </a:extLst>
              </p:cNvPr>
              <p:cNvSpPr/>
              <p:nvPr/>
            </p:nvSpPr>
            <p:spPr>
              <a:xfrm>
                <a:off x="55036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62" name="타원 19361">
                <a:extLst>
                  <a:ext uri="{FF2B5EF4-FFF2-40B4-BE49-F238E27FC236}">
                    <a16:creationId xmlns:a16="http://schemas.microsoft.com/office/drawing/2014/main" id="{30C23D8F-BDBC-4AEB-974D-AC4CAD605450}"/>
                  </a:ext>
                </a:extLst>
              </p:cNvPr>
              <p:cNvSpPr/>
              <p:nvPr/>
            </p:nvSpPr>
            <p:spPr>
              <a:xfrm>
                <a:off x="5656026" y="205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63" name="타원 19362">
                <a:extLst>
                  <a:ext uri="{FF2B5EF4-FFF2-40B4-BE49-F238E27FC236}">
                    <a16:creationId xmlns:a16="http://schemas.microsoft.com/office/drawing/2014/main" id="{844A5280-E990-4EA2-B638-B542C989FFA8}"/>
                  </a:ext>
                </a:extLst>
              </p:cNvPr>
              <p:cNvSpPr/>
              <p:nvPr/>
            </p:nvSpPr>
            <p:spPr>
              <a:xfrm>
                <a:off x="3220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64" name="타원 19363">
                <a:extLst>
                  <a:ext uri="{FF2B5EF4-FFF2-40B4-BE49-F238E27FC236}">
                    <a16:creationId xmlns:a16="http://schemas.microsoft.com/office/drawing/2014/main" id="{768A00BA-04BF-4969-B0A2-CFBF3CF0A004}"/>
                  </a:ext>
                </a:extLst>
              </p:cNvPr>
              <p:cNvSpPr/>
              <p:nvPr/>
            </p:nvSpPr>
            <p:spPr>
              <a:xfrm>
                <a:off x="4744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65" name="타원 19364">
                <a:extLst>
                  <a:ext uri="{FF2B5EF4-FFF2-40B4-BE49-F238E27FC236}">
                    <a16:creationId xmlns:a16="http://schemas.microsoft.com/office/drawing/2014/main" id="{DC54498D-C67D-4BA9-A7FE-9664CA274701}"/>
                  </a:ext>
                </a:extLst>
              </p:cNvPr>
              <p:cNvSpPr/>
              <p:nvPr/>
            </p:nvSpPr>
            <p:spPr>
              <a:xfrm>
                <a:off x="6268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66" name="타원 19365">
                <a:extLst>
                  <a:ext uri="{FF2B5EF4-FFF2-40B4-BE49-F238E27FC236}">
                    <a16:creationId xmlns:a16="http://schemas.microsoft.com/office/drawing/2014/main" id="{03EACA54-2EAE-4A9E-919B-CF0F3DBC78A5}"/>
                  </a:ext>
                </a:extLst>
              </p:cNvPr>
              <p:cNvSpPr/>
              <p:nvPr/>
            </p:nvSpPr>
            <p:spPr>
              <a:xfrm>
                <a:off x="7792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67" name="타원 19366">
                <a:extLst>
                  <a:ext uri="{FF2B5EF4-FFF2-40B4-BE49-F238E27FC236}">
                    <a16:creationId xmlns:a16="http://schemas.microsoft.com/office/drawing/2014/main" id="{D3529BC8-D3FF-4487-A412-E7EA6281BFB7}"/>
                  </a:ext>
                </a:extLst>
              </p:cNvPr>
              <p:cNvSpPr/>
              <p:nvPr/>
            </p:nvSpPr>
            <p:spPr>
              <a:xfrm>
                <a:off x="9316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68" name="타원 19367">
                <a:extLst>
                  <a:ext uri="{FF2B5EF4-FFF2-40B4-BE49-F238E27FC236}">
                    <a16:creationId xmlns:a16="http://schemas.microsoft.com/office/drawing/2014/main" id="{C114802D-52B0-498E-A1A1-BFDF105BD833}"/>
                  </a:ext>
                </a:extLst>
              </p:cNvPr>
              <p:cNvSpPr/>
              <p:nvPr/>
            </p:nvSpPr>
            <p:spPr>
              <a:xfrm>
                <a:off x="10840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69" name="타원 19368">
                <a:extLst>
                  <a:ext uri="{FF2B5EF4-FFF2-40B4-BE49-F238E27FC236}">
                    <a16:creationId xmlns:a16="http://schemas.microsoft.com/office/drawing/2014/main" id="{942C8225-AE5F-41A4-8DF1-C75F08731579}"/>
                  </a:ext>
                </a:extLst>
              </p:cNvPr>
              <p:cNvSpPr/>
              <p:nvPr/>
            </p:nvSpPr>
            <p:spPr>
              <a:xfrm>
                <a:off x="12364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70" name="타원 19369">
                <a:extLst>
                  <a:ext uri="{FF2B5EF4-FFF2-40B4-BE49-F238E27FC236}">
                    <a16:creationId xmlns:a16="http://schemas.microsoft.com/office/drawing/2014/main" id="{840725FC-0844-4AA5-A9AD-4700601CC6BE}"/>
                  </a:ext>
                </a:extLst>
              </p:cNvPr>
              <p:cNvSpPr/>
              <p:nvPr/>
            </p:nvSpPr>
            <p:spPr>
              <a:xfrm>
                <a:off x="13888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71" name="타원 19370">
                <a:extLst>
                  <a:ext uri="{FF2B5EF4-FFF2-40B4-BE49-F238E27FC236}">
                    <a16:creationId xmlns:a16="http://schemas.microsoft.com/office/drawing/2014/main" id="{F01A207D-CD87-46E0-85FA-BC592E6038AC}"/>
                  </a:ext>
                </a:extLst>
              </p:cNvPr>
              <p:cNvSpPr/>
              <p:nvPr/>
            </p:nvSpPr>
            <p:spPr>
              <a:xfrm>
                <a:off x="15412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72" name="타원 19371">
                <a:extLst>
                  <a:ext uri="{FF2B5EF4-FFF2-40B4-BE49-F238E27FC236}">
                    <a16:creationId xmlns:a16="http://schemas.microsoft.com/office/drawing/2014/main" id="{C57C7663-8403-4054-9B18-D8DB27AD02C7}"/>
                  </a:ext>
                </a:extLst>
              </p:cNvPr>
              <p:cNvSpPr/>
              <p:nvPr/>
            </p:nvSpPr>
            <p:spPr>
              <a:xfrm>
                <a:off x="16936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73" name="타원 19372">
                <a:extLst>
                  <a:ext uri="{FF2B5EF4-FFF2-40B4-BE49-F238E27FC236}">
                    <a16:creationId xmlns:a16="http://schemas.microsoft.com/office/drawing/2014/main" id="{556B6792-7C5F-4E78-BA18-0631690506EA}"/>
                  </a:ext>
                </a:extLst>
              </p:cNvPr>
              <p:cNvSpPr/>
              <p:nvPr/>
            </p:nvSpPr>
            <p:spPr>
              <a:xfrm>
                <a:off x="18460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74" name="타원 19373">
                <a:extLst>
                  <a:ext uri="{FF2B5EF4-FFF2-40B4-BE49-F238E27FC236}">
                    <a16:creationId xmlns:a16="http://schemas.microsoft.com/office/drawing/2014/main" id="{0DE16C95-14EB-48CF-BCCA-C6C046C368F1}"/>
                  </a:ext>
                </a:extLst>
              </p:cNvPr>
              <p:cNvSpPr/>
              <p:nvPr/>
            </p:nvSpPr>
            <p:spPr>
              <a:xfrm>
                <a:off x="19984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75" name="타원 19374">
                <a:extLst>
                  <a:ext uri="{FF2B5EF4-FFF2-40B4-BE49-F238E27FC236}">
                    <a16:creationId xmlns:a16="http://schemas.microsoft.com/office/drawing/2014/main" id="{5495FD40-9621-4A42-9097-781BDF878F28}"/>
                  </a:ext>
                </a:extLst>
              </p:cNvPr>
              <p:cNvSpPr/>
              <p:nvPr/>
            </p:nvSpPr>
            <p:spPr>
              <a:xfrm>
                <a:off x="21508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76" name="타원 19375">
                <a:extLst>
                  <a:ext uri="{FF2B5EF4-FFF2-40B4-BE49-F238E27FC236}">
                    <a16:creationId xmlns:a16="http://schemas.microsoft.com/office/drawing/2014/main" id="{1DE0273E-6222-4ACF-B8B7-AB90822999A7}"/>
                  </a:ext>
                </a:extLst>
              </p:cNvPr>
              <p:cNvSpPr/>
              <p:nvPr/>
            </p:nvSpPr>
            <p:spPr>
              <a:xfrm>
                <a:off x="23032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77" name="타원 19376">
                <a:extLst>
                  <a:ext uri="{FF2B5EF4-FFF2-40B4-BE49-F238E27FC236}">
                    <a16:creationId xmlns:a16="http://schemas.microsoft.com/office/drawing/2014/main" id="{277782AF-6D7C-47DB-A5FC-F3B7757FEB41}"/>
                  </a:ext>
                </a:extLst>
              </p:cNvPr>
              <p:cNvSpPr/>
              <p:nvPr/>
            </p:nvSpPr>
            <p:spPr>
              <a:xfrm>
                <a:off x="24556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78" name="타원 19377">
                <a:extLst>
                  <a:ext uri="{FF2B5EF4-FFF2-40B4-BE49-F238E27FC236}">
                    <a16:creationId xmlns:a16="http://schemas.microsoft.com/office/drawing/2014/main" id="{7CE54074-55EE-4F80-9249-90886AD28C26}"/>
                  </a:ext>
                </a:extLst>
              </p:cNvPr>
              <p:cNvSpPr/>
              <p:nvPr/>
            </p:nvSpPr>
            <p:spPr>
              <a:xfrm>
                <a:off x="26080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79" name="타원 19378">
                <a:extLst>
                  <a:ext uri="{FF2B5EF4-FFF2-40B4-BE49-F238E27FC236}">
                    <a16:creationId xmlns:a16="http://schemas.microsoft.com/office/drawing/2014/main" id="{78DFE2D9-A83C-456F-8826-D05EBAEA119E}"/>
                  </a:ext>
                </a:extLst>
              </p:cNvPr>
              <p:cNvSpPr/>
              <p:nvPr/>
            </p:nvSpPr>
            <p:spPr>
              <a:xfrm>
                <a:off x="27604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80" name="타원 19379">
                <a:extLst>
                  <a:ext uri="{FF2B5EF4-FFF2-40B4-BE49-F238E27FC236}">
                    <a16:creationId xmlns:a16="http://schemas.microsoft.com/office/drawing/2014/main" id="{7A569377-7C9C-43AA-8029-B860D8A03E39}"/>
                  </a:ext>
                </a:extLst>
              </p:cNvPr>
              <p:cNvSpPr/>
              <p:nvPr/>
            </p:nvSpPr>
            <p:spPr>
              <a:xfrm>
                <a:off x="29128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81" name="타원 19380">
                <a:extLst>
                  <a:ext uri="{FF2B5EF4-FFF2-40B4-BE49-F238E27FC236}">
                    <a16:creationId xmlns:a16="http://schemas.microsoft.com/office/drawing/2014/main" id="{1CAA23BB-E1AE-4C5D-8B60-1FE5B54BF816}"/>
                  </a:ext>
                </a:extLst>
              </p:cNvPr>
              <p:cNvSpPr/>
              <p:nvPr/>
            </p:nvSpPr>
            <p:spPr>
              <a:xfrm>
                <a:off x="30652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82" name="타원 19381">
                <a:extLst>
                  <a:ext uri="{FF2B5EF4-FFF2-40B4-BE49-F238E27FC236}">
                    <a16:creationId xmlns:a16="http://schemas.microsoft.com/office/drawing/2014/main" id="{C5CB19F8-DE81-493F-B29D-5F99EB03C8D1}"/>
                  </a:ext>
                </a:extLst>
              </p:cNvPr>
              <p:cNvSpPr/>
              <p:nvPr/>
            </p:nvSpPr>
            <p:spPr>
              <a:xfrm>
                <a:off x="32176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83" name="타원 19382">
                <a:extLst>
                  <a:ext uri="{FF2B5EF4-FFF2-40B4-BE49-F238E27FC236}">
                    <a16:creationId xmlns:a16="http://schemas.microsoft.com/office/drawing/2014/main" id="{1937EA8C-588F-4FA5-8827-1574974754EF}"/>
                  </a:ext>
                </a:extLst>
              </p:cNvPr>
              <p:cNvSpPr/>
              <p:nvPr/>
            </p:nvSpPr>
            <p:spPr>
              <a:xfrm>
                <a:off x="33700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84" name="타원 19383">
                <a:extLst>
                  <a:ext uri="{FF2B5EF4-FFF2-40B4-BE49-F238E27FC236}">
                    <a16:creationId xmlns:a16="http://schemas.microsoft.com/office/drawing/2014/main" id="{FEA55757-752D-4B7E-B0DB-D0D1142E7550}"/>
                  </a:ext>
                </a:extLst>
              </p:cNvPr>
              <p:cNvSpPr/>
              <p:nvPr/>
            </p:nvSpPr>
            <p:spPr>
              <a:xfrm>
                <a:off x="35224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85" name="타원 19384">
                <a:extLst>
                  <a:ext uri="{FF2B5EF4-FFF2-40B4-BE49-F238E27FC236}">
                    <a16:creationId xmlns:a16="http://schemas.microsoft.com/office/drawing/2014/main" id="{626EE90A-7DE2-483C-A840-8B56910EFE7F}"/>
                  </a:ext>
                </a:extLst>
              </p:cNvPr>
              <p:cNvSpPr/>
              <p:nvPr/>
            </p:nvSpPr>
            <p:spPr>
              <a:xfrm>
                <a:off x="36748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86" name="타원 19385">
                <a:extLst>
                  <a:ext uri="{FF2B5EF4-FFF2-40B4-BE49-F238E27FC236}">
                    <a16:creationId xmlns:a16="http://schemas.microsoft.com/office/drawing/2014/main" id="{251C1235-4541-43AF-B680-E76C43D3853D}"/>
                  </a:ext>
                </a:extLst>
              </p:cNvPr>
              <p:cNvSpPr/>
              <p:nvPr/>
            </p:nvSpPr>
            <p:spPr>
              <a:xfrm>
                <a:off x="38272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87" name="타원 19386">
                <a:extLst>
                  <a:ext uri="{FF2B5EF4-FFF2-40B4-BE49-F238E27FC236}">
                    <a16:creationId xmlns:a16="http://schemas.microsoft.com/office/drawing/2014/main" id="{423369DA-67ED-459B-BB9E-71C45567D831}"/>
                  </a:ext>
                </a:extLst>
              </p:cNvPr>
              <p:cNvSpPr/>
              <p:nvPr/>
            </p:nvSpPr>
            <p:spPr>
              <a:xfrm>
                <a:off x="39796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88" name="타원 19387">
                <a:extLst>
                  <a:ext uri="{FF2B5EF4-FFF2-40B4-BE49-F238E27FC236}">
                    <a16:creationId xmlns:a16="http://schemas.microsoft.com/office/drawing/2014/main" id="{D37BE19D-4895-4F17-8312-504D24B0BA47}"/>
                  </a:ext>
                </a:extLst>
              </p:cNvPr>
              <p:cNvSpPr/>
              <p:nvPr/>
            </p:nvSpPr>
            <p:spPr>
              <a:xfrm>
                <a:off x="41320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89" name="타원 19388">
                <a:extLst>
                  <a:ext uri="{FF2B5EF4-FFF2-40B4-BE49-F238E27FC236}">
                    <a16:creationId xmlns:a16="http://schemas.microsoft.com/office/drawing/2014/main" id="{EB50FF7F-1DDE-42D7-8CF4-75ABE4DD49CE}"/>
                  </a:ext>
                </a:extLst>
              </p:cNvPr>
              <p:cNvSpPr/>
              <p:nvPr/>
            </p:nvSpPr>
            <p:spPr>
              <a:xfrm>
                <a:off x="42844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90" name="타원 19389">
                <a:extLst>
                  <a:ext uri="{FF2B5EF4-FFF2-40B4-BE49-F238E27FC236}">
                    <a16:creationId xmlns:a16="http://schemas.microsoft.com/office/drawing/2014/main" id="{9AA487BD-A156-4A80-8C78-BCE3D6A98EF8}"/>
                  </a:ext>
                </a:extLst>
              </p:cNvPr>
              <p:cNvSpPr/>
              <p:nvPr/>
            </p:nvSpPr>
            <p:spPr>
              <a:xfrm>
                <a:off x="44368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91" name="타원 19390">
                <a:extLst>
                  <a:ext uri="{FF2B5EF4-FFF2-40B4-BE49-F238E27FC236}">
                    <a16:creationId xmlns:a16="http://schemas.microsoft.com/office/drawing/2014/main" id="{F71D3229-A24F-4B4C-BF8E-776F45328BE1}"/>
                  </a:ext>
                </a:extLst>
              </p:cNvPr>
              <p:cNvSpPr/>
              <p:nvPr/>
            </p:nvSpPr>
            <p:spPr>
              <a:xfrm>
                <a:off x="45892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92" name="타원 19391">
                <a:extLst>
                  <a:ext uri="{FF2B5EF4-FFF2-40B4-BE49-F238E27FC236}">
                    <a16:creationId xmlns:a16="http://schemas.microsoft.com/office/drawing/2014/main" id="{9DDB3BA7-A76D-4D14-9DE7-12F5793E0CC0}"/>
                  </a:ext>
                </a:extLst>
              </p:cNvPr>
              <p:cNvSpPr/>
              <p:nvPr/>
            </p:nvSpPr>
            <p:spPr>
              <a:xfrm>
                <a:off x="47416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93" name="타원 19392">
                <a:extLst>
                  <a:ext uri="{FF2B5EF4-FFF2-40B4-BE49-F238E27FC236}">
                    <a16:creationId xmlns:a16="http://schemas.microsoft.com/office/drawing/2014/main" id="{3B1DDCA0-1EDE-4A71-A888-FCD7E6AAAA91}"/>
                  </a:ext>
                </a:extLst>
              </p:cNvPr>
              <p:cNvSpPr/>
              <p:nvPr/>
            </p:nvSpPr>
            <p:spPr>
              <a:xfrm>
                <a:off x="48940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94" name="타원 19393">
                <a:extLst>
                  <a:ext uri="{FF2B5EF4-FFF2-40B4-BE49-F238E27FC236}">
                    <a16:creationId xmlns:a16="http://schemas.microsoft.com/office/drawing/2014/main" id="{2E70739C-69A0-45BE-8B7F-EFB6FB9F609B}"/>
                  </a:ext>
                </a:extLst>
              </p:cNvPr>
              <p:cNvSpPr/>
              <p:nvPr/>
            </p:nvSpPr>
            <p:spPr>
              <a:xfrm>
                <a:off x="50464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95" name="타원 19394">
                <a:extLst>
                  <a:ext uri="{FF2B5EF4-FFF2-40B4-BE49-F238E27FC236}">
                    <a16:creationId xmlns:a16="http://schemas.microsoft.com/office/drawing/2014/main" id="{2143D90A-022C-4D31-8515-2FBACC9E8B02}"/>
                  </a:ext>
                </a:extLst>
              </p:cNvPr>
              <p:cNvSpPr/>
              <p:nvPr/>
            </p:nvSpPr>
            <p:spPr>
              <a:xfrm>
                <a:off x="51988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96" name="타원 19395">
                <a:extLst>
                  <a:ext uri="{FF2B5EF4-FFF2-40B4-BE49-F238E27FC236}">
                    <a16:creationId xmlns:a16="http://schemas.microsoft.com/office/drawing/2014/main" id="{12369BD9-B04A-4CD6-BA8B-D54072FB4E8A}"/>
                  </a:ext>
                </a:extLst>
              </p:cNvPr>
              <p:cNvSpPr/>
              <p:nvPr/>
            </p:nvSpPr>
            <p:spPr>
              <a:xfrm>
                <a:off x="53512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97" name="타원 19396">
                <a:extLst>
                  <a:ext uri="{FF2B5EF4-FFF2-40B4-BE49-F238E27FC236}">
                    <a16:creationId xmlns:a16="http://schemas.microsoft.com/office/drawing/2014/main" id="{5A68C3AB-2DE6-4DD0-8846-3B6AC9ED398D}"/>
                  </a:ext>
                </a:extLst>
              </p:cNvPr>
              <p:cNvSpPr/>
              <p:nvPr/>
            </p:nvSpPr>
            <p:spPr>
              <a:xfrm>
                <a:off x="55036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98" name="타원 19397">
                <a:extLst>
                  <a:ext uri="{FF2B5EF4-FFF2-40B4-BE49-F238E27FC236}">
                    <a16:creationId xmlns:a16="http://schemas.microsoft.com/office/drawing/2014/main" id="{CD875833-4AEA-405A-8A73-3EC59506FD3D}"/>
                  </a:ext>
                </a:extLst>
              </p:cNvPr>
              <p:cNvSpPr/>
              <p:nvPr/>
            </p:nvSpPr>
            <p:spPr>
              <a:xfrm>
                <a:off x="5656026" y="220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99" name="타원 19398">
                <a:extLst>
                  <a:ext uri="{FF2B5EF4-FFF2-40B4-BE49-F238E27FC236}">
                    <a16:creationId xmlns:a16="http://schemas.microsoft.com/office/drawing/2014/main" id="{FEEE9733-18A0-4FEE-9862-72575F95F3F2}"/>
                  </a:ext>
                </a:extLst>
              </p:cNvPr>
              <p:cNvSpPr/>
              <p:nvPr/>
            </p:nvSpPr>
            <p:spPr>
              <a:xfrm>
                <a:off x="3220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00" name="타원 19399">
                <a:extLst>
                  <a:ext uri="{FF2B5EF4-FFF2-40B4-BE49-F238E27FC236}">
                    <a16:creationId xmlns:a16="http://schemas.microsoft.com/office/drawing/2014/main" id="{E83ECF79-ABAE-46CC-97C6-35F7F436AFC8}"/>
                  </a:ext>
                </a:extLst>
              </p:cNvPr>
              <p:cNvSpPr/>
              <p:nvPr/>
            </p:nvSpPr>
            <p:spPr>
              <a:xfrm>
                <a:off x="4744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01" name="타원 19400">
                <a:extLst>
                  <a:ext uri="{FF2B5EF4-FFF2-40B4-BE49-F238E27FC236}">
                    <a16:creationId xmlns:a16="http://schemas.microsoft.com/office/drawing/2014/main" id="{4B12AD8F-DD52-4A32-B543-7A730B3CE18B}"/>
                  </a:ext>
                </a:extLst>
              </p:cNvPr>
              <p:cNvSpPr/>
              <p:nvPr/>
            </p:nvSpPr>
            <p:spPr>
              <a:xfrm>
                <a:off x="6268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02" name="타원 19401">
                <a:extLst>
                  <a:ext uri="{FF2B5EF4-FFF2-40B4-BE49-F238E27FC236}">
                    <a16:creationId xmlns:a16="http://schemas.microsoft.com/office/drawing/2014/main" id="{DAE141EA-6111-4BE1-B3F1-9B495601DEE8}"/>
                  </a:ext>
                </a:extLst>
              </p:cNvPr>
              <p:cNvSpPr/>
              <p:nvPr/>
            </p:nvSpPr>
            <p:spPr>
              <a:xfrm>
                <a:off x="7792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03" name="타원 19402">
                <a:extLst>
                  <a:ext uri="{FF2B5EF4-FFF2-40B4-BE49-F238E27FC236}">
                    <a16:creationId xmlns:a16="http://schemas.microsoft.com/office/drawing/2014/main" id="{FDFBFA69-05EF-4C43-B906-EAADCE77B90E}"/>
                  </a:ext>
                </a:extLst>
              </p:cNvPr>
              <p:cNvSpPr/>
              <p:nvPr/>
            </p:nvSpPr>
            <p:spPr>
              <a:xfrm>
                <a:off x="9316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04" name="타원 19403">
                <a:extLst>
                  <a:ext uri="{FF2B5EF4-FFF2-40B4-BE49-F238E27FC236}">
                    <a16:creationId xmlns:a16="http://schemas.microsoft.com/office/drawing/2014/main" id="{A8DCDA3E-99DC-4104-B553-29D51CF94F3E}"/>
                  </a:ext>
                </a:extLst>
              </p:cNvPr>
              <p:cNvSpPr/>
              <p:nvPr/>
            </p:nvSpPr>
            <p:spPr>
              <a:xfrm>
                <a:off x="10840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05" name="타원 19404">
                <a:extLst>
                  <a:ext uri="{FF2B5EF4-FFF2-40B4-BE49-F238E27FC236}">
                    <a16:creationId xmlns:a16="http://schemas.microsoft.com/office/drawing/2014/main" id="{455C325A-0D19-457D-89BE-85445D326EEA}"/>
                  </a:ext>
                </a:extLst>
              </p:cNvPr>
              <p:cNvSpPr/>
              <p:nvPr/>
            </p:nvSpPr>
            <p:spPr>
              <a:xfrm>
                <a:off x="12364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06" name="타원 19405">
                <a:extLst>
                  <a:ext uri="{FF2B5EF4-FFF2-40B4-BE49-F238E27FC236}">
                    <a16:creationId xmlns:a16="http://schemas.microsoft.com/office/drawing/2014/main" id="{409CABF0-2373-4815-B7D7-F52E3D2C3445}"/>
                  </a:ext>
                </a:extLst>
              </p:cNvPr>
              <p:cNvSpPr/>
              <p:nvPr/>
            </p:nvSpPr>
            <p:spPr>
              <a:xfrm>
                <a:off x="13888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07" name="타원 19406">
                <a:extLst>
                  <a:ext uri="{FF2B5EF4-FFF2-40B4-BE49-F238E27FC236}">
                    <a16:creationId xmlns:a16="http://schemas.microsoft.com/office/drawing/2014/main" id="{137F0DC6-1992-46B6-AF52-123B1E561A87}"/>
                  </a:ext>
                </a:extLst>
              </p:cNvPr>
              <p:cNvSpPr/>
              <p:nvPr/>
            </p:nvSpPr>
            <p:spPr>
              <a:xfrm>
                <a:off x="15412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08" name="타원 19407">
                <a:extLst>
                  <a:ext uri="{FF2B5EF4-FFF2-40B4-BE49-F238E27FC236}">
                    <a16:creationId xmlns:a16="http://schemas.microsoft.com/office/drawing/2014/main" id="{95683154-5CFA-4792-B900-878550303CC6}"/>
                  </a:ext>
                </a:extLst>
              </p:cNvPr>
              <p:cNvSpPr/>
              <p:nvPr/>
            </p:nvSpPr>
            <p:spPr>
              <a:xfrm>
                <a:off x="16936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09" name="타원 19408">
                <a:extLst>
                  <a:ext uri="{FF2B5EF4-FFF2-40B4-BE49-F238E27FC236}">
                    <a16:creationId xmlns:a16="http://schemas.microsoft.com/office/drawing/2014/main" id="{01E71825-B46F-4498-8601-3437D56840BE}"/>
                  </a:ext>
                </a:extLst>
              </p:cNvPr>
              <p:cNvSpPr/>
              <p:nvPr/>
            </p:nvSpPr>
            <p:spPr>
              <a:xfrm>
                <a:off x="18460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10" name="타원 19409">
                <a:extLst>
                  <a:ext uri="{FF2B5EF4-FFF2-40B4-BE49-F238E27FC236}">
                    <a16:creationId xmlns:a16="http://schemas.microsoft.com/office/drawing/2014/main" id="{58FDC6EB-0C7E-40A3-ABF9-B7AEF8339CBD}"/>
                  </a:ext>
                </a:extLst>
              </p:cNvPr>
              <p:cNvSpPr/>
              <p:nvPr/>
            </p:nvSpPr>
            <p:spPr>
              <a:xfrm>
                <a:off x="19984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11" name="타원 19410">
                <a:extLst>
                  <a:ext uri="{FF2B5EF4-FFF2-40B4-BE49-F238E27FC236}">
                    <a16:creationId xmlns:a16="http://schemas.microsoft.com/office/drawing/2014/main" id="{E422BA7C-B5C9-4EEA-B54F-DCC72EAD6390}"/>
                  </a:ext>
                </a:extLst>
              </p:cNvPr>
              <p:cNvSpPr/>
              <p:nvPr/>
            </p:nvSpPr>
            <p:spPr>
              <a:xfrm>
                <a:off x="21508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12" name="타원 19411">
                <a:extLst>
                  <a:ext uri="{FF2B5EF4-FFF2-40B4-BE49-F238E27FC236}">
                    <a16:creationId xmlns:a16="http://schemas.microsoft.com/office/drawing/2014/main" id="{2F1FD909-52F5-4E6A-80C9-AED48E56FD3B}"/>
                  </a:ext>
                </a:extLst>
              </p:cNvPr>
              <p:cNvSpPr/>
              <p:nvPr/>
            </p:nvSpPr>
            <p:spPr>
              <a:xfrm>
                <a:off x="23032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13" name="타원 19412">
                <a:extLst>
                  <a:ext uri="{FF2B5EF4-FFF2-40B4-BE49-F238E27FC236}">
                    <a16:creationId xmlns:a16="http://schemas.microsoft.com/office/drawing/2014/main" id="{51C1ADE1-8F86-447F-B850-16BBBCFA2C6F}"/>
                  </a:ext>
                </a:extLst>
              </p:cNvPr>
              <p:cNvSpPr/>
              <p:nvPr/>
            </p:nvSpPr>
            <p:spPr>
              <a:xfrm>
                <a:off x="24556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14" name="타원 19413">
                <a:extLst>
                  <a:ext uri="{FF2B5EF4-FFF2-40B4-BE49-F238E27FC236}">
                    <a16:creationId xmlns:a16="http://schemas.microsoft.com/office/drawing/2014/main" id="{1FDCDA1C-902D-4B37-868F-67FE6660F123}"/>
                  </a:ext>
                </a:extLst>
              </p:cNvPr>
              <p:cNvSpPr/>
              <p:nvPr/>
            </p:nvSpPr>
            <p:spPr>
              <a:xfrm>
                <a:off x="26080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15" name="타원 19414">
                <a:extLst>
                  <a:ext uri="{FF2B5EF4-FFF2-40B4-BE49-F238E27FC236}">
                    <a16:creationId xmlns:a16="http://schemas.microsoft.com/office/drawing/2014/main" id="{23B9EFD2-5CD3-4096-9910-73697CB05BF1}"/>
                  </a:ext>
                </a:extLst>
              </p:cNvPr>
              <p:cNvSpPr/>
              <p:nvPr/>
            </p:nvSpPr>
            <p:spPr>
              <a:xfrm>
                <a:off x="27604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16" name="타원 19415">
                <a:extLst>
                  <a:ext uri="{FF2B5EF4-FFF2-40B4-BE49-F238E27FC236}">
                    <a16:creationId xmlns:a16="http://schemas.microsoft.com/office/drawing/2014/main" id="{B5325BDA-7E64-4D24-BA19-609919689A1C}"/>
                  </a:ext>
                </a:extLst>
              </p:cNvPr>
              <p:cNvSpPr/>
              <p:nvPr/>
            </p:nvSpPr>
            <p:spPr>
              <a:xfrm>
                <a:off x="29128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17" name="타원 19416">
                <a:extLst>
                  <a:ext uri="{FF2B5EF4-FFF2-40B4-BE49-F238E27FC236}">
                    <a16:creationId xmlns:a16="http://schemas.microsoft.com/office/drawing/2014/main" id="{1BD9010D-3B54-4CB2-8CFA-8EFD5FBC4DFF}"/>
                  </a:ext>
                </a:extLst>
              </p:cNvPr>
              <p:cNvSpPr/>
              <p:nvPr/>
            </p:nvSpPr>
            <p:spPr>
              <a:xfrm>
                <a:off x="30652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18" name="타원 19417">
                <a:extLst>
                  <a:ext uri="{FF2B5EF4-FFF2-40B4-BE49-F238E27FC236}">
                    <a16:creationId xmlns:a16="http://schemas.microsoft.com/office/drawing/2014/main" id="{35479F4B-2C32-49C9-92BF-429EA3DCCF71}"/>
                  </a:ext>
                </a:extLst>
              </p:cNvPr>
              <p:cNvSpPr/>
              <p:nvPr/>
            </p:nvSpPr>
            <p:spPr>
              <a:xfrm>
                <a:off x="32176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19" name="타원 19418">
                <a:extLst>
                  <a:ext uri="{FF2B5EF4-FFF2-40B4-BE49-F238E27FC236}">
                    <a16:creationId xmlns:a16="http://schemas.microsoft.com/office/drawing/2014/main" id="{593F878C-31E9-43A3-9BC6-84D0643B964B}"/>
                  </a:ext>
                </a:extLst>
              </p:cNvPr>
              <p:cNvSpPr/>
              <p:nvPr/>
            </p:nvSpPr>
            <p:spPr>
              <a:xfrm>
                <a:off x="33700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20" name="타원 19419">
                <a:extLst>
                  <a:ext uri="{FF2B5EF4-FFF2-40B4-BE49-F238E27FC236}">
                    <a16:creationId xmlns:a16="http://schemas.microsoft.com/office/drawing/2014/main" id="{4EEB5CA4-05C3-4FD5-B35A-E9585E033C70}"/>
                  </a:ext>
                </a:extLst>
              </p:cNvPr>
              <p:cNvSpPr/>
              <p:nvPr/>
            </p:nvSpPr>
            <p:spPr>
              <a:xfrm>
                <a:off x="35224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21" name="타원 19420">
                <a:extLst>
                  <a:ext uri="{FF2B5EF4-FFF2-40B4-BE49-F238E27FC236}">
                    <a16:creationId xmlns:a16="http://schemas.microsoft.com/office/drawing/2014/main" id="{F796980C-DD4C-4EC5-9691-D5962515AC62}"/>
                  </a:ext>
                </a:extLst>
              </p:cNvPr>
              <p:cNvSpPr/>
              <p:nvPr/>
            </p:nvSpPr>
            <p:spPr>
              <a:xfrm>
                <a:off x="36748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22" name="타원 19421">
                <a:extLst>
                  <a:ext uri="{FF2B5EF4-FFF2-40B4-BE49-F238E27FC236}">
                    <a16:creationId xmlns:a16="http://schemas.microsoft.com/office/drawing/2014/main" id="{484630FA-3B53-4B1A-B820-71395939B39F}"/>
                  </a:ext>
                </a:extLst>
              </p:cNvPr>
              <p:cNvSpPr/>
              <p:nvPr/>
            </p:nvSpPr>
            <p:spPr>
              <a:xfrm>
                <a:off x="38272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23" name="타원 19422">
                <a:extLst>
                  <a:ext uri="{FF2B5EF4-FFF2-40B4-BE49-F238E27FC236}">
                    <a16:creationId xmlns:a16="http://schemas.microsoft.com/office/drawing/2014/main" id="{AD52D620-907A-4B64-BBCE-7CD082A010E0}"/>
                  </a:ext>
                </a:extLst>
              </p:cNvPr>
              <p:cNvSpPr/>
              <p:nvPr/>
            </p:nvSpPr>
            <p:spPr>
              <a:xfrm>
                <a:off x="39796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24" name="타원 19423">
                <a:extLst>
                  <a:ext uri="{FF2B5EF4-FFF2-40B4-BE49-F238E27FC236}">
                    <a16:creationId xmlns:a16="http://schemas.microsoft.com/office/drawing/2014/main" id="{930E7559-9B05-4CDE-A784-F30020F2959C}"/>
                  </a:ext>
                </a:extLst>
              </p:cNvPr>
              <p:cNvSpPr/>
              <p:nvPr/>
            </p:nvSpPr>
            <p:spPr>
              <a:xfrm>
                <a:off x="41320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25" name="타원 19424">
                <a:extLst>
                  <a:ext uri="{FF2B5EF4-FFF2-40B4-BE49-F238E27FC236}">
                    <a16:creationId xmlns:a16="http://schemas.microsoft.com/office/drawing/2014/main" id="{133A83A0-5061-4F68-A6BF-28D8111AA642}"/>
                  </a:ext>
                </a:extLst>
              </p:cNvPr>
              <p:cNvSpPr/>
              <p:nvPr/>
            </p:nvSpPr>
            <p:spPr>
              <a:xfrm>
                <a:off x="42844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26" name="타원 19425">
                <a:extLst>
                  <a:ext uri="{FF2B5EF4-FFF2-40B4-BE49-F238E27FC236}">
                    <a16:creationId xmlns:a16="http://schemas.microsoft.com/office/drawing/2014/main" id="{F4A7C5FB-5654-4A60-A6DE-A78A4816884B}"/>
                  </a:ext>
                </a:extLst>
              </p:cNvPr>
              <p:cNvSpPr/>
              <p:nvPr/>
            </p:nvSpPr>
            <p:spPr>
              <a:xfrm>
                <a:off x="44368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27" name="타원 19426">
                <a:extLst>
                  <a:ext uri="{FF2B5EF4-FFF2-40B4-BE49-F238E27FC236}">
                    <a16:creationId xmlns:a16="http://schemas.microsoft.com/office/drawing/2014/main" id="{5B3EAD8C-397C-410E-8FF6-F0374FDCFCA3}"/>
                  </a:ext>
                </a:extLst>
              </p:cNvPr>
              <p:cNvSpPr/>
              <p:nvPr/>
            </p:nvSpPr>
            <p:spPr>
              <a:xfrm>
                <a:off x="45892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28" name="타원 19427">
                <a:extLst>
                  <a:ext uri="{FF2B5EF4-FFF2-40B4-BE49-F238E27FC236}">
                    <a16:creationId xmlns:a16="http://schemas.microsoft.com/office/drawing/2014/main" id="{A8821246-1CD2-4638-8FB5-574FC9FF2EBE}"/>
                  </a:ext>
                </a:extLst>
              </p:cNvPr>
              <p:cNvSpPr/>
              <p:nvPr/>
            </p:nvSpPr>
            <p:spPr>
              <a:xfrm>
                <a:off x="47416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29" name="타원 19428">
                <a:extLst>
                  <a:ext uri="{FF2B5EF4-FFF2-40B4-BE49-F238E27FC236}">
                    <a16:creationId xmlns:a16="http://schemas.microsoft.com/office/drawing/2014/main" id="{9E545DB9-DFE6-45C1-AAB2-2C438FAAFD7E}"/>
                  </a:ext>
                </a:extLst>
              </p:cNvPr>
              <p:cNvSpPr/>
              <p:nvPr/>
            </p:nvSpPr>
            <p:spPr>
              <a:xfrm>
                <a:off x="48940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30" name="타원 19429">
                <a:extLst>
                  <a:ext uri="{FF2B5EF4-FFF2-40B4-BE49-F238E27FC236}">
                    <a16:creationId xmlns:a16="http://schemas.microsoft.com/office/drawing/2014/main" id="{BF75C6EF-7AAC-48FF-A1EF-F78D09620FE0}"/>
                  </a:ext>
                </a:extLst>
              </p:cNvPr>
              <p:cNvSpPr/>
              <p:nvPr/>
            </p:nvSpPr>
            <p:spPr>
              <a:xfrm>
                <a:off x="50464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31" name="타원 19430">
                <a:extLst>
                  <a:ext uri="{FF2B5EF4-FFF2-40B4-BE49-F238E27FC236}">
                    <a16:creationId xmlns:a16="http://schemas.microsoft.com/office/drawing/2014/main" id="{963E7FFF-2A50-430D-985C-AC25658C0630}"/>
                  </a:ext>
                </a:extLst>
              </p:cNvPr>
              <p:cNvSpPr/>
              <p:nvPr/>
            </p:nvSpPr>
            <p:spPr>
              <a:xfrm>
                <a:off x="51988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32" name="타원 19431">
                <a:extLst>
                  <a:ext uri="{FF2B5EF4-FFF2-40B4-BE49-F238E27FC236}">
                    <a16:creationId xmlns:a16="http://schemas.microsoft.com/office/drawing/2014/main" id="{1FB6F042-E3D1-4F3E-8B7D-E20D185ED12A}"/>
                  </a:ext>
                </a:extLst>
              </p:cNvPr>
              <p:cNvSpPr/>
              <p:nvPr/>
            </p:nvSpPr>
            <p:spPr>
              <a:xfrm>
                <a:off x="53512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33" name="타원 19432">
                <a:extLst>
                  <a:ext uri="{FF2B5EF4-FFF2-40B4-BE49-F238E27FC236}">
                    <a16:creationId xmlns:a16="http://schemas.microsoft.com/office/drawing/2014/main" id="{7244DFE5-9672-41EE-AC74-02EADDC16B8B}"/>
                  </a:ext>
                </a:extLst>
              </p:cNvPr>
              <p:cNvSpPr/>
              <p:nvPr/>
            </p:nvSpPr>
            <p:spPr>
              <a:xfrm>
                <a:off x="55036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34" name="타원 19433">
                <a:extLst>
                  <a:ext uri="{FF2B5EF4-FFF2-40B4-BE49-F238E27FC236}">
                    <a16:creationId xmlns:a16="http://schemas.microsoft.com/office/drawing/2014/main" id="{628A2D2D-9B2B-4188-AA7A-715477F26C60}"/>
                  </a:ext>
                </a:extLst>
              </p:cNvPr>
              <p:cNvSpPr/>
              <p:nvPr/>
            </p:nvSpPr>
            <p:spPr>
              <a:xfrm>
                <a:off x="5656026" y="235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35" name="타원 19434">
                <a:extLst>
                  <a:ext uri="{FF2B5EF4-FFF2-40B4-BE49-F238E27FC236}">
                    <a16:creationId xmlns:a16="http://schemas.microsoft.com/office/drawing/2014/main" id="{049A231D-22B9-4A10-A1B7-EC484532E34E}"/>
                  </a:ext>
                </a:extLst>
              </p:cNvPr>
              <p:cNvSpPr/>
              <p:nvPr/>
            </p:nvSpPr>
            <p:spPr>
              <a:xfrm>
                <a:off x="3220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36" name="타원 19435">
                <a:extLst>
                  <a:ext uri="{FF2B5EF4-FFF2-40B4-BE49-F238E27FC236}">
                    <a16:creationId xmlns:a16="http://schemas.microsoft.com/office/drawing/2014/main" id="{B21F0688-F025-467B-B04E-27D5FACBF181}"/>
                  </a:ext>
                </a:extLst>
              </p:cNvPr>
              <p:cNvSpPr/>
              <p:nvPr/>
            </p:nvSpPr>
            <p:spPr>
              <a:xfrm>
                <a:off x="4744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37" name="타원 19436">
                <a:extLst>
                  <a:ext uri="{FF2B5EF4-FFF2-40B4-BE49-F238E27FC236}">
                    <a16:creationId xmlns:a16="http://schemas.microsoft.com/office/drawing/2014/main" id="{BBDA90A9-C85B-4B7D-82BC-B0ABEB7707EC}"/>
                  </a:ext>
                </a:extLst>
              </p:cNvPr>
              <p:cNvSpPr/>
              <p:nvPr/>
            </p:nvSpPr>
            <p:spPr>
              <a:xfrm>
                <a:off x="6268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38" name="타원 19437">
                <a:extLst>
                  <a:ext uri="{FF2B5EF4-FFF2-40B4-BE49-F238E27FC236}">
                    <a16:creationId xmlns:a16="http://schemas.microsoft.com/office/drawing/2014/main" id="{981E9E7A-ED23-4177-842C-85FC09A07758}"/>
                  </a:ext>
                </a:extLst>
              </p:cNvPr>
              <p:cNvSpPr/>
              <p:nvPr/>
            </p:nvSpPr>
            <p:spPr>
              <a:xfrm>
                <a:off x="7792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39" name="타원 19438">
                <a:extLst>
                  <a:ext uri="{FF2B5EF4-FFF2-40B4-BE49-F238E27FC236}">
                    <a16:creationId xmlns:a16="http://schemas.microsoft.com/office/drawing/2014/main" id="{9B1B28D2-783A-4DAB-8CBE-04D70CBE38C8}"/>
                  </a:ext>
                </a:extLst>
              </p:cNvPr>
              <p:cNvSpPr/>
              <p:nvPr/>
            </p:nvSpPr>
            <p:spPr>
              <a:xfrm>
                <a:off x="9316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40" name="타원 19439">
                <a:extLst>
                  <a:ext uri="{FF2B5EF4-FFF2-40B4-BE49-F238E27FC236}">
                    <a16:creationId xmlns:a16="http://schemas.microsoft.com/office/drawing/2014/main" id="{D00DCE6B-CCEB-48B8-BD39-591A72F9A8C1}"/>
                  </a:ext>
                </a:extLst>
              </p:cNvPr>
              <p:cNvSpPr/>
              <p:nvPr/>
            </p:nvSpPr>
            <p:spPr>
              <a:xfrm>
                <a:off x="10840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41" name="타원 19440">
                <a:extLst>
                  <a:ext uri="{FF2B5EF4-FFF2-40B4-BE49-F238E27FC236}">
                    <a16:creationId xmlns:a16="http://schemas.microsoft.com/office/drawing/2014/main" id="{86705849-3951-4469-9C87-27E3478852A1}"/>
                  </a:ext>
                </a:extLst>
              </p:cNvPr>
              <p:cNvSpPr/>
              <p:nvPr/>
            </p:nvSpPr>
            <p:spPr>
              <a:xfrm>
                <a:off x="12364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42" name="타원 19441">
                <a:extLst>
                  <a:ext uri="{FF2B5EF4-FFF2-40B4-BE49-F238E27FC236}">
                    <a16:creationId xmlns:a16="http://schemas.microsoft.com/office/drawing/2014/main" id="{AFD332F5-CE18-4BFD-BCC7-CD0905F632C4}"/>
                  </a:ext>
                </a:extLst>
              </p:cNvPr>
              <p:cNvSpPr/>
              <p:nvPr/>
            </p:nvSpPr>
            <p:spPr>
              <a:xfrm>
                <a:off x="13888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43" name="타원 19442">
                <a:extLst>
                  <a:ext uri="{FF2B5EF4-FFF2-40B4-BE49-F238E27FC236}">
                    <a16:creationId xmlns:a16="http://schemas.microsoft.com/office/drawing/2014/main" id="{96D2358D-D478-40D1-9F7E-88BF384B481B}"/>
                  </a:ext>
                </a:extLst>
              </p:cNvPr>
              <p:cNvSpPr/>
              <p:nvPr/>
            </p:nvSpPr>
            <p:spPr>
              <a:xfrm>
                <a:off x="15412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44" name="타원 19443">
                <a:extLst>
                  <a:ext uri="{FF2B5EF4-FFF2-40B4-BE49-F238E27FC236}">
                    <a16:creationId xmlns:a16="http://schemas.microsoft.com/office/drawing/2014/main" id="{E8E26075-E44D-463F-9829-62C55F2932E4}"/>
                  </a:ext>
                </a:extLst>
              </p:cNvPr>
              <p:cNvSpPr/>
              <p:nvPr/>
            </p:nvSpPr>
            <p:spPr>
              <a:xfrm>
                <a:off x="16936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45" name="타원 19444">
                <a:extLst>
                  <a:ext uri="{FF2B5EF4-FFF2-40B4-BE49-F238E27FC236}">
                    <a16:creationId xmlns:a16="http://schemas.microsoft.com/office/drawing/2014/main" id="{EA8E52E8-81BB-431F-A83D-69758D09BBB5}"/>
                  </a:ext>
                </a:extLst>
              </p:cNvPr>
              <p:cNvSpPr/>
              <p:nvPr/>
            </p:nvSpPr>
            <p:spPr>
              <a:xfrm>
                <a:off x="18460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46" name="타원 19445">
                <a:extLst>
                  <a:ext uri="{FF2B5EF4-FFF2-40B4-BE49-F238E27FC236}">
                    <a16:creationId xmlns:a16="http://schemas.microsoft.com/office/drawing/2014/main" id="{3E94C339-C141-419A-A275-D991ED6E186F}"/>
                  </a:ext>
                </a:extLst>
              </p:cNvPr>
              <p:cNvSpPr/>
              <p:nvPr/>
            </p:nvSpPr>
            <p:spPr>
              <a:xfrm>
                <a:off x="19984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47" name="타원 19446">
                <a:extLst>
                  <a:ext uri="{FF2B5EF4-FFF2-40B4-BE49-F238E27FC236}">
                    <a16:creationId xmlns:a16="http://schemas.microsoft.com/office/drawing/2014/main" id="{776C1670-9063-4672-A07C-DC272FF56F44}"/>
                  </a:ext>
                </a:extLst>
              </p:cNvPr>
              <p:cNvSpPr/>
              <p:nvPr/>
            </p:nvSpPr>
            <p:spPr>
              <a:xfrm>
                <a:off x="21508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48" name="타원 19447">
                <a:extLst>
                  <a:ext uri="{FF2B5EF4-FFF2-40B4-BE49-F238E27FC236}">
                    <a16:creationId xmlns:a16="http://schemas.microsoft.com/office/drawing/2014/main" id="{2F87C362-80BC-4C58-8C9D-F5BAD20EE94F}"/>
                  </a:ext>
                </a:extLst>
              </p:cNvPr>
              <p:cNvSpPr/>
              <p:nvPr/>
            </p:nvSpPr>
            <p:spPr>
              <a:xfrm>
                <a:off x="23032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49" name="타원 19448">
                <a:extLst>
                  <a:ext uri="{FF2B5EF4-FFF2-40B4-BE49-F238E27FC236}">
                    <a16:creationId xmlns:a16="http://schemas.microsoft.com/office/drawing/2014/main" id="{BA0CE262-7EF7-4BD1-A7FB-0E61EE5D229B}"/>
                  </a:ext>
                </a:extLst>
              </p:cNvPr>
              <p:cNvSpPr/>
              <p:nvPr/>
            </p:nvSpPr>
            <p:spPr>
              <a:xfrm>
                <a:off x="24556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50" name="타원 19449">
                <a:extLst>
                  <a:ext uri="{FF2B5EF4-FFF2-40B4-BE49-F238E27FC236}">
                    <a16:creationId xmlns:a16="http://schemas.microsoft.com/office/drawing/2014/main" id="{3E9799F5-24EC-4EBF-BB89-760C57B05CF3}"/>
                  </a:ext>
                </a:extLst>
              </p:cNvPr>
              <p:cNvSpPr/>
              <p:nvPr/>
            </p:nvSpPr>
            <p:spPr>
              <a:xfrm>
                <a:off x="26080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51" name="타원 19450">
                <a:extLst>
                  <a:ext uri="{FF2B5EF4-FFF2-40B4-BE49-F238E27FC236}">
                    <a16:creationId xmlns:a16="http://schemas.microsoft.com/office/drawing/2014/main" id="{C1C195B6-9FDC-4213-B1B0-E3808B334F05}"/>
                  </a:ext>
                </a:extLst>
              </p:cNvPr>
              <p:cNvSpPr/>
              <p:nvPr/>
            </p:nvSpPr>
            <p:spPr>
              <a:xfrm>
                <a:off x="27604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52" name="타원 19451">
                <a:extLst>
                  <a:ext uri="{FF2B5EF4-FFF2-40B4-BE49-F238E27FC236}">
                    <a16:creationId xmlns:a16="http://schemas.microsoft.com/office/drawing/2014/main" id="{D5C79705-5E78-43DE-996C-CB839300D21E}"/>
                  </a:ext>
                </a:extLst>
              </p:cNvPr>
              <p:cNvSpPr/>
              <p:nvPr/>
            </p:nvSpPr>
            <p:spPr>
              <a:xfrm>
                <a:off x="29128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53" name="타원 19452">
                <a:extLst>
                  <a:ext uri="{FF2B5EF4-FFF2-40B4-BE49-F238E27FC236}">
                    <a16:creationId xmlns:a16="http://schemas.microsoft.com/office/drawing/2014/main" id="{8C936650-327B-44CE-A419-D346670260D6}"/>
                  </a:ext>
                </a:extLst>
              </p:cNvPr>
              <p:cNvSpPr/>
              <p:nvPr/>
            </p:nvSpPr>
            <p:spPr>
              <a:xfrm>
                <a:off x="30652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54" name="타원 19453">
                <a:extLst>
                  <a:ext uri="{FF2B5EF4-FFF2-40B4-BE49-F238E27FC236}">
                    <a16:creationId xmlns:a16="http://schemas.microsoft.com/office/drawing/2014/main" id="{AB595792-DC63-44FE-8C7B-47C454D440A9}"/>
                  </a:ext>
                </a:extLst>
              </p:cNvPr>
              <p:cNvSpPr/>
              <p:nvPr/>
            </p:nvSpPr>
            <p:spPr>
              <a:xfrm>
                <a:off x="32176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55" name="타원 19454">
                <a:extLst>
                  <a:ext uri="{FF2B5EF4-FFF2-40B4-BE49-F238E27FC236}">
                    <a16:creationId xmlns:a16="http://schemas.microsoft.com/office/drawing/2014/main" id="{7A382416-4EE0-42DA-B51D-FBE65D91196E}"/>
                  </a:ext>
                </a:extLst>
              </p:cNvPr>
              <p:cNvSpPr/>
              <p:nvPr/>
            </p:nvSpPr>
            <p:spPr>
              <a:xfrm>
                <a:off x="33700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56" name="타원 19455">
                <a:extLst>
                  <a:ext uri="{FF2B5EF4-FFF2-40B4-BE49-F238E27FC236}">
                    <a16:creationId xmlns:a16="http://schemas.microsoft.com/office/drawing/2014/main" id="{752299C1-76A6-476D-8132-0DB91B9956B3}"/>
                  </a:ext>
                </a:extLst>
              </p:cNvPr>
              <p:cNvSpPr/>
              <p:nvPr/>
            </p:nvSpPr>
            <p:spPr>
              <a:xfrm>
                <a:off x="35224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57" name="타원 19456">
                <a:extLst>
                  <a:ext uri="{FF2B5EF4-FFF2-40B4-BE49-F238E27FC236}">
                    <a16:creationId xmlns:a16="http://schemas.microsoft.com/office/drawing/2014/main" id="{84E471AE-456D-44EF-99C1-F654C750B588}"/>
                  </a:ext>
                </a:extLst>
              </p:cNvPr>
              <p:cNvSpPr/>
              <p:nvPr/>
            </p:nvSpPr>
            <p:spPr>
              <a:xfrm>
                <a:off x="36748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58" name="타원 19457">
                <a:extLst>
                  <a:ext uri="{FF2B5EF4-FFF2-40B4-BE49-F238E27FC236}">
                    <a16:creationId xmlns:a16="http://schemas.microsoft.com/office/drawing/2014/main" id="{79E201CF-AD6F-4C86-AF1F-89AF0B8F8468}"/>
                  </a:ext>
                </a:extLst>
              </p:cNvPr>
              <p:cNvSpPr/>
              <p:nvPr/>
            </p:nvSpPr>
            <p:spPr>
              <a:xfrm>
                <a:off x="38272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59" name="타원 19458">
                <a:extLst>
                  <a:ext uri="{FF2B5EF4-FFF2-40B4-BE49-F238E27FC236}">
                    <a16:creationId xmlns:a16="http://schemas.microsoft.com/office/drawing/2014/main" id="{D734E85D-9120-44AF-869A-3421EB234744}"/>
                  </a:ext>
                </a:extLst>
              </p:cNvPr>
              <p:cNvSpPr/>
              <p:nvPr/>
            </p:nvSpPr>
            <p:spPr>
              <a:xfrm>
                <a:off x="39796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60" name="타원 19459">
                <a:extLst>
                  <a:ext uri="{FF2B5EF4-FFF2-40B4-BE49-F238E27FC236}">
                    <a16:creationId xmlns:a16="http://schemas.microsoft.com/office/drawing/2014/main" id="{C43D40F0-B84C-4BDD-8259-B87EDAF09E2E}"/>
                  </a:ext>
                </a:extLst>
              </p:cNvPr>
              <p:cNvSpPr/>
              <p:nvPr/>
            </p:nvSpPr>
            <p:spPr>
              <a:xfrm>
                <a:off x="41320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61" name="타원 19460">
                <a:extLst>
                  <a:ext uri="{FF2B5EF4-FFF2-40B4-BE49-F238E27FC236}">
                    <a16:creationId xmlns:a16="http://schemas.microsoft.com/office/drawing/2014/main" id="{D3912005-BD80-4ACC-9582-8238EB3EDABC}"/>
                  </a:ext>
                </a:extLst>
              </p:cNvPr>
              <p:cNvSpPr/>
              <p:nvPr/>
            </p:nvSpPr>
            <p:spPr>
              <a:xfrm>
                <a:off x="42844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62" name="타원 19461">
                <a:extLst>
                  <a:ext uri="{FF2B5EF4-FFF2-40B4-BE49-F238E27FC236}">
                    <a16:creationId xmlns:a16="http://schemas.microsoft.com/office/drawing/2014/main" id="{C42AE772-F8FB-4394-8CFB-784D322E5564}"/>
                  </a:ext>
                </a:extLst>
              </p:cNvPr>
              <p:cNvSpPr/>
              <p:nvPr/>
            </p:nvSpPr>
            <p:spPr>
              <a:xfrm>
                <a:off x="44368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63" name="타원 19462">
                <a:extLst>
                  <a:ext uri="{FF2B5EF4-FFF2-40B4-BE49-F238E27FC236}">
                    <a16:creationId xmlns:a16="http://schemas.microsoft.com/office/drawing/2014/main" id="{242B8004-3232-4378-9D18-709B326C89A3}"/>
                  </a:ext>
                </a:extLst>
              </p:cNvPr>
              <p:cNvSpPr/>
              <p:nvPr/>
            </p:nvSpPr>
            <p:spPr>
              <a:xfrm>
                <a:off x="45892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64" name="타원 19463">
                <a:extLst>
                  <a:ext uri="{FF2B5EF4-FFF2-40B4-BE49-F238E27FC236}">
                    <a16:creationId xmlns:a16="http://schemas.microsoft.com/office/drawing/2014/main" id="{A18433E3-BB7C-4EB0-B162-C3D01EB0CC84}"/>
                  </a:ext>
                </a:extLst>
              </p:cNvPr>
              <p:cNvSpPr/>
              <p:nvPr/>
            </p:nvSpPr>
            <p:spPr>
              <a:xfrm>
                <a:off x="47416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65" name="타원 19464">
                <a:extLst>
                  <a:ext uri="{FF2B5EF4-FFF2-40B4-BE49-F238E27FC236}">
                    <a16:creationId xmlns:a16="http://schemas.microsoft.com/office/drawing/2014/main" id="{C369C2B2-8357-4837-B6CF-2AC0F2B59272}"/>
                  </a:ext>
                </a:extLst>
              </p:cNvPr>
              <p:cNvSpPr/>
              <p:nvPr/>
            </p:nvSpPr>
            <p:spPr>
              <a:xfrm>
                <a:off x="48940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66" name="타원 19465">
                <a:extLst>
                  <a:ext uri="{FF2B5EF4-FFF2-40B4-BE49-F238E27FC236}">
                    <a16:creationId xmlns:a16="http://schemas.microsoft.com/office/drawing/2014/main" id="{A3C4146C-F21D-486A-808A-3BE11BA1FACB}"/>
                  </a:ext>
                </a:extLst>
              </p:cNvPr>
              <p:cNvSpPr/>
              <p:nvPr/>
            </p:nvSpPr>
            <p:spPr>
              <a:xfrm>
                <a:off x="50464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67" name="타원 19466">
                <a:extLst>
                  <a:ext uri="{FF2B5EF4-FFF2-40B4-BE49-F238E27FC236}">
                    <a16:creationId xmlns:a16="http://schemas.microsoft.com/office/drawing/2014/main" id="{71AE4EB8-82B3-4826-A127-E88FC1AE6E7B}"/>
                  </a:ext>
                </a:extLst>
              </p:cNvPr>
              <p:cNvSpPr/>
              <p:nvPr/>
            </p:nvSpPr>
            <p:spPr>
              <a:xfrm>
                <a:off x="51988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68" name="타원 19467">
                <a:extLst>
                  <a:ext uri="{FF2B5EF4-FFF2-40B4-BE49-F238E27FC236}">
                    <a16:creationId xmlns:a16="http://schemas.microsoft.com/office/drawing/2014/main" id="{23ACC1AF-F226-4A26-8AC7-47134A520265}"/>
                  </a:ext>
                </a:extLst>
              </p:cNvPr>
              <p:cNvSpPr/>
              <p:nvPr/>
            </p:nvSpPr>
            <p:spPr>
              <a:xfrm>
                <a:off x="53512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69" name="타원 19468">
                <a:extLst>
                  <a:ext uri="{FF2B5EF4-FFF2-40B4-BE49-F238E27FC236}">
                    <a16:creationId xmlns:a16="http://schemas.microsoft.com/office/drawing/2014/main" id="{F6F79E45-B8D5-4950-9AC6-FE1CFDE765D5}"/>
                  </a:ext>
                </a:extLst>
              </p:cNvPr>
              <p:cNvSpPr/>
              <p:nvPr/>
            </p:nvSpPr>
            <p:spPr>
              <a:xfrm>
                <a:off x="55036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70" name="타원 19469">
                <a:extLst>
                  <a:ext uri="{FF2B5EF4-FFF2-40B4-BE49-F238E27FC236}">
                    <a16:creationId xmlns:a16="http://schemas.microsoft.com/office/drawing/2014/main" id="{85E7DC03-D2E3-40EC-9AAE-BD52520373AD}"/>
                  </a:ext>
                </a:extLst>
              </p:cNvPr>
              <p:cNvSpPr/>
              <p:nvPr/>
            </p:nvSpPr>
            <p:spPr>
              <a:xfrm>
                <a:off x="5656026" y="250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71" name="타원 19470">
                <a:extLst>
                  <a:ext uri="{FF2B5EF4-FFF2-40B4-BE49-F238E27FC236}">
                    <a16:creationId xmlns:a16="http://schemas.microsoft.com/office/drawing/2014/main" id="{3D58979A-76D5-4EF9-BE63-C407412AD6DC}"/>
                  </a:ext>
                </a:extLst>
              </p:cNvPr>
              <p:cNvSpPr/>
              <p:nvPr/>
            </p:nvSpPr>
            <p:spPr>
              <a:xfrm>
                <a:off x="3220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72" name="타원 19471">
                <a:extLst>
                  <a:ext uri="{FF2B5EF4-FFF2-40B4-BE49-F238E27FC236}">
                    <a16:creationId xmlns:a16="http://schemas.microsoft.com/office/drawing/2014/main" id="{C62B4EE3-65C0-4860-9D78-A1252370FFDA}"/>
                  </a:ext>
                </a:extLst>
              </p:cNvPr>
              <p:cNvSpPr/>
              <p:nvPr/>
            </p:nvSpPr>
            <p:spPr>
              <a:xfrm>
                <a:off x="4744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73" name="타원 19472">
                <a:extLst>
                  <a:ext uri="{FF2B5EF4-FFF2-40B4-BE49-F238E27FC236}">
                    <a16:creationId xmlns:a16="http://schemas.microsoft.com/office/drawing/2014/main" id="{8507F09B-5144-4B4F-8743-FA128F5EE8E7}"/>
                  </a:ext>
                </a:extLst>
              </p:cNvPr>
              <p:cNvSpPr/>
              <p:nvPr/>
            </p:nvSpPr>
            <p:spPr>
              <a:xfrm>
                <a:off x="6268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74" name="타원 19473">
                <a:extLst>
                  <a:ext uri="{FF2B5EF4-FFF2-40B4-BE49-F238E27FC236}">
                    <a16:creationId xmlns:a16="http://schemas.microsoft.com/office/drawing/2014/main" id="{5A2BFDFB-DC58-4217-AF24-A566EB410C8F}"/>
                  </a:ext>
                </a:extLst>
              </p:cNvPr>
              <p:cNvSpPr/>
              <p:nvPr/>
            </p:nvSpPr>
            <p:spPr>
              <a:xfrm>
                <a:off x="7792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75" name="타원 19474">
                <a:extLst>
                  <a:ext uri="{FF2B5EF4-FFF2-40B4-BE49-F238E27FC236}">
                    <a16:creationId xmlns:a16="http://schemas.microsoft.com/office/drawing/2014/main" id="{B247B023-C8B2-4EE8-B5A4-B4151D32C82F}"/>
                  </a:ext>
                </a:extLst>
              </p:cNvPr>
              <p:cNvSpPr/>
              <p:nvPr/>
            </p:nvSpPr>
            <p:spPr>
              <a:xfrm>
                <a:off x="9316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76" name="타원 19475">
                <a:extLst>
                  <a:ext uri="{FF2B5EF4-FFF2-40B4-BE49-F238E27FC236}">
                    <a16:creationId xmlns:a16="http://schemas.microsoft.com/office/drawing/2014/main" id="{0F049FBF-92EA-4641-84DB-847BD57EFE34}"/>
                  </a:ext>
                </a:extLst>
              </p:cNvPr>
              <p:cNvSpPr/>
              <p:nvPr/>
            </p:nvSpPr>
            <p:spPr>
              <a:xfrm>
                <a:off x="10840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77" name="타원 19476">
                <a:extLst>
                  <a:ext uri="{FF2B5EF4-FFF2-40B4-BE49-F238E27FC236}">
                    <a16:creationId xmlns:a16="http://schemas.microsoft.com/office/drawing/2014/main" id="{0A0FB627-D1ED-4BA3-94E8-E9B0AF901257}"/>
                  </a:ext>
                </a:extLst>
              </p:cNvPr>
              <p:cNvSpPr/>
              <p:nvPr/>
            </p:nvSpPr>
            <p:spPr>
              <a:xfrm>
                <a:off x="12364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78" name="타원 19477">
                <a:extLst>
                  <a:ext uri="{FF2B5EF4-FFF2-40B4-BE49-F238E27FC236}">
                    <a16:creationId xmlns:a16="http://schemas.microsoft.com/office/drawing/2014/main" id="{1966C018-2C77-486B-B907-FD1F281F9835}"/>
                  </a:ext>
                </a:extLst>
              </p:cNvPr>
              <p:cNvSpPr/>
              <p:nvPr/>
            </p:nvSpPr>
            <p:spPr>
              <a:xfrm>
                <a:off x="13888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79" name="타원 19478">
                <a:extLst>
                  <a:ext uri="{FF2B5EF4-FFF2-40B4-BE49-F238E27FC236}">
                    <a16:creationId xmlns:a16="http://schemas.microsoft.com/office/drawing/2014/main" id="{50F24C57-28A2-487F-A561-84B3BFC4FE0A}"/>
                  </a:ext>
                </a:extLst>
              </p:cNvPr>
              <p:cNvSpPr/>
              <p:nvPr/>
            </p:nvSpPr>
            <p:spPr>
              <a:xfrm>
                <a:off x="15412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80" name="타원 19479">
                <a:extLst>
                  <a:ext uri="{FF2B5EF4-FFF2-40B4-BE49-F238E27FC236}">
                    <a16:creationId xmlns:a16="http://schemas.microsoft.com/office/drawing/2014/main" id="{5F845AD3-BE4B-45C2-B086-867C252F2DF3}"/>
                  </a:ext>
                </a:extLst>
              </p:cNvPr>
              <p:cNvSpPr/>
              <p:nvPr/>
            </p:nvSpPr>
            <p:spPr>
              <a:xfrm>
                <a:off x="16936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81" name="타원 19480">
                <a:extLst>
                  <a:ext uri="{FF2B5EF4-FFF2-40B4-BE49-F238E27FC236}">
                    <a16:creationId xmlns:a16="http://schemas.microsoft.com/office/drawing/2014/main" id="{0F5728B2-40DE-4AD9-93D5-F5927BD5505A}"/>
                  </a:ext>
                </a:extLst>
              </p:cNvPr>
              <p:cNvSpPr/>
              <p:nvPr/>
            </p:nvSpPr>
            <p:spPr>
              <a:xfrm>
                <a:off x="18460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82" name="타원 19481">
                <a:extLst>
                  <a:ext uri="{FF2B5EF4-FFF2-40B4-BE49-F238E27FC236}">
                    <a16:creationId xmlns:a16="http://schemas.microsoft.com/office/drawing/2014/main" id="{41461A60-E2AF-4CA5-B77D-CC6849031573}"/>
                  </a:ext>
                </a:extLst>
              </p:cNvPr>
              <p:cNvSpPr/>
              <p:nvPr/>
            </p:nvSpPr>
            <p:spPr>
              <a:xfrm>
                <a:off x="19984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83" name="타원 19482">
                <a:extLst>
                  <a:ext uri="{FF2B5EF4-FFF2-40B4-BE49-F238E27FC236}">
                    <a16:creationId xmlns:a16="http://schemas.microsoft.com/office/drawing/2014/main" id="{1EFB2300-9A73-4A39-BA62-27568565BF6A}"/>
                  </a:ext>
                </a:extLst>
              </p:cNvPr>
              <p:cNvSpPr/>
              <p:nvPr/>
            </p:nvSpPr>
            <p:spPr>
              <a:xfrm>
                <a:off x="21508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84" name="타원 19483">
                <a:extLst>
                  <a:ext uri="{FF2B5EF4-FFF2-40B4-BE49-F238E27FC236}">
                    <a16:creationId xmlns:a16="http://schemas.microsoft.com/office/drawing/2014/main" id="{B3EC6CE1-2321-4FB4-A8B7-76B02D46D818}"/>
                  </a:ext>
                </a:extLst>
              </p:cNvPr>
              <p:cNvSpPr/>
              <p:nvPr/>
            </p:nvSpPr>
            <p:spPr>
              <a:xfrm>
                <a:off x="23032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85" name="타원 19484">
                <a:extLst>
                  <a:ext uri="{FF2B5EF4-FFF2-40B4-BE49-F238E27FC236}">
                    <a16:creationId xmlns:a16="http://schemas.microsoft.com/office/drawing/2014/main" id="{66B77383-9EEC-4D8C-8F32-A7235E221BEC}"/>
                  </a:ext>
                </a:extLst>
              </p:cNvPr>
              <p:cNvSpPr/>
              <p:nvPr/>
            </p:nvSpPr>
            <p:spPr>
              <a:xfrm>
                <a:off x="24556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86" name="타원 19485">
                <a:extLst>
                  <a:ext uri="{FF2B5EF4-FFF2-40B4-BE49-F238E27FC236}">
                    <a16:creationId xmlns:a16="http://schemas.microsoft.com/office/drawing/2014/main" id="{032E2A0A-A578-484A-A405-0ACC9934D34C}"/>
                  </a:ext>
                </a:extLst>
              </p:cNvPr>
              <p:cNvSpPr/>
              <p:nvPr/>
            </p:nvSpPr>
            <p:spPr>
              <a:xfrm>
                <a:off x="26080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87" name="타원 19486">
                <a:extLst>
                  <a:ext uri="{FF2B5EF4-FFF2-40B4-BE49-F238E27FC236}">
                    <a16:creationId xmlns:a16="http://schemas.microsoft.com/office/drawing/2014/main" id="{E4FDA0A3-A28B-48F4-ADFF-1B6DB4B566F7}"/>
                  </a:ext>
                </a:extLst>
              </p:cNvPr>
              <p:cNvSpPr/>
              <p:nvPr/>
            </p:nvSpPr>
            <p:spPr>
              <a:xfrm>
                <a:off x="27604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88" name="타원 19487">
                <a:extLst>
                  <a:ext uri="{FF2B5EF4-FFF2-40B4-BE49-F238E27FC236}">
                    <a16:creationId xmlns:a16="http://schemas.microsoft.com/office/drawing/2014/main" id="{06F0D769-714B-4757-80B3-78FEAE7119B1}"/>
                  </a:ext>
                </a:extLst>
              </p:cNvPr>
              <p:cNvSpPr/>
              <p:nvPr/>
            </p:nvSpPr>
            <p:spPr>
              <a:xfrm>
                <a:off x="29128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89" name="타원 19488">
                <a:extLst>
                  <a:ext uri="{FF2B5EF4-FFF2-40B4-BE49-F238E27FC236}">
                    <a16:creationId xmlns:a16="http://schemas.microsoft.com/office/drawing/2014/main" id="{2A9AEC02-0C35-4977-87A1-ED17F74CFE5F}"/>
                  </a:ext>
                </a:extLst>
              </p:cNvPr>
              <p:cNvSpPr/>
              <p:nvPr/>
            </p:nvSpPr>
            <p:spPr>
              <a:xfrm>
                <a:off x="30652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90" name="타원 19489">
                <a:extLst>
                  <a:ext uri="{FF2B5EF4-FFF2-40B4-BE49-F238E27FC236}">
                    <a16:creationId xmlns:a16="http://schemas.microsoft.com/office/drawing/2014/main" id="{A370555B-DFBD-4EF8-A12B-0AD2761F483C}"/>
                  </a:ext>
                </a:extLst>
              </p:cNvPr>
              <p:cNvSpPr/>
              <p:nvPr/>
            </p:nvSpPr>
            <p:spPr>
              <a:xfrm>
                <a:off x="32176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91" name="타원 19490">
                <a:extLst>
                  <a:ext uri="{FF2B5EF4-FFF2-40B4-BE49-F238E27FC236}">
                    <a16:creationId xmlns:a16="http://schemas.microsoft.com/office/drawing/2014/main" id="{941D8BDA-71FA-4220-892B-CE78D4A0FECB}"/>
                  </a:ext>
                </a:extLst>
              </p:cNvPr>
              <p:cNvSpPr/>
              <p:nvPr/>
            </p:nvSpPr>
            <p:spPr>
              <a:xfrm>
                <a:off x="33700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92" name="타원 19491">
                <a:extLst>
                  <a:ext uri="{FF2B5EF4-FFF2-40B4-BE49-F238E27FC236}">
                    <a16:creationId xmlns:a16="http://schemas.microsoft.com/office/drawing/2014/main" id="{5B979AB9-11BE-4529-8F04-3D6616126924}"/>
                  </a:ext>
                </a:extLst>
              </p:cNvPr>
              <p:cNvSpPr/>
              <p:nvPr/>
            </p:nvSpPr>
            <p:spPr>
              <a:xfrm>
                <a:off x="35224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93" name="타원 19492">
                <a:extLst>
                  <a:ext uri="{FF2B5EF4-FFF2-40B4-BE49-F238E27FC236}">
                    <a16:creationId xmlns:a16="http://schemas.microsoft.com/office/drawing/2014/main" id="{AAF88E63-C4AE-49EE-A2E9-E4A959E3C5AE}"/>
                  </a:ext>
                </a:extLst>
              </p:cNvPr>
              <p:cNvSpPr/>
              <p:nvPr/>
            </p:nvSpPr>
            <p:spPr>
              <a:xfrm>
                <a:off x="36748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94" name="타원 19493">
                <a:extLst>
                  <a:ext uri="{FF2B5EF4-FFF2-40B4-BE49-F238E27FC236}">
                    <a16:creationId xmlns:a16="http://schemas.microsoft.com/office/drawing/2014/main" id="{97B73392-D899-4E67-91C3-88F4DD78BB1B}"/>
                  </a:ext>
                </a:extLst>
              </p:cNvPr>
              <p:cNvSpPr/>
              <p:nvPr/>
            </p:nvSpPr>
            <p:spPr>
              <a:xfrm>
                <a:off x="38272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95" name="타원 19494">
                <a:extLst>
                  <a:ext uri="{FF2B5EF4-FFF2-40B4-BE49-F238E27FC236}">
                    <a16:creationId xmlns:a16="http://schemas.microsoft.com/office/drawing/2014/main" id="{B5C713F6-AC3C-4FB7-BF19-47E87156207F}"/>
                  </a:ext>
                </a:extLst>
              </p:cNvPr>
              <p:cNvSpPr/>
              <p:nvPr/>
            </p:nvSpPr>
            <p:spPr>
              <a:xfrm>
                <a:off x="39796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96" name="타원 19495">
                <a:extLst>
                  <a:ext uri="{FF2B5EF4-FFF2-40B4-BE49-F238E27FC236}">
                    <a16:creationId xmlns:a16="http://schemas.microsoft.com/office/drawing/2014/main" id="{5AC1FFC9-45E7-491B-9D3F-222239C7B4DF}"/>
                  </a:ext>
                </a:extLst>
              </p:cNvPr>
              <p:cNvSpPr/>
              <p:nvPr/>
            </p:nvSpPr>
            <p:spPr>
              <a:xfrm>
                <a:off x="41320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97" name="타원 19496">
                <a:extLst>
                  <a:ext uri="{FF2B5EF4-FFF2-40B4-BE49-F238E27FC236}">
                    <a16:creationId xmlns:a16="http://schemas.microsoft.com/office/drawing/2014/main" id="{4EB68151-76DF-4B8C-9C0C-003823A39F42}"/>
                  </a:ext>
                </a:extLst>
              </p:cNvPr>
              <p:cNvSpPr/>
              <p:nvPr/>
            </p:nvSpPr>
            <p:spPr>
              <a:xfrm>
                <a:off x="42844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98" name="타원 19497">
                <a:extLst>
                  <a:ext uri="{FF2B5EF4-FFF2-40B4-BE49-F238E27FC236}">
                    <a16:creationId xmlns:a16="http://schemas.microsoft.com/office/drawing/2014/main" id="{0B5D2923-795B-4387-A5F8-3BCA88C3FDAD}"/>
                  </a:ext>
                </a:extLst>
              </p:cNvPr>
              <p:cNvSpPr/>
              <p:nvPr/>
            </p:nvSpPr>
            <p:spPr>
              <a:xfrm>
                <a:off x="44368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99" name="타원 19498">
                <a:extLst>
                  <a:ext uri="{FF2B5EF4-FFF2-40B4-BE49-F238E27FC236}">
                    <a16:creationId xmlns:a16="http://schemas.microsoft.com/office/drawing/2014/main" id="{C957068B-90D6-4D53-9A1F-086102395575}"/>
                  </a:ext>
                </a:extLst>
              </p:cNvPr>
              <p:cNvSpPr/>
              <p:nvPr/>
            </p:nvSpPr>
            <p:spPr>
              <a:xfrm>
                <a:off x="45892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00" name="타원 19499">
                <a:extLst>
                  <a:ext uri="{FF2B5EF4-FFF2-40B4-BE49-F238E27FC236}">
                    <a16:creationId xmlns:a16="http://schemas.microsoft.com/office/drawing/2014/main" id="{0CD96A97-40EA-4887-AB53-06DECAE1275A}"/>
                  </a:ext>
                </a:extLst>
              </p:cNvPr>
              <p:cNvSpPr/>
              <p:nvPr/>
            </p:nvSpPr>
            <p:spPr>
              <a:xfrm>
                <a:off x="47416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01" name="타원 19500">
                <a:extLst>
                  <a:ext uri="{FF2B5EF4-FFF2-40B4-BE49-F238E27FC236}">
                    <a16:creationId xmlns:a16="http://schemas.microsoft.com/office/drawing/2014/main" id="{31BB1992-3ADF-466B-9322-08B316F82C51}"/>
                  </a:ext>
                </a:extLst>
              </p:cNvPr>
              <p:cNvSpPr/>
              <p:nvPr/>
            </p:nvSpPr>
            <p:spPr>
              <a:xfrm>
                <a:off x="48940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02" name="타원 19501">
                <a:extLst>
                  <a:ext uri="{FF2B5EF4-FFF2-40B4-BE49-F238E27FC236}">
                    <a16:creationId xmlns:a16="http://schemas.microsoft.com/office/drawing/2014/main" id="{425FE294-1863-4D95-9164-0E9086FB42D7}"/>
                  </a:ext>
                </a:extLst>
              </p:cNvPr>
              <p:cNvSpPr/>
              <p:nvPr/>
            </p:nvSpPr>
            <p:spPr>
              <a:xfrm>
                <a:off x="50464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03" name="타원 19502">
                <a:extLst>
                  <a:ext uri="{FF2B5EF4-FFF2-40B4-BE49-F238E27FC236}">
                    <a16:creationId xmlns:a16="http://schemas.microsoft.com/office/drawing/2014/main" id="{6000ACE5-1FFC-408C-9966-121FF5B7B0C0}"/>
                  </a:ext>
                </a:extLst>
              </p:cNvPr>
              <p:cNvSpPr/>
              <p:nvPr/>
            </p:nvSpPr>
            <p:spPr>
              <a:xfrm>
                <a:off x="51988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04" name="타원 19503">
                <a:extLst>
                  <a:ext uri="{FF2B5EF4-FFF2-40B4-BE49-F238E27FC236}">
                    <a16:creationId xmlns:a16="http://schemas.microsoft.com/office/drawing/2014/main" id="{54D76C76-77DC-4B14-9159-2CCDE8EE19F3}"/>
                  </a:ext>
                </a:extLst>
              </p:cNvPr>
              <p:cNvSpPr/>
              <p:nvPr/>
            </p:nvSpPr>
            <p:spPr>
              <a:xfrm>
                <a:off x="53512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05" name="타원 19504">
                <a:extLst>
                  <a:ext uri="{FF2B5EF4-FFF2-40B4-BE49-F238E27FC236}">
                    <a16:creationId xmlns:a16="http://schemas.microsoft.com/office/drawing/2014/main" id="{D251DAB6-FE38-409D-8A0D-4B1A4D7C45A9}"/>
                  </a:ext>
                </a:extLst>
              </p:cNvPr>
              <p:cNvSpPr/>
              <p:nvPr/>
            </p:nvSpPr>
            <p:spPr>
              <a:xfrm>
                <a:off x="55036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06" name="타원 19505">
                <a:extLst>
                  <a:ext uri="{FF2B5EF4-FFF2-40B4-BE49-F238E27FC236}">
                    <a16:creationId xmlns:a16="http://schemas.microsoft.com/office/drawing/2014/main" id="{F858751D-1EEA-4BD9-A680-87ACB5BD1E0F}"/>
                  </a:ext>
                </a:extLst>
              </p:cNvPr>
              <p:cNvSpPr/>
              <p:nvPr/>
            </p:nvSpPr>
            <p:spPr>
              <a:xfrm>
                <a:off x="5656026" y="266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07" name="타원 19506">
                <a:extLst>
                  <a:ext uri="{FF2B5EF4-FFF2-40B4-BE49-F238E27FC236}">
                    <a16:creationId xmlns:a16="http://schemas.microsoft.com/office/drawing/2014/main" id="{58F72684-A39E-47C5-ABA4-11DAA6F07551}"/>
                  </a:ext>
                </a:extLst>
              </p:cNvPr>
              <p:cNvSpPr/>
              <p:nvPr/>
            </p:nvSpPr>
            <p:spPr>
              <a:xfrm>
                <a:off x="3220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08" name="타원 19507">
                <a:extLst>
                  <a:ext uri="{FF2B5EF4-FFF2-40B4-BE49-F238E27FC236}">
                    <a16:creationId xmlns:a16="http://schemas.microsoft.com/office/drawing/2014/main" id="{925ADD43-AC20-4E5D-80A9-B21B2563EE61}"/>
                  </a:ext>
                </a:extLst>
              </p:cNvPr>
              <p:cNvSpPr/>
              <p:nvPr/>
            </p:nvSpPr>
            <p:spPr>
              <a:xfrm>
                <a:off x="4744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09" name="타원 19508">
                <a:extLst>
                  <a:ext uri="{FF2B5EF4-FFF2-40B4-BE49-F238E27FC236}">
                    <a16:creationId xmlns:a16="http://schemas.microsoft.com/office/drawing/2014/main" id="{38890EDA-AB04-4C07-B420-6D7050BAE2D4}"/>
                  </a:ext>
                </a:extLst>
              </p:cNvPr>
              <p:cNvSpPr/>
              <p:nvPr/>
            </p:nvSpPr>
            <p:spPr>
              <a:xfrm>
                <a:off x="6268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10" name="타원 19509">
                <a:extLst>
                  <a:ext uri="{FF2B5EF4-FFF2-40B4-BE49-F238E27FC236}">
                    <a16:creationId xmlns:a16="http://schemas.microsoft.com/office/drawing/2014/main" id="{91496BF5-6507-47E3-9AE6-7803705C8639}"/>
                  </a:ext>
                </a:extLst>
              </p:cNvPr>
              <p:cNvSpPr/>
              <p:nvPr/>
            </p:nvSpPr>
            <p:spPr>
              <a:xfrm>
                <a:off x="7792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11" name="타원 19510">
                <a:extLst>
                  <a:ext uri="{FF2B5EF4-FFF2-40B4-BE49-F238E27FC236}">
                    <a16:creationId xmlns:a16="http://schemas.microsoft.com/office/drawing/2014/main" id="{B59AF42A-290C-4110-A277-BD26106CE56A}"/>
                  </a:ext>
                </a:extLst>
              </p:cNvPr>
              <p:cNvSpPr/>
              <p:nvPr/>
            </p:nvSpPr>
            <p:spPr>
              <a:xfrm>
                <a:off x="9316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12" name="타원 19511">
                <a:extLst>
                  <a:ext uri="{FF2B5EF4-FFF2-40B4-BE49-F238E27FC236}">
                    <a16:creationId xmlns:a16="http://schemas.microsoft.com/office/drawing/2014/main" id="{B7DB0973-CF5E-4F9F-B492-9D7B674C57D3}"/>
                  </a:ext>
                </a:extLst>
              </p:cNvPr>
              <p:cNvSpPr/>
              <p:nvPr/>
            </p:nvSpPr>
            <p:spPr>
              <a:xfrm>
                <a:off x="10840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13" name="타원 19512">
                <a:extLst>
                  <a:ext uri="{FF2B5EF4-FFF2-40B4-BE49-F238E27FC236}">
                    <a16:creationId xmlns:a16="http://schemas.microsoft.com/office/drawing/2014/main" id="{42F267D5-75AC-4919-ADEC-5430BBED219B}"/>
                  </a:ext>
                </a:extLst>
              </p:cNvPr>
              <p:cNvSpPr/>
              <p:nvPr/>
            </p:nvSpPr>
            <p:spPr>
              <a:xfrm>
                <a:off x="12364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14" name="타원 19513">
                <a:extLst>
                  <a:ext uri="{FF2B5EF4-FFF2-40B4-BE49-F238E27FC236}">
                    <a16:creationId xmlns:a16="http://schemas.microsoft.com/office/drawing/2014/main" id="{6D1756E5-5DFA-472A-991F-C9772DAC28FA}"/>
                  </a:ext>
                </a:extLst>
              </p:cNvPr>
              <p:cNvSpPr/>
              <p:nvPr/>
            </p:nvSpPr>
            <p:spPr>
              <a:xfrm>
                <a:off x="13888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15" name="타원 19514">
                <a:extLst>
                  <a:ext uri="{FF2B5EF4-FFF2-40B4-BE49-F238E27FC236}">
                    <a16:creationId xmlns:a16="http://schemas.microsoft.com/office/drawing/2014/main" id="{104742C7-9B0B-4CAC-9F04-6E1A63D245A3}"/>
                  </a:ext>
                </a:extLst>
              </p:cNvPr>
              <p:cNvSpPr/>
              <p:nvPr/>
            </p:nvSpPr>
            <p:spPr>
              <a:xfrm>
                <a:off x="15412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16" name="타원 19515">
                <a:extLst>
                  <a:ext uri="{FF2B5EF4-FFF2-40B4-BE49-F238E27FC236}">
                    <a16:creationId xmlns:a16="http://schemas.microsoft.com/office/drawing/2014/main" id="{7A0229FA-990A-45E0-B2B0-B5376D354ED3}"/>
                  </a:ext>
                </a:extLst>
              </p:cNvPr>
              <p:cNvSpPr/>
              <p:nvPr/>
            </p:nvSpPr>
            <p:spPr>
              <a:xfrm>
                <a:off x="16936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17" name="타원 19516">
                <a:extLst>
                  <a:ext uri="{FF2B5EF4-FFF2-40B4-BE49-F238E27FC236}">
                    <a16:creationId xmlns:a16="http://schemas.microsoft.com/office/drawing/2014/main" id="{76F80E6D-45BB-401C-9147-3588F1F4320C}"/>
                  </a:ext>
                </a:extLst>
              </p:cNvPr>
              <p:cNvSpPr/>
              <p:nvPr/>
            </p:nvSpPr>
            <p:spPr>
              <a:xfrm>
                <a:off x="18460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18" name="타원 19517">
                <a:extLst>
                  <a:ext uri="{FF2B5EF4-FFF2-40B4-BE49-F238E27FC236}">
                    <a16:creationId xmlns:a16="http://schemas.microsoft.com/office/drawing/2014/main" id="{CEE6E385-9C69-4DCB-BF61-FC7594CBF06F}"/>
                  </a:ext>
                </a:extLst>
              </p:cNvPr>
              <p:cNvSpPr/>
              <p:nvPr/>
            </p:nvSpPr>
            <p:spPr>
              <a:xfrm>
                <a:off x="19984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19" name="타원 19518">
                <a:extLst>
                  <a:ext uri="{FF2B5EF4-FFF2-40B4-BE49-F238E27FC236}">
                    <a16:creationId xmlns:a16="http://schemas.microsoft.com/office/drawing/2014/main" id="{016A653D-AC6E-409B-AA1E-F63DAAB3E797}"/>
                  </a:ext>
                </a:extLst>
              </p:cNvPr>
              <p:cNvSpPr/>
              <p:nvPr/>
            </p:nvSpPr>
            <p:spPr>
              <a:xfrm>
                <a:off x="21508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20" name="타원 19519">
                <a:extLst>
                  <a:ext uri="{FF2B5EF4-FFF2-40B4-BE49-F238E27FC236}">
                    <a16:creationId xmlns:a16="http://schemas.microsoft.com/office/drawing/2014/main" id="{6B7D5640-37CC-4386-92A3-9A399641D85D}"/>
                  </a:ext>
                </a:extLst>
              </p:cNvPr>
              <p:cNvSpPr/>
              <p:nvPr/>
            </p:nvSpPr>
            <p:spPr>
              <a:xfrm>
                <a:off x="23032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21" name="타원 19520">
                <a:extLst>
                  <a:ext uri="{FF2B5EF4-FFF2-40B4-BE49-F238E27FC236}">
                    <a16:creationId xmlns:a16="http://schemas.microsoft.com/office/drawing/2014/main" id="{8B409FBD-4F14-44D3-A7B2-51C01C356819}"/>
                  </a:ext>
                </a:extLst>
              </p:cNvPr>
              <p:cNvSpPr/>
              <p:nvPr/>
            </p:nvSpPr>
            <p:spPr>
              <a:xfrm>
                <a:off x="24556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22" name="타원 19521">
                <a:extLst>
                  <a:ext uri="{FF2B5EF4-FFF2-40B4-BE49-F238E27FC236}">
                    <a16:creationId xmlns:a16="http://schemas.microsoft.com/office/drawing/2014/main" id="{4DD14561-17C9-4199-BCBD-0C39C6EEE82C}"/>
                  </a:ext>
                </a:extLst>
              </p:cNvPr>
              <p:cNvSpPr/>
              <p:nvPr/>
            </p:nvSpPr>
            <p:spPr>
              <a:xfrm>
                <a:off x="26080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23" name="타원 19522">
                <a:extLst>
                  <a:ext uri="{FF2B5EF4-FFF2-40B4-BE49-F238E27FC236}">
                    <a16:creationId xmlns:a16="http://schemas.microsoft.com/office/drawing/2014/main" id="{B9C68589-0B3F-4578-8BD2-60237E99272A}"/>
                  </a:ext>
                </a:extLst>
              </p:cNvPr>
              <p:cNvSpPr/>
              <p:nvPr/>
            </p:nvSpPr>
            <p:spPr>
              <a:xfrm>
                <a:off x="27604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24" name="타원 19523">
                <a:extLst>
                  <a:ext uri="{FF2B5EF4-FFF2-40B4-BE49-F238E27FC236}">
                    <a16:creationId xmlns:a16="http://schemas.microsoft.com/office/drawing/2014/main" id="{9119C79E-7E42-47A0-8D3A-D68631EA0E97}"/>
                  </a:ext>
                </a:extLst>
              </p:cNvPr>
              <p:cNvSpPr/>
              <p:nvPr/>
            </p:nvSpPr>
            <p:spPr>
              <a:xfrm>
                <a:off x="29128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25" name="타원 19524">
                <a:extLst>
                  <a:ext uri="{FF2B5EF4-FFF2-40B4-BE49-F238E27FC236}">
                    <a16:creationId xmlns:a16="http://schemas.microsoft.com/office/drawing/2014/main" id="{C438890B-ABAD-498D-AE52-8AC352D21D43}"/>
                  </a:ext>
                </a:extLst>
              </p:cNvPr>
              <p:cNvSpPr/>
              <p:nvPr/>
            </p:nvSpPr>
            <p:spPr>
              <a:xfrm>
                <a:off x="30652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26" name="타원 19525">
                <a:extLst>
                  <a:ext uri="{FF2B5EF4-FFF2-40B4-BE49-F238E27FC236}">
                    <a16:creationId xmlns:a16="http://schemas.microsoft.com/office/drawing/2014/main" id="{7DEBD1E0-3043-4CFB-871D-753D59E9A624}"/>
                  </a:ext>
                </a:extLst>
              </p:cNvPr>
              <p:cNvSpPr/>
              <p:nvPr/>
            </p:nvSpPr>
            <p:spPr>
              <a:xfrm>
                <a:off x="32176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27" name="타원 19526">
                <a:extLst>
                  <a:ext uri="{FF2B5EF4-FFF2-40B4-BE49-F238E27FC236}">
                    <a16:creationId xmlns:a16="http://schemas.microsoft.com/office/drawing/2014/main" id="{F5152D9A-33A8-475D-9940-653DE38F23C9}"/>
                  </a:ext>
                </a:extLst>
              </p:cNvPr>
              <p:cNvSpPr/>
              <p:nvPr/>
            </p:nvSpPr>
            <p:spPr>
              <a:xfrm>
                <a:off x="33700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28" name="타원 19527">
                <a:extLst>
                  <a:ext uri="{FF2B5EF4-FFF2-40B4-BE49-F238E27FC236}">
                    <a16:creationId xmlns:a16="http://schemas.microsoft.com/office/drawing/2014/main" id="{D421720F-8B56-48F0-84E5-C2417B94EB08}"/>
                  </a:ext>
                </a:extLst>
              </p:cNvPr>
              <p:cNvSpPr/>
              <p:nvPr/>
            </p:nvSpPr>
            <p:spPr>
              <a:xfrm>
                <a:off x="35224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29" name="타원 19528">
                <a:extLst>
                  <a:ext uri="{FF2B5EF4-FFF2-40B4-BE49-F238E27FC236}">
                    <a16:creationId xmlns:a16="http://schemas.microsoft.com/office/drawing/2014/main" id="{90DBA85C-5AE7-4C74-8573-6727BE6C5CD2}"/>
                  </a:ext>
                </a:extLst>
              </p:cNvPr>
              <p:cNvSpPr/>
              <p:nvPr/>
            </p:nvSpPr>
            <p:spPr>
              <a:xfrm>
                <a:off x="36748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30" name="타원 19529">
                <a:extLst>
                  <a:ext uri="{FF2B5EF4-FFF2-40B4-BE49-F238E27FC236}">
                    <a16:creationId xmlns:a16="http://schemas.microsoft.com/office/drawing/2014/main" id="{9AA3BE03-723A-495E-BBEE-4BD328A2720C}"/>
                  </a:ext>
                </a:extLst>
              </p:cNvPr>
              <p:cNvSpPr/>
              <p:nvPr/>
            </p:nvSpPr>
            <p:spPr>
              <a:xfrm>
                <a:off x="38272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31" name="타원 19530">
                <a:extLst>
                  <a:ext uri="{FF2B5EF4-FFF2-40B4-BE49-F238E27FC236}">
                    <a16:creationId xmlns:a16="http://schemas.microsoft.com/office/drawing/2014/main" id="{B28D3FA3-768B-4E39-86F5-DBC947F3035D}"/>
                  </a:ext>
                </a:extLst>
              </p:cNvPr>
              <p:cNvSpPr/>
              <p:nvPr/>
            </p:nvSpPr>
            <p:spPr>
              <a:xfrm>
                <a:off x="39796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32" name="타원 19531">
                <a:extLst>
                  <a:ext uri="{FF2B5EF4-FFF2-40B4-BE49-F238E27FC236}">
                    <a16:creationId xmlns:a16="http://schemas.microsoft.com/office/drawing/2014/main" id="{F34D7E79-2A4D-44F2-94B6-5D6D89EBCE30}"/>
                  </a:ext>
                </a:extLst>
              </p:cNvPr>
              <p:cNvSpPr/>
              <p:nvPr/>
            </p:nvSpPr>
            <p:spPr>
              <a:xfrm>
                <a:off x="41320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33" name="타원 19532">
                <a:extLst>
                  <a:ext uri="{FF2B5EF4-FFF2-40B4-BE49-F238E27FC236}">
                    <a16:creationId xmlns:a16="http://schemas.microsoft.com/office/drawing/2014/main" id="{052BA24F-D5E1-49FE-8D30-75E531E1718A}"/>
                  </a:ext>
                </a:extLst>
              </p:cNvPr>
              <p:cNvSpPr/>
              <p:nvPr/>
            </p:nvSpPr>
            <p:spPr>
              <a:xfrm>
                <a:off x="42844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34" name="타원 19533">
                <a:extLst>
                  <a:ext uri="{FF2B5EF4-FFF2-40B4-BE49-F238E27FC236}">
                    <a16:creationId xmlns:a16="http://schemas.microsoft.com/office/drawing/2014/main" id="{9B4A562C-9FB7-4657-AA1E-F3AA84385309}"/>
                  </a:ext>
                </a:extLst>
              </p:cNvPr>
              <p:cNvSpPr/>
              <p:nvPr/>
            </p:nvSpPr>
            <p:spPr>
              <a:xfrm>
                <a:off x="44368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35" name="타원 19534">
                <a:extLst>
                  <a:ext uri="{FF2B5EF4-FFF2-40B4-BE49-F238E27FC236}">
                    <a16:creationId xmlns:a16="http://schemas.microsoft.com/office/drawing/2014/main" id="{7EF2EE17-9A37-435D-9690-F450096CB2E4}"/>
                  </a:ext>
                </a:extLst>
              </p:cNvPr>
              <p:cNvSpPr/>
              <p:nvPr/>
            </p:nvSpPr>
            <p:spPr>
              <a:xfrm>
                <a:off x="45892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36" name="타원 19535">
                <a:extLst>
                  <a:ext uri="{FF2B5EF4-FFF2-40B4-BE49-F238E27FC236}">
                    <a16:creationId xmlns:a16="http://schemas.microsoft.com/office/drawing/2014/main" id="{D3B9D00F-BACF-443D-B846-B4F4DE127373}"/>
                  </a:ext>
                </a:extLst>
              </p:cNvPr>
              <p:cNvSpPr/>
              <p:nvPr/>
            </p:nvSpPr>
            <p:spPr>
              <a:xfrm>
                <a:off x="47416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37" name="타원 19536">
                <a:extLst>
                  <a:ext uri="{FF2B5EF4-FFF2-40B4-BE49-F238E27FC236}">
                    <a16:creationId xmlns:a16="http://schemas.microsoft.com/office/drawing/2014/main" id="{34B6DBE9-21CC-42DC-AC81-7E0D86C241B2}"/>
                  </a:ext>
                </a:extLst>
              </p:cNvPr>
              <p:cNvSpPr/>
              <p:nvPr/>
            </p:nvSpPr>
            <p:spPr>
              <a:xfrm>
                <a:off x="48940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38" name="타원 19537">
                <a:extLst>
                  <a:ext uri="{FF2B5EF4-FFF2-40B4-BE49-F238E27FC236}">
                    <a16:creationId xmlns:a16="http://schemas.microsoft.com/office/drawing/2014/main" id="{65B7F6F9-8660-4C41-AC8F-5D240BDCF6F2}"/>
                  </a:ext>
                </a:extLst>
              </p:cNvPr>
              <p:cNvSpPr/>
              <p:nvPr/>
            </p:nvSpPr>
            <p:spPr>
              <a:xfrm>
                <a:off x="50464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39" name="타원 19538">
                <a:extLst>
                  <a:ext uri="{FF2B5EF4-FFF2-40B4-BE49-F238E27FC236}">
                    <a16:creationId xmlns:a16="http://schemas.microsoft.com/office/drawing/2014/main" id="{5BDDE11D-1AEB-430C-84CB-D80D59CDB16A}"/>
                  </a:ext>
                </a:extLst>
              </p:cNvPr>
              <p:cNvSpPr/>
              <p:nvPr/>
            </p:nvSpPr>
            <p:spPr>
              <a:xfrm>
                <a:off x="51988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40" name="타원 19539">
                <a:extLst>
                  <a:ext uri="{FF2B5EF4-FFF2-40B4-BE49-F238E27FC236}">
                    <a16:creationId xmlns:a16="http://schemas.microsoft.com/office/drawing/2014/main" id="{79DD98C6-5B85-4F16-9E6E-617E83C3D875}"/>
                  </a:ext>
                </a:extLst>
              </p:cNvPr>
              <p:cNvSpPr/>
              <p:nvPr/>
            </p:nvSpPr>
            <p:spPr>
              <a:xfrm>
                <a:off x="53512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41" name="타원 19540">
                <a:extLst>
                  <a:ext uri="{FF2B5EF4-FFF2-40B4-BE49-F238E27FC236}">
                    <a16:creationId xmlns:a16="http://schemas.microsoft.com/office/drawing/2014/main" id="{2BCC477A-1D01-4B1D-AAA9-14B8F5F70F19}"/>
                  </a:ext>
                </a:extLst>
              </p:cNvPr>
              <p:cNvSpPr/>
              <p:nvPr/>
            </p:nvSpPr>
            <p:spPr>
              <a:xfrm>
                <a:off x="55036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42" name="타원 19541">
                <a:extLst>
                  <a:ext uri="{FF2B5EF4-FFF2-40B4-BE49-F238E27FC236}">
                    <a16:creationId xmlns:a16="http://schemas.microsoft.com/office/drawing/2014/main" id="{CD2EF816-D1D2-4101-BBEA-C78A8FC9804A}"/>
                  </a:ext>
                </a:extLst>
              </p:cNvPr>
              <p:cNvSpPr/>
              <p:nvPr/>
            </p:nvSpPr>
            <p:spPr>
              <a:xfrm>
                <a:off x="5656026" y="281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43" name="타원 19542">
                <a:extLst>
                  <a:ext uri="{FF2B5EF4-FFF2-40B4-BE49-F238E27FC236}">
                    <a16:creationId xmlns:a16="http://schemas.microsoft.com/office/drawing/2014/main" id="{EBC374C1-3D27-458E-BB8D-9E8AF1FF137D}"/>
                  </a:ext>
                </a:extLst>
              </p:cNvPr>
              <p:cNvSpPr/>
              <p:nvPr/>
            </p:nvSpPr>
            <p:spPr>
              <a:xfrm>
                <a:off x="3220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44" name="타원 19543">
                <a:extLst>
                  <a:ext uri="{FF2B5EF4-FFF2-40B4-BE49-F238E27FC236}">
                    <a16:creationId xmlns:a16="http://schemas.microsoft.com/office/drawing/2014/main" id="{ACAC1FDE-9ACD-4A9D-A9E3-1AE70ECF17CA}"/>
                  </a:ext>
                </a:extLst>
              </p:cNvPr>
              <p:cNvSpPr/>
              <p:nvPr/>
            </p:nvSpPr>
            <p:spPr>
              <a:xfrm>
                <a:off x="4744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45" name="타원 19544">
                <a:extLst>
                  <a:ext uri="{FF2B5EF4-FFF2-40B4-BE49-F238E27FC236}">
                    <a16:creationId xmlns:a16="http://schemas.microsoft.com/office/drawing/2014/main" id="{0C8CFFFA-389C-4D6C-BC7B-5C20D839ACC3}"/>
                  </a:ext>
                </a:extLst>
              </p:cNvPr>
              <p:cNvSpPr/>
              <p:nvPr/>
            </p:nvSpPr>
            <p:spPr>
              <a:xfrm>
                <a:off x="6268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46" name="타원 19545">
                <a:extLst>
                  <a:ext uri="{FF2B5EF4-FFF2-40B4-BE49-F238E27FC236}">
                    <a16:creationId xmlns:a16="http://schemas.microsoft.com/office/drawing/2014/main" id="{70360288-5634-460A-9B6D-3617916679E0}"/>
                  </a:ext>
                </a:extLst>
              </p:cNvPr>
              <p:cNvSpPr/>
              <p:nvPr/>
            </p:nvSpPr>
            <p:spPr>
              <a:xfrm>
                <a:off x="7792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47" name="타원 19546">
                <a:extLst>
                  <a:ext uri="{FF2B5EF4-FFF2-40B4-BE49-F238E27FC236}">
                    <a16:creationId xmlns:a16="http://schemas.microsoft.com/office/drawing/2014/main" id="{C7D742EF-B3D1-4C29-A9BD-B97F334AA4E6}"/>
                  </a:ext>
                </a:extLst>
              </p:cNvPr>
              <p:cNvSpPr/>
              <p:nvPr/>
            </p:nvSpPr>
            <p:spPr>
              <a:xfrm>
                <a:off x="9316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48" name="타원 19547">
                <a:extLst>
                  <a:ext uri="{FF2B5EF4-FFF2-40B4-BE49-F238E27FC236}">
                    <a16:creationId xmlns:a16="http://schemas.microsoft.com/office/drawing/2014/main" id="{255493B6-CF62-45BC-A9C2-32D7BD848263}"/>
                  </a:ext>
                </a:extLst>
              </p:cNvPr>
              <p:cNvSpPr/>
              <p:nvPr/>
            </p:nvSpPr>
            <p:spPr>
              <a:xfrm>
                <a:off x="10840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49" name="타원 19548">
                <a:extLst>
                  <a:ext uri="{FF2B5EF4-FFF2-40B4-BE49-F238E27FC236}">
                    <a16:creationId xmlns:a16="http://schemas.microsoft.com/office/drawing/2014/main" id="{EB54C85D-0799-4397-A734-376D205FEC36}"/>
                  </a:ext>
                </a:extLst>
              </p:cNvPr>
              <p:cNvSpPr/>
              <p:nvPr/>
            </p:nvSpPr>
            <p:spPr>
              <a:xfrm>
                <a:off x="12364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50" name="타원 19549">
                <a:extLst>
                  <a:ext uri="{FF2B5EF4-FFF2-40B4-BE49-F238E27FC236}">
                    <a16:creationId xmlns:a16="http://schemas.microsoft.com/office/drawing/2014/main" id="{937AAE41-B1A9-4575-AAB7-5CDFC3D8C7F0}"/>
                  </a:ext>
                </a:extLst>
              </p:cNvPr>
              <p:cNvSpPr/>
              <p:nvPr/>
            </p:nvSpPr>
            <p:spPr>
              <a:xfrm>
                <a:off x="13888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51" name="타원 19550">
                <a:extLst>
                  <a:ext uri="{FF2B5EF4-FFF2-40B4-BE49-F238E27FC236}">
                    <a16:creationId xmlns:a16="http://schemas.microsoft.com/office/drawing/2014/main" id="{39D788EB-599C-433B-812E-C8884D8561E2}"/>
                  </a:ext>
                </a:extLst>
              </p:cNvPr>
              <p:cNvSpPr/>
              <p:nvPr/>
            </p:nvSpPr>
            <p:spPr>
              <a:xfrm>
                <a:off x="15412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52" name="타원 19551">
                <a:extLst>
                  <a:ext uri="{FF2B5EF4-FFF2-40B4-BE49-F238E27FC236}">
                    <a16:creationId xmlns:a16="http://schemas.microsoft.com/office/drawing/2014/main" id="{86038CEA-FB23-47FD-9DF1-380F53A1E1D8}"/>
                  </a:ext>
                </a:extLst>
              </p:cNvPr>
              <p:cNvSpPr/>
              <p:nvPr/>
            </p:nvSpPr>
            <p:spPr>
              <a:xfrm>
                <a:off x="16936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53" name="타원 19552">
                <a:extLst>
                  <a:ext uri="{FF2B5EF4-FFF2-40B4-BE49-F238E27FC236}">
                    <a16:creationId xmlns:a16="http://schemas.microsoft.com/office/drawing/2014/main" id="{9BDAD9BC-EF66-4323-873D-4B5A59F481D6}"/>
                  </a:ext>
                </a:extLst>
              </p:cNvPr>
              <p:cNvSpPr/>
              <p:nvPr/>
            </p:nvSpPr>
            <p:spPr>
              <a:xfrm>
                <a:off x="18460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54" name="타원 19553">
                <a:extLst>
                  <a:ext uri="{FF2B5EF4-FFF2-40B4-BE49-F238E27FC236}">
                    <a16:creationId xmlns:a16="http://schemas.microsoft.com/office/drawing/2014/main" id="{77D944CC-35BB-44F7-9DE8-D1BDC3E68D05}"/>
                  </a:ext>
                </a:extLst>
              </p:cNvPr>
              <p:cNvSpPr/>
              <p:nvPr/>
            </p:nvSpPr>
            <p:spPr>
              <a:xfrm>
                <a:off x="19984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55" name="타원 19554">
                <a:extLst>
                  <a:ext uri="{FF2B5EF4-FFF2-40B4-BE49-F238E27FC236}">
                    <a16:creationId xmlns:a16="http://schemas.microsoft.com/office/drawing/2014/main" id="{5621EFC7-5BC6-459E-9841-33B419F90462}"/>
                  </a:ext>
                </a:extLst>
              </p:cNvPr>
              <p:cNvSpPr/>
              <p:nvPr/>
            </p:nvSpPr>
            <p:spPr>
              <a:xfrm>
                <a:off x="21508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56" name="타원 19555">
                <a:extLst>
                  <a:ext uri="{FF2B5EF4-FFF2-40B4-BE49-F238E27FC236}">
                    <a16:creationId xmlns:a16="http://schemas.microsoft.com/office/drawing/2014/main" id="{FCBE8490-0DEE-445B-96CC-85103F705000}"/>
                  </a:ext>
                </a:extLst>
              </p:cNvPr>
              <p:cNvSpPr/>
              <p:nvPr/>
            </p:nvSpPr>
            <p:spPr>
              <a:xfrm>
                <a:off x="23032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57" name="타원 19556">
                <a:extLst>
                  <a:ext uri="{FF2B5EF4-FFF2-40B4-BE49-F238E27FC236}">
                    <a16:creationId xmlns:a16="http://schemas.microsoft.com/office/drawing/2014/main" id="{EAE88BC4-66AC-40DF-AA9F-D359CFD8E3FA}"/>
                  </a:ext>
                </a:extLst>
              </p:cNvPr>
              <p:cNvSpPr/>
              <p:nvPr/>
            </p:nvSpPr>
            <p:spPr>
              <a:xfrm>
                <a:off x="24556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58" name="타원 19557">
                <a:extLst>
                  <a:ext uri="{FF2B5EF4-FFF2-40B4-BE49-F238E27FC236}">
                    <a16:creationId xmlns:a16="http://schemas.microsoft.com/office/drawing/2014/main" id="{E623995E-EF20-49E1-8ED9-84880107F708}"/>
                  </a:ext>
                </a:extLst>
              </p:cNvPr>
              <p:cNvSpPr/>
              <p:nvPr/>
            </p:nvSpPr>
            <p:spPr>
              <a:xfrm>
                <a:off x="26080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59" name="타원 19558">
                <a:extLst>
                  <a:ext uri="{FF2B5EF4-FFF2-40B4-BE49-F238E27FC236}">
                    <a16:creationId xmlns:a16="http://schemas.microsoft.com/office/drawing/2014/main" id="{64CBCBF9-6D32-4783-A0D9-427A36D1298F}"/>
                  </a:ext>
                </a:extLst>
              </p:cNvPr>
              <p:cNvSpPr/>
              <p:nvPr/>
            </p:nvSpPr>
            <p:spPr>
              <a:xfrm>
                <a:off x="27604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60" name="타원 19559">
                <a:extLst>
                  <a:ext uri="{FF2B5EF4-FFF2-40B4-BE49-F238E27FC236}">
                    <a16:creationId xmlns:a16="http://schemas.microsoft.com/office/drawing/2014/main" id="{C03068A8-B152-45C9-966D-43339B0A265D}"/>
                  </a:ext>
                </a:extLst>
              </p:cNvPr>
              <p:cNvSpPr/>
              <p:nvPr/>
            </p:nvSpPr>
            <p:spPr>
              <a:xfrm>
                <a:off x="29128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61" name="타원 19560">
                <a:extLst>
                  <a:ext uri="{FF2B5EF4-FFF2-40B4-BE49-F238E27FC236}">
                    <a16:creationId xmlns:a16="http://schemas.microsoft.com/office/drawing/2014/main" id="{6E7723E4-F04A-40E0-8BB7-02470889917D}"/>
                  </a:ext>
                </a:extLst>
              </p:cNvPr>
              <p:cNvSpPr/>
              <p:nvPr/>
            </p:nvSpPr>
            <p:spPr>
              <a:xfrm>
                <a:off x="30652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62" name="타원 19561">
                <a:extLst>
                  <a:ext uri="{FF2B5EF4-FFF2-40B4-BE49-F238E27FC236}">
                    <a16:creationId xmlns:a16="http://schemas.microsoft.com/office/drawing/2014/main" id="{88A18789-8EDA-445A-A417-B7B7091D0435}"/>
                  </a:ext>
                </a:extLst>
              </p:cNvPr>
              <p:cNvSpPr/>
              <p:nvPr/>
            </p:nvSpPr>
            <p:spPr>
              <a:xfrm>
                <a:off x="32176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63" name="타원 19562">
                <a:extLst>
                  <a:ext uri="{FF2B5EF4-FFF2-40B4-BE49-F238E27FC236}">
                    <a16:creationId xmlns:a16="http://schemas.microsoft.com/office/drawing/2014/main" id="{2F642045-2633-4553-88E4-2733C3835C7C}"/>
                  </a:ext>
                </a:extLst>
              </p:cNvPr>
              <p:cNvSpPr/>
              <p:nvPr/>
            </p:nvSpPr>
            <p:spPr>
              <a:xfrm>
                <a:off x="33700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64" name="타원 19563">
                <a:extLst>
                  <a:ext uri="{FF2B5EF4-FFF2-40B4-BE49-F238E27FC236}">
                    <a16:creationId xmlns:a16="http://schemas.microsoft.com/office/drawing/2014/main" id="{B6399269-CFB1-4D7F-B44C-07EEFFEE972E}"/>
                  </a:ext>
                </a:extLst>
              </p:cNvPr>
              <p:cNvSpPr/>
              <p:nvPr/>
            </p:nvSpPr>
            <p:spPr>
              <a:xfrm>
                <a:off x="35224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65" name="타원 19564">
                <a:extLst>
                  <a:ext uri="{FF2B5EF4-FFF2-40B4-BE49-F238E27FC236}">
                    <a16:creationId xmlns:a16="http://schemas.microsoft.com/office/drawing/2014/main" id="{2FE1FA43-F98E-4B9E-909E-8E50A0FBB70F}"/>
                  </a:ext>
                </a:extLst>
              </p:cNvPr>
              <p:cNvSpPr/>
              <p:nvPr/>
            </p:nvSpPr>
            <p:spPr>
              <a:xfrm>
                <a:off x="36748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66" name="타원 19565">
                <a:extLst>
                  <a:ext uri="{FF2B5EF4-FFF2-40B4-BE49-F238E27FC236}">
                    <a16:creationId xmlns:a16="http://schemas.microsoft.com/office/drawing/2014/main" id="{0B7271FD-57C7-4796-914D-5D5C0C58EFAB}"/>
                  </a:ext>
                </a:extLst>
              </p:cNvPr>
              <p:cNvSpPr/>
              <p:nvPr/>
            </p:nvSpPr>
            <p:spPr>
              <a:xfrm>
                <a:off x="38272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67" name="타원 19566">
                <a:extLst>
                  <a:ext uri="{FF2B5EF4-FFF2-40B4-BE49-F238E27FC236}">
                    <a16:creationId xmlns:a16="http://schemas.microsoft.com/office/drawing/2014/main" id="{AB933C13-5547-441D-BCB4-4C23AC8487E5}"/>
                  </a:ext>
                </a:extLst>
              </p:cNvPr>
              <p:cNvSpPr/>
              <p:nvPr/>
            </p:nvSpPr>
            <p:spPr>
              <a:xfrm>
                <a:off x="39796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68" name="타원 19567">
                <a:extLst>
                  <a:ext uri="{FF2B5EF4-FFF2-40B4-BE49-F238E27FC236}">
                    <a16:creationId xmlns:a16="http://schemas.microsoft.com/office/drawing/2014/main" id="{4348D3CB-24FB-43FD-92C6-2C5D83BADDAE}"/>
                  </a:ext>
                </a:extLst>
              </p:cNvPr>
              <p:cNvSpPr/>
              <p:nvPr/>
            </p:nvSpPr>
            <p:spPr>
              <a:xfrm>
                <a:off x="41320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69" name="타원 19568">
                <a:extLst>
                  <a:ext uri="{FF2B5EF4-FFF2-40B4-BE49-F238E27FC236}">
                    <a16:creationId xmlns:a16="http://schemas.microsoft.com/office/drawing/2014/main" id="{229262D2-73B2-4F8B-8456-5AFAA0202082}"/>
                  </a:ext>
                </a:extLst>
              </p:cNvPr>
              <p:cNvSpPr/>
              <p:nvPr/>
            </p:nvSpPr>
            <p:spPr>
              <a:xfrm>
                <a:off x="42844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70" name="타원 19569">
                <a:extLst>
                  <a:ext uri="{FF2B5EF4-FFF2-40B4-BE49-F238E27FC236}">
                    <a16:creationId xmlns:a16="http://schemas.microsoft.com/office/drawing/2014/main" id="{59A7E3B2-A03C-480A-8438-6B6549D6C097}"/>
                  </a:ext>
                </a:extLst>
              </p:cNvPr>
              <p:cNvSpPr/>
              <p:nvPr/>
            </p:nvSpPr>
            <p:spPr>
              <a:xfrm>
                <a:off x="44368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71" name="타원 19570">
                <a:extLst>
                  <a:ext uri="{FF2B5EF4-FFF2-40B4-BE49-F238E27FC236}">
                    <a16:creationId xmlns:a16="http://schemas.microsoft.com/office/drawing/2014/main" id="{08557176-6406-43E6-B263-174D8F003AFD}"/>
                  </a:ext>
                </a:extLst>
              </p:cNvPr>
              <p:cNvSpPr/>
              <p:nvPr/>
            </p:nvSpPr>
            <p:spPr>
              <a:xfrm>
                <a:off x="45892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72" name="타원 19571">
                <a:extLst>
                  <a:ext uri="{FF2B5EF4-FFF2-40B4-BE49-F238E27FC236}">
                    <a16:creationId xmlns:a16="http://schemas.microsoft.com/office/drawing/2014/main" id="{02640EA3-084B-4A42-8A2F-38EE31134CA1}"/>
                  </a:ext>
                </a:extLst>
              </p:cNvPr>
              <p:cNvSpPr/>
              <p:nvPr/>
            </p:nvSpPr>
            <p:spPr>
              <a:xfrm>
                <a:off x="47416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73" name="타원 19572">
                <a:extLst>
                  <a:ext uri="{FF2B5EF4-FFF2-40B4-BE49-F238E27FC236}">
                    <a16:creationId xmlns:a16="http://schemas.microsoft.com/office/drawing/2014/main" id="{95B1E91A-E0F8-4652-81A9-5F9B1B6A594E}"/>
                  </a:ext>
                </a:extLst>
              </p:cNvPr>
              <p:cNvSpPr/>
              <p:nvPr/>
            </p:nvSpPr>
            <p:spPr>
              <a:xfrm>
                <a:off x="48940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74" name="타원 19573">
                <a:extLst>
                  <a:ext uri="{FF2B5EF4-FFF2-40B4-BE49-F238E27FC236}">
                    <a16:creationId xmlns:a16="http://schemas.microsoft.com/office/drawing/2014/main" id="{FC4BCB24-9F4B-46DA-9877-C77754466946}"/>
                  </a:ext>
                </a:extLst>
              </p:cNvPr>
              <p:cNvSpPr/>
              <p:nvPr/>
            </p:nvSpPr>
            <p:spPr>
              <a:xfrm>
                <a:off x="50464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75" name="타원 19574">
                <a:extLst>
                  <a:ext uri="{FF2B5EF4-FFF2-40B4-BE49-F238E27FC236}">
                    <a16:creationId xmlns:a16="http://schemas.microsoft.com/office/drawing/2014/main" id="{57ABB6A7-1A19-4784-A902-645C5A7C012F}"/>
                  </a:ext>
                </a:extLst>
              </p:cNvPr>
              <p:cNvSpPr/>
              <p:nvPr/>
            </p:nvSpPr>
            <p:spPr>
              <a:xfrm>
                <a:off x="51988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76" name="타원 19575">
                <a:extLst>
                  <a:ext uri="{FF2B5EF4-FFF2-40B4-BE49-F238E27FC236}">
                    <a16:creationId xmlns:a16="http://schemas.microsoft.com/office/drawing/2014/main" id="{51F02909-F1F7-4031-B04D-BB65A89CA08F}"/>
                  </a:ext>
                </a:extLst>
              </p:cNvPr>
              <p:cNvSpPr/>
              <p:nvPr/>
            </p:nvSpPr>
            <p:spPr>
              <a:xfrm>
                <a:off x="53512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77" name="타원 19576">
                <a:extLst>
                  <a:ext uri="{FF2B5EF4-FFF2-40B4-BE49-F238E27FC236}">
                    <a16:creationId xmlns:a16="http://schemas.microsoft.com/office/drawing/2014/main" id="{713BBB18-CCE7-447F-9F45-D67273D69F60}"/>
                  </a:ext>
                </a:extLst>
              </p:cNvPr>
              <p:cNvSpPr/>
              <p:nvPr/>
            </p:nvSpPr>
            <p:spPr>
              <a:xfrm>
                <a:off x="55036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78" name="타원 19577">
                <a:extLst>
                  <a:ext uri="{FF2B5EF4-FFF2-40B4-BE49-F238E27FC236}">
                    <a16:creationId xmlns:a16="http://schemas.microsoft.com/office/drawing/2014/main" id="{A2F1B7D2-2F29-4C06-9116-21F73DD86729}"/>
                  </a:ext>
                </a:extLst>
              </p:cNvPr>
              <p:cNvSpPr/>
              <p:nvPr/>
            </p:nvSpPr>
            <p:spPr>
              <a:xfrm>
                <a:off x="5656026" y="296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79" name="타원 19578">
                <a:extLst>
                  <a:ext uri="{FF2B5EF4-FFF2-40B4-BE49-F238E27FC236}">
                    <a16:creationId xmlns:a16="http://schemas.microsoft.com/office/drawing/2014/main" id="{75F8E0F2-2FEA-4C6C-825E-DB92E9111E30}"/>
                  </a:ext>
                </a:extLst>
              </p:cNvPr>
              <p:cNvSpPr/>
              <p:nvPr/>
            </p:nvSpPr>
            <p:spPr>
              <a:xfrm>
                <a:off x="3220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80" name="타원 19579">
                <a:extLst>
                  <a:ext uri="{FF2B5EF4-FFF2-40B4-BE49-F238E27FC236}">
                    <a16:creationId xmlns:a16="http://schemas.microsoft.com/office/drawing/2014/main" id="{49905D90-A705-47D5-819B-A5AB07E57A24}"/>
                  </a:ext>
                </a:extLst>
              </p:cNvPr>
              <p:cNvSpPr/>
              <p:nvPr/>
            </p:nvSpPr>
            <p:spPr>
              <a:xfrm>
                <a:off x="4744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81" name="타원 19580">
                <a:extLst>
                  <a:ext uri="{FF2B5EF4-FFF2-40B4-BE49-F238E27FC236}">
                    <a16:creationId xmlns:a16="http://schemas.microsoft.com/office/drawing/2014/main" id="{0F6C93A1-3C71-4392-BC59-9CF2C00DD2DE}"/>
                  </a:ext>
                </a:extLst>
              </p:cNvPr>
              <p:cNvSpPr/>
              <p:nvPr/>
            </p:nvSpPr>
            <p:spPr>
              <a:xfrm>
                <a:off x="6268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82" name="타원 19581">
                <a:extLst>
                  <a:ext uri="{FF2B5EF4-FFF2-40B4-BE49-F238E27FC236}">
                    <a16:creationId xmlns:a16="http://schemas.microsoft.com/office/drawing/2014/main" id="{038DADE1-1FC5-4F78-A75C-07950FF330FF}"/>
                  </a:ext>
                </a:extLst>
              </p:cNvPr>
              <p:cNvSpPr/>
              <p:nvPr/>
            </p:nvSpPr>
            <p:spPr>
              <a:xfrm>
                <a:off x="7792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83" name="타원 19582">
                <a:extLst>
                  <a:ext uri="{FF2B5EF4-FFF2-40B4-BE49-F238E27FC236}">
                    <a16:creationId xmlns:a16="http://schemas.microsoft.com/office/drawing/2014/main" id="{736E6C01-D389-488D-A2DF-58BF7F86D1B1}"/>
                  </a:ext>
                </a:extLst>
              </p:cNvPr>
              <p:cNvSpPr/>
              <p:nvPr/>
            </p:nvSpPr>
            <p:spPr>
              <a:xfrm>
                <a:off x="9316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84" name="타원 19583">
                <a:extLst>
                  <a:ext uri="{FF2B5EF4-FFF2-40B4-BE49-F238E27FC236}">
                    <a16:creationId xmlns:a16="http://schemas.microsoft.com/office/drawing/2014/main" id="{60F67400-96FB-44A1-860B-0016F406916D}"/>
                  </a:ext>
                </a:extLst>
              </p:cNvPr>
              <p:cNvSpPr/>
              <p:nvPr/>
            </p:nvSpPr>
            <p:spPr>
              <a:xfrm>
                <a:off x="10840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85" name="타원 19584">
                <a:extLst>
                  <a:ext uri="{FF2B5EF4-FFF2-40B4-BE49-F238E27FC236}">
                    <a16:creationId xmlns:a16="http://schemas.microsoft.com/office/drawing/2014/main" id="{C925FA26-F884-4CD3-A1CF-E8014C5696DF}"/>
                  </a:ext>
                </a:extLst>
              </p:cNvPr>
              <p:cNvSpPr/>
              <p:nvPr/>
            </p:nvSpPr>
            <p:spPr>
              <a:xfrm>
                <a:off x="12364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86" name="타원 19585">
                <a:extLst>
                  <a:ext uri="{FF2B5EF4-FFF2-40B4-BE49-F238E27FC236}">
                    <a16:creationId xmlns:a16="http://schemas.microsoft.com/office/drawing/2014/main" id="{69B28D9F-DA3C-4006-B350-8BFC7F875EAA}"/>
                  </a:ext>
                </a:extLst>
              </p:cNvPr>
              <p:cNvSpPr/>
              <p:nvPr/>
            </p:nvSpPr>
            <p:spPr>
              <a:xfrm>
                <a:off x="13888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87" name="타원 19586">
                <a:extLst>
                  <a:ext uri="{FF2B5EF4-FFF2-40B4-BE49-F238E27FC236}">
                    <a16:creationId xmlns:a16="http://schemas.microsoft.com/office/drawing/2014/main" id="{9176A4AC-C0FC-4673-8A5F-058510A1409F}"/>
                  </a:ext>
                </a:extLst>
              </p:cNvPr>
              <p:cNvSpPr/>
              <p:nvPr/>
            </p:nvSpPr>
            <p:spPr>
              <a:xfrm>
                <a:off x="15412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88" name="타원 19587">
                <a:extLst>
                  <a:ext uri="{FF2B5EF4-FFF2-40B4-BE49-F238E27FC236}">
                    <a16:creationId xmlns:a16="http://schemas.microsoft.com/office/drawing/2014/main" id="{A0F45AD8-40A2-480E-9BB1-CF87C78E1747}"/>
                  </a:ext>
                </a:extLst>
              </p:cNvPr>
              <p:cNvSpPr/>
              <p:nvPr/>
            </p:nvSpPr>
            <p:spPr>
              <a:xfrm>
                <a:off x="16936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89" name="타원 19588">
                <a:extLst>
                  <a:ext uri="{FF2B5EF4-FFF2-40B4-BE49-F238E27FC236}">
                    <a16:creationId xmlns:a16="http://schemas.microsoft.com/office/drawing/2014/main" id="{2660DCEE-A29F-4D7C-8AC7-9B5170D53AF5}"/>
                  </a:ext>
                </a:extLst>
              </p:cNvPr>
              <p:cNvSpPr/>
              <p:nvPr/>
            </p:nvSpPr>
            <p:spPr>
              <a:xfrm>
                <a:off x="18460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90" name="타원 19589">
                <a:extLst>
                  <a:ext uri="{FF2B5EF4-FFF2-40B4-BE49-F238E27FC236}">
                    <a16:creationId xmlns:a16="http://schemas.microsoft.com/office/drawing/2014/main" id="{99B14990-14A3-4C92-A9BE-0CBF9AED9FC7}"/>
                  </a:ext>
                </a:extLst>
              </p:cNvPr>
              <p:cNvSpPr/>
              <p:nvPr/>
            </p:nvSpPr>
            <p:spPr>
              <a:xfrm>
                <a:off x="19984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91" name="타원 19590">
                <a:extLst>
                  <a:ext uri="{FF2B5EF4-FFF2-40B4-BE49-F238E27FC236}">
                    <a16:creationId xmlns:a16="http://schemas.microsoft.com/office/drawing/2014/main" id="{FD9DC2BA-3853-41C0-8554-B592CCA27F21}"/>
                  </a:ext>
                </a:extLst>
              </p:cNvPr>
              <p:cNvSpPr/>
              <p:nvPr/>
            </p:nvSpPr>
            <p:spPr>
              <a:xfrm>
                <a:off x="21508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92" name="타원 19591">
                <a:extLst>
                  <a:ext uri="{FF2B5EF4-FFF2-40B4-BE49-F238E27FC236}">
                    <a16:creationId xmlns:a16="http://schemas.microsoft.com/office/drawing/2014/main" id="{7E53058C-7A4E-4E0A-8A4D-7634C5698AD0}"/>
                  </a:ext>
                </a:extLst>
              </p:cNvPr>
              <p:cNvSpPr/>
              <p:nvPr/>
            </p:nvSpPr>
            <p:spPr>
              <a:xfrm>
                <a:off x="23032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93" name="타원 19592">
                <a:extLst>
                  <a:ext uri="{FF2B5EF4-FFF2-40B4-BE49-F238E27FC236}">
                    <a16:creationId xmlns:a16="http://schemas.microsoft.com/office/drawing/2014/main" id="{2AD23DE3-DAE3-41AC-8FE5-4597770F00AB}"/>
                  </a:ext>
                </a:extLst>
              </p:cNvPr>
              <p:cNvSpPr/>
              <p:nvPr/>
            </p:nvSpPr>
            <p:spPr>
              <a:xfrm>
                <a:off x="24556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94" name="타원 19593">
                <a:extLst>
                  <a:ext uri="{FF2B5EF4-FFF2-40B4-BE49-F238E27FC236}">
                    <a16:creationId xmlns:a16="http://schemas.microsoft.com/office/drawing/2014/main" id="{8CDC9EDA-3BE9-49DA-B79D-6904D291771A}"/>
                  </a:ext>
                </a:extLst>
              </p:cNvPr>
              <p:cNvSpPr/>
              <p:nvPr/>
            </p:nvSpPr>
            <p:spPr>
              <a:xfrm>
                <a:off x="26080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95" name="타원 19594">
                <a:extLst>
                  <a:ext uri="{FF2B5EF4-FFF2-40B4-BE49-F238E27FC236}">
                    <a16:creationId xmlns:a16="http://schemas.microsoft.com/office/drawing/2014/main" id="{A4FAD75F-7F93-4EA8-B3EE-0DB4876C6D20}"/>
                  </a:ext>
                </a:extLst>
              </p:cNvPr>
              <p:cNvSpPr/>
              <p:nvPr/>
            </p:nvSpPr>
            <p:spPr>
              <a:xfrm>
                <a:off x="27604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96" name="타원 19595">
                <a:extLst>
                  <a:ext uri="{FF2B5EF4-FFF2-40B4-BE49-F238E27FC236}">
                    <a16:creationId xmlns:a16="http://schemas.microsoft.com/office/drawing/2014/main" id="{F8E91802-7EE7-40F7-B245-88DF789043EE}"/>
                  </a:ext>
                </a:extLst>
              </p:cNvPr>
              <p:cNvSpPr/>
              <p:nvPr/>
            </p:nvSpPr>
            <p:spPr>
              <a:xfrm>
                <a:off x="29128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97" name="타원 19596">
                <a:extLst>
                  <a:ext uri="{FF2B5EF4-FFF2-40B4-BE49-F238E27FC236}">
                    <a16:creationId xmlns:a16="http://schemas.microsoft.com/office/drawing/2014/main" id="{13E19E57-4CB0-48B5-BCFC-E1FE6981FC5B}"/>
                  </a:ext>
                </a:extLst>
              </p:cNvPr>
              <p:cNvSpPr/>
              <p:nvPr/>
            </p:nvSpPr>
            <p:spPr>
              <a:xfrm>
                <a:off x="30652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98" name="타원 19597">
                <a:extLst>
                  <a:ext uri="{FF2B5EF4-FFF2-40B4-BE49-F238E27FC236}">
                    <a16:creationId xmlns:a16="http://schemas.microsoft.com/office/drawing/2014/main" id="{96370B86-B5C0-4EBD-B479-AB03BD072FAC}"/>
                  </a:ext>
                </a:extLst>
              </p:cNvPr>
              <p:cNvSpPr/>
              <p:nvPr/>
            </p:nvSpPr>
            <p:spPr>
              <a:xfrm>
                <a:off x="32176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99" name="타원 19598">
                <a:extLst>
                  <a:ext uri="{FF2B5EF4-FFF2-40B4-BE49-F238E27FC236}">
                    <a16:creationId xmlns:a16="http://schemas.microsoft.com/office/drawing/2014/main" id="{0BE8E933-399B-4DC7-BEF4-3C3C20AEED6D}"/>
                  </a:ext>
                </a:extLst>
              </p:cNvPr>
              <p:cNvSpPr/>
              <p:nvPr/>
            </p:nvSpPr>
            <p:spPr>
              <a:xfrm>
                <a:off x="33700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00" name="타원 19599">
                <a:extLst>
                  <a:ext uri="{FF2B5EF4-FFF2-40B4-BE49-F238E27FC236}">
                    <a16:creationId xmlns:a16="http://schemas.microsoft.com/office/drawing/2014/main" id="{222A9CDF-749B-4BE0-A8A3-149D521ACE17}"/>
                  </a:ext>
                </a:extLst>
              </p:cNvPr>
              <p:cNvSpPr/>
              <p:nvPr/>
            </p:nvSpPr>
            <p:spPr>
              <a:xfrm>
                <a:off x="35224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01" name="타원 19600">
                <a:extLst>
                  <a:ext uri="{FF2B5EF4-FFF2-40B4-BE49-F238E27FC236}">
                    <a16:creationId xmlns:a16="http://schemas.microsoft.com/office/drawing/2014/main" id="{180E747C-14CD-4FDE-9D59-243C5B06C829}"/>
                  </a:ext>
                </a:extLst>
              </p:cNvPr>
              <p:cNvSpPr/>
              <p:nvPr/>
            </p:nvSpPr>
            <p:spPr>
              <a:xfrm>
                <a:off x="36748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02" name="타원 19601">
                <a:extLst>
                  <a:ext uri="{FF2B5EF4-FFF2-40B4-BE49-F238E27FC236}">
                    <a16:creationId xmlns:a16="http://schemas.microsoft.com/office/drawing/2014/main" id="{8054A864-54D6-44BB-A8A1-C1023E99ADD6}"/>
                  </a:ext>
                </a:extLst>
              </p:cNvPr>
              <p:cNvSpPr/>
              <p:nvPr/>
            </p:nvSpPr>
            <p:spPr>
              <a:xfrm>
                <a:off x="38272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03" name="타원 19602">
                <a:extLst>
                  <a:ext uri="{FF2B5EF4-FFF2-40B4-BE49-F238E27FC236}">
                    <a16:creationId xmlns:a16="http://schemas.microsoft.com/office/drawing/2014/main" id="{E63341E5-D3CD-45A1-9DE6-67CDF5AC6F8B}"/>
                  </a:ext>
                </a:extLst>
              </p:cNvPr>
              <p:cNvSpPr/>
              <p:nvPr/>
            </p:nvSpPr>
            <p:spPr>
              <a:xfrm>
                <a:off x="39796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04" name="타원 19603">
                <a:extLst>
                  <a:ext uri="{FF2B5EF4-FFF2-40B4-BE49-F238E27FC236}">
                    <a16:creationId xmlns:a16="http://schemas.microsoft.com/office/drawing/2014/main" id="{E25469CE-66A6-4E56-825D-8EA2692CE07E}"/>
                  </a:ext>
                </a:extLst>
              </p:cNvPr>
              <p:cNvSpPr/>
              <p:nvPr/>
            </p:nvSpPr>
            <p:spPr>
              <a:xfrm>
                <a:off x="41320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05" name="타원 19604">
                <a:extLst>
                  <a:ext uri="{FF2B5EF4-FFF2-40B4-BE49-F238E27FC236}">
                    <a16:creationId xmlns:a16="http://schemas.microsoft.com/office/drawing/2014/main" id="{6BADEEB3-5C53-42DF-B785-20BC928C53F4}"/>
                  </a:ext>
                </a:extLst>
              </p:cNvPr>
              <p:cNvSpPr/>
              <p:nvPr/>
            </p:nvSpPr>
            <p:spPr>
              <a:xfrm>
                <a:off x="42844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06" name="타원 19605">
                <a:extLst>
                  <a:ext uri="{FF2B5EF4-FFF2-40B4-BE49-F238E27FC236}">
                    <a16:creationId xmlns:a16="http://schemas.microsoft.com/office/drawing/2014/main" id="{67A9D0D6-8427-42BB-BB51-2847F1E53B9F}"/>
                  </a:ext>
                </a:extLst>
              </p:cNvPr>
              <p:cNvSpPr/>
              <p:nvPr/>
            </p:nvSpPr>
            <p:spPr>
              <a:xfrm>
                <a:off x="44368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07" name="타원 19606">
                <a:extLst>
                  <a:ext uri="{FF2B5EF4-FFF2-40B4-BE49-F238E27FC236}">
                    <a16:creationId xmlns:a16="http://schemas.microsoft.com/office/drawing/2014/main" id="{8C629336-74F0-4AB3-8C8E-9BA102E312C9}"/>
                  </a:ext>
                </a:extLst>
              </p:cNvPr>
              <p:cNvSpPr/>
              <p:nvPr/>
            </p:nvSpPr>
            <p:spPr>
              <a:xfrm>
                <a:off x="45892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08" name="타원 19607">
                <a:extLst>
                  <a:ext uri="{FF2B5EF4-FFF2-40B4-BE49-F238E27FC236}">
                    <a16:creationId xmlns:a16="http://schemas.microsoft.com/office/drawing/2014/main" id="{279654D5-0DDC-4740-8051-0BD3ED1BB681}"/>
                  </a:ext>
                </a:extLst>
              </p:cNvPr>
              <p:cNvSpPr/>
              <p:nvPr/>
            </p:nvSpPr>
            <p:spPr>
              <a:xfrm>
                <a:off x="47416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09" name="타원 19608">
                <a:extLst>
                  <a:ext uri="{FF2B5EF4-FFF2-40B4-BE49-F238E27FC236}">
                    <a16:creationId xmlns:a16="http://schemas.microsoft.com/office/drawing/2014/main" id="{6A09E5CC-58D2-48BB-AB46-6D09351F6737}"/>
                  </a:ext>
                </a:extLst>
              </p:cNvPr>
              <p:cNvSpPr/>
              <p:nvPr/>
            </p:nvSpPr>
            <p:spPr>
              <a:xfrm>
                <a:off x="48940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10" name="타원 19609">
                <a:extLst>
                  <a:ext uri="{FF2B5EF4-FFF2-40B4-BE49-F238E27FC236}">
                    <a16:creationId xmlns:a16="http://schemas.microsoft.com/office/drawing/2014/main" id="{4D8669D8-D87F-443C-9955-DBEF730DC587}"/>
                  </a:ext>
                </a:extLst>
              </p:cNvPr>
              <p:cNvSpPr/>
              <p:nvPr/>
            </p:nvSpPr>
            <p:spPr>
              <a:xfrm>
                <a:off x="50464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11" name="타원 19610">
                <a:extLst>
                  <a:ext uri="{FF2B5EF4-FFF2-40B4-BE49-F238E27FC236}">
                    <a16:creationId xmlns:a16="http://schemas.microsoft.com/office/drawing/2014/main" id="{5F5BF10A-458D-4D28-9C08-A063EC35C743}"/>
                  </a:ext>
                </a:extLst>
              </p:cNvPr>
              <p:cNvSpPr/>
              <p:nvPr/>
            </p:nvSpPr>
            <p:spPr>
              <a:xfrm>
                <a:off x="51988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12" name="타원 19611">
                <a:extLst>
                  <a:ext uri="{FF2B5EF4-FFF2-40B4-BE49-F238E27FC236}">
                    <a16:creationId xmlns:a16="http://schemas.microsoft.com/office/drawing/2014/main" id="{A29B2C0C-F09E-4616-9640-C5F04051D835}"/>
                  </a:ext>
                </a:extLst>
              </p:cNvPr>
              <p:cNvSpPr/>
              <p:nvPr/>
            </p:nvSpPr>
            <p:spPr>
              <a:xfrm>
                <a:off x="53512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13" name="타원 19612">
                <a:extLst>
                  <a:ext uri="{FF2B5EF4-FFF2-40B4-BE49-F238E27FC236}">
                    <a16:creationId xmlns:a16="http://schemas.microsoft.com/office/drawing/2014/main" id="{ADC6FD2E-1AC5-4D25-9F5A-D0D18A3D8BC9}"/>
                  </a:ext>
                </a:extLst>
              </p:cNvPr>
              <p:cNvSpPr/>
              <p:nvPr/>
            </p:nvSpPr>
            <p:spPr>
              <a:xfrm>
                <a:off x="55036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14" name="타원 19613">
                <a:extLst>
                  <a:ext uri="{FF2B5EF4-FFF2-40B4-BE49-F238E27FC236}">
                    <a16:creationId xmlns:a16="http://schemas.microsoft.com/office/drawing/2014/main" id="{252C1E0A-78D7-4882-961A-A2DA92389A6C}"/>
                  </a:ext>
                </a:extLst>
              </p:cNvPr>
              <p:cNvSpPr/>
              <p:nvPr/>
            </p:nvSpPr>
            <p:spPr>
              <a:xfrm>
                <a:off x="5656026" y="311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15" name="타원 19614">
                <a:extLst>
                  <a:ext uri="{FF2B5EF4-FFF2-40B4-BE49-F238E27FC236}">
                    <a16:creationId xmlns:a16="http://schemas.microsoft.com/office/drawing/2014/main" id="{F6FC42AA-13A8-4A03-904E-F3DEA9907513}"/>
                  </a:ext>
                </a:extLst>
              </p:cNvPr>
              <p:cNvSpPr/>
              <p:nvPr/>
            </p:nvSpPr>
            <p:spPr>
              <a:xfrm>
                <a:off x="3220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16" name="타원 19615">
                <a:extLst>
                  <a:ext uri="{FF2B5EF4-FFF2-40B4-BE49-F238E27FC236}">
                    <a16:creationId xmlns:a16="http://schemas.microsoft.com/office/drawing/2014/main" id="{2B6C6E58-AB05-435F-B9E6-B2084E67B500}"/>
                  </a:ext>
                </a:extLst>
              </p:cNvPr>
              <p:cNvSpPr/>
              <p:nvPr/>
            </p:nvSpPr>
            <p:spPr>
              <a:xfrm>
                <a:off x="4744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17" name="타원 19616">
                <a:extLst>
                  <a:ext uri="{FF2B5EF4-FFF2-40B4-BE49-F238E27FC236}">
                    <a16:creationId xmlns:a16="http://schemas.microsoft.com/office/drawing/2014/main" id="{D8F66148-72B9-44A5-A727-C09822D37FA8}"/>
                  </a:ext>
                </a:extLst>
              </p:cNvPr>
              <p:cNvSpPr/>
              <p:nvPr/>
            </p:nvSpPr>
            <p:spPr>
              <a:xfrm>
                <a:off x="6268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18" name="타원 19617">
                <a:extLst>
                  <a:ext uri="{FF2B5EF4-FFF2-40B4-BE49-F238E27FC236}">
                    <a16:creationId xmlns:a16="http://schemas.microsoft.com/office/drawing/2014/main" id="{6D8A253C-BC6A-4BF0-A267-3E4D15D662DF}"/>
                  </a:ext>
                </a:extLst>
              </p:cNvPr>
              <p:cNvSpPr/>
              <p:nvPr/>
            </p:nvSpPr>
            <p:spPr>
              <a:xfrm>
                <a:off x="7792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19" name="타원 19618">
                <a:extLst>
                  <a:ext uri="{FF2B5EF4-FFF2-40B4-BE49-F238E27FC236}">
                    <a16:creationId xmlns:a16="http://schemas.microsoft.com/office/drawing/2014/main" id="{14B5A98E-48CB-4827-87C8-78E6FD611BD2}"/>
                  </a:ext>
                </a:extLst>
              </p:cNvPr>
              <p:cNvSpPr/>
              <p:nvPr/>
            </p:nvSpPr>
            <p:spPr>
              <a:xfrm>
                <a:off x="9316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20" name="타원 19619">
                <a:extLst>
                  <a:ext uri="{FF2B5EF4-FFF2-40B4-BE49-F238E27FC236}">
                    <a16:creationId xmlns:a16="http://schemas.microsoft.com/office/drawing/2014/main" id="{F634ED89-55A0-42B5-BFB5-CD88B9AD4588}"/>
                  </a:ext>
                </a:extLst>
              </p:cNvPr>
              <p:cNvSpPr/>
              <p:nvPr/>
            </p:nvSpPr>
            <p:spPr>
              <a:xfrm>
                <a:off x="10840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21" name="타원 19620">
                <a:extLst>
                  <a:ext uri="{FF2B5EF4-FFF2-40B4-BE49-F238E27FC236}">
                    <a16:creationId xmlns:a16="http://schemas.microsoft.com/office/drawing/2014/main" id="{455D72DE-4520-432F-B83D-E186AFE4011D}"/>
                  </a:ext>
                </a:extLst>
              </p:cNvPr>
              <p:cNvSpPr/>
              <p:nvPr/>
            </p:nvSpPr>
            <p:spPr>
              <a:xfrm>
                <a:off x="12364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22" name="타원 19621">
                <a:extLst>
                  <a:ext uri="{FF2B5EF4-FFF2-40B4-BE49-F238E27FC236}">
                    <a16:creationId xmlns:a16="http://schemas.microsoft.com/office/drawing/2014/main" id="{6CF0F42E-076D-4FBC-8D48-96269CC171C4}"/>
                  </a:ext>
                </a:extLst>
              </p:cNvPr>
              <p:cNvSpPr/>
              <p:nvPr/>
            </p:nvSpPr>
            <p:spPr>
              <a:xfrm>
                <a:off x="13888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23" name="타원 19622">
                <a:extLst>
                  <a:ext uri="{FF2B5EF4-FFF2-40B4-BE49-F238E27FC236}">
                    <a16:creationId xmlns:a16="http://schemas.microsoft.com/office/drawing/2014/main" id="{FB8022D5-E07A-49A1-B5B3-A2FC99186E84}"/>
                  </a:ext>
                </a:extLst>
              </p:cNvPr>
              <p:cNvSpPr/>
              <p:nvPr/>
            </p:nvSpPr>
            <p:spPr>
              <a:xfrm>
                <a:off x="15412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24" name="타원 19623">
                <a:extLst>
                  <a:ext uri="{FF2B5EF4-FFF2-40B4-BE49-F238E27FC236}">
                    <a16:creationId xmlns:a16="http://schemas.microsoft.com/office/drawing/2014/main" id="{18F0C979-7EC8-43BB-83D7-B3629BCBE1B5}"/>
                  </a:ext>
                </a:extLst>
              </p:cNvPr>
              <p:cNvSpPr/>
              <p:nvPr/>
            </p:nvSpPr>
            <p:spPr>
              <a:xfrm>
                <a:off x="16936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25" name="타원 19624">
                <a:extLst>
                  <a:ext uri="{FF2B5EF4-FFF2-40B4-BE49-F238E27FC236}">
                    <a16:creationId xmlns:a16="http://schemas.microsoft.com/office/drawing/2014/main" id="{6FCD1575-7B64-4589-8F7B-2C262C49BF32}"/>
                  </a:ext>
                </a:extLst>
              </p:cNvPr>
              <p:cNvSpPr/>
              <p:nvPr/>
            </p:nvSpPr>
            <p:spPr>
              <a:xfrm>
                <a:off x="18460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26" name="타원 19625">
                <a:extLst>
                  <a:ext uri="{FF2B5EF4-FFF2-40B4-BE49-F238E27FC236}">
                    <a16:creationId xmlns:a16="http://schemas.microsoft.com/office/drawing/2014/main" id="{84DE3579-1D53-454A-BD85-8030C20818FA}"/>
                  </a:ext>
                </a:extLst>
              </p:cNvPr>
              <p:cNvSpPr/>
              <p:nvPr/>
            </p:nvSpPr>
            <p:spPr>
              <a:xfrm>
                <a:off x="19984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27" name="타원 19626">
                <a:extLst>
                  <a:ext uri="{FF2B5EF4-FFF2-40B4-BE49-F238E27FC236}">
                    <a16:creationId xmlns:a16="http://schemas.microsoft.com/office/drawing/2014/main" id="{6BA2539A-C1A3-4D3B-98EC-0DC455CD0C39}"/>
                  </a:ext>
                </a:extLst>
              </p:cNvPr>
              <p:cNvSpPr/>
              <p:nvPr/>
            </p:nvSpPr>
            <p:spPr>
              <a:xfrm>
                <a:off x="21508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28" name="타원 19627">
                <a:extLst>
                  <a:ext uri="{FF2B5EF4-FFF2-40B4-BE49-F238E27FC236}">
                    <a16:creationId xmlns:a16="http://schemas.microsoft.com/office/drawing/2014/main" id="{8660631A-7DCB-4AC7-896F-F4715D8FA372}"/>
                  </a:ext>
                </a:extLst>
              </p:cNvPr>
              <p:cNvSpPr/>
              <p:nvPr/>
            </p:nvSpPr>
            <p:spPr>
              <a:xfrm>
                <a:off x="23032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29" name="타원 19628">
                <a:extLst>
                  <a:ext uri="{FF2B5EF4-FFF2-40B4-BE49-F238E27FC236}">
                    <a16:creationId xmlns:a16="http://schemas.microsoft.com/office/drawing/2014/main" id="{DD998D2A-8B7F-45F4-B83E-2605BFA1A8C2}"/>
                  </a:ext>
                </a:extLst>
              </p:cNvPr>
              <p:cNvSpPr/>
              <p:nvPr/>
            </p:nvSpPr>
            <p:spPr>
              <a:xfrm>
                <a:off x="24556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30" name="타원 19629">
                <a:extLst>
                  <a:ext uri="{FF2B5EF4-FFF2-40B4-BE49-F238E27FC236}">
                    <a16:creationId xmlns:a16="http://schemas.microsoft.com/office/drawing/2014/main" id="{734053E1-5050-426F-8FE8-0B2B89599E3B}"/>
                  </a:ext>
                </a:extLst>
              </p:cNvPr>
              <p:cNvSpPr/>
              <p:nvPr/>
            </p:nvSpPr>
            <p:spPr>
              <a:xfrm>
                <a:off x="26080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31" name="타원 19630">
                <a:extLst>
                  <a:ext uri="{FF2B5EF4-FFF2-40B4-BE49-F238E27FC236}">
                    <a16:creationId xmlns:a16="http://schemas.microsoft.com/office/drawing/2014/main" id="{21A5CD87-C0C4-4B43-AA34-4A0AABF9B462}"/>
                  </a:ext>
                </a:extLst>
              </p:cNvPr>
              <p:cNvSpPr/>
              <p:nvPr/>
            </p:nvSpPr>
            <p:spPr>
              <a:xfrm>
                <a:off x="27604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32" name="타원 19631">
                <a:extLst>
                  <a:ext uri="{FF2B5EF4-FFF2-40B4-BE49-F238E27FC236}">
                    <a16:creationId xmlns:a16="http://schemas.microsoft.com/office/drawing/2014/main" id="{37301C13-B576-4E92-9347-B3350385DBD5}"/>
                  </a:ext>
                </a:extLst>
              </p:cNvPr>
              <p:cNvSpPr/>
              <p:nvPr/>
            </p:nvSpPr>
            <p:spPr>
              <a:xfrm>
                <a:off x="29128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33" name="타원 19632">
                <a:extLst>
                  <a:ext uri="{FF2B5EF4-FFF2-40B4-BE49-F238E27FC236}">
                    <a16:creationId xmlns:a16="http://schemas.microsoft.com/office/drawing/2014/main" id="{42AC73E3-4CC0-4B7B-95B5-B09623E0072C}"/>
                  </a:ext>
                </a:extLst>
              </p:cNvPr>
              <p:cNvSpPr/>
              <p:nvPr/>
            </p:nvSpPr>
            <p:spPr>
              <a:xfrm>
                <a:off x="30652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34" name="타원 19633">
                <a:extLst>
                  <a:ext uri="{FF2B5EF4-FFF2-40B4-BE49-F238E27FC236}">
                    <a16:creationId xmlns:a16="http://schemas.microsoft.com/office/drawing/2014/main" id="{87ED267A-F742-44E4-9E4A-15729F1F407A}"/>
                  </a:ext>
                </a:extLst>
              </p:cNvPr>
              <p:cNvSpPr/>
              <p:nvPr/>
            </p:nvSpPr>
            <p:spPr>
              <a:xfrm>
                <a:off x="32176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35" name="타원 19634">
                <a:extLst>
                  <a:ext uri="{FF2B5EF4-FFF2-40B4-BE49-F238E27FC236}">
                    <a16:creationId xmlns:a16="http://schemas.microsoft.com/office/drawing/2014/main" id="{349002B8-1D3A-42C7-89C6-4898C2DDE2F4}"/>
                  </a:ext>
                </a:extLst>
              </p:cNvPr>
              <p:cNvSpPr/>
              <p:nvPr/>
            </p:nvSpPr>
            <p:spPr>
              <a:xfrm>
                <a:off x="33700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36" name="타원 19635">
                <a:extLst>
                  <a:ext uri="{FF2B5EF4-FFF2-40B4-BE49-F238E27FC236}">
                    <a16:creationId xmlns:a16="http://schemas.microsoft.com/office/drawing/2014/main" id="{9C070CCD-7CB8-4CFF-84CB-A84444C8D8F7}"/>
                  </a:ext>
                </a:extLst>
              </p:cNvPr>
              <p:cNvSpPr/>
              <p:nvPr/>
            </p:nvSpPr>
            <p:spPr>
              <a:xfrm>
                <a:off x="35224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37" name="타원 19636">
                <a:extLst>
                  <a:ext uri="{FF2B5EF4-FFF2-40B4-BE49-F238E27FC236}">
                    <a16:creationId xmlns:a16="http://schemas.microsoft.com/office/drawing/2014/main" id="{101FB6FD-B1CB-4B54-B478-C76349EB79AD}"/>
                  </a:ext>
                </a:extLst>
              </p:cNvPr>
              <p:cNvSpPr/>
              <p:nvPr/>
            </p:nvSpPr>
            <p:spPr>
              <a:xfrm>
                <a:off x="36748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38" name="타원 19637">
                <a:extLst>
                  <a:ext uri="{FF2B5EF4-FFF2-40B4-BE49-F238E27FC236}">
                    <a16:creationId xmlns:a16="http://schemas.microsoft.com/office/drawing/2014/main" id="{B0A00F19-E275-4BA3-AB4E-F51794272285}"/>
                  </a:ext>
                </a:extLst>
              </p:cNvPr>
              <p:cNvSpPr/>
              <p:nvPr/>
            </p:nvSpPr>
            <p:spPr>
              <a:xfrm>
                <a:off x="38272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39" name="타원 19638">
                <a:extLst>
                  <a:ext uri="{FF2B5EF4-FFF2-40B4-BE49-F238E27FC236}">
                    <a16:creationId xmlns:a16="http://schemas.microsoft.com/office/drawing/2014/main" id="{0CCCBBBD-0DBA-4536-9967-193F9EA70AD3}"/>
                  </a:ext>
                </a:extLst>
              </p:cNvPr>
              <p:cNvSpPr/>
              <p:nvPr/>
            </p:nvSpPr>
            <p:spPr>
              <a:xfrm>
                <a:off x="39796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40" name="타원 19639">
                <a:extLst>
                  <a:ext uri="{FF2B5EF4-FFF2-40B4-BE49-F238E27FC236}">
                    <a16:creationId xmlns:a16="http://schemas.microsoft.com/office/drawing/2014/main" id="{B4C2117A-AEE3-4B10-8A42-65CA7BB2FB84}"/>
                  </a:ext>
                </a:extLst>
              </p:cNvPr>
              <p:cNvSpPr/>
              <p:nvPr/>
            </p:nvSpPr>
            <p:spPr>
              <a:xfrm>
                <a:off x="41320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41" name="타원 19640">
                <a:extLst>
                  <a:ext uri="{FF2B5EF4-FFF2-40B4-BE49-F238E27FC236}">
                    <a16:creationId xmlns:a16="http://schemas.microsoft.com/office/drawing/2014/main" id="{B65F0B06-6779-4D0D-8AD6-08AD32C0EBDD}"/>
                  </a:ext>
                </a:extLst>
              </p:cNvPr>
              <p:cNvSpPr/>
              <p:nvPr/>
            </p:nvSpPr>
            <p:spPr>
              <a:xfrm>
                <a:off x="42844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42" name="타원 19641">
                <a:extLst>
                  <a:ext uri="{FF2B5EF4-FFF2-40B4-BE49-F238E27FC236}">
                    <a16:creationId xmlns:a16="http://schemas.microsoft.com/office/drawing/2014/main" id="{3B41A276-E579-4B75-BE9B-A96E8A8A0E4E}"/>
                  </a:ext>
                </a:extLst>
              </p:cNvPr>
              <p:cNvSpPr/>
              <p:nvPr/>
            </p:nvSpPr>
            <p:spPr>
              <a:xfrm>
                <a:off x="44368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43" name="타원 19642">
                <a:extLst>
                  <a:ext uri="{FF2B5EF4-FFF2-40B4-BE49-F238E27FC236}">
                    <a16:creationId xmlns:a16="http://schemas.microsoft.com/office/drawing/2014/main" id="{EACC144C-4E80-4098-A2C9-E1F6D740ECE2}"/>
                  </a:ext>
                </a:extLst>
              </p:cNvPr>
              <p:cNvSpPr/>
              <p:nvPr/>
            </p:nvSpPr>
            <p:spPr>
              <a:xfrm>
                <a:off x="45892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44" name="타원 19643">
                <a:extLst>
                  <a:ext uri="{FF2B5EF4-FFF2-40B4-BE49-F238E27FC236}">
                    <a16:creationId xmlns:a16="http://schemas.microsoft.com/office/drawing/2014/main" id="{E9E4BC1E-2BB2-4FB5-944A-DF9BA46EBCC8}"/>
                  </a:ext>
                </a:extLst>
              </p:cNvPr>
              <p:cNvSpPr/>
              <p:nvPr/>
            </p:nvSpPr>
            <p:spPr>
              <a:xfrm>
                <a:off x="47416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45" name="타원 19644">
                <a:extLst>
                  <a:ext uri="{FF2B5EF4-FFF2-40B4-BE49-F238E27FC236}">
                    <a16:creationId xmlns:a16="http://schemas.microsoft.com/office/drawing/2014/main" id="{8E78D1B1-BA7B-45F8-8367-F6F35479E183}"/>
                  </a:ext>
                </a:extLst>
              </p:cNvPr>
              <p:cNvSpPr/>
              <p:nvPr/>
            </p:nvSpPr>
            <p:spPr>
              <a:xfrm>
                <a:off x="48940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46" name="타원 19645">
                <a:extLst>
                  <a:ext uri="{FF2B5EF4-FFF2-40B4-BE49-F238E27FC236}">
                    <a16:creationId xmlns:a16="http://schemas.microsoft.com/office/drawing/2014/main" id="{E0FE1332-201A-4168-91EA-DA129470597A}"/>
                  </a:ext>
                </a:extLst>
              </p:cNvPr>
              <p:cNvSpPr/>
              <p:nvPr/>
            </p:nvSpPr>
            <p:spPr>
              <a:xfrm>
                <a:off x="50464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47" name="타원 19646">
                <a:extLst>
                  <a:ext uri="{FF2B5EF4-FFF2-40B4-BE49-F238E27FC236}">
                    <a16:creationId xmlns:a16="http://schemas.microsoft.com/office/drawing/2014/main" id="{8100B0A6-0A7F-4E3D-9243-7C9AA8936D64}"/>
                  </a:ext>
                </a:extLst>
              </p:cNvPr>
              <p:cNvSpPr/>
              <p:nvPr/>
            </p:nvSpPr>
            <p:spPr>
              <a:xfrm>
                <a:off x="51988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48" name="타원 19647">
                <a:extLst>
                  <a:ext uri="{FF2B5EF4-FFF2-40B4-BE49-F238E27FC236}">
                    <a16:creationId xmlns:a16="http://schemas.microsoft.com/office/drawing/2014/main" id="{86524D9A-0038-4B56-A82F-95F134EF2FBD}"/>
                  </a:ext>
                </a:extLst>
              </p:cNvPr>
              <p:cNvSpPr/>
              <p:nvPr/>
            </p:nvSpPr>
            <p:spPr>
              <a:xfrm>
                <a:off x="53512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49" name="타원 19648">
                <a:extLst>
                  <a:ext uri="{FF2B5EF4-FFF2-40B4-BE49-F238E27FC236}">
                    <a16:creationId xmlns:a16="http://schemas.microsoft.com/office/drawing/2014/main" id="{3B7D00E8-712A-4143-B4DE-6BBF82EEF75C}"/>
                  </a:ext>
                </a:extLst>
              </p:cNvPr>
              <p:cNvSpPr/>
              <p:nvPr/>
            </p:nvSpPr>
            <p:spPr>
              <a:xfrm>
                <a:off x="55036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50" name="타원 19649">
                <a:extLst>
                  <a:ext uri="{FF2B5EF4-FFF2-40B4-BE49-F238E27FC236}">
                    <a16:creationId xmlns:a16="http://schemas.microsoft.com/office/drawing/2014/main" id="{07346D04-032F-4CF9-B5C7-A36FCA7436B0}"/>
                  </a:ext>
                </a:extLst>
              </p:cNvPr>
              <p:cNvSpPr/>
              <p:nvPr/>
            </p:nvSpPr>
            <p:spPr>
              <a:xfrm>
                <a:off x="5656026" y="327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51" name="타원 19650">
                <a:extLst>
                  <a:ext uri="{FF2B5EF4-FFF2-40B4-BE49-F238E27FC236}">
                    <a16:creationId xmlns:a16="http://schemas.microsoft.com/office/drawing/2014/main" id="{DAA3392C-BDD2-4897-B3CC-9486773645A6}"/>
                  </a:ext>
                </a:extLst>
              </p:cNvPr>
              <p:cNvSpPr/>
              <p:nvPr/>
            </p:nvSpPr>
            <p:spPr>
              <a:xfrm>
                <a:off x="3220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52" name="타원 19651">
                <a:extLst>
                  <a:ext uri="{FF2B5EF4-FFF2-40B4-BE49-F238E27FC236}">
                    <a16:creationId xmlns:a16="http://schemas.microsoft.com/office/drawing/2014/main" id="{E4EFD05A-A5D3-4026-8612-1A667DF05708}"/>
                  </a:ext>
                </a:extLst>
              </p:cNvPr>
              <p:cNvSpPr/>
              <p:nvPr/>
            </p:nvSpPr>
            <p:spPr>
              <a:xfrm>
                <a:off x="4744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53" name="타원 19652">
                <a:extLst>
                  <a:ext uri="{FF2B5EF4-FFF2-40B4-BE49-F238E27FC236}">
                    <a16:creationId xmlns:a16="http://schemas.microsoft.com/office/drawing/2014/main" id="{B7B03F87-2B5A-491F-AE30-3B81E58EB100}"/>
                  </a:ext>
                </a:extLst>
              </p:cNvPr>
              <p:cNvSpPr/>
              <p:nvPr/>
            </p:nvSpPr>
            <p:spPr>
              <a:xfrm>
                <a:off x="6268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54" name="타원 19653">
                <a:extLst>
                  <a:ext uri="{FF2B5EF4-FFF2-40B4-BE49-F238E27FC236}">
                    <a16:creationId xmlns:a16="http://schemas.microsoft.com/office/drawing/2014/main" id="{B4B922A2-313D-48D6-980E-4792D1671CE6}"/>
                  </a:ext>
                </a:extLst>
              </p:cNvPr>
              <p:cNvSpPr/>
              <p:nvPr/>
            </p:nvSpPr>
            <p:spPr>
              <a:xfrm>
                <a:off x="7792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55" name="타원 19654">
                <a:extLst>
                  <a:ext uri="{FF2B5EF4-FFF2-40B4-BE49-F238E27FC236}">
                    <a16:creationId xmlns:a16="http://schemas.microsoft.com/office/drawing/2014/main" id="{D6A05E93-2342-4277-BF0F-B076E2D6F015}"/>
                  </a:ext>
                </a:extLst>
              </p:cNvPr>
              <p:cNvSpPr/>
              <p:nvPr/>
            </p:nvSpPr>
            <p:spPr>
              <a:xfrm>
                <a:off x="9316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56" name="타원 19655">
                <a:extLst>
                  <a:ext uri="{FF2B5EF4-FFF2-40B4-BE49-F238E27FC236}">
                    <a16:creationId xmlns:a16="http://schemas.microsoft.com/office/drawing/2014/main" id="{EC1C6165-EA0E-4795-8448-113D92C7FE88}"/>
                  </a:ext>
                </a:extLst>
              </p:cNvPr>
              <p:cNvSpPr/>
              <p:nvPr/>
            </p:nvSpPr>
            <p:spPr>
              <a:xfrm>
                <a:off x="10840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57" name="타원 19656">
                <a:extLst>
                  <a:ext uri="{FF2B5EF4-FFF2-40B4-BE49-F238E27FC236}">
                    <a16:creationId xmlns:a16="http://schemas.microsoft.com/office/drawing/2014/main" id="{0017DB4B-A2BD-479E-9334-A6632963AA4F}"/>
                  </a:ext>
                </a:extLst>
              </p:cNvPr>
              <p:cNvSpPr/>
              <p:nvPr/>
            </p:nvSpPr>
            <p:spPr>
              <a:xfrm>
                <a:off x="12364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58" name="타원 19657">
                <a:extLst>
                  <a:ext uri="{FF2B5EF4-FFF2-40B4-BE49-F238E27FC236}">
                    <a16:creationId xmlns:a16="http://schemas.microsoft.com/office/drawing/2014/main" id="{1E8360BC-F264-4B74-9AE8-A47BC37F5106}"/>
                  </a:ext>
                </a:extLst>
              </p:cNvPr>
              <p:cNvSpPr/>
              <p:nvPr/>
            </p:nvSpPr>
            <p:spPr>
              <a:xfrm>
                <a:off x="13888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59" name="타원 19658">
                <a:extLst>
                  <a:ext uri="{FF2B5EF4-FFF2-40B4-BE49-F238E27FC236}">
                    <a16:creationId xmlns:a16="http://schemas.microsoft.com/office/drawing/2014/main" id="{84CE3B6C-86B7-430F-B499-CD53F183C3A2}"/>
                  </a:ext>
                </a:extLst>
              </p:cNvPr>
              <p:cNvSpPr/>
              <p:nvPr/>
            </p:nvSpPr>
            <p:spPr>
              <a:xfrm>
                <a:off x="15412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60" name="타원 19659">
                <a:extLst>
                  <a:ext uri="{FF2B5EF4-FFF2-40B4-BE49-F238E27FC236}">
                    <a16:creationId xmlns:a16="http://schemas.microsoft.com/office/drawing/2014/main" id="{1FE71E69-0862-44E1-9258-BDE3AA8A492A}"/>
                  </a:ext>
                </a:extLst>
              </p:cNvPr>
              <p:cNvSpPr/>
              <p:nvPr/>
            </p:nvSpPr>
            <p:spPr>
              <a:xfrm>
                <a:off x="16936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61" name="타원 19660">
                <a:extLst>
                  <a:ext uri="{FF2B5EF4-FFF2-40B4-BE49-F238E27FC236}">
                    <a16:creationId xmlns:a16="http://schemas.microsoft.com/office/drawing/2014/main" id="{9CCA958C-D56D-4485-968B-9938570347AF}"/>
                  </a:ext>
                </a:extLst>
              </p:cNvPr>
              <p:cNvSpPr/>
              <p:nvPr/>
            </p:nvSpPr>
            <p:spPr>
              <a:xfrm>
                <a:off x="18460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62" name="타원 19661">
                <a:extLst>
                  <a:ext uri="{FF2B5EF4-FFF2-40B4-BE49-F238E27FC236}">
                    <a16:creationId xmlns:a16="http://schemas.microsoft.com/office/drawing/2014/main" id="{06E9CBB2-A252-4399-B85E-3689B8F689DA}"/>
                  </a:ext>
                </a:extLst>
              </p:cNvPr>
              <p:cNvSpPr/>
              <p:nvPr/>
            </p:nvSpPr>
            <p:spPr>
              <a:xfrm>
                <a:off x="19984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63" name="타원 19662">
                <a:extLst>
                  <a:ext uri="{FF2B5EF4-FFF2-40B4-BE49-F238E27FC236}">
                    <a16:creationId xmlns:a16="http://schemas.microsoft.com/office/drawing/2014/main" id="{2220B388-ED53-478F-A8E5-62CA80673AE9}"/>
                  </a:ext>
                </a:extLst>
              </p:cNvPr>
              <p:cNvSpPr/>
              <p:nvPr/>
            </p:nvSpPr>
            <p:spPr>
              <a:xfrm>
                <a:off x="21508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64" name="타원 19663">
                <a:extLst>
                  <a:ext uri="{FF2B5EF4-FFF2-40B4-BE49-F238E27FC236}">
                    <a16:creationId xmlns:a16="http://schemas.microsoft.com/office/drawing/2014/main" id="{E87451CA-BB34-49D8-BD07-950A1AC04EAA}"/>
                  </a:ext>
                </a:extLst>
              </p:cNvPr>
              <p:cNvSpPr/>
              <p:nvPr/>
            </p:nvSpPr>
            <p:spPr>
              <a:xfrm>
                <a:off x="23032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65" name="타원 19664">
                <a:extLst>
                  <a:ext uri="{FF2B5EF4-FFF2-40B4-BE49-F238E27FC236}">
                    <a16:creationId xmlns:a16="http://schemas.microsoft.com/office/drawing/2014/main" id="{1B86CD7A-9584-42CD-9B3C-A5AD12DF7747}"/>
                  </a:ext>
                </a:extLst>
              </p:cNvPr>
              <p:cNvSpPr/>
              <p:nvPr/>
            </p:nvSpPr>
            <p:spPr>
              <a:xfrm>
                <a:off x="24556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66" name="타원 19665">
                <a:extLst>
                  <a:ext uri="{FF2B5EF4-FFF2-40B4-BE49-F238E27FC236}">
                    <a16:creationId xmlns:a16="http://schemas.microsoft.com/office/drawing/2014/main" id="{D85108C1-73B4-4E9A-93BE-B7622455A557}"/>
                  </a:ext>
                </a:extLst>
              </p:cNvPr>
              <p:cNvSpPr/>
              <p:nvPr/>
            </p:nvSpPr>
            <p:spPr>
              <a:xfrm>
                <a:off x="26080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67" name="타원 19666">
                <a:extLst>
                  <a:ext uri="{FF2B5EF4-FFF2-40B4-BE49-F238E27FC236}">
                    <a16:creationId xmlns:a16="http://schemas.microsoft.com/office/drawing/2014/main" id="{D32ECDDC-FEFB-4B7D-8B2D-5B029D245B26}"/>
                  </a:ext>
                </a:extLst>
              </p:cNvPr>
              <p:cNvSpPr/>
              <p:nvPr/>
            </p:nvSpPr>
            <p:spPr>
              <a:xfrm>
                <a:off x="27604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68" name="타원 19667">
                <a:extLst>
                  <a:ext uri="{FF2B5EF4-FFF2-40B4-BE49-F238E27FC236}">
                    <a16:creationId xmlns:a16="http://schemas.microsoft.com/office/drawing/2014/main" id="{59B5965C-501A-47A5-8213-3A488C0B68FB}"/>
                  </a:ext>
                </a:extLst>
              </p:cNvPr>
              <p:cNvSpPr/>
              <p:nvPr/>
            </p:nvSpPr>
            <p:spPr>
              <a:xfrm>
                <a:off x="29128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69" name="타원 19668">
                <a:extLst>
                  <a:ext uri="{FF2B5EF4-FFF2-40B4-BE49-F238E27FC236}">
                    <a16:creationId xmlns:a16="http://schemas.microsoft.com/office/drawing/2014/main" id="{19A7DD6B-58D7-4493-86B4-8643A992B6A7}"/>
                  </a:ext>
                </a:extLst>
              </p:cNvPr>
              <p:cNvSpPr/>
              <p:nvPr/>
            </p:nvSpPr>
            <p:spPr>
              <a:xfrm>
                <a:off x="30652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70" name="타원 19669">
                <a:extLst>
                  <a:ext uri="{FF2B5EF4-FFF2-40B4-BE49-F238E27FC236}">
                    <a16:creationId xmlns:a16="http://schemas.microsoft.com/office/drawing/2014/main" id="{C99F626D-94C1-47EF-BAFD-7020CAC94003}"/>
                  </a:ext>
                </a:extLst>
              </p:cNvPr>
              <p:cNvSpPr/>
              <p:nvPr/>
            </p:nvSpPr>
            <p:spPr>
              <a:xfrm>
                <a:off x="32176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71" name="타원 19670">
                <a:extLst>
                  <a:ext uri="{FF2B5EF4-FFF2-40B4-BE49-F238E27FC236}">
                    <a16:creationId xmlns:a16="http://schemas.microsoft.com/office/drawing/2014/main" id="{CD7BAA8A-CA7A-4670-8466-6D9D425A7975}"/>
                  </a:ext>
                </a:extLst>
              </p:cNvPr>
              <p:cNvSpPr/>
              <p:nvPr/>
            </p:nvSpPr>
            <p:spPr>
              <a:xfrm>
                <a:off x="33700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72" name="타원 19671">
                <a:extLst>
                  <a:ext uri="{FF2B5EF4-FFF2-40B4-BE49-F238E27FC236}">
                    <a16:creationId xmlns:a16="http://schemas.microsoft.com/office/drawing/2014/main" id="{26EFADEB-9D6C-4A19-9651-5174B23559E9}"/>
                  </a:ext>
                </a:extLst>
              </p:cNvPr>
              <p:cNvSpPr/>
              <p:nvPr/>
            </p:nvSpPr>
            <p:spPr>
              <a:xfrm>
                <a:off x="35224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73" name="타원 19672">
                <a:extLst>
                  <a:ext uri="{FF2B5EF4-FFF2-40B4-BE49-F238E27FC236}">
                    <a16:creationId xmlns:a16="http://schemas.microsoft.com/office/drawing/2014/main" id="{B10A2BE3-B0BC-49C5-B690-33BD25869816}"/>
                  </a:ext>
                </a:extLst>
              </p:cNvPr>
              <p:cNvSpPr/>
              <p:nvPr/>
            </p:nvSpPr>
            <p:spPr>
              <a:xfrm>
                <a:off x="36748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74" name="타원 19673">
                <a:extLst>
                  <a:ext uri="{FF2B5EF4-FFF2-40B4-BE49-F238E27FC236}">
                    <a16:creationId xmlns:a16="http://schemas.microsoft.com/office/drawing/2014/main" id="{98131F7A-55A6-474D-8787-94CF1FD699F1}"/>
                  </a:ext>
                </a:extLst>
              </p:cNvPr>
              <p:cNvSpPr/>
              <p:nvPr/>
            </p:nvSpPr>
            <p:spPr>
              <a:xfrm>
                <a:off x="38272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75" name="타원 19674">
                <a:extLst>
                  <a:ext uri="{FF2B5EF4-FFF2-40B4-BE49-F238E27FC236}">
                    <a16:creationId xmlns:a16="http://schemas.microsoft.com/office/drawing/2014/main" id="{F0E66AFB-D837-43C4-8C81-367E16F2B4A3}"/>
                  </a:ext>
                </a:extLst>
              </p:cNvPr>
              <p:cNvSpPr/>
              <p:nvPr/>
            </p:nvSpPr>
            <p:spPr>
              <a:xfrm>
                <a:off x="39796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76" name="타원 19675">
                <a:extLst>
                  <a:ext uri="{FF2B5EF4-FFF2-40B4-BE49-F238E27FC236}">
                    <a16:creationId xmlns:a16="http://schemas.microsoft.com/office/drawing/2014/main" id="{9A494C37-9A86-4802-9C92-D578BF7D61D4}"/>
                  </a:ext>
                </a:extLst>
              </p:cNvPr>
              <p:cNvSpPr/>
              <p:nvPr/>
            </p:nvSpPr>
            <p:spPr>
              <a:xfrm>
                <a:off x="41320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77" name="타원 19676">
                <a:extLst>
                  <a:ext uri="{FF2B5EF4-FFF2-40B4-BE49-F238E27FC236}">
                    <a16:creationId xmlns:a16="http://schemas.microsoft.com/office/drawing/2014/main" id="{A10F6927-4554-4D67-ACDB-32B8100FEEA7}"/>
                  </a:ext>
                </a:extLst>
              </p:cNvPr>
              <p:cNvSpPr/>
              <p:nvPr/>
            </p:nvSpPr>
            <p:spPr>
              <a:xfrm>
                <a:off x="42844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78" name="타원 19677">
                <a:extLst>
                  <a:ext uri="{FF2B5EF4-FFF2-40B4-BE49-F238E27FC236}">
                    <a16:creationId xmlns:a16="http://schemas.microsoft.com/office/drawing/2014/main" id="{B4D7B962-422D-4371-A187-21560B579C16}"/>
                  </a:ext>
                </a:extLst>
              </p:cNvPr>
              <p:cNvSpPr/>
              <p:nvPr/>
            </p:nvSpPr>
            <p:spPr>
              <a:xfrm>
                <a:off x="44368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79" name="타원 19678">
                <a:extLst>
                  <a:ext uri="{FF2B5EF4-FFF2-40B4-BE49-F238E27FC236}">
                    <a16:creationId xmlns:a16="http://schemas.microsoft.com/office/drawing/2014/main" id="{1EB124DF-E83D-4F3D-88DC-67622592FA38}"/>
                  </a:ext>
                </a:extLst>
              </p:cNvPr>
              <p:cNvSpPr/>
              <p:nvPr/>
            </p:nvSpPr>
            <p:spPr>
              <a:xfrm>
                <a:off x="45892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80" name="타원 19679">
                <a:extLst>
                  <a:ext uri="{FF2B5EF4-FFF2-40B4-BE49-F238E27FC236}">
                    <a16:creationId xmlns:a16="http://schemas.microsoft.com/office/drawing/2014/main" id="{E953D9C4-37CC-4498-9B07-80FB038A3BE1}"/>
                  </a:ext>
                </a:extLst>
              </p:cNvPr>
              <p:cNvSpPr/>
              <p:nvPr/>
            </p:nvSpPr>
            <p:spPr>
              <a:xfrm>
                <a:off x="47416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81" name="타원 19680">
                <a:extLst>
                  <a:ext uri="{FF2B5EF4-FFF2-40B4-BE49-F238E27FC236}">
                    <a16:creationId xmlns:a16="http://schemas.microsoft.com/office/drawing/2014/main" id="{B024B0E2-96C5-4672-AEF0-2928D8A09E8F}"/>
                  </a:ext>
                </a:extLst>
              </p:cNvPr>
              <p:cNvSpPr/>
              <p:nvPr/>
            </p:nvSpPr>
            <p:spPr>
              <a:xfrm>
                <a:off x="48940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82" name="타원 19681">
                <a:extLst>
                  <a:ext uri="{FF2B5EF4-FFF2-40B4-BE49-F238E27FC236}">
                    <a16:creationId xmlns:a16="http://schemas.microsoft.com/office/drawing/2014/main" id="{9C886B28-301D-4932-BB2E-FE5FF1FBF832}"/>
                  </a:ext>
                </a:extLst>
              </p:cNvPr>
              <p:cNvSpPr/>
              <p:nvPr/>
            </p:nvSpPr>
            <p:spPr>
              <a:xfrm>
                <a:off x="50464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83" name="타원 19682">
                <a:extLst>
                  <a:ext uri="{FF2B5EF4-FFF2-40B4-BE49-F238E27FC236}">
                    <a16:creationId xmlns:a16="http://schemas.microsoft.com/office/drawing/2014/main" id="{E27781C5-230B-46BC-8DFB-C4FB4D094AEF}"/>
                  </a:ext>
                </a:extLst>
              </p:cNvPr>
              <p:cNvSpPr/>
              <p:nvPr/>
            </p:nvSpPr>
            <p:spPr>
              <a:xfrm>
                <a:off x="51988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84" name="타원 19683">
                <a:extLst>
                  <a:ext uri="{FF2B5EF4-FFF2-40B4-BE49-F238E27FC236}">
                    <a16:creationId xmlns:a16="http://schemas.microsoft.com/office/drawing/2014/main" id="{F0DED55F-9C15-446E-9873-E57BC30E6371}"/>
                  </a:ext>
                </a:extLst>
              </p:cNvPr>
              <p:cNvSpPr/>
              <p:nvPr/>
            </p:nvSpPr>
            <p:spPr>
              <a:xfrm>
                <a:off x="53512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85" name="타원 19684">
                <a:extLst>
                  <a:ext uri="{FF2B5EF4-FFF2-40B4-BE49-F238E27FC236}">
                    <a16:creationId xmlns:a16="http://schemas.microsoft.com/office/drawing/2014/main" id="{13C04287-B4A7-4D0F-92EE-7CCA9F0BA5CB}"/>
                  </a:ext>
                </a:extLst>
              </p:cNvPr>
              <p:cNvSpPr/>
              <p:nvPr/>
            </p:nvSpPr>
            <p:spPr>
              <a:xfrm>
                <a:off x="55036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86" name="타원 19685">
                <a:extLst>
                  <a:ext uri="{FF2B5EF4-FFF2-40B4-BE49-F238E27FC236}">
                    <a16:creationId xmlns:a16="http://schemas.microsoft.com/office/drawing/2014/main" id="{8232D8C0-2BE2-4B0C-819A-BD607D0664E7}"/>
                  </a:ext>
                </a:extLst>
              </p:cNvPr>
              <p:cNvSpPr/>
              <p:nvPr/>
            </p:nvSpPr>
            <p:spPr>
              <a:xfrm>
                <a:off x="5656026" y="342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87" name="타원 19686">
                <a:extLst>
                  <a:ext uri="{FF2B5EF4-FFF2-40B4-BE49-F238E27FC236}">
                    <a16:creationId xmlns:a16="http://schemas.microsoft.com/office/drawing/2014/main" id="{DC93C9F5-13A9-462A-950D-E7BA7D2FBAD6}"/>
                  </a:ext>
                </a:extLst>
              </p:cNvPr>
              <p:cNvSpPr/>
              <p:nvPr/>
            </p:nvSpPr>
            <p:spPr>
              <a:xfrm>
                <a:off x="3220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88" name="타원 19687">
                <a:extLst>
                  <a:ext uri="{FF2B5EF4-FFF2-40B4-BE49-F238E27FC236}">
                    <a16:creationId xmlns:a16="http://schemas.microsoft.com/office/drawing/2014/main" id="{8E7E2008-CD19-4C64-AC9A-81805C058AFF}"/>
                  </a:ext>
                </a:extLst>
              </p:cNvPr>
              <p:cNvSpPr/>
              <p:nvPr/>
            </p:nvSpPr>
            <p:spPr>
              <a:xfrm>
                <a:off x="4744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89" name="타원 19688">
                <a:extLst>
                  <a:ext uri="{FF2B5EF4-FFF2-40B4-BE49-F238E27FC236}">
                    <a16:creationId xmlns:a16="http://schemas.microsoft.com/office/drawing/2014/main" id="{D5180657-D552-4769-A9F8-5D25D97894D3}"/>
                  </a:ext>
                </a:extLst>
              </p:cNvPr>
              <p:cNvSpPr/>
              <p:nvPr/>
            </p:nvSpPr>
            <p:spPr>
              <a:xfrm>
                <a:off x="6268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90" name="타원 19689">
                <a:extLst>
                  <a:ext uri="{FF2B5EF4-FFF2-40B4-BE49-F238E27FC236}">
                    <a16:creationId xmlns:a16="http://schemas.microsoft.com/office/drawing/2014/main" id="{B0DEDA92-9E0F-4A34-BADE-CD0EB7E2FD68}"/>
                  </a:ext>
                </a:extLst>
              </p:cNvPr>
              <p:cNvSpPr/>
              <p:nvPr/>
            </p:nvSpPr>
            <p:spPr>
              <a:xfrm>
                <a:off x="7792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91" name="타원 19690">
                <a:extLst>
                  <a:ext uri="{FF2B5EF4-FFF2-40B4-BE49-F238E27FC236}">
                    <a16:creationId xmlns:a16="http://schemas.microsoft.com/office/drawing/2014/main" id="{DCCFF282-8ABB-40A1-868B-0FD535D93B67}"/>
                  </a:ext>
                </a:extLst>
              </p:cNvPr>
              <p:cNvSpPr/>
              <p:nvPr/>
            </p:nvSpPr>
            <p:spPr>
              <a:xfrm>
                <a:off x="9316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92" name="타원 19691">
                <a:extLst>
                  <a:ext uri="{FF2B5EF4-FFF2-40B4-BE49-F238E27FC236}">
                    <a16:creationId xmlns:a16="http://schemas.microsoft.com/office/drawing/2014/main" id="{5C9E16D0-1728-4CF6-8F90-535708F3F9D8}"/>
                  </a:ext>
                </a:extLst>
              </p:cNvPr>
              <p:cNvSpPr/>
              <p:nvPr/>
            </p:nvSpPr>
            <p:spPr>
              <a:xfrm>
                <a:off x="10840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93" name="타원 19692">
                <a:extLst>
                  <a:ext uri="{FF2B5EF4-FFF2-40B4-BE49-F238E27FC236}">
                    <a16:creationId xmlns:a16="http://schemas.microsoft.com/office/drawing/2014/main" id="{82989D4D-029B-4673-8495-746182125047}"/>
                  </a:ext>
                </a:extLst>
              </p:cNvPr>
              <p:cNvSpPr/>
              <p:nvPr/>
            </p:nvSpPr>
            <p:spPr>
              <a:xfrm>
                <a:off x="12364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94" name="타원 19693">
                <a:extLst>
                  <a:ext uri="{FF2B5EF4-FFF2-40B4-BE49-F238E27FC236}">
                    <a16:creationId xmlns:a16="http://schemas.microsoft.com/office/drawing/2014/main" id="{C640140D-E379-4C75-B001-EA39752479B7}"/>
                  </a:ext>
                </a:extLst>
              </p:cNvPr>
              <p:cNvSpPr/>
              <p:nvPr/>
            </p:nvSpPr>
            <p:spPr>
              <a:xfrm>
                <a:off x="13888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95" name="타원 19694">
                <a:extLst>
                  <a:ext uri="{FF2B5EF4-FFF2-40B4-BE49-F238E27FC236}">
                    <a16:creationId xmlns:a16="http://schemas.microsoft.com/office/drawing/2014/main" id="{CDBC7C73-D3ED-41D8-BBF7-099126D6B5EF}"/>
                  </a:ext>
                </a:extLst>
              </p:cNvPr>
              <p:cNvSpPr/>
              <p:nvPr/>
            </p:nvSpPr>
            <p:spPr>
              <a:xfrm>
                <a:off x="15412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96" name="타원 19695">
                <a:extLst>
                  <a:ext uri="{FF2B5EF4-FFF2-40B4-BE49-F238E27FC236}">
                    <a16:creationId xmlns:a16="http://schemas.microsoft.com/office/drawing/2014/main" id="{5EF4E234-8460-4B7F-9FE3-612927E71C75}"/>
                  </a:ext>
                </a:extLst>
              </p:cNvPr>
              <p:cNvSpPr/>
              <p:nvPr/>
            </p:nvSpPr>
            <p:spPr>
              <a:xfrm>
                <a:off x="16936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97" name="타원 19696">
                <a:extLst>
                  <a:ext uri="{FF2B5EF4-FFF2-40B4-BE49-F238E27FC236}">
                    <a16:creationId xmlns:a16="http://schemas.microsoft.com/office/drawing/2014/main" id="{C6D2BCE6-4CB4-448B-B5F0-7C20F28DBE9A}"/>
                  </a:ext>
                </a:extLst>
              </p:cNvPr>
              <p:cNvSpPr/>
              <p:nvPr/>
            </p:nvSpPr>
            <p:spPr>
              <a:xfrm>
                <a:off x="18460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98" name="타원 19697">
                <a:extLst>
                  <a:ext uri="{FF2B5EF4-FFF2-40B4-BE49-F238E27FC236}">
                    <a16:creationId xmlns:a16="http://schemas.microsoft.com/office/drawing/2014/main" id="{021F031B-5B5E-4CEB-916F-948AFCB18DB7}"/>
                  </a:ext>
                </a:extLst>
              </p:cNvPr>
              <p:cNvSpPr/>
              <p:nvPr/>
            </p:nvSpPr>
            <p:spPr>
              <a:xfrm>
                <a:off x="19984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99" name="타원 19698">
                <a:extLst>
                  <a:ext uri="{FF2B5EF4-FFF2-40B4-BE49-F238E27FC236}">
                    <a16:creationId xmlns:a16="http://schemas.microsoft.com/office/drawing/2014/main" id="{CB04C29B-6EDF-4C21-8E5A-3526F6DB4A15}"/>
                  </a:ext>
                </a:extLst>
              </p:cNvPr>
              <p:cNvSpPr/>
              <p:nvPr/>
            </p:nvSpPr>
            <p:spPr>
              <a:xfrm>
                <a:off x="21508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00" name="타원 19699">
                <a:extLst>
                  <a:ext uri="{FF2B5EF4-FFF2-40B4-BE49-F238E27FC236}">
                    <a16:creationId xmlns:a16="http://schemas.microsoft.com/office/drawing/2014/main" id="{B96FD97C-E414-4CCB-ACAA-EB3012FF3A64}"/>
                  </a:ext>
                </a:extLst>
              </p:cNvPr>
              <p:cNvSpPr/>
              <p:nvPr/>
            </p:nvSpPr>
            <p:spPr>
              <a:xfrm>
                <a:off x="23032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01" name="타원 19700">
                <a:extLst>
                  <a:ext uri="{FF2B5EF4-FFF2-40B4-BE49-F238E27FC236}">
                    <a16:creationId xmlns:a16="http://schemas.microsoft.com/office/drawing/2014/main" id="{934FC1B8-1B91-4442-9387-CC5FEEAEEEBB}"/>
                  </a:ext>
                </a:extLst>
              </p:cNvPr>
              <p:cNvSpPr/>
              <p:nvPr/>
            </p:nvSpPr>
            <p:spPr>
              <a:xfrm>
                <a:off x="24556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02" name="타원 19701">
                <a:extLst>
                  <a:ext uri="{FF2B5EF4-FFF2-40B4-BE49-F238E27FC236}">
                    <a16:creationId xmlns:a16="http://schemas.microsoft.com/office/drawing/2014/main" id="{38ACA94C-B4EC-46A8-B0C4-96A34B1C317A}"/>
                  </a:ext>
                </a:extLst>
              </p:cNvPr>
              <p:cNvSpPr/>
              <p:nvPr/>
            </p:nvSpPr>
            <p:spPr>
              <a:xfrm>
                <a:off x="26080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03" name="타원 19702">
                <a:extLst>
                  <a:ext uri="{FF2B5EF4-FFF2-40B4-BE49-F238E27FC236}">
                    <a16:creationId xmlns:a16="http://schemas.microsoft.com/office/drawing/2014/main" id="{085EA393-7636-4516-84CB-A7C4C69B5AE2}"/>
                  </a:ext>
                </a:extLst>
              </p:cNvPr>
              <p:cNvSpPr/>
              <p:nvPr/>
            </p:nvSpPr>
            <p:spPr>
              <a:xfrm>
                <a:off x="27604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04" name="타원 19703">
                <a:extLst>
                  <a:ext uri="{FF2B5EF4-FFF2-40B4-BE49-F238E27FC236}">
                    <a16:creationId xmlns:a16="http://schemas.microsoft.com/office/drawing/2014/main" id="{3858D5AD-BAE8-464C-BBF4-E6937649FCA0}"/>
                  </a:ext>
                </a:extLst>
              </p:cNvPr>
              <p:cNvSpPr/>
              <p:nvPr/>
            </p:nvSpPr>
            <p:spPr>
              <a:xfrm>
                <a:off x="29128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05" name="타원 19704">
                <a:extLst>
                  <a:ext uri="{FF2B5EF4-FFF2-40B4-BE49-F238E27FC236}">
                    <a16:creationId xmlns:a16="http://schemas.microsoft.com/office/drawing/2014/main" id="{9A64429B-8A70-4DB8-893C-2AE682ED21A2}"/>
                  </a:ext>
                </a:extLst>
              </p:cNvPr>
              <p:cNvSpPr/>
              <p:nvPr/>
            </p:nvSpPr>
            <p:spPr>
              <a:xfrm>
                <a:off x="30652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06" name="타원 19705">
                <a:extLst>
                  <a:ext uri="{FF2B5EF4-FFF2-40B4-BE49-F238E27FC236}">
                    <a16:creationId xmlns:a16="http://schemas.microsoft.com/office/drawing/2014/main" id="{1BD12C43-25F6-4363-8E20-15AF616FABE0}"/>
                  </a:ext>
                </a:extLst>
              </p:cNvPr>
              <p:cNvSpPr/>
              <p:nvPr/>
            </p:nvSpPr>
            <p:spPr>
              <a:xfrm>
                <a:off x="32176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07" name="타원 19706">
                <a:extLst>
                  <a:ext uri="{FF2B5EF4-FFF2-40B4-BE49-F238E27FC236}">
                    <a16:creationId xmlns:a16="http://schemas.microsoft.com/office/drawing/2014/main" id="{820CAB16-2167-44FA-AD1F-6BFE09384D99}"/>
                  </a:ext>
                </a:extLst>
              </p:cNvPr>
              <p:cNvSpPr/>
              <p:nvPr/>
            </p:nvSpPr>
            <p:spPr>
              <a:xfrm>
                <a:off x="33700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08" name="타원 19707">
                <a:extLst>
                  <a:ext uri="{FF2B5EF4-FFF2-40B4-BE49-F238E27FC236}">
                    <a16:creationId xmlns:a16="http://schemas.microsoft.com/office/drawing/2014/main" id="{4A6CD46B-DE4D-44CF-A606-6C0BF17FBDF4}"/>
                  </a:ext>
                </a:extLst>
              </p:cNvPr>
              <p:cNvSpPr/>
              <p:nvPr/>
            </p:nvSpPr>
            <p:spPr>
              <a:xfrm>
                <a:off x="35224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09" name="타원 19708">
                <a:extLst>
                  <a:ext uri="{FF2B5EF4-FFF2-40B4-BE49-F238E27FC236}">
                    <a16:creationId xmlns:a16="http://schemas.microsoft.com/office/drawing/2014/main" id="{748BCADA-A9E0-4CC1-85EC-7BB6C51D5CC3}"/>
                  </a:ext>
                </a:extLst>
              </p:cNvPr>
              <p:cNvSpPr/>
              <p:nvPr/>
            </p:nvSpPr>
            <p:spPr>
              <a:xfrm>
                <a:off x="36748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10" name="타원 19709">
                <a:extLst>
                  <a:ext uri="{FF2B5EF4-FFF2-40B4-BE49-F238E27FC236}">
                    <a16:creationId xmlns:a16="http://schemas.microsoft.com/office/drawing/2014/main" id="{68B3C314-B25C-4A26-9735-E02DB63A0D63}"/>
                  </a:ext>
                </a:extLst>
              </p:cNvPr>
              <p:cNvSpPr/>
              <p:nvPr/>
            </p:nvSpPr>
            <p:spPr>
              <a:xfrm>
                <a:off x="38272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11" name="타원 19710">
                <a:extLst>
                  <a:ext uri="{FF2B5EF4-FFF2-40B4-BE49-F238E27FC236}">
                    <a16:creationId xmlns:a16="http://schemas.microsoft.com/office/drawing/2014/main" id="{4756FFE5-0AF6-405F-986D-337589827C6F}"/>
                  </a:ext>
                </a:extLst>
              </p:cNvPr>
              <p:cNvSpPr/>
              <p:nvPr/>
            </p:nvSpPr>
            <p:spPr>
              <a:xfrm>
                <a:off x="39796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12" name="타원 19711">
                <a:extLst>
                  <a:ext uri="{FF2B5EF4-FFF2-40B4-BE49-F238E27FC236}">
                    <a16:creationId xmlns:a16="http://schemas.microsoft.com/office/drawing/2014/main" id="{E8B95554-E43B-4B7E-80EE-F03C0C1C8FAD}"/>
                  </a:ext>
                </a:extLst>
              </p:cNvPr>
              <p:cNvSpPr/>
              <p:nvPr/>
            </p:nvSpPr>
            <p:spPr>
              <a:xfrm>
                <a:off x="41320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13" name="타원 19712">
                <a:extLst>
                  <a:ext uri="{FF2B5EF4-FFF2-40B4-BE49-F238E27FC236}">
                    <a16:creationId xmlns:a16="http://schemas.microsoft.com/office/drawing/2014/main" id="{160AE93B-4708-4655-BA26-5FDC67CDC05C}"/>
                  </a:ext>
                </a:extLst>
              </p:cNvPr>
              <p:cNvSpPr/>
              <p:nvPr/>
            </p:nvSpPr>
            <p:spPr>
              <a:xfrm>
                <a:off x="42844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14" name="타원 19713">
                <a:extLst>
                  <a:ext uri="{FF2B5EF4-FFF2-40B4-BE49-F238E27FC236}">
                    <a16:creationId xmlns:a16="http://schemas.microsoft.com/office/drawing/2014/main" id="{F1AC9A84-E247-47F9-AF96-7619B920E6DC}"/>
                  </a:ext>
                </a:extLst>
              </p:cNvPr>
              <p:cNvSpPr/>
              <p:nvPr/>
            </p:nvSpPr>
            <p:spPr>
              <a:xfrm>
                <a:off x="44368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15" name="타원 19714">
                <a:extLst>
                  <a:ext uri="{FF2B5EF4-FFF2-40B4-BE49-F238E27FC236}">
                    <a16:creationId xmlns:a16="http://schemas.microsoft.com/office/drawing/2014/main" id="{12D9E284-3A70-485A-BD14-7B91A5619853}"/>
                  </a:ext>
                </a:extLst>
              </p:cNvPr>
              <p:cNvSpPr/>
              <p:nvPr/>
            </p:nvSpPr>
            <p:spPr>
              <a:xfrm>
                <a:off x="45892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16" name="타원 19715">
                <a:extLst>
                  <a:ext uri="{FF2B5EF4-FFF2-40B4-BE49-F238E27FC236}">
                    <a16:creationId xmlns:a16="http://schemas.microsoft.com/office/drawing/2014/main" id="{F6303078-4FEB-4262-B672-7906146B3E27}"/>
                  </a:ext>
                </a:extLst>
              </p:cNvPr>
              <p:cNvSpPr/>
              <p:nvPr/>
            </p:nvSpPr>
            <p:spPr>
              <a:xfrm>
                <a:off x="47416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17" name="타원 19716">
                <a:extLst>
                  <a:ext uri="{FF2B5EF4-FFF2-40B4-BE49-F238E27FC236}">
                    <a16:creationId xmlns:a16="http://schemas.microsoft.com/office/drawing/2014/main" id="{7DDE8837-5E7E-486A-A8E1-46E7EC1A732F}"/>
                  </a:ext>
                </a:extLst>
              </p:cNvPr>
              <p:cNvSpPr/>
              <p:nvPr/>
            </p:nvSpPr>
            <p:spPr>
              <a:xfrm>
                <a:off x="48940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18" name="타원 19717">
                <a:extLst>
                  <a:ext uri="{FF2B5EF4-FFF2-40B4-BE49-F238E27FC236}">
                    <a16:creationId xmlns:a16="http://schemas.microsoft.com/office/drawing/2014/main" id="{895D6F7E-85B2-4BA6-94D7-E4C1134550E2}"/>
                  </a:ext>
                </a:extLst>
              </p:cNvPr>
              <p:cNvSpPr/>
              <p:nvPr/>
            </p:nvSpPr>
            <p:spPr>
              <a:xfrm>
                <a:off x="50464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19" name="타원 19718">
                <a:extLst>
                  <a:ext uri="{FF2B5EF4-FFF2-40B4-BE49-F238E27FC236}">
                    <a16:creationId xmlns:a16="http://schemas.microsoft.com/office/drawing/2014/main" id="{29B5DC32-AA59-4B97-8283-304CD60258DE}"/>
                  </a:ext>
                </a:extLst>
              </p:cNvPr>
              <p:cNvSpPr/>
              <p:nvPr/>
            </p:nvSpPr>
            <p:spPr>
              <a:xfrm>
                <a:off x="51988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0" name="타원 19719">
                <a:extLst>
                  <a:ext uri="{FF2B5EF4-FFF2-40B4-BE49-F238E27FC236}">
                    <a16:creationId xmlns:a16="http://schemas.microsoft.com/office/drawing/2014/main" id="{5A373EEB-0149-4FF5-8026-2B5D7962B7CC}"/>
                  </a:ext>
                </a:extLst>
              </p:cNvPr>
              <p:cNvSpPr/>
              <p:nvPr/>
            </p:nvSpPr>
            <p:spPr>
              <a:xfrm>
                <a:off x="53512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1" name="타원 19720">
                <a:extLst>
                  <a:ext uri="{FF2B5EF4-FFF2-40B4-BE49-F238E27FC236}">
                    <a16:creationId xmlns:a16="http://schemas.microsoft.com/office/drawing/2014/main" id="{F13324BA-432C-4D75-B027-523231AFF3A8}"/>
                  </a:ext>
                </a:extLst>
              </p:cNvPr>
              <p:cNvSpPr/>
              <p:nvPr/>
            </p:nvSpPr>
            <p:spPr>
              <a:xfrm>
                <a:off x="55036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2" name="타원 19721">
                <a:extLst>
                  <a:ext uri="{FF2B5EF4-FFF2-40B4-BE49-F238E27FC236}">
                    <a16:creationId xmlns:a16="http://schemas.microsoft.com/office/drawing/2014/main" id="{EFE80677-FB4A-4CE9-9B6F-8A56529F2DB9}"/>
                  </a:ext>
                </a:extLst>
              </p:cNvPr>
              <p:cNvSpPr/>
              <p:nvPr/>
            </p:nvSpPr>
            <p:spPr>
              <a:xfrm>
                <a:off x="5656026" y="357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3" name="타원 19722">
                <a:extLst>
                  <a:ext uri="{FF2B5EF4-FFF2-40B4-BE49-F238E27FC236}">
                    <a16:creationId xmlns:a16="http://schemas.microsoft.com/office/drawing/2014/main" id="{1D109DD6-1D97-4F4F-8022-62747A34041A}"/>
                  </a:ext>
                </a:extLst>
              </p:cNvPr>
              <p:cNvSpPr/>
              <p:nvPr/>
            </p:nvSpPr>
            <p:spPr>
              <a:xfrm>
                <a:off x="3220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4" name="타원 19723">
                <a:extLst>
                  <a:ext uri="{FF2B5EF4-FFF2-40B4-BE49-F238E27FC236}">
                    <a16:creationId xmlns:a16="http://schemas.microsoft.com/office/drawing/2014/main" id="{86DE59AA-8620-449C-B1F4-7D8AB3E93F6B}"/>
                  </a:ext>
                </a:extLst>
              </p:cNvPr>
              <p:cNvSpPr/>
              <p:nvPr/>
            </p:nvSpPr>
            <p:spPr>
              <a:xfrm>
                <a:off x="4744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5" name="타원 19724">
                <a:extLst>
                  <a:ext uri="{FF2B5EF4-FFF2-40B4-BE49-F238E27FC236}">
                    <a16:creationId xmlns:a16="http://schemas.microsoft.com/office/drawing/2014/main" id="{B381FA00-6133-4F43-BFC3-7F85A9F09DE7}"/>
                  </a:ext>
                </a:extLst>
              </p:cNvPr>
              <p:cNvSpPr/>
              <p:nvPr/>
            </p:nvSpPr>
            <p:spPr>
              <a:xfrm>
                <a:off x="6268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6" name="타원 19725">
                <a:extLst>
                  <a:ext uri="{FF2B5EF4-FFF2-40B4-BE49-F238E27FC236}">
                    <a16:creationId xmlns:a16="http://schemas.microsoft.com/office/drawing/2014/main" id="{668E5C06-D486-4995-9797-38DB686F6BE7}"/>
                  </a:ext>
                </a:extLst>
              </p:cNvPr>
              <p:cNvSpPr/>
              <p:nvPr/>
            </p:nvSpPr>
            <p:spPr>
              <a:xfrm>
                <a:off x="7792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7" name="타원 19726">
                <a:extLst>
                  <a:ext uri="{FF2B5EF4-FFF2-40B4-BE49-F238E27FC236}">
                    <a16:creationId xmlns:a16="http://schemas.microsoft.com/office/drawing/2014/main" id="{99E0248C-1008-403E-B043-D36BB88AF20C}"/>
                  </a:ext>
                </a:extLst>
              </p:cNvPr>
              <p:cNvSpPr/>
              <p:nvPr/>
            </p:nvSpPr>
            <p:spPr>
              <a:xfrm>
                <a:off x="9316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8" name="타원 19727">
                <a:extLst>
                  <a:ext uri="{FF2B5EF4-FFF2-40B4-BE49-F238E27FC236}">
                    <a16:creationId xmlns:a16="http://schemas.microsoft.com/office/drawing/2014/main" id="{5D10D8F8-6FAA-41C8-95A8-A489549BD183}"/>
                  </a:ext>
                </a:extLst>
              </p:cNvPr>
              <p:cNvSpPr/>
              <p:nvPr/>
            </p:nvSpPr>
            <p:spPr>
              <a:xfrm>
                <a:off x="10840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29" name="타원 19728">
                <a:extLst>
                  <a:ext uri="{FF2B5EF4-FFF2-40B4-BE49-F238E27FC236}">
                    <a16:creationId xmlns:a16="http://schemas.microsoft.com/office/drawing/2014/main" id="{F7A97E0D-D15A-45E2-B593-D582A355FA16}"/>
                  </a:ext>
                </a:extLst>
              </p:cNvPr>
              <p:cNvSpPr/>
              <p:nvPr/>
            </p:nvSpPr>
            <p:spPr>
              <a:xfrm>
                <a:off x="12364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30" name="타원 19729">
                <a:extLst>
                  <a:ext uri="{FF2B5EF4-FFF2-40B4-BE49-F238E27FC236}">
                    <a16:creationId xmlns:a16="http://schemas.microsoft.com/office/drawing/2014/main" id="{E7815224-8275-4206-9930-B0599F57E67A}"/>
                  </a:ext>
                </a:extLst>
              </p:cNvPr>
              <p:cNvSpPr/>
              <p:nvPr/>
            </p:nvSpPr>
            <p:spPr>
              <a:xfrm>
                <a:off x="13888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31" name="타원 19730">
                <a:extLst>
                  <a:ext uri="{FF2B5EF4-FFF2-40B4-BE49-F238E27FC236}">
                    <a16:creationId xmlns:a16="http://schemas.microsoft.com/office/drawing/2014/main" id="{E55B8600-62FC-413C-8ABE-4E8DECBE7452}"/>
                  </a:ext>
                </a:extLst>
              </p:cNvPr>
              <p:cNvSpPr/>
              <p:nvPr/>
            </p:nvSpPr>
            <p:spPr>
              <a:xfrm>
                <a:off x="15412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32" name="타원 19731">
                <a:extLst>
                  <a:ext uri="{FF2B5EF4-FFF2-40B4-BE49-F238E27FC236}">
                    <a16:creationId xmlns:a16="http://schemas.microsoft.com/office/drawing/2014/main" id="{17DDDF39-4218-4F7C-9AC5-3336E19C1BF8}"/>
                  </a:ext>
                </a:extLst>
              </p:cNvPr>
              <p:cNvSpPr/>
              <p:nvPr/>
            </p:nvSpPr>
            <p:spPr>
              <a:xfrm>
                <a:off x="16936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33" name="타원 19732">
                <a:extLst>
                  <a:ext uri="{FF2B5EF4-FFF2-40B4-BE49-F238E27FC236}">
                    <a16:creationId xmlns:a16="http://schemas.microsoft.com/office/drawing/2014/main" id="{7DDA5E36-2CCB-4975-9AE4-0FF93209FEB7}"/>
                  </a:ext>
                </a:extLst>
              </p:cNvPr>
              <p:cNvSpPr/>
              <p:nvPr/>
            </p:nvSpPr>
            <p:spPr>
              <a:xfrm>
                <a:off x="18460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34" name="타원 19733">
                <a:extLst>
                  <a:ext uri="{FF2B5EF4-FFF2-40B4-BE49-F238E27FC236}">
                    <a16:creationId xmlns:a16="http://schemas.microsoft.com/office/drawing/2014/main" id="{DD17B735-24FA-45A1-84F8-6B2EA4B19DF2}"/>
                  </a:ext>
                </a:extLst>
              </p:cNvPr>
              <p:cNvSpPr/>
              <p:nvPr/>
            </p:nvSpPr>
            <p:spPr>
              <a:xfrm>
                <a:off x="19984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35" name="타원 19734">
                <a:extLst>
                  <a:ext uri="{FF2B5EF4-FFF2-40B4-BE49-F238E27FC236}">
                    <a16:creationId xmlns:a16="http://schemas.microsoft.com/office/drawing/2014/main" id="{3457C792-FD81-41A9-9B3D-97BC201FE5D7}"/>
                  </a:ext>
                </a:extLst>
              </p:cNvPr>
              <p:cNvSpPr/>
              <p:nvPr/>
            </p:nvSpPr>
            <p:spPr>
              <a:xfrm>
                <a:off x="21508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36" name="타원 19735">
                <a:extLst>
                  <a:ext uri="{FF2B5EF4-FFF2-40B4-BE49-F238E27FC236}">
                    <a16:creationId xmlns:a16="http://schemas.microsoft.com/office/drawing/2014/main" id="{35328610-432C-432F-98FA-9540A3BCCCB0}"/>
                  </a:ext>
                </a:extLst>
              </p:cNvPr>
              <p:cNvSpPr/>
              <p:nvPr/>
            </p:nvSpPr>
            <p:spPr>
              <a:xfrm>
                <a:off x="23032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37" name="타원 19736">
                <a:extLst>
                  <a:ext uri="{FF2B5EF4-FFF2-40B4-BE49-F238E27FC236}">
                    <a16:creationId xmlns:a16="http://schemas.microsoft.com/office/drawing/2014/main" id="{21148FA2-F848-44C1-8220-BD96896C59B1}"/>
                  </a:ext>
                </a:extLst>
              </p:cNvPr>
              <p:cNvSpPr/>
              <p:nvPr/>
            </p:nvSpPr>
            <p:spPr>
              <a:xfrm>
                <a:off x="24556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38" name="타원 19737">
                <a:extLst>
                  <a:ext uri="{FF2B5EF4-FFF2-40B4-BE49-F238E27FC236}">
                    <a16:creationId xmlns:a16="http://schemas.microsoft.com/office/drawing/2014/main" id="{0AAA621B-F5D1-4150-A3AD-F8101AD11A78}"/>
                  </a:ext>
                </a:extLst>
              </p:cNvPr>
              <p:cNvSpPr/>
              <p:nvPr/>
            </p:nvSpPr>
            <p:spPr>
              <a:xfrm>
                <a:off x="26080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39" name="타원 19738">
                <a:extLst>
                  <a:ext uri="{FF2B5EF4-FFF2-40B4-BE49-F238E27FC236}">
                    <a16:creationId xmlns:a16="http://schemas.microsoft.com/office/drawing/2014/main" id="{9D37E3AC-7B6A-4ECB-8AF7-DBAC3EDEEECC}"/>
                  </a:ext>
                </a:extLst>
              </p:cNvPr>
              <p:cNvSpPr/>
              <p:nvPr/>
            </p:nvSpPr>
            <p:spPr>
              <a:xfrm>
                <a:off x="27604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40" name="타원 19739">
                <a:extLst>
                  <a:ext uri="{FF2B5EF4-FFF2-40B4-BE49-F238E27FC236}">
                    <a16:creationId xmlns:a16="http://schemas.microsoft.com/office/drawing/2014/main" id="{836732C3-EDBF-480C-9B23-873F85D01A70}"/>
                  </a:ext>
                </a:extLst>
              </p:cNvPr>
              <p:cNvSpPr/>
              <p:nvPr/>
            </p:nvSpPr>
            <p:spPr>
              <a:xfrm>
                <a:off x="29128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41" name="타원 19740">
                <a:extLst>
                  <a:ext uri="{FF2B5EF4-FFF2-40B4-BE49-F238E27FC236}">
                    <a16:creationId xmlns:a16="http://schemas.microsoft.com/office/drawing/2014/main" id="{D55268F5-D098-49FE-A32F-646CC66E317C}"/>
                  </a:ext>
                </a:extLst>
              </p:cNvPr>
              <p:cNvSpPr/>
              <p:nvPr/>
            </p:nvSpPr>
            <p:spPr>
              <a:xfrm>
                <a:off x="30652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42" name="타원 19741">
                <a:extLst>
                  <a:ext uri="{FF2B5EF4-FFF2-40B4-BE49-F238E27FC236}">
                    <a16:creationId xmlns:a16="http://schemas.microsoft.com/office/drawing/2014/main" id="{134B28B8-35D1-4FC1-BCAC-90BA04ECD97F}"/>
                  </a:ext>
                </a:extLst>
              </p:cNvPr>
              <p:cNvSpPr/>
              <p:nvPr/>
            </p:nvSpPr>
            <p:spPr>
              <a:xfrm>
                <a:off x="32176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43" name="타원 19742">
                <a:extLst>
                  <a:ext uri="{FF2B5EF4-FFF2-40B4-BE49-F238E27FC236}">
                    <a16:creationId xmlns:a16="http://schemas.microsoft.com/office/drawing/2014/main" id="{96D82116-0F6C-407E-BDDA-09BF9277095B}"/>
                  </a:ext>
                </a:extLst>
              </p:cNvPr>
              <p:cNvSpPr/>
              <p:nvPr/>
            </p:nvSpPr>
            <p:spPr>
              <a:xfrm>
                <a:off x="33700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44" name="타원 19743">
                <a:extLst>
                  <a:ext uri="{FF2B5EF4-FFF2-40B4-BE49-F238E27FC236}">
                    <a16:creationId xmlns:a16="http://schemas.microsoft.com/office/drawing/2014/main" id="{F69EFB49-332D-49CB-B063-2FD25245F04A}"/>
                  </a:ext>
                </a:extLst>
              </p:cNvPr>
              <p:cNvSpPr/>
              <p:nvPr/>
            </p:nvSpPr>
            <p:spPr>
              <a:xfrm>
                <a:off x="35224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45" name="타원 19744">
                <a:extLst>
                  <a:ext uri="{FF2B5EF4-FFF2-40B4-BE49-F238E27FC236}">
                    <a16:creationId xmlns:a16="http://schemas.microsoft.com/office/drawing/2014/main" id="{788B1DE9-E489-44B4-A927-4913716EC73D}"/>
                  </a:ext>
                </a:extLst>
              </p:cNvPr>
              <p:cNvSpPr/>
              <p:nvPr/>
            </p:nvSpPr>
            <p:spPr>
              <a:xfrm>
                <a:off x="36748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46" name="타원 19745">
                <a:extLst>
                  <a:ext uri="{FF2B5EF4-FFF2-40B4-BE49-F238E27FC236}">
                    <a16:creationId xmlns:a16="http://schemas.microsoft.com/office/drawing/2014/main" id="{0472B94E-6C87-48C3-9AF5-D1DF5FC9D77C}"/>
                  </a:ext>
                </a:extLst>
              </p:cNvPr>
              <p:cNvSpPr/>
              <p:nvPr/>
            </p:nvSpPr>
            <p:spPr>
              <a:xfrm>
                <a:off x="38272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47" name="타원 19746">
                <a:extLst>
                  <a:ext uri="{FF2B5EF4-FFF2-40B4-BE49-F238E27FC236}">
                    <a16:creationId xmlns:a16="http://schemas.microsoft.com/office/drawing/2014/main" id="{4CDAF2BA-6C65-4C8C-A99D-FE7AB1A670F3}"/>
                  </a:ext>
                </a:extLst>
              </p:cNvPr>
              <p:cNvSpPr/>
              <p:nvPr/>
            </p:nvSpPr>
            <p:spPr>
              <a:xfrm>
                <a:off x="39796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48" name="타원 19747">
                <a:extLst>
                  <a:ext uri="{FF2B5EF4-FFF2-40B4-BE49-F238E27FC236}">
                    <a16:creationId xmlns:a16="http://schemas.microsoft.com/office/drawing/2014/main" id="{AFD357B8-E565-454A-AF92-0E157047548A}"/>
                  </a:ext>
                </a:extLst>
              </p:cNvPr>
              <p:cNvSpPr/>
              <p:nvPr/>
            </p:nvSpPr>
            <p:spPr>
              <a:xfrm>
                <a:off x="41320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49" name="타원 19748">
                <a:extLst>
                  <a:ext uri="{FF2B5EF4-FFF2-40B4-BE49-F238E27FC236}">
                    <a16:creationId xmlns:a16="http://schemas.microsoft.com/office/drawing/2014/main" id="{4A446271-15DB-4BE6-9916-5B3D6508E880}"/>
                  </a:ext>
                </a:extLst>
              </p:cNvPr>
              <p:cNvSpPr/>
              <p:nvPr/>
            </p:nvSpPr>
            <p:spPr>
              <a:xfrm>
                <a:off x="42844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50" name="타원 19749">
                <a:extLst>
                  <a:ext uri="{FF2B5EF4-FFF2-40B4-BE49-F238E27FC236}">
                    <a16:creationId xmlns:a16="http://schemas.microsoft.com/office/drawing/2014/main" id="{0B0C5F2D-3B47-4E43-824A-F468F28E37D2}"/>
                  </a:ext>
                </a:extLst>
              </p:cNvPr>
              <p:cNvSpPr/>
              <p:nvPr/>
            </p:nvSpPr>
            <p:spPr>
              <a:xfrm>
                <a:off x="44368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51" name="타원 19750">
                <a:extLst>
                  <a:ext uri="{FF2B5EF4-FFF2-40B4-BE49-F238E27FC236}">
                    <a16:creationId xmlns:a16="http://schemas.microsoft.com/office/drawing/2014/main" id="{D864794C-7EBE-4474-BD0D-19C6930199B9}"/>
                  </a:ext>
                </a:extLst>
              </p:cNvPr>
              <p:cNvSpPr/>
              <p:nvPr/>
            </p:nvSpPr>
            <p:spPr>
              <a:xfrm>
                <a:off x="45892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52" name="타원 19751">
                <a:extLst>
                  <a:ext uri="{FF2B5EF4-FFF2-40B4-BE49-F238E27FC236}">
                    <a16:creationId xmlns:a16="http://schemas.microsoft.com/office/drawing/2014/main" id="{7CC444D7-FD42-4DD9-AE52-933BEDCEEDE1}"/>
                  </a:ext>
                </a:extLst>
              </p:cNvPr>
              <p:cNvSpPr/>
              <p:nvPr/>
            </p:nvSpPr>
            <p:spPr>
              <a:xfrm>
                <a:off x="47416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53" name="타원 19752">
                <a:extLst>
                  <a:ext uri="{FF2B5EF4-FFF2-40B4-BE49-F238E27FC236}">
                    <a16:creationId xmlns:a16="http://schemas.microsoft.com/office/drawing/2014/main" id="{922052B4-3CC9-4836-BF75-82CA4FBF17E5}"/>
                  </a:ext>
                </a:extLst>
              </p:cNvPr>
              <p:cNvSpPr/>
              <p:nvPr/>
            </p:nvSpPr>
            <p:spPr>
              <a:xfrm>
                <a:off x="48940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54" name="타원 19753">
                <a:extLst>
                  <a:ext uri="{FF2B5EF4-FFF2-40B4-BE49-F238E27FC236}">
                    <a16:creationId xmlns:a16="http://schemas.microsoft.com/office/drawing/2014/main" id="{DBF99230-8C0E-4891-8FFE-70CFF8664C39}"/>
                  </a:ext>
                </a:extLst>
              </p:cNvPr>
              <p:cNvSpPr/>
              <p:nvPr/>
            </p:nvSpPr>
            <p:spPr>
              <a:xfrm>
                <a:off x="50464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55" name="타원 19754">
                <a:extLst>
                  <a:ext uri="{FF2B5EF4-FFF2-40B4-BE49-F238E27FC236}">
                    <a16:creationId xmlns:a16="http://schemas.microsoft.com/office/drawing/2014/main" id="{CB632D30-C8CA-403D-8D95-394F0DDAE5BB}"/>
                  </a:ext>
                </a:extLst>
              </p:cNvPr>
              <p:cNvSpPr/>
              <p:nvPr/>
            </p:nvSpPr>
            <p:spPr>
              <a:xfrm>
                <a:off x="51988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56" name="타원 19755">
                <a:extLst>
                  <a:ext uri="{FF2B5EF4-FFF2-40B4-BE49-F238E27FC236}">
                    <a16:creationId xmlns:a16="http://schemas.microsoft.com/office/drawing/2014/main" id="{D9BFF6CB-95C8-4A48-A33F-95FEF3DF2D42}"/>
                  </a:ext>
                </a:extLst>
              </p:cNvPr>
              <p:cNvSpPr/>
              <p:nvPr/>
            </p:nvSpPr>
            <p:spPr>
              <a:xfrm>
                <a:off x="53512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57" name="타원 19756">
                <a:extLst>
                  <a:ext uri="{FF2B5EF4-FFF2-40B4-BE49-F238E27FC236}">
                    <a16:creationId xmlns:a16="http://schemas.microsoft.com/office/drawing/2014/main" id="{47CE5F3D-7725-4EB2-AD1D-7A0A07DE4495}"/>
                  </a:ext>
                </a:extLst>
              </p:cNvPr>
              <p:cNvSpPr/>
              <p:nvPr/>
            </p:nvSpPr>
            <p:spPr>
              <a:xfrm>
                <a:off x="55036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58" name="타원 19757">
                <a:extLst>
                  <a:ext uri="{FF2B5EF4-FFF2-40B4-BE49-F238E27FC236}">
                    <a16:creationId xmlns:a16="http://schemas.microsoft.com/office/drawing/2014/main" id="{E899E4AA-6A25-4E0A-9F63-A74F0D7490A2}"/>
                  </a:ext>
                </a:extLst>
              </p:cNvPr>
              <p:cNvSpPr/>
              <p:nvPr/>
            </p:nvSpPr>
            <p:spPr>
              <a:xfrm>
                <a:off x="5656026" y="3727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59" name="타원 19758">
                <a:extLst>
                  <a:ext uri="{FF2B5EF4-FFF2-40B4-BE49-F238E27FC236}">
                    <a16:creationId xmlns:a16="http://schemas.microsoft.com/office/drawing/2014/main" id="{3502E66F-57A2-4A60-909B-D6BB2A118A9E}"/>
                  </a:ext>
                </a:extLst>
              </p:cNvPr>
              <p:cNvSpPr/>
              <p:nvPr/>
            </p:nvSpPr>
            <p:spPr>
              <a:xfrm>
                <a:off x="3220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60" name="타원 19759">
                <a:extLst>
                  <a:ext uri="{FF2B5EF4-FFF2-40B4-BE49-F238E27FC236}">
                    <a16:creationId xmlns:a16="http://schemas.microsoft.com/office/drawing/2014/main" id="{9965C1EB-35E2-4264-9E76-336BB9528FBD}"/>
                  </a:ext>
                </a:extLst>
              </p:cNvPr>
              <p:cNvSpPr/>
              <p:nvPr/>
            </p:nvSpPr>
            <p:spPr>
              <a:xfrm>
                <a:off x="4744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61" name="타원 19760">
                <a:extLst>
                  <a:ext uri="{FF2B5EF4-FFF2-40B4-BE49-F238E27FC236}">
                    <a16:creationId xmlns:a16="http://schemas.microsoft.com/office/drawing/2014/main" id="{212EC4A3-AA98-4D28-9A5B-535CDB18159A}"/>
                  </a:ext>
                </a:extLst>
              </p:cNvPr>
              <p:cNvSpPr/>
              <p:nvPr/>
            </p:nvSpPr>
            <p:spPr>
              <a:xfrm>
                <a:off x="6268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62" name="타원 19761">
                <a:extLst>
                  <a:ext uri="{FF2B5EF4-FFF2-40B4-BE49-F238E27FC236}">
                    <a16:creationId xmlns:a16="http://schemas.microsoft.com/office/drawing/2014/main" id="{DB01497A-399D-4F90-ADF3-5670B7091ADE}"/>
                  </a:ext>
                </a:extLst>
              </p:cNvPr>
              <p:cNvSpPr/>
              <p:nvPr/>
            </p:nvSpPr>
            <p:spPr>
              <a:xfrm>
                <a:off x="7792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63" name="타원 19762">
                <a:extLst>
                  <a:ext uri="{FF2B5EF4-FFF2-40B4-BE49-F238E27FC236}">
                    <a16:creationId xmlns:a16="http://schemas.microsoft.com/office/drawing/2014/main" id="{2C666743-0BD1-4C29-A315-8FC020D3CC5A}"/>
                  </a:ext>
                </a:extLst>
              </p:cNvPr>
              <p:cNvSpPr/>
              <p:nvPr/>
            </p:nvSpPr>
            <p:spPr>
              <a:xfrm>
                <a:off x="9316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64" name="타원 19763">
                <a:extLst>
                  <a:ext uri="{FF2B5EF4-FFF2-40B4-BE49-F238E27FC236}">
                    <a16:creationId xmlns:a16="http://schemas.microsoft.com/office/drawing/2014/main" id="{3617D00E-5065-47C8-8C94-AE7863EB1001}"/>
                  </a:ext>
                </a:extLst>
              </p:cNvPr>
              <p:cNvSpPr/>
              <p:nvPr/>
            </p:nvSpPr>
            <p:spPr>
              <a:xfrm>
                <a:off x="10840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65" name="타원 19764">
                <a:extLst>
                  <a:ext uri="{FF2B5EF4-FFF2-40B4-BE49-F238E27FC236}">
                    <a16:creationId xmlns:a16="http://schemas.microsoft.com/office/drawing/2014/main" id="{2B7EB586-DE00-4FF9-B242-8100386533A2}"/>
                  </a:ext>
                </a:extLst>
              </p:cNvPr>
              <p:cNvSpPr/>
              <p:nvPr/>
            </p:nvSpPr>
            <p:spPr>
              <a:xfrm>
                <a:off x="12364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66" name="타원 19765">
                <a:extLst>
                  <a:ext uri="{FF2B5EF4-FFF2-40B4-BE49-F238E27FC236}">
                    <a16:creationId xmlns:a16="http://schemas.microsoft.com/office/drawing/2014/main" id="{719B4BB0-6BB7-4AD1-BF7D-BAE2DC8E9C4D}"/>
                  </a:ext>
                </a:extLst>
              </p:cNvPr>
              <p:cNvSpPr/>
              <p:nvPr/>
            </p:nvSpPr>
            <p:spPr>
              <a:xfrm>
                <a:off x="13888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67" name="타원 19766">
                <a:extLst>
                  <a:ext uri="{FF2B5EF4-FFF2-40B4-BE49-F238E27FC236}">
                    <a16:creationId xmlns:a16="http://schemas.microsoft.com/office/drawing/2014/main" id="{199C7491-89FC-4F95-AE7B-AC186C180D43}"/>
                  </a:ext>
                </a:extLst>
              </p:cNvPr>
              <p:cNvSpPr/>
              <p:nvPr/>
            </p:nvSpPr>
            <p:spPr>
              <a:xfrm>
                <a:off x="15412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68" name="타원 19767">
                <a:extLst>
                  <a:ext uri="{FF2B5EF4-FFF2-40B4-BE49-F238E27FC236}">
                    <a16:creationId xmlns:a16="http://schemas.microsoft.com/office/drawing/2014/main" id="{AFC6362B-D4DE-4CD8-ACE8-E07EC6FAA33C}"/>
                  </a:ext>
                </a:extLst>
              </p:cNvPr>
              <p:cNvSpPr/>
              <p:nvPr/>
            </p:nvSpPr>
            <p:spPr>
              <a:xfrm>
                <a:off x="16936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69" name="타원 19768">
                <a:extLst>
                  <a:ext uri="{FF2B5EF4-FFF2-40B4-BE49-F238E27FC236}">
                    <a16:creationId xmlns:a16="http://schemas.microsoft.com/office/drawing/2014/main" id="{3B2F0046-581A-4A0D-9074-6787FA41AC40}"/>
                  </a:ext>
                </a:extLst>
              </p:cNvPr>
              <p:cNvSpPr/>
              <p:nvPr/>
            </p:nvSpPr>
            <p:spPr>
              <a:xfrm>
                <a:off x="18460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70" name="타원 19769">
                <a:extLst>
                  <a:ext uri="{FF2B5EF4-FFF2-40B4-BE49-F238E27FC236}">
                    <a16:creationId xmlns:a16="http://schemas.microsoft.com/office/drawing/2014/main" id="{F20F656B-9FC1-4894-94AB-7B7931E82E02}"/>
                  </a:ext>
                </a:extLst>
              </p:cNvPr>
              <p:cNvSpPr/>
              <p:nvPr/>
            </p:nvSpPr>
            <p:spPr>
              <a:xfrm>
                <a:off x="19984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71" name="타원 19770">
                <a:extLst>
                  <a:ext uri="{FF2B5EF4-FFF2-40B4-BE49-F238E27FC236}">
                    <a16:creationId xmlns:a16="http://schemas.microsoft.com/office/drawing/2014/main" id="{7AE21443-9FB0-4CB1-9669-91A747BDFBB6}"/>
                  </a:ext>
                </a:extLst>
              </p:cNvPr>
              <p:cNvSpPr/>
              <p:nvPr/>
            </p:nvSpPr>
            <p:spPr>
              <a:xfrm>
                <a:off x="21508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72" name="타원 19771">
                <a:extLst>
                  <a:ext uri="{FF2B5EF4-FFF2-40B4-BE49-F238E27FC236}">
                    <a16:creationId xmlns:a16="http://schemas.microsoft.com/office/drawing/2014/main" id="{FF04CFAE-2191-4930-A05C-3F41BEABECAD}"/>
                  </a:ext>
                </a:extLst>
              </p:cNvPr>
              <p:cNvSpPr/>
              <p:nvPr/>
            </p:nvSpPr>
            <p:spPr>
              <a:xfrm>
                <a:off x="23032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73" name="타원 19772">
                <a:extLst>
                  <a:ext uri="{FF2B5EF4-FFF2-40B4-BE49-F238E27FC236}">
                    <a16:creationId xmlns:a16="http://schemas.microsoft.com/office/drawing/2014/main" id="{F4C9A971-854D-4F9E-BB08-B05798B4C073}"/>
                  </a:ext>
                </a:extLst>
              </p:cNvPr>
              <p:cNvSpPr/>
              <p:nvPr/>
            </p:nvSpPr>
            <p:spPr>
              <a:xfrm>
                <a:off x="24556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74" name="타원 19773">
                <a:extLst>
                  <a:ext uri="{FF2B5EF4-FFF2-40B4-BE49-F238E27FC236}">
                    <a16:creationId xmlns:a16="http://schemas.microsoft.com/office/drawing/2014/main" id="{43E01382-8A2D-400B-B682-AAA2F4C02CB8}"/>
                  </a:ext>
                </a:extLst>
              </p:cNvPr>
              <p:cNvSpPr/>
              <p:nvPr/>
            </p:nvSpPr>
            <p:spPr>
              <a:xfrm>
                <a:off x="26080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75" name="타원 19774">
                <a:extLst>
                  <a:ext uri="{FF2B5EF4-FFF2-40B4-BE49-F238E27FC236}">
                    <a16:creationId xmlns:a16="http://schemas.microsoft.com/office/drawing/2014/main" id="{32D398A2-F26A-418D-8699-0E9609164B07}"/>
                  </a:ext>
                </a:extLst>
              </p:cNvPr>
              <p:cNvSpPr/>
              <p:nvPr/>
            </p:nvSpPr>
            <p:spPr>
              <a:xfrm>
                <a:off x="27604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76" name="타원 19775">
                <a:extLst>
                  <a:ext uri="{FF2B5EF4-FFF2-40B4-BE49-F238E27FC236}">
                    <a16:creationId xmlns:a16="http://schemas.microsoft.com/office/drawing/2014/main" id="{5B7D06FE-4E19-486A-A117-3C6EA1343260}"/>
                  </a:ext>
                </a:extLst>
              </p:cNvPr>
              <p:cNvSpPr/>
              <p:nvPr/>
            </p:nvSpPr>
            <p:spPr>
              <a:xfrm>
                <a:off x="29128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77" name="타원 19776">
                <a:extLst>
                  <a:ext uri="{FF2B5EF4-FFF2-40B4-BE49-F238E27FC236}">
                    <a16:creationId xmlns:a16="http://schemas.microsoft.com/office/drawing/2014/main" id="{08C8DD29-F195-4933-ABF9-347B63CC0CF5}"/>
                  </a:ext>
                </a:extLst>
              </p:cNvPr>
              <p:cNvSpPr/>
              <p:nvPr/>
            </p:nvSpPr>
            <p:spPr>
              <a:xfrm>
                <a:off x="30652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78" name="타원 19777">
                <a:extLst>
                  <a:ext uri="{FF2B5EF4-FFF2-40B4-BE49-F238E27FC236}">
                    <a16:creationId xmlns:a16="http://schemas.microsoft.com/office/drawing/2014/main" id="{16272844-6ADD-4778-BC7F-35132CC5D236}"/>
                  </a:ext>
                </a:extLst>
              </p:cNvPr>
              <p:cNvSpPr/>
              <p:nvPr/>
            </p:nvSpPr>
            <p:spPr>
              <a:xfrm>
                <a:off x="32176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79" name="타원 19778">
                <a:extLst>
                  <a:ext uri="{FF2B5EF4-FFF2-40B4-BE49-F238E27FC236}">
                    <a16:creationId xmlns:a16="http://schemas.microsoft.com/office/drawing/2014/main" id="{1DBC8E71-35B7-4540-A70A-11FEB78C4F22}"/>
                  </a:ext>
                </a:extLst>
              </p:cNvPr>
              <p:cNvSpPr/>
              <p:nvPr/>
            </p:nvSpPr>
            <p:spPr>
              <a:xfrm>
                <a:off x="33700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80" name="타원 19779">
                <a:extLst>
                  <a:ext uri="{FF2B5EF4-FFF2-40B4-BE49-F238E27FC236}">
                    <a16:creationId xmlns:a16="http://schemas.microsoft.com/office/drawing/2014/main" id="{501F9EEA-FF50-45FB-A87E-B2D3751D57B9}"/>
                  </a:ext>
                </a:extLst>
              </p:cNvPr>
              <p:cNvSpPr/>
              <p:nvPr/>
            </p:nvSpPr>
            <p:spPr>
              <a:xfrm>
                <a:off x="35224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81" name="타원 19780">
                <a:extLst>
                  <a:ext uri="{FF2B5EF4-FFF2-40B4-BE49-F238E27FC236}">
                    <a16:creationId xmlns:a16="http://schemas.microsoft.com/office/drawing/2014/main" id="{DD72CE7F-4C7E-429C-B559-57C160634A64}"/>
                  </a:ext>
                </a:extLst>
              </p:cNvPr>
              <p:cNvSpPr/>
              <p:nvPr/>
            </p:nvSpPr>
            <p:spPr>
              <a:xfrm>
                <a:off x="36748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82" name="타원 19781">
                <a:extLst>
                  <a:ext uri="{FF2B5EF4-FFF2-40B4-BE49-F238E27FC236}">
                    <a16:creationId xmlns:a16="http://schemas.microsoft.com/office/drawing/2014/main" id="{67C27B1A-AD77-4885-AD50-A8426D7A4144}"/>
                  </a:ext>
                </a:extLst>
              </p:cNvPr>
              <p:cNvSpPr/>
              <p:nvPr/>
            </p:nvSpPr>
            <p:spPr>
              <a:xfrm>
                <a:off x="38272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83" name="타원 19782">
                <a:extLst>
                  <a:ext uri="{FF2B5EF4-FFF2-40B4-BE49-F238E27FC236}">
                    <a16:creationId xmlns:a16="http://schemas.microsoft.com/office/drawing/2014/main" id="{6D169500-6F10-4F57-A48E-869C32E997B0}"/>
                  </a:ext>
                </a:extLst>
              </p:cNvPr>
              <p:cNvSpPr/>
              <p:nvPr/>
            </p:nvSpPr>
            <p:spPr>
              <a:xfrm>
                <a:off x="39796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84" name="타원 19783">
                <a:extLst>
                  <a:ext uri="{FF2B5EF4-FFF2-40B4-BE49-F238E27FC236}">
                    <a16:creationId xmlns:a16="http://schemas.microsoft.com/office/drawing/2014/main" id="{A048712C-A420-404C-985F-3C3E57F251DC}"/>
                  </a:ext>
                </a:extLst>
              </p:cNvPr>
              <p:cNvSpPr/>
              <p:nvPr/>
            </p:nvSpPr>
            <p:spPr>
              <a:xfrm>
                <a:off x="41320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85" name="타원 19784">
                <a:extLst>
                  <a:ext uri="{FF2B5EF4-FFF2-40B4-BE49-F238E27FC236}">
                    <a16:creationId xmlns:a16="http://schemas.microsoft.com/office/drawing/2014/main" id="{883586CD-423D-4F23-9B69-00953B8F2329}"/>
                  </a:ext>
                </a:extLst>
              </p:cNvPr>
              <p:cNvSpPr/>
              <p:nvPr/>
            </p:nvSpPr>
            <p:spPr>
              <a:xfrm>
                <a:off x="42844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86" name="타원 19785">
                <a:extLst>
                  <a:ext uri="{FF2B5EF4-FFF2-40B4-BE49-F238E27FC236}">
                    <a16:creationId xmlns:a16="http://schemas.microsoft.com/office/drawing/2014/main" id="{D32DDFBD-C799-49BF-9BC7-4D11DEE35534}"/>
                  </a:ext>
                </a:extLst>
              </p:cNvPr>
              <p:cNvSpPr/>
              <p:nvPr/>
            </p:nvSpPr>
            <p:spPr>
              <a:xfrm>
                <a:off x="44368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87" name="타원 19786">
                <a:extLst>
                  <a:ext uri="{FF2B5EF4-FFF2-40B4-BE49-F238E27FC236}">
                    <a16:creationId xmlns:a16="http://schemas.microsoft.com/office/drawing/2014/main" id="{0D603572-09AB-4511-A382-E2323DAF65A0}"/>
                  </a:ext>
                </a:extLst>
              </p:cNvPr>
              <p:cNvSpPr/>
              <p:nvPr/>
            </p:nvSpPr>
            <p:spPr>
              <a:xfrm>
                <a:off x="45892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88" name="타원 19787">
                <a:extLst>
                  <a:ext uri="{FF2B5EF4-FFF2-40B4-BE49-F238E27FC236}">
                    <a16:creationId xmlns:a16="http://schemas.microsoft.com/office/drawing/2014/main" id="{7A30F7C0-A8B8-422B-BAE9-DD53BB00425C}"/>
                  </a:ext>
                </a:extLst>
              </p:cNvPr>
              <p:cNvSpPr/>
              <p:nvPr/>
            </p:nvSpPr>
            <p:spPr>
              <a:xfrm>
                <a:off x="47416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89" name="타원 19788">
                <a:extLst>
                  <a:ext uri="{FF2B5EF4-FFF2-40B4-BE49-F238E27FC236}">
                    <a16:creationId xmlns:a16="http://schemas.microsoft.com/office/drawing/2014/main" id="{2BAADDA1-F675-4E60-9572-22F71D405C89}"/>
                  </a:ext>
                </a:extLst>
              </p:cNvPr>
              <p:cNvSpPr/>
              <p:nvPr/>
            </p:nvSpPr>
            <p:spPr>
              <a:xfrm>
                <a:off x="48940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90" name="타원 19789">
                <a:extLst>
                  <a:ext uri="{FF2B5EF4-FFF2-40B4-BE49-F238E27FC236}">
                    <a16:creationId xmlns:a16="http://schemas.microsoft.com/office/drawing/2014/main" id="{53C77BCB-51BF-4BCA-83F5-9671F061C7B7}"/>
                  </a:ext>
                </a:extLst>
              </p:cNvPr>
              <p:cNvSpPr/>
              <p:nvPr/>
            </p:nvSpPr>
            <p:spPr>
              <a:xfrm>
                <a:off x="50464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91" name="타원 19790">
                <a:extLst>
                  <a:ext uri="{FF2B5EF4-FFF2-40B4-BE49-F238E27FC236}">
                    <a16:creationId xmlns:a16="http://schemas.microsoft.com/office/drawing/2014/main" id="{3C9B0E18-481E-4AD9-A56E-D185C6A2720D}"/>
                  </a:ext>
                </a:extLst>
              </p:cNvPr>
              <p:cNvSpPr/>
              <p:nvPr/>
            </p:nvSpPr>
            <p:spPr>
              <a:xfrm>
                <a:off x="51988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92" name="타원 19791">
                <a:extLst>
                  <a:ext uri="{FF2B5EF4-FFF2-40B4-BE49-F238E27FC236}">
                    <a16:creationId xmlns:a16="http://schemas.microsoft.com/office/drawing/2014/main" id="{B4772E10-C3A4-4084-A005-030000F5C36F}"/>
                  </a:ext>
                </a:extLst>
              </p:cNvPr>
              <p:cNvSpPr/>
              <p:nvPr/>
            </p:nvSpPr>
            <p:spPr>
              <a:xfrm>
                <a:off x="53512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93" name="타원 19792">
                <a:extLst>
                  <a:ext uri="{FF2B5EF4-FFF2-40B4-BE49-F238E27FC236}">
                    <a16:creationId xmlns:a16="http://schemas.microsoft.com/office/drawing/2014/main" id="{0F3BB585-8594-46F8-8CC6-F736B467A673}"/>
                  </a:ext>
                </a:extLst>
              </p:cNvPr>
              <p:cNvSpPr/>
              <p:nvPr/>
            </p:nvSpPr>
            <p:spPr>
              <a:xfrm>
                <a:off x="55036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94" name="타원 19793">
                <a:extLst>
                  <a:ext uri="{FF2B5EF4-FFF2-40B4-BE49-F238E27FC236}">
                    <a16:creationId xmlns:a16="http://schemas.microsoft.com/office/drawing/2014/main" id="{C72E9CFF-4C3B-4EC0-83D6-F706485A0DD9}"/>
                  </a:ext>
                </a:extLst>
              </p:cNvPr>
              <p:cNvSpPr/>
              <p:nvPr/>
            </p:nvSpPr>
            <p:spPr>
              <a:xfrm>
                <a:off x="5656026" y="3879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95" name="타원 19794">
                <a:extLst>
                  <a:ext uri="{FF2B5EF4-FFF2-40B4-BE49-F238E27FC236}">
                    <a16:creationId xmlns:a16="http://schemas.microsoft.com/office/drawing/2014/main" id="{F7D2BD7C-233E-4406-AC1F-CBC65FF36A03}"/>
                  </a:ext>
                </a:extLst>
              </p:cNvPr>
              <p:cNvSpPr/>
              <p:nvPr/>
            </p:nvSpPr>
            <p:spPr>
              <a:xfrm>
                <a:off x="3220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96" name="타원 19795">
                <a:extLst>
                  <a:ext uri="{FF2B5EF4-FFF2-40B4-BE49-F238E27FC236}">
                    <a16:creationId xmlns:a16="http://schemas.microsoft.com/office/drawing/2014/main" id="{8C232DEB-0D2E-454D-8A0F-91E4263C2AE1}"/>
                  </a:ext>
                </a:extLst>
              </p:cNvPr>
              <p:cNvSpPr/>
              <p:nvPr/>
            </p:nvSpPr>
            <p:spPr>
              <a:xfrm>
                <a:off x="4744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97" name="타원 19796">
                <a:extLst>
                  <a:ext uri="{FF2B5EF4-FFF2-40B4-BE49-F238E27FC236}">
                    <a16:creationId xmlns:a16="http://schemas.microsoft.com/office/drawing/2014/main" id="{3B4F93CE-6C4A-4B73-BAC8-8A6362A304E8}"/>
                  </a:ext>
                </a:extLst>
              </p:cNvPr>
              <p:cNvSpPr/>
              <p:nvPr/>
            </p:nvSpPr>
            <p:spPr>
              <a:xfrm>
                <a:off x="6268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98" name="타원 19797">
                <a:extLst>
                  <a:ext uri="{FF2B5EF4-FFF2-40B4-BE49-F238E27FC236}">
                    <a16:creationId xmlns:a16="http://schemas.microsoft.com/office/drawing/2014/main" id="{613FEB02-A3C3-496B-B300-F8D4FA84C4B4}"/>
                  </a:ext>
                </a:extLst>
              </p:cNvPr>
              <p:cNvSpPr/>
              <p:nvPr/>
            </p:nvSpPr>
            <p:spPr>
              <a:xfrm>
                <a:off x="7792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99" name="타원 19798">
                <a:extLst>
                  <a:ext uri="{FF2B5EF4-FFF2-40B4-BE49-F238E27FC236}">
                    <a16:creationId xmlns:a16="http://schemas.microsoft.com/office/drawing/2014/main" id="{C6B202A7-09F7-4340-90FF-62564C290ACC}"/>
                  </a:ext>
                </a:extLst>
              </p:cNvPr>
              <p:cNvSpPr/>
              <p:nvPr/>
            </p:nvSpPr>
            <p:spPr>
              <a:xfrm>
                <a:off x="9316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00" name="타원 19799">
                <a:extLst>
                  <a:ext uri="{FF2B5EF4-FFF2-40B4-BE49-F238E27FC236}">
                    <a16:creationId xmlns:a16="http://schemas.microsoft.com/office/drawing/2014/main" id="{29CFD87A-29C9-4FE3-AAFC-C80A32D29208}"/>
                  </a:ext>
                </a:extLst>
              </p:cNvPr>
              <p:cNvSpPr/>
              <p:nvPr/>
            </p:nvSpPr>
            <p:spPr>
              <a:xfrm>
                <a:off x="10840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01" name="타원 19800">
                <a:extLst>
                  <a:ext uri="{FF2B5EF4-FFF2-40B4-BE49-F238E27FC236}">
                    <a16:creationId xmlns:a16="http://schemas.microsoft.com/office/drawing/2014/main" id="{803EB987-A4DC-487D-AF0C-D80E2CDA32DE}"/>
                  </a:ext>
                </a:extLst>
              </p:cNvPr>
              <p:cNvSpPr/>
              <p:nvPr/>
            </p:nvSpPr>
            <p:spPr>
              <a:xfrm>
                <a:off x="12364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02" name="타원 19801">
                <a:extLst>
                  <a:ext uri="{FF2B5EF4-FFF2-40B4-BE49-F238E27FC236}">
                    <a16:creationId xmlns:a16="http://schemas.microsoft.com/office/drawing/2014/main" id="{479DE891-189C-4F52-BBA3-2C18F22F0424}"/>
                  </a:ext>
                </a:extLst>
              </p:cNvPr>
              <p:cNvSpPr/>
              <p:nvPr/>
            </p:nvSpPr>
            <p:spPr>
              <a:xfrm>
                <a:off x="13888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03" name="타원 19802">
                <a:extLst>
                  <a:ext uri="{FF2B5EF4-FFF2-40B4-BE49-F238E27FC236}">
                    <a16:creationId xmlns:a16="http://schemas.microsoft.com/office/drawing/2014/main" id="{D2CDAF1C-95F8-48AA-8466-D6F9200EAB23}"/>
                  </a:ext>
                </a:extLst>
              </p:cNvPr>
              <p:cNvSpPr/>
              <p:nvPr/>
            </p:nvSpPr>
            <p:spPr>
              <a:xfrm>
                <a:off x="15412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04" name="타원 19803">
                <a:extLst>
                  <a:ext uri="{FF2B5EF4-FFF2-40B4-BE49-F238E27FC236}">
                    <a16:creationId xmlns:a16="http://schemas.microsoft.com/office/drawing/2014/main" id="{ECC8C4D0-41F0-4911-AD25-39F384A40AE2}"/>
                  </a:ext>
                </a:extLst>
              </p:cNvPr>
              <p:cNvSpPr/>
              <p:nvPr/>
            </p:nvSpPr>
            <p:spPr>
              <a:xfrm>
                <a:off x="16936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05" name="타원 19804">
                <a:extLst>
                  <a:ext uri="{FF2B5EF4-FFF2-40B4-BE49-F238E27FC236}">
                    <a16:creationId xmlns:a16="http://schemas.microsoft.com/office/drawing/2014/main" id="{D839A830-80B6-4360-9211-FBF21B0424E4}"/>
                  </a:ext>
                </a:extLst>
              </p:cNvPr>
              <p:cNvSpPr/>
              <p:nvPr/>
            </p:nvSpPr>
            <p:spPr>
              <a:xfrm>
                <a:off x="18460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06" name="타원 19805">
                <a:extLst>
                  <a:ext uri="{FF2B5EF4-FFF2-40B4-BE49-F238E27FC236}">
                    <a16:creationId xmlns:a16="http://schemas.microsoft.com/office/drawing/2014/main" id="{1C5BC518-0C2B-4148-AFA7-6739E725F2AC}"/>
                  </a:ext>
                </a:extLst>
              </p:cNvPr>
              <p:cNvSpPr/>
              <p:nvPr/>
            </p:nvSpPr>
            <p:spPr>
              <a:xfrm>
                <a:off x="19984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07" name="타원 19806">
                <a:extLst>
                  <a:ext uri="{FF2B5EF4-FFF2-40B4-BE49-F238E27FC236}">
                    <a16:creationId xmlns:a16="http://schemas.microsoft.com/office/drawing/2014/main" id="{13F83686-9E17-40B1-B602-17DE43598152}"/>
                  </a:ext>
                </a:extLst>
              </p:cNvPr>
              <p:cNvSpPr/>
              <p:nvPr/>
            </p:nvSpPr>
            <p:spPr>
              <a:xfrm>
                <a:off x="21508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08" name="타원 19807">
                <a:extLst>
                  <a:ext uri="{FF2B5EF4-FFF2-40B4-BE49-F238E27FC236}">
                    <a16:creationId xmlns:a16="http://schemas.microsoft.com/office/drawing/2014/main" id="{1A9D25C7-7E91-4808-ADA1-D10B45D0244A}"/>
                  </a:ext>
                </a:extLst>
              </p:cNvPr>
              <p:cNvSpPr/>
              <p:nvPr/>
            </p:nvSpPr>
            <p:spPr>
              <a:xfrm>
                <a:off x="23032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09" name="타원 19808">
                <a:extLst>
                  <a:ext uri="{FF2B5EF4-FFF2-40B4-BE49-F238E27FC236}">
                    <a16:creationId xmlns:a16="http://schemas.microsoft.com/office/drawing/2014/main" id="{67AAC99D-E2E8-43F7-9B3D-1EED38173DB5}"/>
                  </a:ext>
                </a:extLst>
              </p:cNvPr>
              <p:cNvSpPr/>
              <p:nvPr/>
            </p:nvSpPr>
            <p:spPr>
              <a:xfrm>
                <a:off x="24556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10" name="타원 19809">
                <a:extLst>
                  <a:ext uri="{FF2B5EF4-FFF2-40B4-BE49-F238E27FC236}">
                    <a16:creationId xmlns:a16="http://schemas.microsoft.com/office/drawing/2014/main" id="{BD30BFCA-2F4D-4E3C-AEA9-2B7F36799953}"/>
                  </a:ext>
                </a:extLst>
              </p:cNvPr>
              <p:cNvSpPr/>
              <p:nvPr/>
            </p:nvSpPr>
            <p:spPr>
              <a:xfrm>
                <a:off x="26080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11" name="타원 19810">
                <a:extLst>
                  <a:ext uri="{FF2B5EF4-FFF2-40B4-BE49-F238E27FC236}">
                    <a16:creationId xmlns:a16="http://schemas.microsoft.com/office/drawing/2014/main" id="{E69DB5C0-3DBE-4EA8-B38D-1B8AB1ACC219}"/>
                  </a:ext>
                </a:extLst>
              </p:cNvPr>
              <p:cNvSpPr/>
              <p:nvPr/>
            </p:nvSpPr>
            <p:spPr>
              <a:xfrm>
                <a:off x="27604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12" name="타원 19811">
                <a:extLst>
                  <a:ext uri="{FF2B5EF4-FFF2-40B4-BE49-F238E27FC236}">
                    <a16:creationId xmlns:a16="http://schemas.microsoft.com/office/drawing/2014/main" id="{7B1F474F-825D-46CD-BC9E-C47132D68CB5}"/>
                  </a:ext>
                </a:extLst>
              </p:cNvPr>
              <p:cNvSpPr/>
              <p:nvPr/>
            </p:nvSpPr>
            <p:spPr>
              <a:xfrm>
                <a:off x="29128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13" name="타원 19812">
                <a:extLst>
                  <a:ext uri="{FF2B5EF4-FFF2-40B4-BE49-F238E27FC236}">
                    <a16:creationId xmlns:a16="http://schemas.microsoft.com/office/drawing/2014/main" id="{B6163651-FCEA-483E-B71B-995682EF9C15}"/>
                  </a:ext>
                </a:extLst>
              </p:cNvPr>
              <p:cNvSpPr/>
              <p:nvPr/>
            </p:nvSpPr>
            <p:spPr>
              <a:xfrm>
                <a:off x="30652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14" name="타원 19813">
                <a:extLst>
                  <a:ext uri="{FF2B5EF4-FFF2-40B4-BE49-F238E27FC236}">
                    <a16:creationId xmlns:a16="http://schemas.microsoft.com/office/drawing/2014/main" id="{0E01FA07-A6EF-4F9C-8E11-AD7BB941EE0B}"/>
                  </a:ext>
                </a:extLst>
              </p:cNvPr>
              <p:cNvSpPr/>
              <p:nvPr/>
            </p:nvSpPr>
            <p:spPr>
              <a:xfrm>
                <a:off x="32176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15" name="타원 19814">
                <a:extLst>
                  <a:ext uri="{FF2B5EF4-FFF2-40B4-BE49-F238E27FC236}">
                    <a16:creationId xmlns:a16="http://schemas.microsoft.com/office/drawing/2014/main" id="{959DB46B-1B74-4861-B703-8D5D15CB8868}"/>
                  </a:ext>
                </a:extLst>
              </p:cNvPr>
              <p:cNvSpPr/>
              <p:nvPr/>
            </p:nvSpPr>
            <p:spPr>
              <a:xfrm>
                <a:off x="33700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16" name="타원 19815">
                <a:extLst>
                  <a:ext uri="{FF2B5EF4-FFF2-40B4-BE49-F238E27FC236}">
                    <a16:creationId xmlns:a16="http://schemas.microsoft.com/office/drawing/2014/main" id="{60A893D9-37AF-468A-89FA-90592DC3AC8B}"/>
                  </a:ext>
                </a:extLst>
              </p:cNvPr>
              <p:cNvSpPr/>
              <p:nvPr/>
            </p:nvSpPr>
            <p:spPr>
              <a:xfrm>
                <a:off x="35224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17" name="타원 19816">
                <a:extLst>
                  <a:ext uri="{FF2B5EF4-FFF2-40B4-BE49-F238E27FC236}">
                    <a16:creationId xmlns:a16="http://schemas.microsoft.com/office/drawing/2014/main" id="{6308F75D-E1EF-48B3-A806-A7E978950F75}"/>
                  </a:ext>
                </a:extLst>
              </p:cNvPr>
              <p:cNvSpPr/>
              <p:nvPr/>
            </p:nvSpPr>
            <p:spPr>
              <a:xfrm>
                <a:off x="36748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18" name="타원 19817">
                <a:extLst>
                  <a:ext uri="{FF2B5EF4-FFF2-40B4-BE49-F238E27FC236}">
                    <a16:creationId xmlns:a16="http://schemas.microsoft.com/office/drawing/2014/main" id="{8FCEBB95-AEA1-41B1-80D3-39926F578C3A}"/>
                  </a:ext>
                </a:extLst>
              </p:cNvPr>
              <p:cNvSpPr/>
              <p:nvPr/>
            </p:nvSpPr>
            <p:spPr>
              <a:xfrm>
                <a:off x="38272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19" name="타원 19818">
                <a:extLst>
                  <a:ext uri="{FF2B5EF4-FFF2-40B4-BE49-F238E27FC236}">
                    <a16:creationId xmlns:a16="http://schemas.microsoft.com/office/drawing/2014/main" id="{747370DF-82F0-45AE-99A4-9224C87220B9}"/>
                  </a:ext>
                </a:extLst>
              </p:cNvPr>
              <p:cNvSpPr/>
              <p:nvPr/>
            </p:nvSpPr>
            <p:spPr>
              <a:xfrm>
                <a:off x="39796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20" name="타원 19819">
                <a:extLst>
                  <a:ext uri="{FF2B5EF4-FFF2-40B4-BE49-F238E27FC236}">
                    <a16:creationId xmlns:a16="http://schemas.microsoft.com/office/drawing/2014/main" id="{5D580774-1846-46C1-98BD-BA0A3433F980}"/>
                  </a:ext>
                </a:extLst>
              </p:cNvPr>
              <p:cNvSpPr/>
              <p:nvPr/>
            </p:nvSpPr>
            <p:spPr>
              <a:xfrm>
                <a:off x="41320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21" name="타원 19820">
                <a:extLst>
                  <a:ext uri="{FF2B5EF4-FFF2-40B4-BE49-F238E27FC236}">
                    <a16:creationId xmlns:a16="http://schemas.microsoft.com/office/drawing/2014/main" id="{D683712A-2573-45AE-A3A3-5B8C26E6E47B}"/>
                  </a:ext>
                </a:extLst>
              </p:cNvPr>
              <p:cNvSpPr/>
              <p:nvPr/>
            </p:nvSpPr>
            <p:spPr>
              <a:xfrm>
                <a:off x="42844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22" name="타원 19821">
                <a:extLst>
                  <a:ext uri="{FF2B5EF4-FFF2-40B4-BE49-F238E27FC236}">
                    <a16:creationId xmlns:a16="http://schemas.microsoft.com/office/drawing/2014/main" id="{85D79F4F-ED35-45F5-A828-F2C9730363AF}"/>
                  </a:ext>
                </a:extLst>
              </p:cNvPr>
              <p:cNvSpPr/>
              <p:nvPr/>
            </p:nvSpPr>
            <p:spPr>
              <a:xfrm>
                <a:off x="44368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23" name="타원 19822">
                <a:extLst>
                  <a:ext uri="{FF2B5EF4-FFF2-40B4-BE49-F238E27FC236}">
                    <a16:creationId xmlns:a16="http://schemas.microsoft.com/office/drawing/2014/main" id="{C587C578-2909-442E-AF49-9C7A48278B1B}"/>
                  </a:ext>
                </a:extLst>
              </p:cNvPr>
              <p:cNvSpPr/>
              <p:nvPr/>
            </p:nvSpPr>
            <p:spPr>
              <a:xfrm>
                <a:off x="45892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24" name="타원 19823">
                <a:extLst>
                  <a:ext uri="{FF2B5EF4-FFF2-40B4-BE49-F238E27FC236}">
                    <a16:creationId xmlns:a16="http://schemas.microsoft.com/office/drawing/2014/main" id="{9F0A87FF-F1FF-48D6-B682-3ADE52D55223}"/>
                  </a:ext>
                </a:extLst>
              </p:cNvPr>
              <p:cNvSpPr/>
              <p:nvPr/>
            </p:nvSpPr>
            <p:spPr>
              <a:xfrm>
                <a:off x="47416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25" name="타원 19824">
                <a:extLst>
                  <a:ext uri="{FF2B5EF4-FFF2-40B4-BE49-F238E27FC236}">
                    <a16:creationId xmlns:a16="http://schemas.microsoft.com/office/drawing/2014/main" id="{C73BA889-8005-4901-A68C-BB4E235EB153}"/>
                  </a:ext>
                </a:extLst>
              </p:cNvPr>
              <p:cNvSpPr/>
              <p:nvPr/>
            </p:nvSpPr>
            <p:spPr>
              <a:xfrm>
                <a:off x="48940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26" name="타원 19825">
                <a:extLst>
                  <a:ext uri="{FF2B5EF4-FFF2-40B4-BE49-F238E27FC236}">
                    <a16:creationId xmlns:a16="http://schemas.microsoft.com/office/drawing/2014/main" id="{3DDF4110-EB6B-4807-91EA-224862DE808E}"/>
                  </a:ext>
                </a:extLst>
              </p:cNvPr>
              <p:cNvSpPr/>
              <p:nvPr/>
            </p:nvSpPr>
            <p:spPr>
              <a:xfrm>
                <a:off x="50464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27" name="타원 19826">
                <a:extLst>
                  <a:ext uri="{FF2B5EF4-FFF2-40B4-BE49-F238E27FC236}">
                    <a16:creationId xmlns:a16="http://schemas.microsoft.com/office/drawing/2014/main" id="{BBD3EF69-80B3-458D-A33D-962EFBB54C12}"/>
                  </a:ext>
                </a:extLst>
              </p:cNvPr>
              <p:cNvSpPr/>
              <p:nvPr/>
            </p:nvSpPr>
            <p:spPr>
              <a:xfrm>
                <a:off x="51988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28" name="타원 19827">
                <a:extLst>
                  <a:ext uri="{FF2B5EF4-FFF2-40B4-BE49-F238E27FC236}">
                    <a16:creationId xmlns:a16="http://schemas.microsoft.com/office/drawing/2014/main" id="{78E5CEA4-A65D-4BEF-980D-5650FA1F11C7}"/>
                  </a:ext>
                </a:extLst>
              </p:cNvPr>
              <p:cNvSpPr/>
              <p:nvPr/>
            </p:nvSpPr>
            <p:spPr>
              <a:xfrm>
                <a:off x="53512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29" name="타원 19828">
                <a:extLst>
                  <a:ext uri="{FF2B5EF4-FFF2-40B4-BE49-F238E27FC236}">
                    <a16:creationId xmlns:a16="http://schemas.microsoft.com/office/drawing/2014/main" id="{850FF542-6441-4026-B59E-836F0559C3AC}"/>
                  </a:ext>
                </a:extLst>
              </p:cNvPr>
              <p:cNvSpPr/>
              <p:nvPr/>
            </p:nvSpPr>
            <p:spPr>
              <a:xfrm>
                <a:off x="55036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30" name="타원 19829">
                <a:extLst>
                  <a:ext uri="{FF2B5EF4-FFF2-40B4-BE49-F238E27FC236}">
                    <a16:creationId xmlns:a16="http://schemas.microsoft.com/office/drawing/2014/main" id="{985B3BCA-172F-4EDA-B848-5D29058AF6B7}"/>
                  </a:ext>
                </a:extLst>
              </p:cNvPr>
              <p:cNvSpPr/>
              <p:nvPr/>
            </p:nvSpPr>
            <p:spPr>
              <a:xfrm>
                <a:off x="5656026" y="4032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31" name="타원 19830">
                <a:extLst>
                  <a:ext uri="{FF2B5EF4-FFF2-40B4-BE49-F238E27FC236}">
                    <a16:creationId xmlns:a16="http://schemas.microsoft.com/office/drawing/2014/main" id="{D8A24676-1292-4117-AA23-05E6A4F0D8AA}"/>
                  </a:ext>
                </a:extLst>
              </p:cNvPr>
              <p:cNvSpPr/>
              <p:nvPr/>
            </p:nvSpPr>
            <p:spPr>
              <a:xfrm>
                <a:off x="3220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32" name="타원 19831">
                <a:extLst>
                  <a:ext uri="{FF2B5EF4-FFF2-40B4-BE49-F238E27FC236}">
                    <a16:creationId xmlns:a16="http://schemas.microsoft.com/office/drawing/2014/main" id="{FB1CC638-3F65-4A80-A76B-04D7A0ACDD7C}"/>
                  </a:ext>
                </a:extLst>
              </p:cNvPr>
              <p:cNvSpPr/>
              <p:nvPr/>
            </p:nvSpPr>
            <p:spPr>
              <a:xfrm>
                <a:off x="4744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33" name="타원 19832">
                <a:extLst>
                  <a:ext uri="{FF2B5EF4-FFF2-40B4-BE49-F238E27FC236}">
                    <a16:creationId xmlns:a16="http://schemas.microsoft.com/office/drawing/2014/main" id="{03220CB2-BBD5-4DD1-9780-02577FF7FD3E}"/>
                  </a:ext>
                </a:extLst>
              </p:cNvPr>
              <p:cNvSpPr/>
              <p:nvPr/>
            </p:nvSpPr>
            <p:spPr>
              <a:xfrm>
                <a:off x="6268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34" name="타원 19833">
                <a:extLst>
                  <a:ext uri="{FF2B5EF4-FFF2-40B4-BE49-F238E27FC236}">
                    <a16:creationId xmlns:a16="http://schemas.microsoft.com/office/drawing/2014/main" id="{C33F2ED4-7CF8-4F85-B0F8-70B68BA77716}"/>
                  </a:ext>
                </a:extLst>
              </p:cNvPr>
              <p:cNvSpPr/>
              <p:nvPr/>
            </p:nvSpPr>
            <p:spPr>
              <a:xfrm>
                <a:off x="7792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35" name="타원 19834">
                <a:extLst>
                  <a:ext uri="{FF2B5EF4-FFF2-40B4-BE49-F238E27FC236}">
                    <a16:creationId xmlns:a16="http://schemas.microsoft.com/office/drawing/2014/main" id="{770244D1-A818-4B56-9D52-F60018CE5E9F}"/>
                  </a:ext>
                </a:extLst>
              </p:cNvPr>
              <p:cNvSpPr/>
              <p:nvPr/>
            </p:nvSpPr>
            <p:spPr>
              <a:xfrm>
                <a:off x="9316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36" name="타원 19835">
                <a:extLst>
                  <a:ext uri="{FF2B5EF4-FFF2-40B4-BE49-F238E27FC236}">
                    <a16:creationId xmlns:a16="http://schemas.microsoft.com/office/drawing/2014/main" id="{0F1C004C-DE44-4AEA-8042-DC8E9B3C7A56}"/>
                  </a:ext>
                </a:extLst>
              </p:cNvPr>
              <p:cNvSpPr/>
              <p:nvPr/>
            </p:nvSpPr>
            <p:spPr>
              <a:xfrm>
                <a:off x="10840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37" name="타원 19836">
                <a:extLst>
                  <a:ext uri="{FF2B5EF4-FFF2-40B4-BE49-F238E27FC236}">
                    <a16:creationId xmlns:a16="http://schemas.microsoft.com/office/drawing/2014/main" id="{D91DE6C6-7D99-451F-8019-8F26CA51D403}"/>
                  </a:ext>
                </a:extLst>
              </p:cNvPr>
              <p:cNvSpPr/>
              <p:nvPr/>
            </p:nvSpPr>
            <p:spPr>
              <a:xfrm>
                <a:off x="12364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38" name="타원 19837">
                <a:extLst>
                  <a:ext uri="{FF2B5EF4-FFF2-40B4-BE49-F238E27FC236}">
                    <a16:creationId xmlns:a16="http://schemas.microsoft.com/office/drawing/2014/main" id="{93A436C5-F095-48D8-B54B-532FE128AF95}"/>
                  </a:ext>
                </a:extLst>
              </p:cNvPr>
              <p:cNvSpPr/>
              <p:nvPr/>
            </p:nvSpPr>
            <p:spPr>
              <a:xfrm>
                <a:off x="13888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39" name="타원 19838">
                <a:extLst>
                  <a:ext uri="{FF2B5EF4-FFF2-40B4-BE49-F238E27FC236}">
                    <a16:creationId xmlns:a16="http://schemas.microsoft.com/office/drawing/2014/main" id="{DC28A328-5DFA-4A1E-9CB0-B98DD7781D60}"/>
                  </a:ext>
                </a:extLst>
              </p:cNvPr>
              <p:cNvSpPr/>
              <p:nvPr/>
            </p:nvSpPr>
            <p:spPr>
              <a:xfrm>
                <a:off x="15412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40" name="타원 19839">
                <a:extLst>
                  <a:ext uri="{FF2B5EF4-FFF2-40B4-BE49-F238E27FC236}">
                    <a16:creationId xmlns:a16="http://schemas.microsoft.com/office/drawing/2014/main" id="{844766FD-A822-4509-9DD9-DF330A511E6D}"/>
                  </a:ext>
                </a:extLst>
              </p:cNvPr>
              <p:cNvSpPr/>
              <p:nvPr/>
            </p:nvSpPr>
            <p:spPr>
              <a:xfrm>
                <a:off x="16936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41" name="타원 19840">
                <a:extLst>
                  <a:ext uri="{FF2B5EF4-FFF2-40B4-BE49-F238E27FC236}">
                    <a16:creationId xmlns:a16="http://schemas.microsoft.com/office/drawing/2014/main" id="{8F5A90EB-4567-4388-97B8-968B8EB576F2}"/>
                  </a:ext>
                </a:extLst>
              </p:cNvPr>
              <p:cNvSpPr/>
              <p:nvPr/>
            </p:nvSpPr>
            <p:spPr>
              <a:xfrm>
                <a:off x="18460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42" name="타원 19841">
                <a:extLst>
                  <a:ext uri="{FF2B5EF4-FFF2-40B4-BE49-F238E27FC236}">
                    <a16:creationId xmlns:a16="http://schemas.microsoft.com/office/drawing/2014/main" id="{B750D93A-BC49-4E66-8BA0-58A32EDAA724}"/>
                  </a:ext>
                </a:extLst>
              </p:cNvPr>
              <p:cNvSpPr/>
              <p:nvPr/>
            </p:nvSpPr>
            <p:spPr>
              <a:xfrm>
                <a:off x="19984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43" name="타원 19842">
                <a:extLst>
                  <a:ext uri="{FF2B5EF4-FFF2-40B4-BE49-F238E27FC236}">
                    <a16:creationId xmlns:a16="http://schemas.microsoft.com/office/drawing/2014/main" id="{AF6D9F2A-03EC-4779-82DC-CE4F1F2C5357}"/>
                  </a:ext>
                </a:extLst>
              </p:cNvPr>
              <p:cNvSpPr/>
              <p:nvPr/>
            </p:nvSpPr>
            <p:spPr>
              <a:xfrm>
                <a:off x="21508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44" name="타원 19843">
                <a:extLst>
                  <a:ext uri="{FF2B5EF4-FFF2-40B4-BE49-F238E27FC236}">
                    <a16:creationId xmlns:a16="http://schemas.microsoft.com/office/drawing/2014/main" id="{A6E386FA-2A56-4897-82D5-3EDFEB0A6F0B}"/>
                  </a:ext>
                </a:extLst>
              </p:cNvPr>
              <p:cNvSpPr/>
              <p:nvPr/>
            </p:nvSpPr>
            <p:spPr>
              <a:xfrm>
                <a:off x="23032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45" name="타원 19844">
                <a:extLst>
                  <a:ext uri="{FF2B5EF4-FFF2-40B4-BE49-F238E27FC236}">
                    <a16:creationId xmlns:a16="http://schemas.microsoft.com/office/drawing/2014/main" id="{FCCBB1F3-98EB-4153-93D1-ACFD32CAC090}"/>
                  </a:ext>
                </a:extLst>
              </p:cNvPr>
              <p:cNvSpPr/>
              <p:nvPr/>
            </p:nvSpPr>
            <p:spPr>
              <a:xfrm>
                <a:off x="24556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46" name="타원 19845">
                <a:extLst>
                  <a:ext uri="{FF2B5EF4-FFF2-40B4-BE49-F238E27FC236}">
                    <a16:creationId xmlns:a16="http://schemas.microsoft.com/office/drawing/2014/main" id="{6B42D475-BA25-42CB-86C9-904D122966DB}"/>
                  </a:ext>
                </a:extLst>
              </p:cNvPr>
              <p:cNvSpPr/>
              <p:nvPr/>
            </p:nvSpPr>
            <p:spPr>
              <a:xfrm>
                <a:off x="26080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47" name="타원 19846">
                <a:extLst>
                  <a:ext uri="{FF2B5EF4-FFF2-40B4-BE49-F238E27FC236}">
                    <a16:creationId xmlns:a16="http://schemas.microsoft.com/office/drawing/2014/main" id="{9EEE5277-3249-476A-AFD5-DDDBC8A0BF3B}"/>
                  </a:ext>
                </a:extLst>
              </p:cNvPr>
              <p:cNvSpPr/>
              <p:nvPr/>
            </p:nvSpPr>
            <p:spPr>
              <a:xfrm>
                <a:off x="27604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48" name="타원 19847">
                <a:extLst>
                  <a:ext uri="{FF2B5EF4-FFF2-40B4-BE49-F238E27FC236}">
                    <a16:creationId xmlns:a16="http://schemas.microsoft.com/office/drawing/2014/main" id="{75E22417-4F8E-4A9A-99D5-BDDC69B1C1C2}"/>
                  </a:ext>
                </a:extLst>
              </p:cNvPr>
              <p:cNvSpPr/>
              <p:nvPr/>
            </p:nvSpPr>
            <p:spPr>
              <a:xfrm>
                <a:off x="29128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49" name="타원 19848">
                <a:extLst>
                  <a:ext uri="{FF2B5EF4-FFF2-40B4-BE49-F238E27FC236}">
                    <a16:creationId xmlns:a16="http://schemas.microsoft.com/office/drawing/2014/main" id="{8EA14EBB-0478-4E2D-AB1C-C5877B0EF735}"/>
                  </a:ext>
                </a:extLst>
              </p:cNvPr>
              <p:cNvSpPr/>
              <p:nvPr/>
            </p:nvSpPr>
            <p:spPr>
              <a:xfrm>
                <a:off x="30652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50" name="타원 19849">
                <a:extLst>
                  <a:ext uri="{FF2B5EF4-FFF2-40B4-BE49-F238E27FC236}">
                    <a16:creationId xmlns:a16="http://schemas.microsoft.com/office/drawing/2014/main" id="{6D2EA81D-A763-43AD-94A6-FC2C7493837F}"/>
                  </a:ext>
                </a:extLst>
              </p:cNvPr>
              <p:cNvSpPr/>
              <p:nvPr/>
            </p:nvSpPr>
            <p:spPr>
              <a:xfrm>
                <a:off x="32176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51" name="타원 19850">
                <a:extLst>
                  <a:ext uri="{FF2B5EF4-FFF2-40B4-BE49-F238E27FC236}">
                    <a16:creationId xmlns:a16="http://schemas.microsoft.com/office/drawing/2014/main" id="{2B618B7B-2552-4160-8359-0E5E942808E5}"/>
                  </a:ext>
                </a:extLst>
              </p:cNvPr>
              <p:cNvSpPr/>
              <p:nvPr/>
            </p:nvSpPr>
            <p:spPr>
              <a:xfrm>
                <a:off x="33700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52" name="타원 19851">
                <a:extLst>
                  <a:ext uri="{FF2B5EF4-FFF2-40B4-BE49-F238E27FC236}">
                    <a16:creationId xmlns:a16="http://schemas.microsoft.com/office/drawing/2014/main" id="{E0FDF5A0-33AC-400C-A554-BD34229F7DA7}"/>
                  </a:ext>
                </a:extLst>
              </p:cNvPr>
              <p:cNvSpPr/>
              <p:nvPr/>
            </p:nvSpPr>
            <p:spPr>
              <a:xfrm>
                <a:off x="35224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53" name="타원 19852">
                <a:extLst>
                  <a:ext uri="{FF2B5EF4-FFF2-40B4-BE49-F238E27FC236}">
                    <a16:creationId xmlns:a16="http://schemas.microsoft.com/office/drawing/2014/main" id="{C6471B01-2899-4401-AC4A-C3FC7A81BD2B}"/>
                  </a:ext>
                </a:extLst>
              </p:cNvPr>
              <p:cNvSpPr/>
              <p:nvPr/>
            </p:nvSpPr>
            <p:spPr>
              <a:xfrm>
                <a:off x="36748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54" name="타원 19853">
                <a:extLst>
                  <a:ext uri="{FF2B5EF4-FFF2-40B4-BE49-F238E27FC236}">
                    <a16:creationId xmlns:a16="http://schemas.microsoft.com/office/drawing/2014/main" id="{D22D0275-4ED3-4DCA-A5B2-B6E7FC9B06BE}"/>
                  </a:ext>
                </a:extLst>
              </p:cNvPr>
              <p:cNvSpPr/>
              <p:nvPr/>
            </p:nvSpPr>
            <p:spPr>
              <a:xfrm>
                <a:off x="38272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55" name="타원 19854">
                <a:extLst>
                  <a:ext uri="{FF2B5EF4-FFF2-40B4-BE49-F238E27FC236}">
                    <a16:creationId xmlns:a16="http://schemas.microsoft.com/office/drawing/2014/main" id="{E2C5D55D-4054-47F1-97FF-A59CDFAA3284}"/>
                  </a:ext>
                </a:extLst>
              </p:cNvPr>
              <p:cNvSpPr/>
              <p:nvPr/>
            </p:nvSpPr>
            <p:spPr>
              <a:xfrm>
                <a:off x="39796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56" name="타원 19855">
                <a:extLst>
                  <a:ext uri="{FF2B5EF4-FFF2-40B4-BE49-F238E27FC236}">
                    <a16:creationId xmlns:a16="http://schemas.microsoft.com/office/drawing/2014/main" id="{86472769-BF0D-4BB8-949D-F68D3D3148CE}"/>
                  </a:ext>
                </a:extLst>
              </p:cNvPr>
              <p:cNvSpPr/>
              <p:nvPr/>
            </p:nvSpPr>
            <p:spPr>
              <a:xfrm>
                <a:off x="41320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57" name="타원 19856">
                <a:extLst>
                  <a:ext uri="{FF2B5EF4-FFF2-40B4-BE49-F238E27FC236}">
                    <a16:creationId xmlns:a16="http://schemas.microsoft.com/office/drawing/2014/main" id="{115F8AD3-7913-49AA-B837-6B266E2961B8}"/>
                  </a:ext>
                </a:extLst>
              </p:cNvPr>
              <p:cNvSpPr/>
              <p:nvPr/>
            </p:nvSpPr>
            <p:spPr>
              <a:xfrm>
                <a:off x="42844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58" name="타원 19857">
                <a:extLst>
                  <a:ext uri="{FF2B5EF4-FFF2-40B4-BE49-F238E27FC236}">
                    <a16:creationId xmlns:a16="http://schemas.microsoft.com/office/drawing/2014/main" id="{7B492460-4631-4E62-B11C-0E79721B3928}"/>
                  </a:ext>
                </a:extLst>
              </p:cNvPr>
              <p:cNvSpPr/>
              <p:nvPr/>
            </p:nvSpPr>
            <p:spPr>
              <a:xfrm>
                <a:off x="44368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59" name="타원 19858">
                <a:extLst>
                  <a:ext uri="{FF2B5EF4-FFF2-40B4-BE49-F238E27FC236}">
                    <a16:creationId xmlns:a16="http://schemas.microsoft.com/office/drawing/2014/main" id="{D52678F9-BE89-4CD5-B3C6-1AE5B663219C}"/>
                  </a:ext>
                </a:extLst>
              </p:cNvPr>
              <p:cNvSpPr/>
              <p:nvPr/>
            </p:nvSpPr>
            <p:spPr>
              <a:xfrm>
                <a:off x="45892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60" name="타원 19859">
                <a:extLst>
                  <a:ext uri="{FF2B5EF4-FFF2-40B4-BE49-F238E27FC236}">
                    <a16:creationId xmlns:a16="http://schemas.microsoft.com/office/drawing/2014/main" id="{165452EA-5BD0-46BC-9F92-9CD960D11324}"/>
                  </a:ext>
                </a:extLst>
              </p:cNvPr>
              <p:cNvSpPr/>
              <p:nvPr/>
            </p:nvSpPr>
            <p:spPr>
              <a:xfrm>
                <a:off x="47416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61" name="타원 19860">
                <a:extLst>
                  <a:ext uri="{FF2B5EF4-FFF2-40B4-BE49-F238E27FC236}">
                    <a16:creationId xmlns:a16="http://schemas.microsoft.com/office/drawing/2014/main" id="{DD89E4D6-FF3E-4570-AD97-C56DFC7A11BB}"/>
                  </a:ext>
                </a:extLst>
              </p:cNvPr>
              <p:cNvSpPr/>
              <p:nvPr/>
            </p:nvSpPr>
            <p:spPr>
              <a:xfrm>
                <a:off x="48940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62" name="타원 19861">
                <a:extLst>
                  <a:ext uri="{FF2B5EF4-FFF2-40B4-BE49-F238E27FC236}">
                    <a16:creationId xmlns:a16="http://schemas.microsoft.com/office/drawing/2014/main" id="{C3D7C0ED-60D0-4579-9B39-875AA69EC3F9}"/>
                  </a:ext>
                </a:extLst>
              </p:cNvPr>
              <p:cNvSpPr/>
              <p:nvPr/>
            </p:nvSpPr>
            <p:spPr>
              <a:xfrm>
                <a:off x="50464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63" name="타원 19862">
                <a:extLst>
                  <a:ext uri="{FF2B5EF4-FFF2-40B4-BE49-F238E27FC236}">
                    <a16:creationId xmlns:a16="http://schemas.microsoft.com/office/drawing/2014/main" id="{3F4A4890-0A27-445F-8624-A1D9EB9649D5}"/>
                  </a:ext>
                </a:extLst>
              </p:cNvPr>
              <p:cNvSpPr/>
              <p:nvPr/>
            </p:nvSpPr>
            <p:spPr>
              <a:xfrm>
                <a:off x="51988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64" name="타원 19863">
                <a:extLst>
                  <a:ext uri="{FF2B5EF4-FFF2-40B4-BE49-F238E27FC236}">
                    <a16:creationId xmlns:a16="http://schemas.microsoft.com/office/drawing/2014/main" id="{A84D745E-4F62-407F-9C07-471BF120F416}"/>
                  </a:ext>
                </a:extLst>
              </p:cNvPr>
              <p:cNvSpPr/>
              <p:nvPr/>
            </p:nvSpPr>
            <p:spPr>
              <a:xfrm>
                <a:off x="53512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65" name="타원 19864">
                <a:extLst>
                  <a:ext uri="{FF2B5EF4-FFF2-40B4-BE49-F238E27FC236}">
                    <a16:creationId xmlns:a16="http://schemas.microsoft.com/office/drawing/2014/main" id="{2CA84BDD-2A12-4CE9-A892-D5556F056C41}"/>
                  </a:ext>
                </a:extLst>
              </p:cNvPr>
              <p:cNvSpPr/>
              <p:nvPr/>
            </p:nvSpPr>
            <p:spPr>
              <a:xfrm>
                <a:off x="55036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66" name="타원 19865">
                <a:extLst>
                  <a:ext uri="{FF2B5EF4-FFF2-40B4-BE49-F238E27FC236}">
                    <a16:creationId xmlns:a16="http://schemas.microsoft.com/office/drawing/2014/main" id="{6706A030-813F-4AE5-8AA0-25BC933C219C}"/>
                  </a:ext>
                </a:extLst>
              </p:cNvPr>
              <p:cNvSpPr/>
              <p:nvPr/>
            </p:nvSpPr>
            <p:spPr>
              <a:xfrm>
                <a:off x="5656026" y="4184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67" name="타원 19866">
                <a:extLst>
                  <a:ext uri="{FF2B5EF4-FFF2-40B4-BE49-F238E27FC236}">
                    <a16:creationId xmlns:a16="http://schemas.microsoft.com/office/drawing/2014/main" id="{7C834D98-90CD-4D4A-BC92-3E7E6AD104F8}"/>
                  </a:ext>
                </a:extLst>
              </p:cNvPr>
              <p:cNvSpPr/>
              <p:nvPr/>
            </p:nvSpPr>
            <p:spPr>
              <a:xfrm>
                <a:off x="3220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68" name="타원 19867">
                <a:extLst>
                  <a:ext uri="{FF2B5EF4-FFF2-40B4-BE49-F238E27FC236}">
                    <a16:creationId xmlns:a16="http://schemas.microsoft.com/office/drawing/2014/main" id="{BAAE1A3C-E186-4F0D-B169-3F2407DD6D7D}"/>
                  </a:ext>
                </a:extLst>
              </p:cNvPr>
              <p:cNvSpPr/>
              <p:nvPr/>
            </p:nvSpPr>
            <p:spPr>
              <a:xfrm>
                <a:off x="4744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69" name="타원 19868">
                <a:extLst>
                  <a:ext uri="{FF2B5EF4-FFF2-40B4-BE49-F238E27FC236}">
                    <a16:creationId xmlns:a16="http://schemas.microsoft.com/office/drawing/2014/main" id="{6D4B71E1-AA34-4241-8F2F-19DC5454EC32}"/>
                  </a:ext>
                </a:extLst>
              </p:cNvPr>
              <p:cNvSpPr/>
              <p:nvPr/>
            </p:nvSpPr>
            <p:spPr>
              <a:xfrm>
                <a:off x="6268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70" name="타원 19869">
                <a:extLst>
                  <a:ext uri="{FF2B5EF4-FFF2-40B4-BE49-F238E27FC236}">
                    <a16:creationId xmlns:a16="http://schemas.microsoft.com/office/drawing/2014/main" id="{A8C3A366-DCB3-4EBC-84A5-03E84B3162FF}"/>
                  </a:ext>
                </a:extLst>
              </p:cNvPr>
              <p:cNvSpPr/>
              <p:nvPr/>
            </p:nvSpPr>
            <p:spPr>
              <a:xfrm>
                <a:off x="7792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71" name="타원 19870">
                <a:extLst>
                  <a:ext uri="{FF2B5EF4-FFF2-40B4-BE49-F238E27FC236}">
                    <a16:creationId xmlns:a16="http://schemas.microsoft.com/office/drawing/2014/main" id="{59F66804-F589-4E18-9FBB-28A63C303483}"/>
                  </a:ext>
                </a:extLst>
              </p:cNvPr>
              <p:cNvSpPr/>
              <p:nvPr/>
            </p:nvSpPr>
            <p:spPr>
              <a:xfrm>
                <a:off x="9316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72" name="타원 19871">
                <a:extLst>
                  <a:ext uri="{FF2B5EF4-FFF2-40B4-BE49-F238E27FC236}">
                    <a16:creationId xmlns:a16="http://schemas.microsoft.com/office/drawing/2014/main" id="{B058DB34-5022-47A7-A1A2-C9127CA8513E}"/>
                  </a:ext>
                </a:extLst>
              </p:cNvPr>
              <p:cNvSpPr/>
              <p:nvPr/>
            </p:nvSpPr>
            <p:spPr>
              <a:xfrm>
                <a:off x="10840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73" name="타원 19872">
                <a:extLst>
                  <a:ext uri="{FF2B5EF4-FFF2-40B4-BE49-F238E27FC236}">
                    <a16:creationId xmlns:a16="http://schemas.microsoft.com/office/drawing/2014/main" id="{B60764C1-67EB-4B4F-B344-FCD779F3BB4C}"/>
                  </a:ext>
                </a:extLst>
              </p:cNvPr>
              <p:cNvSpPr/>
              <p:nvPr/>
            </p:nvSpPr>
            <p:spPr>
              <a:xfrm>
                <a:off x="12364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74" name="타원 19873">
                <a:extLst>
                  <a:ext uri="{FF2B5EF4-FFF2-40B4-BE49-F238E27FC236}">
                    <a16:creationId xmlns:a16="http://schemas.microsoft.com/office/drawing/2014/main" id="{2F8EE842-ED73-46F9-8DDF-C11D844EED08}"/>
                  </a:ext>
                </a:extLst>
              </p:cNvPr>
              <p:cNvSpPr/>
              <p:nvPr/>
            </p:nvSpPr>
            <p:spPr>
              <a:xfrm>
                <a:off x="13888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75" name="타원 19874">
                <a:extLst>
                  <a:ext uri="{FF2B5EF4-FFF2-40B4-BE49-F238E27FC236}">
                    <a16:creationId xmlns:a16="http://schemas.microsoft.com/office/drawing/2014/main" id="{0772BA22-FD0A-4F62-AB95-C5D0C28C17DF}"/>
                  </a:ext>
                </a:extLst>
              </p:cNvPr>
              <p:cNvSpPr/>
              <p:nvPr/>
            </p:nvSpPr>
            <p:spPr>
              <a:xfrm>
                <a:off x="15412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76" name="타원 19875">
                <a:extLst>
                  <a:ext uri="{FF2B5EF4-FFF2-40B4-BE49-F238E27FC236}">
                    <a16:creationId xmlns:a16="http://schemas.microsoft.com/office/drawing/2014/main" id="{9C31B584-C3A5-457E-8AF9-BF1349922B73}"/>
                  </a:ext>
                </a:extLst>
              </p:cNvPr>
              <p:cNvSpPr/>
              <p:nvPr/>
            </p:nvSpPr>
            <p:spPr>
              <a:xfrm>
                <a:off x="16936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77" name="타원 19876">
                <a:extLst>
                  <a:ext uri="{FF2B5EF4-FFF2-40B4-BE49-F238E27FC236}">
                    <a16:creationId xmlns:a16="http://schemas.microsoft.com/office/drawing/2014/main" id="{9187522A-564A-4416-BFCD-FBC20323EA23}"/>
                  </a:ext>
                </a:extLst>
              </p:cNvPr>
              <p:cNvSpPr/>
              <p:nvPr/>
            </p:nvSpPr>
            <p:spPr>
              <a:xfrm>
                <a:off x="18460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78" name="타원 19877">
                <a:extLst>
                  <a:ext uri="{FF2B5EF4-FFF2-40B4-BE49-F238E27FC236}">
                    <a16:creationId xmlns:a16="http://schemas.microsoft.com/office/drawing/2014/main" id="{817DCD4D-675E-49FA-8982-91EF71009D76}"/>
                  </a:ext>
                </a:extLst>
              </p:cNvPr>
              <p:cNvSpPr/>
              <p:nvPr/>
            </p:nvSpPr>
            <p:spPr>
              <a:xfrm>
                <a:off x="19984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79" name="타원 19878">
                <a:extLst>
                  <a:ext uri="{FF2B5EF4-FFF2-40B4-BE49-F238E27FC236}">
                    <a16:creationId xmlns:a16="http://schemas.microsoft.com/office/drawing/2014/main" id="{53099DEF-00F2-4A36-994D-8B6179BE1435}"/>
                  </a:ext>
                </a:extLst>
              </p:cNvPr>
              <p:cNvSpPr/>
              <p:nvPr/>
            </p:nvSpPr>
            <p:spPr>
              <a:xfrm>
                <a:off x="21508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80" name="타원 19879">
                <a:extLst>
                  <a:ext uri="{FF2B5EF4-FFF2-40B4-BE49-F238E27FC236}">
                    <a16:creationId xmlns:a16="http://schemas.microsoft.com/office/drawing/2014/main" id="{17043276-0762-4989-AC20-D3DE4C34FF5C}"/>
                  </a:ext>
                </a:extLst>
              </p:cNvPr>
              <p:cNvSpPr/>
              <p:nvPr/>
            </p:nvSpPr>
            <p:spPr>
              <a:xfrm>
                <a:off x="23032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81" name="타원 19880">
                <a:extLst>
                  <a:ext uri="{FF2B5EF4-FFF2-40B4-BE49-F238E27FC236}">
                    <a16:creationId xmlns:a16="http://schemas.microsoft.com/office/drawing/2014/main" id="{E5D304BB-8E50-4602-A951-4D50969945F9}"/>
                  </a:ext>
                </a:extLst>
              </p:cNvPr>
              <p:cNvSpPr/>
              <p:nvPr/>
            </p:nvSpPr>
            <p:spPr>
              <a:xfrm>
                <a:off x="24556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82" name="타원 19881">
                <a:extLst>
                  <a:ext uri="{FF2B5EF4-FFF2-40B4-BE49-F238E27FC236}">
                    <a16:creationId xmlns:a16="http://schemas.microsoft.com/office/drawing/2014/main" id="{B6A5791E-D5AC-4E2A-9FC9-6132E793BC61}"/>
                  </a:ext>
                </a:extLst>
              </p:cNvPr>
              <p:cNvSpPr/>
              <p:nvPr/>
            </p:nvSpPr>
            <p:spPr>
              <a:xfrm>
                <a:off x="26080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83" name="타원 19882">
                <a:extLst>
                  <a:ext uri="{FF2B5EF4-FFF2-40B4-BE49-F238E27FC236}">
                    <a16:creationId xmlns:a16="http://schemas.microsoft.com/office/drawing/2014/main" id="{B6E7F396-4D83-4017-96E6-5A465D7DF84F}"/>
                  </a:ext>
                </a:extLst>
              </p:cNvPr>
              <p:cNvSpPr/>
              <p:nvPr/>
            </p:nvSpPr>
            <p:spPr>
              <a:xfrm>
                <a:off x="27604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84" name="타원 19883">
                <a:extLst>
                  <a:ext uri="{FF2B5EF4-FFF2-40B4-BE49-F238E27FC236}">
                    <a16:creationId xmlns:a16="http://schemas.microsoft.com/office/drawing/2014/main" id="{FDE76265-B1FB-4B33-95D9-21E24D064FA1}"/>
                  </a:ext>
                </a:extLst>
              </p:cNvPr>
              <p:cNvSpPr/>
              <p:nvPr/>
            </p:nvSpPr>
            <p:spPr>
              <a:xfrm>
                <a:off x="29128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85" name="타원 19884">
                <a:extLst>
                  <a:ext uri="{FF2B5EF4-FFF2-40B4-BE49-F238E27FC236}">
                    <a16:creationId xmlns:a16="http://schemas.microsoft.com/office/drawing/2014/main" id="{2AF808FA-3FC7-4C2A-8CBD-5FFB8F1DB403}"/>
                  </a:ext>
                </a:extLst>
              </p:cNvPr>
              <p:cNvSpPr/>
              <p:nvPr/>
            </p:nvSpPr>
            <p:spPr>
              <a:xfrm>
                <a:off x="30652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86" name="타원 19885">
                <a:extLst>
                  <a:ext uri="{FF2B5EF4-FFF2-40B4-BE49-F238E27FC236}">
                    <a16:creationId xmlns:a16="http://schemas.microsoft.com/office/drawing/2014/main" id="{EB05A406-0F25-4C0E-AF8C-D620E4EBFBC6}"/>
                  </a:ext>
                </a:extLst>
              </p:cNvPr>
              <p:cNvSpPr/>
              <p:nvPr/>
            </p:nvSpPr>
            <p:spPr>
              <a:xfrm>
                <a:off x="32176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87" name="타원 19886">
                <a:extLst>
                  <a:ext uri="{FF2B5EF4-FFF2-40B4-BE49-F238E27FC236}">
                    <a16:creationId xmlns:a16="http://schemas.microsoft.com/office/drawing/2014/main" id="{B32E9AF3-6989-4071-B33F-B6A7FDAD6338}"/>
                  </a:ext>
                </a:extLst>
              </p:cNvPr>
              <p:cNvSpPr/>
              <p:nvPr/>
            </p:nvSpPr>
            <p:spPr>
              <a:xfrm>
                <a:off x="33700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88" name="타원 19887">
                <a:extLst>
                  <a:ext uri="{FF2B5EF4-FFF2-40B4-BE49-F238E27FC236}">
                    <a16:creationId xmlns:a16="http://schemas.microsoft.com/office/drawing/2014/main" id="{EAC601DA-BBCA-494A-97EA-A91FD88A762B}"/>
                  </a:ext>
                </a:extLst>
              </p:cNvPr>
              <p:cNvSpPr/>
              <p:nvPr/>
            </p:nvSpPr>
            <p:spPr>
              <a:xfrm>
                <a:off x="35224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89" name="타원 19888">
                <a:extLst>
                  <a:ext uri="{FF2B5EF4-FFF2-40B4-BE49-F238E27FC236}">
                    <a16:creationId xmlns:a16="http://schemas.microsoft.com/office/drawing/2014/main" id="{526D2A99-7476-44BB-8AED-7954AEAF495E}"/>
                  </a:ext>
                </a:extLst>
              </p:cNvPr>
              <p:cNvSpPr/>
              <p:nvPr/>
            </p:nvSpPr>
            <p:spPr>
              <a:xfrm>
                <a:off x="36748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90" name="타원 19889">
                <a:extLst>
                  <a:ext uri="{FF2B5EF4-FFF2-40B4-BE49-F238E27FC236}">
                    <a16:creationId xmlns:a16="http://schemas.microsoft.com/office/drawing/2014/main" id="{7E71E88B-A1FA-41A0-A930-756C76A94D6D}"/>
                  </a:ext>
                </a:extLst>
              </p:cNvPr>
              <p:cNvSpPr/>
              <p:nvPr/>
            </p:nvSpPr>
            <p:spPr>
              <a:xfrm>
                <a:off x="38272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91" name="타원 19890">
                <a:extLst>
                  <a:ext uri="{FF2B5EF4-FFF2-40B4-BE49-F238E27FC236}">
                    <a16:creationId xmlns:a16="http://schemas.microsoft.com/office/drawing/2014/main" id="{CE3D118C-6240-48B9-B410-1408B93BD34A}"/>
                  </a:ext>
                </a:extLst>
              </p:cNvPr>
              <p:cNvSpPr/>
              <p:nvPr/>
            </p:nvSpPr>
            <p:spPr>
              <a:xfrm>
                <a:off x="39796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92" name="타원 19891">
                <a:extLst>
                  <a:ext uri="{FF2B5EF4-FFF2-40B4-BE49-F238E27FC236}">
                    <a16:creationId xmlns:a16="http://schemas.microsoft.com/office/drawing/2014/main" id="{6AA198E3-5685-45B2-AEFC-3677EB21703C}"/>
                  </a:ext>
                </a:extLst>
              </p:cNvPr>
              <p:cNvSpPr/>
              <p:nvPr/>
            </p:nvSpPr>
            <p:spPr>
              <a:xfrm>
                <a:off x="41320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93" name="타원 19892">
                <a:extLst>
                  <a:ext uri="{FF2B5EF4-FFF2-40B4-BE49-F238E27FC236}">
                    <a16:creationId xmlns:a16="http://schemas.microsoft.com/office/drawing/2014/main" id="{B02945E6-EB10-4FD1-A0D3-C166F6D4E61F}"/>
                  </a:ext>
                </a:extLst>
              </p:cNvPr>
              <p:cNvSpPr/>
              <p:nvPr/>
            </p:nvSpPr>
            <p:spPr>
              <a:xfrm>
                <a:off x="42844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94" name="타원 19893">
                <a:extLst>
                  <a:ext uri="{FF2B5EF4-FFF2-40B4-BE49-F238E27FC236}">
                    <a16:creationId xmlns:a16="http://schemas.microsoft.com/office/drawing/2014/main" id="{083A6BB3-3A03-4561-AB9B-DC95F535A8D7}"/>
                  </a:ext>
                </a:extLst>
              </p:cNvPr>
              <p:cNvSpPr/>
              <p:nvPr/>
            </p:nvSpPr>
            <p:spPr>
              <a:xfrm>
                <a:off x="44368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95" name="타원 19894">
                <a:extLst>
                  <a:ext uri="{FF2B5EF4-FFF2-40B4-BE49-F238E27FC236}">
                    <a16:creationId xmlns:a16="http://schemas.microsoft.com/office/drawing/2014/main" id="{43A1EB87-2196-4AD1-8E8D-15090738255A}"/>
                  </a:ext>
                </a:extLst>
              </p:cNvPr>
              <p:cNvSpPr/>
              <p:nvPr/>
            </p:nvSpPr>
            <p:spPr>
              <a:xfrm>
                <a:off x="45892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96" name="타원 19895">
                <a:extLst>
                  <a:ext uri="{FF2B5EF4-FFF2-40B4-BE49-F238E27FC236}">
                    <a16:creationId xmlns:a16="http://schemas.microsoft.com/office/drawing/2014/main" id="{EE34F002-C179-4121-9941-FAD6E18C7DD6}"/>
                  </a:ext>
                </a:extLst>
              </p:cNvPr>
              <p:cNvSpPr/>
              <p:nvPr/>
            </p:nvSpPr>
            <p:spPr>
              <a:xfrm>
                <a:off x="47416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97" name="타원 19896">
                <a:extLst>
                  <a:ext uri="{FF2B5EF4-FFF2-40B4-BE49-F238E27FC236}">
                    <a16:creationId xmlns:a16="http://schemas.microsoft.com/office/drawing/2014/main" id="{9B6F8F88-22C4-40F6-8347-056AB3AEBEA9}"/>
                  </a:ext>
                </a:extLst>
              </p:cNvPr>
              <p:cNvSpPr/>
              <p:nvPr/>
            </p:nvSpPr>
            <p:spPr>
              <a:xfrm>
                <a:off x="48940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98" name="타원 19897">
                <a:extLst>
                  <a:ext uri="{FF2B5EF4-FFF2-40B4-BE49-F238E27FC236}">
                    <a16:creationId xmlns:a16="http://schemas.microsoft.com/office/drawing/2014/main" id="{AB403E14-10E9-4BAD-A8D3-366673E72076}"/>
                  </a:ext>
                </a:extLst>
              </p:cNvPr>
              <p:cNvSpPr/>
              <p:nvPr/>
            </p:nvSpPr>
            <p:spPr>
              <a:xfrm>
                <a:off x="50464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99" name="타원 19898">
                <a:extLst>
                  <a:ext uri="{FF2B5EF4-FFF2-40B4-BE49-F238E27FC236}">
                    <a16:creationId xmlns:a16="http://schemas.microsoft.com/office/drawing/2014/main" id="{6328D75C-CF34-4E0D-A27E-2A3AFC3F53C5}"/>
                  </a:ext>
                </a:extLst>
              </p:cNvPr>
              <p:cNvSpPr/>
              <p:nvPr/>
            </p:nvSpPr>
            <p:spPr>
              <a:xfrm>
                <a:off x="51988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00" name="타원 19899">
                <a:extLst>
                  <a:ext uri="{FF2B5EF4-FFF2-40B4-BE49-F238E27FC236}">
                    <a16:creationId xmlns:a16="http://schemas.microsoft.com/office/drawing/2014/main" id="{A8D86BDD-B078-4BED-A137-AF9A58398F04}"/>
                  </a:ext>
                </a:extLst>
              </p:cNvPr>
              <p:cNvSpPr/>
              <p:nvPr/>
            </p:nvSpPr>
            <p:spPr>
              <a:xfrm>
                <a:off x="53512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01" name="타원 19900">
                <a:extLst>
                  <a:ext uri="{FF2B5EF4-FFF2-40B4-BE49-F238E27FC236}">
                    <a16:creationId xmlns:a16="http://schemas.microsoft.com/office/drawing/2014/main" id="{203FE9B6-7E53-4CE2-BB6A-B94E4652344F}"/>
                  </a:ext>
                </a:extLst>
              </p:cNvPr>
              <p:cNvSpPr/>
              <p:nvPr/>
            </p:nvSpPr>
            <p:spPr>
              <a:xfrm>
                <a:off x="55036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02" name="타원 19901">
                <a:extLst>
                  <a:ext uri="{FF2B5EF4-FFF2-40B4-BE49-F238E27FC236}">
                    <a16:creationId xmlns:a16="http://schemas.microsoft.com/office/drawing/2014/main" id="{0FA236FD-7F86-42FA-B7C0-96CE896F45BD}"/>
                  </a:ext>
                </a:extLst>
              </p:cNvPr>
              <p:cNvSpPr/>
              <p:nvPr/>
            </p:nvSpPr>
            <p:spPr>
              <a:xfrm>
                <a:off x="5656026" y="4337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03" name="타원 19902">
                <a:extLst>
                  <a:ext uri="{FF2B5EF4-FFF2-40B4-BE49-F238E27FC236}">
                    <a16:creationId xmlns:a16="http://schemas.microsoft.com/office/drawing/2014/main" id="{78658ACB-C727-4847-BB9C-0FFCCEE75848}"/>
                  </a:ext>
                </a:extLst>
              </p:cNvPr>
              <p:cNvSpPr/>
              <p:nvPr/>
            </p:nvSpPr>
            <p:spPr>
              <a:xfrm>
                <a:off x="3220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04" name="타원 19903">
                <a:extLst>
                  <a:ext uri="{FF2B5EF4-FFF2-40B4-BE49-F238E27FC236}">
                    <a16:creationId xmlns:a16="http://schemas.microsoft.com/office/drawing/2014/main" id="{977A37D6-391C-4E9C-BAD5-4E46C8905DD7}"/>
                  </a:ext>
                </a:extLst>
              </p:cNvPr>
              <p:cNvSpPr/>
              <p:nvPr/>
            </p:nvSpPr>
            <p:spPr>
              <a:xfrm>
                <a:off x="4744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05" name="타원 19904">
                <a:extLst>
                  <a:ext uri="{FF2B5EF4-FFF2-40B4-BE49-F238E27FC236}">
                    <a16:creationId xmlns:a16="http://schemas.microsoft.com/office/drawing/2014/main" id="{BC427E28-E689-42DA-A8EA-FED6796F2A75}"/>
                  </a:ext>
                </a:extLst>
              </p:cNvPr>
              <p:cNvSpPr/>
              <p:nvPr/>
            </p:nvSpPr>
            <p:spPr>
              <a:xfrm>
                <a:off x="6268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06" name="타원 19905">
                <a:extLst>
                  <a:ext uri="{FF2B5EF4-FFF2-40B4-BE49-F238E27FC236}">
                    <a16:creationId xmlns:a16="http://schemas.microsoft.com/office/drawing/2014/main" id="{ED534584-EED8-4EC1-B3DB-8F322D59A102}"/>
                  </a:ext>
                </a:extLst>
              </p:cNvPr>
              <p:cNvSpPr/>
              <p:nvPr/>
            </p:nvSpPr>
            <p:spPr>
              <a:xfrm>
                <a:off x="7792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07" name="타원 19906">
                <a:extLst>
                  <a:ext uri="{FF2B5EF4-FFF2-40B4-BE49-F238E27FC236}">
                    <a16:creationId xmlns:a16="http://schemas.microsoft.com/office/drawing/2014/main" id="{336D011C-48DA-430D-B7BD-0CCD9C40E6FC}"/>
                  </a:ext>
                </a:extLst>
              </p:cNvPr>
              <p:cNvSpPr/>
              <p:nvPr/>
            </p:nvSpPr>
            <p:spPr>
              <a:xfrm>
                <a:off x="9316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08" name="타원 19907">
                <a:extLst>
                  <a:ext uri="{FF2B5EF4-FFF2-40B4-BE49-F238E27FC236}">
                    <a16:creationId xmlns:a16="http://schemas.microsoft.com/office/drawing/2014/main" id="{238F5F8F-31D7-4FA0-A296-D83788A57544}"/>
                  </a:ext>
                </a:extLst>
              </p:cNvPr>
              <p:cNvSpPr/>
              <p:nvPr/>
            </p:nvSpPr>
            <p:spPr>
              <a:xfrm>
                <a:off x="10840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09" name="타원 19908">
                <a:extLst>
                  <a:ext uri="{FF2B5EF4-FFF2-40B4-BE49-F238E27FC236}">
                    <a16:creationId xmlns:a16="http://schemas.microsoft.com/office/drawing/2014/main" id="{F20D1562-F2EC-4239-8FF3-9F6CAF3BAC53}"/>
                  </a:ext>
                </a:extLst>
              </p:cNvPr>
              <p:cNvSpPr/>
              <p:nvPr/>
            </p:nvSpPr>
            <p:spPr>
              <a:xfrm>
                <a:off x="12364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10" name="타원 19909">
                <a:extLst>
                  <a:ext uri="{FF2B5EF4-FFF2-40B4-BE49-F238E27FC236}">
                    <a16:creationId xmlns:a16="http://schemas.microsoft.com/office/drawing/2014/main" id="{852DC050-FA90-4E57-9179-029827C0F450}"/>
                  </a:ext>
                </a:extLst>
              </p:cNvPr>
              <p:cNvSpPr/>
              <p:nvPr/>
            </p:nvSpPr>
            <p:spPr>
              <a:xfrm>
                <a:off x="13888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11" name="타원 19910">
                <a:extLst>
                  <a:ext uri="{FF2B5EF4-FFF2-40B4-BE49-F238E27FC236}">
                    <a16:creationId xmlns:a16="http://schemas.microsoft.com/office/drawing/2014/main" id="{5493D981-0535-4FB9-ADF0-6A77F925DD5F}"/>
                  </a:ext>
                </a:extLst>
              </p:cNvPr>
              <p:cNvSpPr/>
              <p:nvPr/>
            </p:nvSpPr>
            <p:spPr>
              <a:xfrm>
                <a:off x="15412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12" name="타원 19911">
                <a:extLst>
                  <a:ext uri="{FF2B5EF4-FFF2-40B4-BE49-F238E27FC236}">
                    <a16:creationId xmlns:a16="http://schemas.microsoft.com/office/drawing/2014/main" id="{3C56C601-B3F2-4B18-A68C-C991D3311E7A}"/>
                  </a:ext>
                </a:extLst>
              </p:cNvPr>
              <p:cNvSpPr/>
              <p:nvPr/>
            </p:nvSpPr>
            <p:spPr>
              <a:xfrm>
                <a:off x="16936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13" name="타원 19912">
                <a:extLst>
                  <a:ext uri="{FF2B5EF4-FFF2-40B4-BE49-F238E27FC236}">
                    <a16:creationId xmlns:a16="http://schemas.microsoft.com/office/drawing/2014/main" id="{5B0EB4CF-F2EF-4412-861D-F7073C8F1DCB}"/>
                  </a:ext>
                </a:extLst>
              </p:cNvPr>
              <p:cNvSpPr/>
              <p:nvPr/>
            </p:nvSpPr>
            <p:spPr>
              <a:xfrm>
                <a:off x="18460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14" name="타원 19913">
                <a:extLst>
                  <a:ext uri="{FF2B5EF4-FFF2-40B4-BE49-F238E27FC236}">
                    <a16:creationId xmlns:a16="http://schemas.microsoft.com/office/drawing/2014/main" id="{71EC7D20-81BA-4D56-824B-A820AFDED749}"/>
                  </a:ext>
                </a:extLst>
              </p:cNvPr>
              <p:cNvSpPr/>
              <p:nvPr/>
            </p:nvSpPr>
            <p:spPr>
              <a:xfrm>
                <a:off x="19984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15" name="타원 19914">
                <a:extLst>
                  <a:ext uri="{FF2B5EF4-FFF2-40B4-BE49-F238E27FC236}">
                    <a16:creationId xmlns:a16="http://schemas.microsoft.com/office/drawing/2014/main" id="{E5EDF180-DA20-421D-8F1F-8FCA7D820004}"/>
                  </a:ext>
                </a:extLst>
              </p:cNvPr>
              <p:cNvSpPr/>
              <p:nvPr/>
            </p:nvSpPr>
            <p:spPr>
              <a:xfrm>
                <a:off x="21508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16" name="타원 19915">
                <a:extLst>
                  <a:ext uri="{FF2B5EF4-FFF2-40B4-BE49-F238E27FC236}">
                    <a16:creationId xmlns:a16="http://schemas.microsoft.com/office/drawing/2014/main" id="{B1EB373C-DEC2-4F85-AD62-045EF31567FE}"/>
                  </a:ext>
                </a:extLst>
              </p:cNvPr>
              <p:cNvSpPr/>
              <p:nvPr/>
            </p:nvSpPr>
            <p:spPr>
              <a:xfrm>
                <a:off x="23032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17" name="타원 19916">
                <a:extLst>
                  <a:ext uri="{FF2B5EF4-FFF2-40B4-BE49-F238E27FC236}">
                    <a16:creationId xmlns:a16="http://schemas.microsoft.com/office/drawing/2014/main" id="{ADBC89AE-ECA4-4746-9A00-6480ABF77490}"/>
                  </a:ext>
                </a:extLst>
              </p:cNvPr>
              <p:cNvSpPr/>
              <p:nvPr/>
            </p:nvSpPr>
            <p:spPr>
              <a:xfrm>
                <a:off x="24556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18" name="타원 19917">
                <a:extLst>
                  <a:ext uri="{FF2B5EF4-FFF2-40B4-BE49-F238E27FC236}">
                    <a16:creationId xmlns:a16="http://schemas.microsoft.com/office/drawing/2014/main" id="{1D97F561-436F-4093-8CEB-2216A48425B4}"/>
                  </a:ext>
                </a:extLst>
              </p:cNvPr>
              <p:cNvSpPr/>
              <p:nvPr/>
            </p:nvSpPr>
            <p:spPr>
              <a:xfrm>
                <a:off x="26080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19" name="타원 19918">
                <a:extLst>
                  <a:ext uri="{FF2B5EF4-FFF2-40B4-BE49-F238E27FC236}">
                    <a16:creationId xmlns:a16="http://schemas.microsoft.com/office/drawing/2014/main" id="{2A945098-181E-4B7A-8412-82902D248569}"/>
                  </a:ext>
                </a:extLst>
              </p:cNvPr>
              <p:cNvSpPr/>
              <p:nvPr/>
            </p:nvSpPr>
            <p:spPr>
              <a:xfrm>
                <a:off x="27604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20" name="타원 19919">
                <a:extLst>
                  <a:ext uri="{FF2B5EF4-FFF2-40B4-BE49-F238E27FC236}">
                    <a16:creationId xmlns:a16="http://schemas.microsoft.com/office/drawing/2014/main" id="{64D9D0E1-B716-4879-AF84-0A92338BACAF}"/>
                  </a:ext>
                </a:extLst>
              </p:cNvPr>
              <p:cNvSpPr/>
              <p:nvPr/>
            </p:nvSpPr>
            <p:spPr>
              <a:xfrm>
                <a:off x="29128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21" name="타원 19920">
                <a:extLst>
                  <a:ext uri="{FF2B5EF4-FFF2-40B4-BE49-F238E27FC236}">
                    <a16:creationId xmlns:a16="http://schemas.microsoft.com/office/drawing/2014/main" id="{67F9A8AE-AAC5-41D2-80AC-B5829C2F0151}"/>
                  </a:ext>
                </a:extLst>
              </p:cNvPr>
              <p:cNvSpPr/>
              <p:nvPr/>
            </p:nvSpPr>
            <p:spPr>
              <a:xfrm>
                <a:off x="30652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22" name="타원 19921">
                <a:extLst>
                  <a:ext uri="{FF2B5EF4-FFF2-40B4-BE49-F238E27FC236}">
                    <a16:creationId xmlns:a16="http://schemas.microsoft.com/office/drawing/2014/main" id="{5E902549-69D3-42F5-A571-ACC0F983F363}"/>
                  </a:ext>
                </a:extLst>
              </p:cNvPr>
              <p:cNvSpPr/>
              <p:nvPr/>
            </p:nvSpPr>
            <p:spPr>
              <a:xfrm>
                <a:off x="32176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23" name="타원 19922">
                <a:extLst>
                  <a:ext uri="{FF2B5EF4-FFF2-40B4-BE49-F238E27FC236}">
                    <a16:creationId xmlns:a16="http://schemas.microsoft.com/office/drawing/2014/main" id="{F86CC9A2-C515-4313-B0A6-E74A84828003}"/>
                  </a:ext>
                </a:extLst>
              </p:cNvPr>
              <p:cNvSpPr/>
              <p:nvPr/>
            </p:nvSpPr>
            <p:spPr>
              <a:xfrm>
                <a:off x="33700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24" name="타원 19923">
                <a:extLst>
                  <a:ext uri="{FF2B5EF4-FFF2-40B4-BE49-F238E27FC236}">
                    <a16:creationId xmlns:a16="http://schemas.microsoft.com/office/drawing/2014/main" id="{AAEC49D5-DBB4-43CD-99C3-B980E5A0F74B}"/>
                  </a:ext>
                </a:extLst>
              </p:cNvPr>
              <p:cNvSpPr/>
              <p:nvPr/>
            </p:nvSpPr>
            <p:spPr>
              <a:xfrm>
                <a:off x="35224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25" name="타원 19924">
                <a:extLst>
                  <a:ext uri="{FF2B5EF4-FFF2-40B4-BE49-F238E27FC236}">
                    <a16:creationId xmlns:a16="http://schemas.microsoft.com/office/drawing/2014/main" id="{FC0487B5-0463-4369-A5BE-2740C9C9AD03}"/>
                  </a:ext>
                </a:extLst>
              </p:cNvPr>
              <p:cNvSpPr/>
              <p:nvPr/>
            </p:nvSpPr>
            <p:spPr>
              <a:xfrm>
                <a:off x="36748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26" name="타원 19925">
                <a:extLst>
                  <a:ext uri="{FF2B5EF4-FFF2-40B4-BE49-F238E27FC236}">
                    <a16:creationId xmlns:a16="http://schemas.microsoft.com/office/drawing/2014/main" id="{5F78B538-7D0B-44E8-B565-0CECE538D189}"/>
                  </a:ext>
                </a:extLst>
              </p:cNvPr>
              <p:cNvSpPr/>
              <p:nvPr/>
            </p:nvSpPr>
            <p:spPr>
              <a:xfrm>
                <a:off x="38272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27" name="타원 19926">
                <a:extLst>
                  <a:ext uri="{FF2B5EF4-FFF2-40B4-BE49-F238E27FC236}">
                    <a16:creationId xmlns:a16="http://schemas.microsoft.com/office/drawing/2014/main" id="{F1458F30-B6C9-4C3B-8973-DAA073737623}"/>
                  </a:ext>
                </a:extLst>
              </p:cNvPr>
              <p:cNvSpPr/>
              <p:nvPr/>
            </p:nvSpPr>
            <p:spPr>
              <a:xfrm>
                <a:off x="39796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28" name="타원 19927">
                <a:extLst>
                  <a:ext uri="{FF2B5EF4-FFF2-40B4-BE49-F238E27FC236}">
                    <a16:creationId xmlns:a16="http://schemas.microsoft.com/office/drawing/2014/main" id="{136E67BA-F16C-40C8-8A92-D885BFD907A0}"/>
                  </a:ext>
                </a:extLst>
              </p:cNvPr>
              <p:cNvSpPr/>
              <p:nvPr/>
            </p:nvSpPr>
            <p:spPr>
              <a:xfrm>
                <a:off x="41320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29" name="타원 19928">
                <a:extLst>
                  <a:ext uri="{FF2B5EF4-FFF2-40B4-BE49-F238E27FC236}">
                    <a16:creationId xmlns:a16="http://schemas.microsoft.com/office/drawing/2014/main" id="{2C99320B-CDEC-4472-9A18-1529D5127CD3}"/>
                  </a:ext>
                </a:extLst>
              </p:cNvPr>
              <p:cNvSpPr/>
              <p:nvPr/>
            </p:nvSpPr>
            <p:spPr>
              <a:xfrm>
                <a:off x="42844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30" name="타원 19929">
                <a:extLst>
                  <a:ext uri="{FF2B5EF4-FFF2-40B4-BE49-F238E27FC236}">
                    <a16:creationId xmlns:a16="http://schemas.microsoft.com/office/drawing/2014/main" id="{C431E6FD-0E99-436C-9768-10AEE7E556AE}"/>
                  </a:ext>
                </a:extLst>
              </p:cNvPr>
              <p:cNvSpPr/>
              <p:nvPr/>
            </p:nvSpPr>
            <p:spPr>
              <a:xfrm>
                <a:off x="44368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31" name="타원 19930">
                <a:extLst>
                  <a:ext uri="{FF2B5EF4-FFF2-40B4-BE49-F238E27FC236}">
                    <a16:creationId xmlns:a16="http://schemas.microsoft.com/office/drawing/2014/main" id="{DE67DBA9-9A38-4119-8812-7617F37FDA3F}"/>
                  </a:ext>
                </a:extLst>
              </p:cNvPr>
              <p:cNvSpPr/>
              <p:nvPr/>
            </p:nvSpPr>
            <p:spPr>
              <a:xfrm>
                <a:off x="45892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32" name="타원 19931">
                <a:extLst>
                  <a:ext uri="{FF2B5EF4-FFF2-40B4-BE49-F238E27FC236}">
                    <a16:creationId xmlns:a16="http://schemas.microsoft.com/office/drawing/2014/main" id="{50D0D743-7040-4FDA-B38E-7D7D42EC1654}"/>
                  </a:ext>
                </a:extLst>
              </p:cNvPr>
              <p:cNvSpPr/>
              <p:nvPr/>
            </p:nvSpPr>
            <p:spPr>
              <a:xfrm>
                <a:off x="47416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33" name="타원 19932">
                <a:extLst>
                  <a:ext uri="{FF2B5EF4-FFF2-40B4-BE49-F238E27FC236}">
                    <a16:creationId xmlns:a16="http://schemas.microsoft.com/office/drawing/2014/main" id="{4327B9DF-7002-4661-86D6-A481468068F2}"/>
                  </a:ext>
                </a:extLst>
              </p:cNvPr>
              <p:cNvSpPr/>
              <p:nvPr/>
            </p:nvSpPr>
            <p:spPr>
              <a:xfrm>
                <a:off x="48940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34" name="타원 19933">
                <a:extLst>
                  <a:ext uri="{FF2B5EF4-FFF2-40B4-BE49-F238E27FC236}">
                    <a16:creationId xmlns:a16="http://schemas.microsoft.com/office/drawing/2014/main" id="{D71BA020-C9F1-487A-9DC9-0971A2DBFF2D}"/>
                  </a:ext>
                </a:extLst>
              </p:cNvPr>
              <p:cNvSpPr/>
              <p:nvPr/>
            </p:nvSpPr>
            <p:spPr>
              <a:xfrm>
                <a:off x="50464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35" name="타원 19934">
                <a:extLst>
                  <a:ext uri="{FF2B5EF4-FFF2-40B4-BE49-F238E27FC236}">
                    <a16:creationId xmlns:a16="http://schemas.microsoft.com/office/drawing/2014/main" id="{87BA668A-FF54-452B-91A1-44091288E632}"/>
                  </a:ext>
                </a:extLst>
              </p:cNvPr>
              <p:cNvSpPr/>
              <p:nvPr/>
            </p:nvSpPr>
            <p:spPr>
              <a:xfrm>
                <a:off x="51988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36" name="타원 19935">
                <a:extLst>
                  <a:ext uri="{FF2B5EF4-FFF2-40B4-BE49-F238E27FC236}">
                    <a16:creationId xmlns:a16="http://schemas.microsoft.com/office/drawing/2014/main" id="{71FA74CE-9399-435F-A9FB-976CFDDBE0C3}"/>
                  </a:ext>
                </a:extLst>
              </p:cNvPr>
              <p:cNvSpPr/>
              <p:nvPr/>
            </p:nvSpPr>
            <p:spPr>
              <a:xfrm>
                <a:off x="53512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37" name="타원 19936">
                <a:extLst>
                  <a:ext uri="{FF2B5EF4-FFF2-40B4-BE49-F238E27FC236}">
                    <a16:creationId xmlns:a16="http://schemas.microsoft.com/office/drawing/2014/main" id="{F4E4F006-34EB-4DD4-A58C-1597AA8C7EC6}"/>
                  </a:ext>
                </a:extLst>
              </p:cNvPr>
              <p:cNvSpPr/>
              <p:nvPr/>
            </p:nvSpPr>
            <p:spPr>
              <a:xfrm>
                <a:off x="55036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38" name="타원 19937">
                <a:extLst>
                  <a:ext uri="{FF2B5EF4-FFF2-40B4-BE49-F238E27FC236}">
                    <a16:creationId xmlns:a16="http://schemas.microsoft.com/office/drawing/2014/main" id="{A4DBBB29-9C34-4663-B97E-93450D54DD36}"/>
                  </a:ext>
                </a:extLst>
              </p:cNvPr>
              <p:cNvSpPr/>
              <p:nvPr/>
            </p:nvSpPr>
            <p:spPr>
              <a:xfrm>
                <a:off x="5656026" y="4489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39" name="타원 19938">
                <a:extLst>
                  <a:ext uri="{FF2B5EF4-FFF2-40B4-BE49-F238E27FC236}">
                    <a16:creationId xmlns:a16="http://schemas.microsoft.com/office/drawing/2014/main" id="{95125B26-6502-4361-8268-98E87A42A518}"/>
                  </a:ext>
                </a:extLst>
              </p:cNvPr>
              <p:cNvSpPr/>
              <p:nvPr/>
            </p:nvSpPr>
            <p:spPr>
              <a:xfrm>
                <a:off x="3220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40" name="타원 19939">
                <a:extLst>
                  <a:ext uri="{FF2B5EF4-FFF2-40B4-BE49-F238E27FC236}">
                    <a16:creationId xmlns:a16="http://schemas.microsoft.com/office/drawing/2014/main" id="{4B4F7B8A-28B6-4E1D-8FAA-1F4105E615C4}"/>
                  </a:ext>
                </a:extLst>
              </p:cNvPr>
              <p:cNvSpPr/>
              <p:nvPr/>
            </p:nvSpPr>
            <p:spPr>
              <a:xfrm>
                <a:off x="4744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41" name="타원 19940">
                <a:extLst>
                  <a:ext uri="{FF2B5EF4-FFF2-40B4-BE49-F238E27FC236}">
                    <a16:creationId xmlns:a16="http://schemas.microsoft.com/office/drawing/2014/main" id="{CB0257CD-51CB-4EF2-B9DA-4F3D9B6E2FCF}"/>
                  </a:ext>
                </a:extLst>
              </p:cNvPr>
              <p:cNvSpPr/>
              <p:nvPr/>
            </p:nvSpPr>
            <p:spPr>
              <a:xfrm>
                <a:off x="6268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42" name="타원 19941">
                <a:extLst>
                  <a:ext uri="{FF2B5EF4-FFF2-40B4-BE49-F238E27FC236}">
                    <a16:creationId xmlns:a16="http://schemas.microsoft.com/office/drawing/2014/main" id="{8E129617-9977-47B7-B26C-427F8FF28115}"/>
                  </a:ext>
                </a:extLst>
              </p:cNvPr>
              <p:cNvSpPr/>
              <p:nvPr/>
            </p:nvSpPr>
            <p:spPr>
              <a:xfrm>
                <a:off x="7792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43" name="타원 19942">
                <a:extLst>
                  <a:ext uri="{FF2B5EF4-FFF2-40B4-BE49-F238E27FC236}">
                    <a16:creationId xmlns:a16="http://schemas.microsoft.com/office/drawing/2014/main" id="{F0C688B0-41D2-44E6-A3D6-DBDC386E4942}"/>
                  </a:ext>
                </a:extLst>
              </p:cNvPr>
              <p:cNvSpPr/>
              <p:nvPr/>
            </p:nvSpPr>
            <p:spPr>
              <a:xfrm>
                <a:off x="9316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44" name="타원 19943">
                <a:extLst>
                  <a:ext uri="{FF2B5EF4-FFF2-40B4-BE49-F238E27FC236}">
                    <a16:creationId xmlns:a16="http://schemas.microsoft.com/office/drawing/2014/main" id="{AB46D708-8949-4551-BDF7-CD2D387FE74B}"/>
                  </a:ext>
                </a:extLst>
              </p:cNvPr>
              <p:cNvSpPr/>
              <p:nvPr/>
            </p:nvSpPr>
            <p:spPr>
              <a:xfrm>
                <a:off x="10840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45" name="타원 19944">
                <a:extLst>
                  <a:ext uri="{FF2B5EF4-FFF2-40B4-BE49-F238E27FC236}">
                    <a16:creationId xmlns:a16="http://schemas.microsoft.com/office/drawing/2014/main" id="{B4EC24F6-C503-4990-9B0A-32A35DC95312}"/>
                  </a:ext>
                </a:extLst>
              </p:cNvPr>
              <p:cNvSpPr/>
              <p:nvPr/>
            </p:nvSpPr>
            <p:spPr>
              <a:xfrm>
                <a:off x="12364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46" name="타원 19945">
                <a:extLst>
                  <a:ext uri="{FF2B5EF4-FFF2-40B4-BE49-F238E27FC236}">
                    <a16:creationId xmlns:a16="http://schemas.microsoft.com/office/drawing/2014/main" id="{BB8E7F84-2D64-49E8-B166-D5DD57B5494A}"/>
                  </a:ext>
                </a:extLst>
              </p:cNvPr>
              <p:cNvSpPr/>
              <p:nvPr/>
            </p:nvSpPr>
            <p:spPr>
              <a:xfrm>
                <a:off x="13888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47" name="타원 19946">
                <a:extLst>
                  <a:ext uri="{FF2B5EF4-FFF2-40B4-BE49-F238E27FC236}">
                    <a16:creationId xmlns:a16="http://schemas.microsoft.com/office/drawing/2014/main" id="{1199FFE2-839B-48D0-9941-5F482BF31BDE}"/>
                  </a:ext>
                </a:extLst>
              </p:cNvPr>
              <p:cNvSpPr/>
              <p:nvPr/>
            </p:nvSpPr>
            <p:spPr>
              <a:xfrm>
                <a:off x="15412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48" name="타원 19947">
                <a:extLst>
                  <a:ext uri="{FF2B5EF4-FFF2-40B4-BE49-F238E27FC236}">
                    <a16:creationId xmlns:a16="http://schemas.microsoft.com/office/drawing/2014/main" id="{B4983285-7007-4EC3-A4D2-797B08E2916A}"/>
                  </a:ext>
                </a:extLst>
              </p:cNvPr>
              <p:cNvSpPr/>
              <p:nvPr/>
            </p:nvSpPr>
            <p:spPr>
              <a:xfrm>
                <a:off x="16936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49" name="타원 19948">
                <a:extLst>
                  <a:ext uri="{FF2B5EF4-FFF2-40B4-BE49-F238E27FC236}">
                    <a16:creationId xmlns:a16="http://schemas.microsoft.com/office/drawing/2014/main" id="{1BBEC967-B4E0-4996-A161-B20A5F88AF56}"/>
                  </a:ext>
                </a:extLst>
              </p:cNvPr>
              <p:cNvSpPr/>
              <p:nvPr/>
            </p:nvSpPr>
            <p:spPr>
              <a:xfrm>
                <a:off x="18460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50" name="타원 19949">
                <a:extLst>
                  <a:ext uri="{FF2B5EF4-FFF2-40B4-BE49-F238E27FC236}">
                    <a16:creationId xmlns:a16="http://schemas.microsoft.com/office/drawing/2014/main" id="{82C37E19-8512-4861-AB3E-E35482E19B52}"/>
                  </a:ext>
                </a:extLst>
              </p:cNvPr>
              <p:cNvSpPr/>
              <p:nvPr/>
            </p:nvSpPr>
            <p:spPr>
              <a:xfrm>
                <a:off x="19984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51" name="타원 19950">
                <a:extLst>
                  <a:ext uri="{FF2B5EF4-FFF2-40B4-BE49-F238E27FC236}">
                    <a16:creationId xmlns:a16="http://schemas.microsoft.com/office/drawing/2014/main" id="{E0DDF997-3213-47B1-A2C6-B9439FB21575}"/>
                  </a:ext>
                </a:extLst>
              </p:cNvPr>
              <p:cNvSpPr/>
              <p:nvPr/>
            </p:nvSpPr>
            <p:spPr>
              <a:xfrm>
                <a:off x="21508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52" name="타원 19951">
                <a:extLst>
                  <a:ext uri="{FF2B5EF4-FFF2-40B4-BE49-F238E27FC236}">
                    <a16:creationId xmlns:a16="http://schemas.microsoft.com/office/drawing/2014/main" id="{1418FF24-0DC6-4D18-ABBA-3815508D8BBE}"/>
                  </a:ext>
                </a:extLst>
              </p:cNvPr>
              <p:cNvSpPr/>
              <p:nvPr/>
            </p:nvSpPr>
            <p:spPr>
              <a:xfrm>
                <a:off x="23032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53" name="타원 19952">
                <a:extLst>
                  <a:ext uri="{FF2B5EF4-FFF2-40B4-BE49-F238E27FC236}">
                    <a16:creationId xmlns:a16="http://schemas.microsoft.com/office/drawing/2014/main" id="{31613822-0AA4-456D-AAEF-5657E851A979}"/>
                  </a:ext>
                </a:extLst>
              </p:cNvPr>
              <p:cNvSpPr/>
              <p:nvPr/>
            </p:nvSpPr>
            <p:spPr>
              <a:xfrm>
                <a:off x="24556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54" name="타원 19953">
                <a:extLst>
                  <a:ext uri="{FF2B5EF4-FFF2-40B4-BE49-F238E27FC236}">
                    <a16:creationId xmlns:a16="http://schemas.microsoft.com/office/drawing/2014/main" id="{315F571F-5F56-4781-81F0-42AD3A8C6341}"/>
                  </a:ext>
                </a:extLst>
              </p:cNvPr>
              <p:cNvSpPr/>
              <p:nvPr/>
            </p:nvSpPr>
            <p:spPr>
              <a:xfrm>
                <a:off x="26080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55" name="타원 19954">
                <a:extLst>
                  <a:ext uri="{FF2B5EF4-FFF2-40B4-BE49-F238E27FC236}">
                    <a16:creationId xmlns:a16="http://schemas.microsoft.com/office/drawing/2014/main" id="{BDD536DF-1343-4EFE-8012-741320637704}"/>
                  </a:ext>
                </a:extLst>
              </p:cNvPr>
              <p:cNvSpPr/>
              <p:nvPr/>
            </p:nvSpPr>
            <p:spPr>
              <a:xfrm>
                <a:off x="27604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56" name="타원 19955">
                <a:extLst>
                  <a:ext uri="{FF2B5EF4-FFF2-40B4-BE49-F238E27FC236}">
                    <a16:creationId xmlns:a16="http://schemas.microsoft.com/office/drawing/2014/main" id="{AB68E177-470A-4A8E-9012-CE07D0229DD8}"/>
                  </a:ext>
                </a:extLst>
              </p:cNvPr>
              <p:cNvSpPr/>
              <p:nvPr/>
            </p:nvSpPr>
            <p:spPr>
              <a:xfrm>
                <a:off x="29128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57" name="타원 19956">
                <a:extLst>
                  <a:ext uri="{FF2B5EF4-FFF2-40B4-BE49-F238E27FC236}">
                    <a16:creationId xmlns:a16="http://schemas.microsoft.com/office/drawing/2014/main" id="{3B1A0D63-B628-4351-BBBC-B5B20A89C808}"/>
                  </a:ext>
                </a:extLst>
              </p:cNvPr>
              <p:cNvSpPr/>
              <p:nvPr/>
            </p:nvSpPr>
            <p:spPr>
              <a:xfrm>
                <a:off x="30652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58" name="타원 19957">
                <a:extLst>
                  <a:ext uri="{FF2B5EF4-FFF2-40B4-BE49-F238E27FC236}">
                    <a16:creationId xmlns:a16="http://schemas.microsoft.com/office/drawing/2014/main" id="{D0DFACB1-E3D7-49EC-A228-EEE8DD497876}"/>
                  </a:ext>
                </a:extLst>
              </p:cNvPr>
              <p:cNvSpPr/>
              <p:nvPr/>
            </p:nvSpPr>
            <p:spPr>
              <a:xfrm>
                <a:off x="32176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59" name="타원 19958">
                <a:extLst>
                  <a:ext uri="{FF2B5EF4-FFF2-40B4-BE49-F238E27FC236}">
                    <a16:creationId xmlns:a16="http://schemas.microsoft.com/office/drawing/2014/main" id="{88BD9945-A05F-4B7E-8BC5-25FBDE8C979A}"/>
                  </a:ext>
                </a:extLst>
              </p:cNvPr>
              <p:cNvSpPr/>
              <p:nvPr/>
            </p:nvSpPr>
            <p:spPr>
              <a:xfrm>
                <a:off x="33700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60" name="타원 19959">
                <a:extLst>
                  <a:ext uri="{FF2B5EF4-FFF2-40B4-BE49-F238E27FC236}">
                    <a16:creationId xmlns:a16="http://schemas.microsoft.com/office/drawing/2014/main" id="{95B95BAA-ACC7-4319-BEAD-AF67FAF77A72}"/>
                  </a:ext>
                </a:extLst>
              </p:cNvPr>
              <p:cNvSpPr/>
              <p:nvPr/>
            </p:nvSpPr>
            <p:spPr>
              <a:xfrm>
                <a:off x="35224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61" name="타원 19960">
                <a:extLst>
                  <a:ext uri="{FF2B5EF4-FFF2-40B4-BE49-F238E27FC236}">
                    <a16:creationId xmlns:a16="http://schemas.microsoft.com/office/drawing/2014/main" id="{DC3F5C30-8196-438F-BEC3-C6DA27A2B579}"/>
                  </a:ext>
                </a:extLst>
              </p:cNvPr>
              <p:cNvSpPr/>
              <p:nvPr/>
            </p:nvSpPr>
            <p:spPr>
              <a:xfrm>
                <a:off x="36748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62" name="타원 19961">
                <a:extLst>
                  <a:ext uri="{FF2B5EF4-FFF2-40B4-BE49-F238E27FC236}">
                    <a16:creationId xmlns:a16="http://schemas.microsoft.com/office/drawing/2014/main" id="{D716C795-FA03-426F-9AD5-A6ADC72D0AD4}"/>
                  </a:ext>
                </a:extLst>
              </p:cNvPr>
              <p:cNvSpPr/>
              <p:nvPr/>
            </p:nvSpPr>
            <p:spPr>
              <a:xfrm>
                <a:off x="38272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63" name="타원 19962">
                <a:extLst>
                  <a:ext uri="{FF2B5EF4-FFF2-40B4-BE49-F238E27FC236}">
                    <a16:creationId xmlns:a16="http://schemas.microsoft.com/office/drawing/2014/main" id="{7AA6F39F-E370-4729-8D4A-DFB35B5FD2E7}"/>
                  </a:ext>
                </a:extLst>
              </p:cNvPr>
              <p:cNvSpPr/>
              <p:nvPr/>
            </p:nvSpPr>
            <p:spPr>
              <a:xfrm>
                <a:off x="39796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64" name="타원 19963">
                <a:extLst>
                  <a:ext uri="{FF2B5EF4-FFF2-40B4-BE49-F238E27FC236}">
                    <a16:creationId xmlns:a16="http://schemas.microsoft.com/office/drawing/2014/main" id="{A5D69CE9-6E8A-4008-A166-447EBA994009}"/>
                  </a:ext>
                </a:extLst>
              </p:cNvPr>
              <p:cNvSpPr/>
              <p:nvPr/>
            </p:nvSpPr>
            <p:spPr>
              <a:xfrm>
                <a:off x="41320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65" name="타원 19964">
                <a:extLst>
                  <a:ext uri="{FF2B5EF4-FFF2-40B4-BE49-F238E27FC236}">
                    <a16:creationId xmlns:a16="http://schemas.microsoft.com/office/drawing/2014/main" id="{71EB6F14-1871-4D79-8851-C8EC6FD72F47}"/>
                  </a:ext>
                </a:extLst>
              </p:cNvPr>
              <p:cNvSpPr/>
              <p:nvPr/>
            </p:nvSpPr>
            <p:spPr>
              <a:xfrm>
                <a:off x="42844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66" name="타원 19965">
                <a:extLst>
                  <a:ext uri="{FF2B5EF4-FFF2-40B4-BE49-F238E27FC236}">
                    <a16:creationId xmlns:a16="http://schemas.microsoft.com/office/drawing/2014/main" id="{4DB5987E-177C-4F7E-9319-B374B19C4E4D}"/>
                  </a:ext>
                </a:extLst>
              </p:cNvPr>
              <p:cNvSpPr/>
              <p:nvPr/>
            </p:nvSpPr>
            <p:spPr>
              <a:xfrm>
                <a:off x="44368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67" name="타원 19966">
                <a:extLst>
                  <a:ext uri="{FF2B5EF4-FFF2-40B4-BE49-F238E27FC236}">
                    <a16:creationId xmlns:a16="http://schemas.microsoft.com/office/drawing/2014/main" id="{8FD94BA6-8A92-43D2-AB3C-015133F0677F}"/>
                  </a:ext>
                </a:extLst>
              </p:cNvPr>
              <p:cNvSpPr/>
              <p:nvPr/>
            </p:nvSpPr>
            <p:spPr>
              <a:xfrm>
                <a:off x="45892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68" name="타원 19967">
                <a:extLst>
                  <a:ext uri="{FF2B5EF4-FFF2-40B4-BE49-F238E27FC236}">
                    <a16:creationId xmlns:a16="http://schemas.microsoft.com/office/drawing/2014/main" id="{BCB5B17A-3385-42BF-BDEE-71C8885B6433}"/>
                  </a:ext>
                </a:extLst>
              </p:cNvPr>
              <p:cNvSpPr/>
              <p:nvPr/>
            </p:nvSpPr>
            <p:spPr>
              <a:xfrm>
                <a:off x="47416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69" name="타원 19968">
                <a:extLst>
                  <a:ext uri="{FF2B5EF4-FFF2-40B4-BE49-F238E27FC236}">
                    <a16:creationId xmlns:a16="http://schemas.microsoft.com/office/drawing/2014/main" id="{8AC1A246-0A35-4BDF-BC37-E34AF9CC3695}"/>
                  </a:ext>
                </a:extLst>
              </p:cNvPr>
              <p:cNvSpPr/>
              <p:nvPr/>
            </p:nvSpPr>
            <p:spPr>
              <a:xfrm>
                <a:off x="48940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70" name="타원 19969">
                <a:extLst>
                  <a:ext uri="{FF2B5EF4-FFF2-40B4-BE49-F238E27FC236}">
                    <a16:creationId xmlns:a16="http://schemas.microsoft.com/office/drawing/2014/main" id="{5DEDE217-8765-4CDA-AC58-6B4BB66A1FB8}"/>
                  </a:ext>
                </a:extLst>
              </p:cNvPr>
              <p:cNvSpPr/>
              <p:nvPr/>
            </p:nvSpPr>
            <p:spPr>
              <a:xfrm>
                <a:off x="50464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71" name="타원 19970">
                <a:extLst>
                  <a:ext uri="{FF2B5EF4-FFF2-40B4-BE49-F238E27FC236}">
                    <a16:creationId xmlns:a16="http://schemas.microsoft.com/office/drawing/2014/main" id="{957DF1B0-80A9-4174-BCD7-F60348E3DFDB}"/>
                  </a:ext>
                </a:extLst>
              </p:cNvPr>
              <p:cNvSpPr/>
              <p:nvPr/>
            </p:nvSpPr>
            <p:spPr>
              <a:xfrm>
                <a:off x="51988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72" name="타원 19971">
                <a:extLst>
                  <a:ext uri="{FF2B5EF4-FFF2-40B4-BE49-F238E27FC236}">
                    <a16:creationId xmlns:a16="http://schemas.microsoft.com/office/drawing/2014/main" id="{7258210F-18AD-4DFC-9BB3-B10FBCFEC270}"/>
                  </a:ext>
                </a:extLst>
              </p:cNvPr>
              <p:cNvSpPr/>
              <p:nvPr/>
            </p:nvSpPr>
            <p:spPr>
              <a:xfrm>
                <a:off x="53512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73" name="타원 19972">
                <a:extLst>
                  <a:ext uri="{FF2B5EF4-FFF2-40B4-BE49-F238E27FC236}">
                    <a16:creationId xmlns:a16="http://schemas.microsoft.com/office/drawing/2014/main" id="{04A036F2-38BB-4688-870B-45FDDAD5255C}"/>
                  </a:ext>
                </a:extLst>
              </p:cNvPr>
              <p:cNvSpPr/>
              <p:nvPr/>
            </p:nvSpPr>
            <p:spPr>
              <a:xfrm>
                <a:off x="55036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74" name="타원 19973">
                <a:extLst>
                  <a:ext uri="{FF2B5EF4-FFF2-40B4-BE49-F238E27FC236}">
                    <a16:creationId xmlns:a16="http://schemas.microsoft.com/office/drawing/2014/main" id="{F68E54AC-CAFE-465C-B111-03A6647F888C}"/>
                  </a:ext>
                </a:extLst>
              </p:cNvPr>
              <p:cNvSpPr/>
              <p:nvPr/>
            </p:nvSpPr>
            <p:spPr>
              <a:xfrm>
                <a:off x="5656026" y="4641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75" name="타원 19974">
                <a:extLst>
                  <a:ext uri="{FF2B5EF4-FFF2-40B4-BE49-F238E27FC236}">
                    <a16:creationId xmlns:a16="http://schemas.microsoft.com/office/drawing/2014/main" id="{CA1A6EAD-5628-4039-8250-3ECB138EF95F}"/>
                  </a:ext>
                </a:extLst>
              </p:cNvPr>
              <p:cNvSpPr/>
              <p:nvPr/>
            </p:nvSpPr>
            <p:spPr>
              <a:xfrm>
                <a:off x="3220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76" name="타원 19975">
                <a:extLst>
                  <a:ext uri="{FF2B5EF4-FFF2-40B4-BE49-F238E27FC236}">
                    <a16:creationId xmlns:a16="http://schemas.microsoft.com/office/drawing/2014/main" id="{EFFC10C4-9DB1-4540-83E0-F2BF477DF0F9}"/>
                  </a:ext>
                </a:extLst>
              </p:cNvPr>
              <p:cNvSpPr/>
              <p:nvPr/>
            </p:nvSpPr>
            <p:spPr>
              <a:xfrm>
                <a:off x="4744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77" name="타원 19976">
                <a:extLst>
                  <a:ext uri="{FF2B5EF4-FFF2-40B4-BE49-F238E27FC236}">
                    <a16:creationId xmlns:a16="http://schemas.microsoft.com/office/drawing/2014/main" id="{5EE09B84-6819-40F9-9A2B-A236A3DE7FB9}"/>
                  </a:ext>
                </a:extLst>
              </p:cNvPr>
              <p:cNvSpPr/>
              <p:nvPr/>
            </p:nvSpPr>
            <p:spPr>
              <a:xfrm>
                <a:off x="6268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78" name="타원 19977">
                <a:extLst>
                  <a:ext uri="{FF2B5EF4-FFF2-40B4-BE49-F238E27FC236}">
                    <a16:creationId xmlns:a16="http://schemas.microsoft.com/office/drawing/2014/main" id="{0C5A536E-836C-441E-A1B6-2F87B0DEF5FB}"/>
                  </a:ext>
                </a:extLst>
              </p:cNvPr>
              <p:cNvSpPr/>
              <p:nvPr/>
            </p:nvSpPr>
            <p:spPr>
              <a:xfrm>
                <a:off x="7792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79" name="타원 19978">
                <a:extLst>
                  <a:ext uri="{FF2B5EF4-FFF2-40B4-BE49-F238E27FC236}">
                    <a16:creationId xmlns:a16="http://schemas.microsoft.com/office/drawing/2014/main" id="{099BDCDE-69B9-48DD-BA36-454D640B6D99}"/>
                  </a:ext>
                </a:extLst>
              </p:cNvPr>
              <p:cNvSpPr/>
              <p:nvPr/>
            </p:nvSpPr>
            <p:spPr>
              <a:xfrm>
                <a:off x="9316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80" name="타원 19979">
                <a:extLst>
                  <a:ext uri="{FF2B5EF4-FFF2-40B4-BE49-F238E27FC236}">
                    <a16:creationId xmlns:a16="http://schemas.microsoft.com/office/drawing/2014/main" id="{D118F17D-C96E-4EC1-AC62-9E008EFC37BF}"/>
                  </a:ext>
                </a:extLst>
              </p:cNvPr>
              <p:cNvSpPr/>
              <p:nvPr/>
            </p:nvSpPr>
            <p:spPr>
              <a:xfrm>
                <a:off x="10840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81" name="타원 19980">
                <a:extLst>
                  <a:ext uri="{FF2B5EF4-FFF2-40B4-BE49-F238E27FC236}">
                    <a16:creationId xmlns:a16="http://schemas.microsoft.com/office/drawing/2014/main" id="{D2F4D2E0-2149-4EF3-8C98-AE0B49F47488}"/>
                  </a:ext>
                </a:extLst>
              </p:cNvPr>
              <p:cNvSpPr/>
              <p:nvPr/>
            </p:nvSpPr>
            <p:spPr>
              <a:xfrm>
                <a:off x="12364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82" name="타원 19981">
                <a:extLst>
                  <a:ext uri="{FF2B5EF4-FFF2-40B4-BE49-F238E27FC236}">
                    <a16:creationId xmlns:a16="http://schemas.microsoft.com/office/drawing/2014/main" id="{35A4229C-99C9-401D-AA2A-47AA4056A3B2}"/>
                  </a:ext>
                </a:extLst>
              </p:cNvPr>
              <p:cNvSpPr/>
              <p:nvPr/>
            </p:nvSpPr>
            <p:spPr>
              <a:xfrm>
                <a:off x="13888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83" name="타원 19982">
                <a:extLst>
                  <a:ext uri="{FF2B5EF4-FFF2-40B4-BE49-F238E27FC236}">
                    <a16:creationId xmlns:a16="http://schemas.microsoft.com/office/drawing/2014/main" id="{CC1D4CE6-A5C7-45CB-93ED-FE33B7202C88}"/>
                  </a:ext>
                </a:extLst>
              </p:cNvPr>
              <p:cNvSpPr/>
              <p:nvPr/>
            </p:nvSpPr>
            <p:spPr>
              <a:xfrm>
                <a:off x="15412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84" name="타원 19983">
                <a:extLst>
                  <a:ext uri="{FF2B5EF4-FFF2-40B4-BE49-F238E27FC236}">
                    <a16:creationId xmlns:a16="http://schemas.microsoft.com/office/drawing/2014/main" id="{12D7D34C-35CC-4396-9E2B-C4B63986D0CB}"/>
                  </a:ext>
                </a:extLst>
              </p:cNvPr>
              <p:cNvSpPr/>
              <p:nvPr/>
            </p:nvSpPr>
            <p:spPr>
              <a:xfrm>
                <a:off x="16936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85" name="타원 19984">
                <a:extLst>
                  <a:ext uri="{FF2B5EF4-FFF2-40B4-BE49-F238E27FC236}">
                    <a16:creationId xmlns:a16="http://schemas.microsoft.com/office/drawing/2014/main" id="{F038E050-4CED-4C16-986D-9949D8F19925}"/>
                  </a:ext>
                </a:extLst>
              </p:cNvPr>
              <p:cNvSpPr/>
              <p:nvPr/>
            </p:nvSpPr>
            <p:spPr>
              <a:xfrm>
                <a:off x="18460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86" name="타원 19985">
                <a:extLst>
                  <a:ext uri="{FF2B5EF4-FFF2-40B4-BE49-F238E27FC236}">
                    <a16:creationId xmlns:a16="http://schemas.microsoft.com/office/drawing/2014/main" id="{C7A6F2BC-69A8-41AE-BE4F-83A278D06785}"/>
                  </a:ext>
                </a:extLst>
              </p:cNvPr>
              <p:cNvSpPr/>
              <p:nvPr/>
            </p:nvSpPr>
            <p:spPr>
              <a:xfrm>
                <a:off x="19984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87" name="타원 19986">
                <a:extLst>
                  <a:ext uri="{FF2B5EF4-FFF2-40B4-BE49-F238E27FC236}">
                    <a16:creationId xmlns:a16="http://schemas.microsoft.com/office/drawing/2014/main" id="{FFA4E051-441B-4667-8EAA-93864A68ABCD}"/>
                  </a:ext>
                </a:extLst>
              </p:cNvPr>
              <p:cNvSpPr/>
              <p:nvPr/>
            </p:nvSpPr>
            <p:spPr>
              <a:xfrm>
                <a:off x="21508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88" name="타원 19987">
                <a:extLst>
                  <a:ext uri="{FF2B5EF4-FFF2-40B4-BE49-F238E27FC236}">
                    <a16:creationId xmlns:a16="http://schemas.microsoft.com/office/drawing/2014/main" id="{FDDD0F8E-A044-4CE1-B854-E4BFE6DC909C}"/>
                  </a:ext>
                </a:extLst>
              </p:cNvPr>
              <p:cNvSpPr/>
              <p:nvPr/>
            </p:nvSpPr>
            <p:spPr>
              <a:xfrm>
                <a:off x="23032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89" name="타원 19988">
                <a:extLst>
                  <a:ext uri="{FF2B5EF4-FFF2-40B4-BE49-F238E27FC236}">
                    <a16:creationId xmlns:a16="http://schemas.microsoft.com/office/drawing/2014/main" id="{7E7B0418-D740-4303-A80E-A15F7BF64181}"/>
                  </a:ext>
                </a:extLst>
              </p:cNvPr>
              <p:cNvSpPr/>
              <p:nvPr/>
            </p:nvSpPr>
            <p:spPr>
              <a:xfrm>
                <a:off x="24556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90" name="타원 19989">
                <a:extLst>
                  <a:ext uri="{FF2B5EF4-FFF2-40B4-BE49-F238E27FC236}">
                    <a16:creationId xmlns:a16="http://schemas.microsoft.com/office/drawing/2014/main" id="{CAB7BA7D-090B-48A0-822B-0B12A21F1E50}"/>
                  </a:ext>
                </a:extLst>
              </p:cNvPr>
              <p:cNvSpPr/>
              <p:nvPr/>
            </p:nvSpPr>
            <p:spPr>
              <a:xfrm>
                <a:off x="26080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91" name="타원 19990">
                <a:extLst>
                  <a:ext uri="{FF2B5EF4-FFF2-40B4-BE49-F238E27FC236}">
                    <a16:creationId xmlns:a16="http://schemas.microsoft.com/office/drawing/2014/main" id="{9DA95A1B-5B55-4446-9920-8F5803DEC00C}"/>
                  </a:ext>
                </a:extLst>
              </p:cNvPr>
              <p:cNvSpPr/>
              <p:nvPr/>
            </p:nvSpPr>
            <p:spPr>
              <a:xfrm>
                <a:off x="27604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92" name="타원 19991">
                <a:extLst>
                  <a:ext uri="{FF2B5EF4-FFF2-40B4-BE49-F238E27FC236}">
                    <a16:creationId xmlns:a16="http://schemas.microsoft.com/office/drawing/2014/main" id="{80E5E388-ED00-41B7-8EEC-868945A93AB4}"/>
                  </a:ext>
                </a:extLst>
              </p:cNvPr>
              <p:cNvSpPr/>
              <p:nvPr/>
            </p:nvSpPr>
            <p:spPr>
              <a:xfrm>
                <a:off x="29128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93" name="타원 19992">
                <a:extLst>
                  <a:ext uri="{FF2B5EF4-FFF2-40B4-BE49-F238E27FC236}">
                    <a16:creationId xmlns:a16="http://schemas.microsoft.com/office/drawing/2014/main" id="{D473E1C4-DC1B-499A-8EDB-8C1D8C514249}"/>
                  </a:ext>
                </a:extLst>
              </p:cNvPr>
              <p:cNvSpPr/>
              <p:nvPr/>
            </p:nvSpPr>
            <p:spPr>
              <a:xfrm>
                <a:off x="30652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94" name="타원 19993">
                <a:extLst>
                  <a:ext uri="{FF2B5EF4-FFF2-40B4-BE49-F238E27FC236}">
                    <a16:creationId xmlns:a16="http://schemas.microsoft.com/office/drawing/2014/main" id="{CBCDA7D7-B341-4247-984A-3BBCAC856ED3}"/>
                  </a:ext>
                </a:extLst>
              </p:cNvPr>
              <p:cNvSpPr/>
              <p:nvPr/>
            </p:nvSpPr>
            <p:spPr>
              <a:xfrm>
                <a:off x="32176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95" name="타원 19994">
                <a:extLst>
                  <a:ext uri="{FF2B5EF4-FFF2-40B4-BE49-F238E27FC236}">
                    <a16:creationId xmlns:a16="http://schemas.microsoft.com/office/drawing/2014/main" id="{99F8CF5D-E988-4977-8036-418E8DD5CBC4}"/>
                  </a:ext>
                </a:extLst>
              </p:cNvPr>
              <p:cNvSpPr/>
              <p:nvPr/>
            </p:nvSpPr>
            <p:spPr>
              <a:xfrm>
                <a:off x="33700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96" name="타원 19995">
                <a:extLst>
                  <a:ext uri="{FF2B5EF4-FFF2-40B4-BE49-F238E27FC236}">
                    <a16:creationId xmlns:a16="http://schemas.microsoft.com/office/drawing/2014/main" id="{FC47B0F6-8E20-4A80-A897-BE643F3CEB8E}"/>
                  </a:ext>
                </a:extLst>
              </p:cNvPr>
              <p:cNvSpPr/>
              <p:nvPr/>
            </p:nvSpPr>
            <p:spPr>
              <a:xfrm>
                <a:off x="35224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97" name="타원 19996">
                <a:extLst>
                  <a:ext uri="{FF2B5EF4-FFF2-40B4-BE49-F238E27FC236}">
                    <a16:creationId xmlns:a16="http://schemas.microsoft.com/office/drawing/2014/main" id="{B128A0D8-E8CC-4BA9-B1C4-F20530FEDEBA}"/>
                  </a:ext>
                </a:extLst>
              </p:cNvPr>
              <p:cNvSpPr/>
              <p:nvPr/>
            </p:nvSpPr>
            <p:spPr>
              <a:xfrm>
                <a:off x="36748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98" name="타원 19997">
                <a:extLst>
                  <a:ext uri="{FF2B5EF4-FFF2-40B4-BE49-F238E27FC236}">
                    <a16:creationId xmlns:a16="http://schemas.microsoft.com/office/drawing/2014/main" id="{B09477E8-2AE1-45D9-B7DB-D51CEDE2526C}"/>
                  </a:ext>
                </a:extLst>
              </p:cNvPr>
              <p:cNvSpPr/>
              <p:nvPr/>
            </p:nvSpPr>
            <p:spPr>
              <a:xfrm>
                <a:off x="38272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999" name="타원 19998">
                <a:extLst>
                  <a:ext uri="{FF2B5EF4-FFF2-40B4-BE49-F238E27FC236}">
                    <a16:creationId xmlns:a16="http://schemas.microsoft.com/office/drawing/2014/main" id="{78424E7F-58EC-4923-A797-A108C1C8A755}"/>
                  </a:ext>
                </a:extLst>
              </p:cNvPr>
              <p:cNvSpPr/>
              <p:nvPr/>
            </p:nvSpPr>
            <p:spPr>
              <a:xfrm>
                <a:off x="39796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00" name="타원 19999">
                <a:extLst>
                  <a:ext uri="{FF2B5EF4-FFF2-40B4-BE49-F238E27FC236}">
                    <a16:creationId xmlns:a16="http://schemas.microsoft.com/office/drawing/2014/main" id="{47EE6E02-1ED4-4922-BC30-0A092054E7AB}"/>
                  </a:ext>
                </a:extLst>
              </p:cNvPr>
              <p:cNvSpPr/>
              <p:nvPr/>
            </p:nvSpPr>
            <p:spPr>
              <a:xfrm>
                <a:off x="41320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01" name="타원 20000">
                <a:extLst>
                  <a:ext uri="{FF2B5EF4-FFF2-40B4-BE49-F238E27FC236}">
                    <a16:creationId xmlns:a16="http://schemas.microsoft.com/office/drawing/2014/main" id="{9D7B861D-F5F7-4302-89D4-FE4A55A399F3}"/>
                  </a:ext>
                </a:extLst>
              </p:cNvPr>
              <p:cNvSpPr/>
              <p:nvPr/>
            </p:nvSpPr>
            <p:spPr>
              <a:xfrm>
                <a:off x="42844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02" name="타원 20001">
                <a:extLst>
                  <a:ext uri="{FF2B5EF4-FFF2-40B4-BE49-F238E27FC236}">
                    <a16:creationId xmlns:a16="http://schemas.microsoft.com/office/drawing/2014/main" id="{850A15E2-B7DB-431A-B3ED-D4DEA12CB9F5}"/>
                  </a:ext>
                </a:extLst>
              </p:cNvPr>
              <p:cNvSpPr/>
              <p:nvPr/>
            </p:nvSpPr>
            <p:spPr>
              <a:xfrm>
                <a:off x="44368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03" name="타원 20002">
                <a:extLst>
                  <a:ext uri="{FF2B5EF4-FFF2-40B4-BE49-F238E27FC236}">
                    <a16:creationId xmlns:a16="http://schemas.microsoft.com/office/drawing/2014/main" id="{2EDDCEB9-E3C4-4443-A272-D90E101AC3CA}"/>
                  </a:ext>
                </a:extLst>
              </p:cNvPr>
              <p:cNvSpPr/>
              <p:nvPr/>
            </p:nvSpPr>
            <p:spPr>
              <a:xfrm>
                <a:off x="45892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04" name="타원 20003">
                <a:extLst>
                  <a:ext uri="{FF2B5EF4-FFF2-40B4-BE49-F238E27FC236}">
                    <a16:creationId xmlns:a16="http://schemas.microsoft.com/office/drawing/2014/main" id="{2B55E6EF-11A5-4C00-83E4-AEC6C3FE2431}"/>
                  </a:ext>
                </a:extLst>
              </p:cNvPr>
              <p:cNvSpPr/>
              <p:nvPr/>
            </p:nvSpPr>
            <p:spPr>
              <a:xfrm>
                <a:off x="47416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05" name="타원 20004">
                <a:extLst>
                  <a:ext uri="{FF2B5EF4-FFF2-40B4-BE49-F238E27FC236}">
                    <a16:creationId xmlns:a16="http://schemas.microsoft.com/office/drawing/2014/main" id="{6E9FAAB3-B7F0-4063-A054-498C9BB298BE}"/>
                  </a:ext>
                </a:extLst>
              </p:cNvPr>
              <p:cNvSpPr/>
              <p:nvPr/>
            </p:nvSpPr>
            <p:spPr>
              <a:xfrm>
                <a:off x="48940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06" name="타원 20005">
                <a:extLst>
                  <a:ext uri="{FF2B5EF4-FFF2-40B4-BE49-F238E27FC236}">
                    <a16:creationId xmlns:a16="http://schemas.microsoft.com/office/drawing/2014/main" id="{4AB437A7-C62B-4BF2-BC38-45F1CF55A603}"/>
                  </a:ext>
                </a:extLst>
              </p:cNvPr>
              <p:cNvSpPr/>
              <p:nvPr/>
            </p:nvSpPr>
            <p:spPr>
              <a:xfrm>
                <a:off x="50464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07" name="타원 20006">
                <a:extLst>
                  <a:ext uri="{FF2B5EF4-FFF2-40B4-BE49-F238E27FC236}">
                    <a16:creationId xmlns:a16="http://schemas.microsoft.com/office/drawing/2014/main" id="{E5ADFA2F-1C7D-453C-8A96-33A603755D68}"/>
                  </a:ext>
                </a:extLst>
              </p:cNvPr>
              <p:cNvSpPr/>
              <p:nvPr/>
            </p:nvSpPr>
            <p:spPr>
              <a:xfrm>
                <a:off x="51988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08" name="타원 20007">
                <a:extLst>
                  <a:ext uri="{FF2B5EF4-FFF2-40B4-BE49-F238E27FC236}">
                    <a16:creationId xmlns:a16="http://schemas.microsoft.com/office/drawing/2014/main" id="{12608382-3DCD-4F91-918C-E08790E2909C}"/>
                  </a:ext>
                </a:extLst>
              </p:cNvPr>
              <p:cNvSpPr/>
              <p:nvPr/>
            </p:nvSpPr>
            <p:spPr>
              <a:xfrm>
                <a:off x="53512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09" name="타원 20008">
                <a:extLst>
                  <a:ext uri="{FF2B5EF4-FFF2-40B4-BE49-F238E27FC236}">
                    <a16:creationId xmlns:a16="http://schemas.microsoft.com/office/drawing/2014/main" id="{41764CF6-9960-457A-8734-3F9A94EE6DD9}"/>
                  </a:ext>
                </a:extLst>
              </p:cNvPr>
              <p:cNvSpPr/>
              <p:nvPr/>
            </p:nvSpPr>
            <p:spPr>
              <a:xfrm>
                <a:off x="55036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10" name="타원 20009">
                <a:extLst>
                  <a:ext uri="{FF2B5EF4-FFF2-40B4-BE49-F238E27FC236}">
                    <a16:creationId xmlns:a16="http://schemas.microsoft.com/office/drawing/2014/main" id="{68D4E4B7-7215-41B5-9EA4-37918D8F0F19}"/>
                  </a:ext>
                </a:extLst>
              </p:cNvPr>
              <p:cNvSpPr/>
              <p:nvPr/>
            </p:nvSpPr>
            <p:spPr>
              <a:xfrm>
                <a:off x="5656026" y="4794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11" name="타원 20010">
                <a:extLst>
                  <a:ext uri="{FF2B5EF4-FFF2-40B4-BE49-F238E27FC236}">
                    <a16:creationId xmlns:a16="http://schemas.microsoft.com/office/drawing/2014/main" id="{FED60446-AF47-4556-8DB5-24CE291F2E38}"/>
                  </a:ext>
                </a:extLst>
              </p:cNvPr>
              <p:cNvSpPr/>
              <p:nvPr/>
            </p:nvSpPr>
            <p:spPr>
              <a:xfrm>
                <a:off x="3220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12" name="타원 20011">
                <a:extLst>
                  <a:ext uri="{FF2B5EF4-FFF2-40B4-BE49-F238E27FC236}">
                    <a16:creationId xmlns:a16="http://schemas.microsoft.com/office/drawing/2014/main" id="{F49BF866-C1E8-4898-B31F-065C10F2EB39}"/>
                  </a:ext>
                </a:extLst>
              </p:cNvPr>
              <p:cNvSpPr/>
              <p:nvPr/>
            </p:nvSpPr>
            <p:spPr>
              <a:xfrm>
                <a:off x="4744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13" name="타원 20012">
                <a:extLst>
                  <a:ext uri="{FF2B5EF4-FFF2-40B4-BE49-F238E27FC236}">
                    <a16:creationId xmlns:a16="http://schemas.microsoft.com/office/drawing/2014/main" id="{681C5E3D-F51F-4F6F-B141-B34EC918DD51}"/>
                  </a:ext>
                </a:extLst>
              </p:cNvPr>
              <p:cNvSpPr/>
              <p:nvPr/>
            </p:nvSpPr>
            <p:spPr>
              <a:xfrm>
                <a:off x="6268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14" name="타원 20013">
                <a:extLst>
                  <a:ext uri="{FF2B5EF4-FFF2-40B4-BE49-F238E27FC236}">
                    <a16:creationId xmlns:a16="http://schemas.microsoft.com/office/drawing/2014/main" id="{78E59DE3-60A4-4628-B486-E6F90B9C28A7}"/>
                  </a:ext>
                </a:extLst>
              </p:cNvPr>
              <p:cNvSpPr/>
              <p:nvPr/>
            </p:nvSpPr>
            <p:spPr>
              <a:xfrm>
                <a:off x="7792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15" name="타원 20014">
                <a:extLst>
                  <a:ext uri="{FF2B5EF4-FFF2-40B4-BE49-F238E27FC236}">
                    <a16:creationId xmlns:a16="http://schemas.microsoft.com/office/drawing/2014/main" id="{952FC5AA-4AC0-4D0B-8E2F-BA2178BB3D15}"/>
                  </a:ext>
                </a:extLst>
              </p:cNvPr>
              <p:cNvSpPr/>
              <p:nvPr/>
            </p:nvSpPr>
            <p:spPr>
              <a:xfrm>
                <a:off x="9316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16" name="타원 20015">
                <a:extLst>
                  <a:ext uri="{FF2B5EF4-FFF2-40B4-BE49-F238E27FC236}">
                    <a16:creationId xmlns:a16="http://schemas.microsoft.com/office/drawing/2014/main" id="{18DDA97F-CF61-42D7-A14B-1ED12A2A134F}"/>
                  </a:ext>
                </a:extLst>
              </p:cNvPr>
              <p:cNvSpPr/>
              <p:nvPr/>
            </p:nvSpPr>
            <p:spPr>
              <a:xfrm>
                <a:off x="10840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17" name="타원 20016">
                <a:extLst>
                  <a:ext uri="{FF2B5EF4-FFF2-40B4-BE49-F238E27FC236}">
                    <a16:creationId xmlns:a16="http://schemas.microsoft.com/office/drawing/2014/main" id="{1BCE5403-49CB-4A2F-A261-39120CAC4F2E}"/>
                  </a:ext>
                </a:extLst>
              </p:cNvPr>
              <p:cNvSpPr/>
              <p:nvPr/>
            </p:nvSpPr>
            <p:spPr>
              <a:xfrm>
                <a:off x="12364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18" name="타원 20017">
                <a:extLst>
                  <a:ext uri="{FF2B5EF4-FFF2-40B4-BE49-F238E27FC236}">
                    <a16:creationId xmlns:a16="http://schemas.microsoft.com/office/drawing/2014/main" id="{E2E39535-5A76-4693-8EC8-F1B56BDD839F}"/>
                  </a:ext>
                </a:extLst>
              </p:cNvPr>
              <p:cNvSpPr/>
              <p:nvPr/>
            </p:nvSpPr>
            <p:spPr>
              <a:xfrm>
                <a:off x="13888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19" name="타원 20018">
                <a:extLst>
                  <a:ext uri="{FF2B5EF4-FFF2-40B4-BE49-F238E27FC236}">
                    <a16:creationId xmlns:a16="http://schemas.microsoft.com/office/drawing/2014/main" id="{FC84FC3B-9ED8-48A6-A992-DEEBBF234559}"/>
                  </a:ext>
                </a:extLst>
              </p:cNvPr>
              <p:cNvSpPr/>
              <p:nvPr/>
            </p:nvSpPr>
            <p:spPr>
              <a:xfrm>
                <a:off x="15412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20" name="타원 20019">
                <a:extLst>
                  <a:ext uri="{FF2B5EF4-FFF2-40B4-BE49-F238E27FC236}">
                    <a16:creationId xmlns:a16="http://schemas.microsoft.com/office/drawing/2014/main" id="{7C5507F9-A42E-4664-9CD7-ABDB22B47BBB}"/>
                  </a:ext>
                </a:extLst>
              </p:cNvPr>
              <p:cNvSpPr/>
              <p:nvPr/>
            </p:nvSpPr>
            <p:spPr>
              <a:xfrm>
                <a:off x="16936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21" name="타원 20020">
                <a:extLst>
                  <a:ext uri="{FF2B5EF4-FFF2-40B4-BE49-F238E27FC236}">
                    <a16:creationId xmlns:a16="http://schemas.microsoft.com/office/drawing/2014/main" id="{B35F9197-C7FB-4CCA-A188-B4F02CCEBF90}"/>
                  </a:ext>
                </a:extLst>
              </p:cNvPr>
              <p:cNvSpPr/>
              <p:nvPr/>
            </p:nvSpPr>
            <p:spPr>
              <a:xfrm>
                <a:off x="18460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22" name="타원 20021">
                <a:extLst>
                  <a:ext uri="{FF2B5EF4-FFF2-40B4-BE49-F238E27FC236}">
                    <a16:creationId xmlns:a16="http://schemas.microsoft.com/office/drawing/2014/main" id="{A0E8CF30-56A3-4782-8B57-F071CF455D85}"/>
                  </a:ext>
                </a:extLst>
              </p:cNvPr>
              <p:cNvSpPr/>
              <p:nvPr/>
            </p:nvSpPr>
            <p:spPr>
              <a:xfrm>
                <a:off x="19984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23" name="타원 20022">
                <a:extLst>
                  <a:ext uri="{FF2B5EF4-FFF2-40B4-BE49-F238E27FC236}">
                    <a16:creationId xmlns:a16="http://schemas.microsoft.com/office/drawing/2014/main" id="{0202DEED-067D-4043-8436-9AE86529702E}"/>
                  </a:ext>
                </a:extLst>
              </p:cNvPr>
              <p:cNvSpPr/>
              <p:nvPr/>
            </p:nvSpPr>
            <p:spPr>
              <a:xfrm>
                <a:off x="21508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24" name="타원 20023">
                <a:extLst>
                  <a:ext uri="{FF2B5EF4-FFF2-40B4-BE49-F238E27FC236}">
                    <a16:creationId xmlns:a16="http://schemas.microsoft.com/office/drawing/2014/main" id="{29655D79-EE5C-4898-9A19-65941FC60B42}"/>
                  </a:ext>
                </a:extLst>
              </p:cNvPr>
              <p:cNvSpPr/>
              <p:nvPr/>
            </p:nvSpPr>
            <p:spPr>
              <a:xfrm>
                <a:off x="23032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25" name="타원 20024">
                <a:extLst>
                  <a:ext uri="{FF2B5EF4-FFF2-40B4-BE49-F238E27FC236}">
                    <a16:creationId xmlns:a16="http://schemas.microsoft.com/office/drawing/2014/main" id="{4492E14F-3774-451B-A63A-90EDAEF09316}"/>
                  </a:ext>
                </a:extLst>
              </p:cNvPr>
              <p:cNvSpPr/>
              <p:nvPr/>
            </p:nvSpPr>
            <p:spPr>
              <a:xfrm>
                <a:off x="24556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26" name="타원 20025">
                <a:extLst>
                  <a:ext uri="{FF2B5EF4-FFF2-40B4-BE49-F238E27FC236}">
                    <a16:creationId xmlns:a16="http://schemas.microsoft.com/office/drawing/2014/main" id="{7EE890EA-DA8F-4228-9334-11E06E205ACB}"/>
                  </a:ext>
                </a:extLst>
              </p:cNvPr>
              <p:cNvSpPr/>
              <p:nvPr/>
            </p:nvSpPr>
            <p:spPr>
              <a:xfrm>
                <a:off x="26080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27" name="타원 20026">
                <a:extLst>
                  <a:ext uri="{FF2B5EF4-FFF2-40B4-BE49-F238E27FC236}">
                    <a16:creationId xmlns:a16="http://schemas.microsoft.com/office/drawing/2014/main" id="{FAA2484B-A218-48EC-BCF9-3B358C015466}"/>
                  </a:ext>
                </a:extLst>
              </p:cNvPr>
              <p:cNvSpPr/>
              <p:nvPr/>
            </p:nvSpPr>
            <p:spPr>
              <a:xfrm>
                <a:off x="27604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28" name="타원 20027">
                <a:extLst>
                  <a:ext uri="{FF2B5EF4-FFF2-40B4-BE49-F238E27FC236}">
                    <a16:creationId xmlns:a16="http://schemas.microsoft.com/office/drawing/2014/main" id="{EAA97324-85D1-41C5-9B47-8A04109B6927}"/>
                  </a:ext>
                </a:extLst>
              </p:cNvPr>
              <p:cNvSpPr/>
              <p:nvPr/>
            </p:nvSpPr>
            <p:spPr>
              <a:xfrm>
                <a:off x="29128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29" name="타원 20028">
                <a:extLst>
                  <a:ext uri="{FF2B5EF4-FFF2-40B4-BE49-F238E27FC236}">
                    <a16:creationId xmlns:a16="http://schemas.microsoft.com/office/drawing/2014/main" id="{4FE1AC9D-14B3-47DC-9573-DEC031CB1597}"/>
                  </a:ext>
                </a:extLst>
              </p:cNvPr>
              <p:cNvSpPr/>
              <p:nvPr/>
            </p:nvSpPr>
            <p:spPr>
              <a:xfrm>
                <a:off x="30652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30" name="타원 20029">
                <a:extLst>
                  <a:ext uri="{FF2B5EF4-FFF2-40B4-BE49-F238E27FC236}">
                    <a16:creationId xmlns:a16="http://schemas.microsoft.com/office/drawing/2014/main" id="{D6399245-537A-4E58-A561-1F8A34A8879F}"/>
                  </a:ext>
                </a:extLst>
              </p:cNvPr>
              <p:cNvSpPr/>
              <p:nvPr/>
            </p:nvSpPr>
            <p:spPr>
              <a:xfrm>
                <a:off x="32176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31" name="타원 20030">
                <a:extLst>
                  <a:ext uri="{FF2B5EF4-FFF2-40B4-BE49-F238E27FC236}">
                    <a16:creationId xmlns:a16="http://schemas.microsoft.com/office/drawing/2014/main" id="{C2B0F582-5E8D-4ED9-B131-E4A48C58184A}"/>
                  </a:ext>
                </a:extLst>
              </p:cNvPr>
              <p:cNvSpPr/>
              <p:nvPr/>
            </p:nvSpPr>
            <p:spPr>
              <a:xfrm>
                <a:off x="33700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32" name="타원 20031">
                <a:extLst>
                  <a:ext uri="{FF2B5EF4-FFF2-40B4-BE49-F238E27FC236}">
                    <a16:creationId xmlns:a16="http://schemas.microsoft.com/office/drawing/2014/main" id="{17F856AD-425C-4D4B-ACAD-152975C6D700}"/>
                  </a:ext>
                </a:extLst>
              </p:cNvPr>
              <p:cNvSpPr/>
              <p:nvPr/>
            </p:nvSpPr>
            <p:spPr>
              <a:xfrm>
                <a:off x="35224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33" name="타원 20032">
                <a:extLst>
                  <a:ext uri="{FF2B5EF4-FFF2-40B4-BE49-F238E27FC236}">
                    <a16:creationId xmlns:a16="http://schemas.microsoft.com/office/drawing/2014/main" id="{5E73BDC2-85A8-4B4F-A1AF-41632DC80457}"/>
                  </a:ext>
                </a:extLst>
              </p:cNvPr>
              <p:cNvSpPr/>
              <p:nvPr/>
            </p:nvSpPr>
            <p:spPr>
              <a:xfrm>
                <a:off x="36748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34" name="타원 20033">
                <a:extLst>
                  <a:ext uri="{FF2B5EF4-FFF2-40B4-BE49-F238E27FC236}">
                    <a16:creationId xmlns:a16="http://schemas.microsoft.com/office/drawing/2014/main" id="{7055571E-3D9B-4531-83A9-0F14D8343FA5}"/>
                  </a:ext>
                </a:extLst>
              </p:cNvPr>
              <p:cNvSpPr/>
              <p:nvPr/>
            </p:nvSpPr>
            <p:spPr>
              <a:xfrm>
                <a:off x="38272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35" name="타원 20034">
                <a:extLst>
                  <a:ext uri="{FF2B5EF4-FFF2-40B4-BE49-F238E27FC236}">
                    <a16:creationId xmlns:a16="http://schemas.microsoft.com/office/drawing/2014/main" id="{9353139B-69DD-4A83-B75A-F711B9A7B771}"/>
                  </a:ext>
                </a:extLst>
              </p:cNvPr>
              <p:cNvSpPr/>
              <p:nvPr/>
            </p:nvSpPr>
            <p:spPr>
              <a:xfrm>
                <a:off x="39796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36" name="타원 20035">
                <a:extLst>
                  <a:ext uri="{FF2B5EF4-FFF2-40B4-BE49-F238E27FC236}">
                    <a16:creationId xmlns:a16="http://schemas.microsoft.com/office/drawing/2014/main" id="{0608E8A9-45EC-49AD-842D-D5A897691740}"/>
                  </a:ext>
                </a:extLst>
              </p:cNvPr>
              <p:cNvSpPr/>
              <p:nvPr/>
            </p:nvSpPr>
            <p:spPr>
              <a:xfrm>
                <a:off x="41320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37" name="타원 20036">
                <a:extLst>
                  <a:ext uri="{FF2B5EF4-FFF2-40B4-BE49-F238E27FC236}">
                    <a16:creationId xmlns:a16="http://schemas.microsoft.com/office/drawing/2014/main" id="{98470CF8-6A6C-4FEB-AB25-06301A5040F2}"/>
                  </a:ext>
                </a:extLst>
              </p:cNvPr>
              <p:cNvSpPr/>
              <p:nvPr/>
            </p:nvSpPr>
            <p:spPr>
              <a:xfrm>
                <a:off x="42844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38" name="타원 20037">
                <a:extLst>
                  <a:ext uri="{FF2B5EF4-FFF2-40B4-BE49-F238E27FC236}">
                    <a16:creationId xmlns:a16="http://schemas.microsoft.com/office/drawing/2014/main" id="{1F51DB21-BED1-499D-A0C8-23FF53ABC29A}"/>
                  </a:ext>
                </a:extLst>
              </p:cNvPr>
              <p:cNvSpPr/>
              <p:nvPr/>
            </p:nvSpPr>
            <p:spPr>
              <a:xfrm>
                <a:off x="44368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39" name="타원 20038">
                <a:extLst>
                  <a:ext uri="{FF2B5EF4-FFF2-40B4-BE49-F238E27FC236}">
                    <a16:creationId xmlns:a16="http://schemas.microsoft.com/office/drawing/2014/main" id="{053E9020-68E4-4672-9E97-AF5221D2CCE1}"/>
                  </a:ext>
                </a:extLst>
              </p:cNvPr>
              <p:cNvSpPr/>
              <p:nvPr/>
            </p:nvSpPr>
            <p:spPr>
              <a:xfrm>
                <a:off x="45892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40" name="타원 20039">
                <a:extLst>
                  <a:ext uri="{FF2B5EF4-FFF2-40B4-BE49-F238E27FC236}">
                    <a16:creationId xmlns:a16="http://schemas.microsoft.com/office/drawing/2014/main" id="{D9153C5D-779D-4810-8D19-B7B6D8D77ABE}"/>
                  </a:ext>
                </a:extLst>
              </p:cNvPr>
              <p:cNvSpPr/>
              <p:nvPr/>
            </p:nvSpPr>
            <p:spPr>
              <a:xfrm>
                <a:off x="47416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41" name="타원 20040">
                <a:extLst>
                  <a:ext uri="{FF2B5EF4-FFF2-40B4-BE49-F238E27FC236}">
                    <a16:creationId xmlns:a16="http://schemas.microsoft.com/office/drawing/2014/main" id="{BEAEA845-45C7-44C0-90A5-EEE0BA010A4B}"/>
                  </a:ext>
                </a:extLst>
              </p:cNvPr>
              <p:cNvSpPr/>
              <p:nvPr/>
            </p:nvSpPr>
            <p:spPr>
              <a:xfrm>
                <a:off x="48940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42" name="타원 20041">
                <a:extLst>
                  <a:ext uri="{FF2B5EF4-FFF2-40B4-BE49-F238E27FC236}">
                    <a16:creationId xmlns:a16="http://schemas.microsoft.com/office/drawing/2014/main" id="{3E12A095-CFC5-4F48-B283-7BA4CC443737}"/>
                  </a:ext>
                </a:extLst>
              </p:cNvPr>
              <p:cNvSpPr/>
              <p:nvPr/>
            </p:nvSpPr>
            <p:spPr>
              <a:xfrm>
                <a:off x="50464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43" name="타원 20042">
                <a:extLst>
                  <a:ext uri="{FF2B5EF4-FFF2-40B4-BE49-F238E27FC236}">
                    <a16:creationId xmlns:a16="http://schemas.microsoft.com/office/drawing/2014/main" id="{199B435F-8EFA-411A-9249-9AF571B2E2EC}"/>
                  </a:ext>
                </a:extLst>
              </p:cNvPr>
              <p:cNvSpPr/>
              <p:nvPr/>
            </p:nvSpPr>
            <p:spPr>
              <a:xfrm>
                <a:off x="51988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44" name="타원 20043">
                <a:extLst>
                  <a:ext uri="{FF2B5EF4-FFF2-40B4-BE49-F238E27FC236}">
                    <a16:creationId xmlns:a16="http://schemas.microsoft.com/office/drawing/2014/main" id="{F086F3F0-11D4-471F-8E98-563E8DF782CF}"/>
                  </a:ext>
                </a:extLst>
              </p:cNvPr>
              <p:cNvSpPr/>
              <p:nvPr/>
            </p:nvSpPr>
            <p:spPr>
              <a:xfrm>
                <a:off x="53512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45" name="타원 20044">
                <a:extLst>
                  <a:ext uri="{FF2B5EF4-FFF2-40B4-BE49-F238E27FC236}">
                    <a16:creationId xmlns:a16="http://schemas.microsoft.com/office/drawing/2014/main" id="{968D37A4-3437-424E-9E58-2BB3C89421D5}"/>
                  </a:ext>
                </a:extLst>
              </p:cNvPr>
              <p:cNvSpPr/>
              <p:nvPr/>
            </p:nvSpPr>
            <p:spPr>
              <a:xfrm>
                <a:off x="55036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46" name="타원 20045">
                <a:extLst>
                  <a:ext uri="{FF2B5EF4-FFF2-40B4-BE49-F238E27FC236}">
                    <a16:creationId xmlns:a16="http://schemas.microsoft.com/office/drawing/2014/main" id="{3C9D7AAA-1536-4231-9E3F-C92E904E30EB}"/>
                  </a:ext>
                </a:extLst>
              </p:cNvPr>
              <p:cNvSpPr/>
              <p:nvPr/>
            </p:nvSpPr>
            <p:spPr>
              <a:xfrm>
                <a:off x="5656026" y="4946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47" name="타원 20046">
                <a:extLst>
                  <a:ext uri="{FF2B5EF4-FFF2-40B4-BE49-F238E27FC236}">
                    <a16:creationId xmlns:a16="http://schemas.microsoft.com/office/drawing/2014/main" id="{85D09584-D9CF-419E-A91C-8039CE484B02}"/>
                  </a:ext>
                </a:extLst>
              </p:cNvPr>
              <p:cNvSpPr/>
              <p:nvPr/>
            </p:nvSpPr>
            <p:spPr>
              <a:xfrm>
                <a:off x="3220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48" name="타원 20047">
                <a:extLst>
                  <a:ext uri="{FF2B5EF4-FFF2-40B4-BE49-F238E27FC236}">
                    <a16:creationId xmlns:a16="http://schemas.microsoft.com/office/drawing/2014/main" id="{50EEF347-4CB4-4551-9302-6E84476BCA38}"/>
                  </a:ext>
                </a:extLst>
              </p:cNvPr>
              <p:cNvSpPr/>
              <p:nvPr/>
            </p:nvSpPr>
            <p:spPr>
              <a:xfrm>
                <a:off x="4744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49" name="타원 20048">
                <a:extLst>
                  <a:ext uri="{FF2B5EF4-FFF2-40B4-BE49-F238E27FC236}">
                    <a16:creationId xmlns:a16="http://schemas.microsoft.com/office/drawing/2014/main" id="{B7F03AFC-5A91-4D74-BDCE-DC55843F4FBB}"/>
                  </a:ext>
                </a:extLst>
              </p:cNvPr>
              <p:cNvSpPr/>
              <p:nvPr/>
            </p:nvSpPr>
            <p:spPr>
              <a:xfrm>
                <a:off x="6268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50" name="타원 20049">
                <a:extLst>
                  <a:ext uri="{FF2B5EF4-FFF2-40B4-BE49-F238E27FC236}">
                    <a16:creationId xmlns:a16="http://schemas.microsoft.com/office/drawing/2014/main" id="{5ABB281F-BF26-42C9-B138-F40A8D8818D0}"/>
                  </a:ext>
                </a:extLst>
              </p:cNvPr>
              <p:cNvSpPr/>
              <p:nvPr/>
            </p:nvSpPr>
            <p:spPr>
              <a:xfrm>
                <a:off x="7792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51" name="타원 20050">
                <a:extLst>
                  <a:ext uri="{FF2B5EF4-FFF2-40B4-BE49-F238E27FC236}">
                    <a16:creationId xmlns:a16="http://schemas.microsoft.com/office/drawing/2014/main" id="{312F3635-EF4B-46B8-B914-34453526CFC9}"/>
                  </a:ext>
                </a:extLst>
              </p:cNvPr>
              <p:cNvSpPr/>
              <p:nvPr/>
            </p:nvSpPr>
            <p:spPr>
              <a:xfrm>
                <a:off x="9316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52" name="타원 20051">
                <a:extLst>
                  <a:ext uri="{FF2B5EF4-FFF2-40B4-BE49-F238E27FC236}">
                    <a16:creationId xmlns:a16="http://schemas.microsoft.com/office/drawing/2014/main" id="{85CDB921-60CE-460F-A45F-3577885E722F}"/>
                  </a:ext>
                </a:extLst>
              </p:cNvPr>
              <p:cNvSpPr/>
              <p:nvPr/>
            </p:nvSpPr>
            <p:spPr>
              <a:xfrm>
                <a:off x="10840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53" name="타원 20052">
                <a:extLst>
                  <a:ext uri="{FF2B5EF4-FFF2-40B4-BE49-F238E27FC236}">
                    <a16:creationId xmlns:a16="http://schemas.microsoft.com/office/drawing/2014/main" id="{68C87E94-2D75-42F6-AC7F-B3896A08658A}"/>
                  </a:ext>
                </a:extLst>
              </p:cNvPr>
              <p:cNvSpPr/>
              <p:nvPr/>
            </p:nvSpPr>
            <p:spPr>
              <a:xfrm>
                <a:off x="12364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54" name="타원 20053">
                <a:extLst>
                  <a:ext uri="{FF2B5EF4-FFF2-40B4-BE49-F238E27FC236}">
                    <a16:creationId xmlns:a16="http://schemas.microsoft.com/office/drawing/2014/main" id="{22A45FC0-A04E-4C60-83BE-AAC1B60E9FCB}"/>
                  </a:ext>
                </a:extLst>
              </p:cNvPr>
              <p:cNvSpPr/>
              <p:nvPr/>
            </p:nvSpPr>
            <p:spPr>
              <a:xfrm>
                <a:off x="13888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55" name="타원 20054">
                <a:extLst>
                  <a:ext uri="{FF2B5EF4-FFF2-40B4-BE49-F238E27FC236}">
                    <a16:creationId xmlns:a16="http://schemas.microsoft.com/office/drawing/2014/main" id="{D8A91B7A-C209-464A-8EC7-A080ABED571D}"/>
                  </a:ext>
                </a:extLst>
              </p:cNvPr>
              <p:cNvSpPr/>
              <p:nvPr/>
            </p:nvSpPr>
            <p:spPr>
              <a:xfrm>
                <a:off x="15412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56" name="타원 20055">
                <a:extLst>
                  <a:ext uri="{FF2B5EF4-FFF2-40B4-BE49-F238E27FC236}">
                    <a16:creationId xmlns:a16="http://schemas.microsoft.com/office/drawing/2014/main" id="{8BE14D4E-4565-41D5-B5AB-AB79F92058A8}"/>
                  </a:ext>
                </a:extLst>
              </p:cNvPr>
              <p:cNvSpPr/>
              <p:nvPr/>
            </p:nvSpPr>
            <p:spPr>
              <a:xfrm>
                <a:off x="16936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57" name="타원 20056">
                <a:extLst>
                  <a:ext uri="{FF2B5EF4-FFF2-40B4-BE49-F238E27FC236}">
                    <a16:creationId xmlns:a16="http://schemas.microsoft.com/office/drawing/2014/main" id="{5DB3607D-712A-47DA-8C8D-E774D74F8648}"/>
                  </a:ext>
                </a:extLst>
              </p:cNvPr>
              <p:cNvSpPr/>
              <p:nvPr/>
            </p:nvSpPr>
            <p:spPr>
              <a:xfrm>
                <a:off x="18460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58" name="타원 20057">
                <a:extLst>
                  <a:ext uri="{FF2B5EF4-FFF2-40B4-BE49-F238E27FC236}">
                    <a16:creationId xmlns:a16="http://schemas.microsoft.com/office/drawing/2014/main" id="{70078D63-3221-4FE0-BB79-9DDA7E2BD5A0}"/>
                  </a:ext>
                </a:extLst>
              </p:cNvPr>
              <p:cNvSpPr/>
              <p:nvPr/>
            </p:nvSpPr>
            <p:spPr>
              <a:xfrm>
                <a:off x="19984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59" name="타원 20058">
                <a:extLst>
                  <a:ext uri="{FF2B5EF4-FFF2-40B4-BE49-F238E27FC236}">
                    <a16:creationId xmlns:a16="http://schemas.microsoft.com/office/drawing/2014/main" id="{2064DAAB-AAF1-439D-A053-0564984FD1AD}"/>
                  </a:ext>
                </a:extLst>
              </p:cNvPr>
              <p:cNvSpPr/>
              <p:nvPr/>
            </p:nvSpPr>
            <p:spPr>
              <a:xfrm>
                <a:off x="21508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60" name="타원 20059">
                <a:extLst>
                  <a:ext uri="{FF2B5EF4-FFF2-40B4-BE49-F238E27FC236}">
                    <a16:creationId xmlns:a16="http://schemas.microsoft.com/office/drawing/2014/main" id="{A9F11412-2B5E-48FF-B10E-C652BE6C6DB8}"/>
                  </a:ext>
                </a:extLst>
              </p:cNvPr>
              <p:cNvSpPr/>
              <p:nvPr/>
            </p:nvSpPr>
            <p:spPr>
              <a:xfrm>
                <a:off x="23032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61" name="타원 20060">
                <a:extLst>
                  <a:ext uri="{FF2B5EF4-FFF2-40B4-BE49-F238E27FC236}">
                    <a16:creationId xmlns:a16="http://schemas.microsoft.com/office/drawing/2014/main" id="{F3E42A87-E89F-405D-A684-0A0B5C8BE383}"/>
                  </a:ext>
                </a:extLst>
              </p:cNvPr>
              <p:cNvSpPr/>
              <p:nvPr/>
            </p:nvSpPr>
            <p:spPr>
              <a:xfrm>
                <a:off x="24556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62" name="타원 20061">
                <a:extLst>
                  <a:ext uri="{FF2B5EF4-FFF2-40B4-BE49-F238E27FC236}">
                    <a16:creationId xmlns:a16="http://schemas.microsoft.com/office/drawing/2014/main" id="{9452BC2E-A2A6-4F9B-939B-647BEE4DD402}"/>
                  </a:ext>
                </a:extLst>
              </p:cNvPr>
              <p:cNvSpPr/>
              <p:nvPr/>
            </p:nvSpPr>
            <p:spPr>
              <a:xfrm>
                <a:off x="26080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63" name="타원 20062">
                <a:extLst>
                  <a:ext uri="{FF2B5EF4-FFF2-40B4-BE49-F238E27FC236}">
                    <a16:creationId xmlns:a16="http://schemas.microsoft.com/office/drawing/2014/main" id="{E03B550E-AAD0-488D-9FE5-C3D6E6D093DC}"/>
                  </a:ext>
                </a:extLst>
              </p:cNvPr>
              <p:cNvSpPr/>
              <p:nvPr/>
            </p:nvSpPr>
            <p:spPr>
              <a:xfrm>
                <a:off x="27604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64" name="타원 20063">
                <a:extLst>
                  <a:ext uri="{FF2B5EF4-FFF2-40B4-BE49-F238E27FC236}">
                    <a16:creationId xmlns:a16="http://schemas.microsoft.com/office/drawing/2014/main" id="{C93C56A3-B15D-4AA6-B30E-3B96782FCD55}"/>
                  </a:ext>
                </a:extLst>
              </p:cNvPr>
              <p:cNvSpPr/>
              <p:nvPr/>
            </p:nvSpPr>
            <p:spPr>
              <a:xfrm>
                <a:off x="29128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65" name="타원 20064">
                <a:extLst>
                  <a:ext uri="{FF2B5EF4-FFF2-40B4-BE49-F238E27FC236}">
                    <a16:creationId xmlns:a16="http://schemas.microsoft.com/office/drawing/2014/main" id="{CD0334E9-DB09-40AD-8B3C-1A13D2CE123C}"/>
                  </a:ext>
                </a:extLst>
              </p:cNvPr>
              <p:cNvSpPr/>
              <p:nvPr/>
            </p:nvSpPr>
            <p:spPr>
              <a:xfrm>
                <a:off x="30652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66" name="타원 20065">
                <a:extLst>
                  <a:ext uri="{FF2B5EF4-FFF2-40B4-BE49-F238E27FC236}">
                    <a16:creationId xmlns:a16="http://schemas.microsoft.com/office/drawing/2014/main" id="{6DC3661D-8296-4725-888A-8EF0055A8592}"/>
                  </a:ext>
                </a:extLst>
              </p:cNvPr>
              <p:cNvSpPr/>
              <p:nvPr/>
            </p:nvSpPr>
            <p:spPr>
              <a:xfrm>
                <a:off x="32176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67" name="타원 20066">
                <a:extLst>
                  <a:ext uri="{FF2B5EF4-FFF2-40B4-BE49-F238E27FC236}">
                    <a16:creationId xmlns:a16="http://schemas.microsoft.com/office/drawing/2014/main" id="{1EA15A13-5481-427B-BB48-B2194DCE35A4}"/>
                  </a:ext>
                </a:extLst>
              </p:cNvPr>
              <p:cNvSpPr/>
              <p:nvPr/>
            </p:nvSpPr>
            <p:spPr>
              <a:xfrm>
                <a:off x="33700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68" name="타원 20067">
                <a:extLst>
                  <a:ext uri="{FF2B5EF4-FFF2-40B4-BE49-F238E27FC236}">
                    <a16:creationId xmlns:a16="http://schemas.microsoft.com/office/drawing/2014/main" id="{E5288D37-D395-43A1-840B-030F41F51508}"/>
                  </a:ext>
                </a:extLst>
              </p:cNvPr>
              <p:cNvSpPr/>
              <p:nvPr/>
            </p:nvSpPr>
            <p:spPr>
              <a:xfrm>
                <a:off x="35224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69" name="타원 20068">
                <a:extLst>
                  <a:ext uri="{FF2B5EF4-FFF2-40B4-BE49-F238E27FC236}">
                    <a16:creationId xmlns:a16="http://schemas.microsoft.com/office/drawing/2014/main" id="{D0F0E65B-769E-46B1-8D60-AE76D741782C}"/>
                  </a:ext>
                </a:extLst>
              </p:cNvPr>
              <p:cNvSpPr/>
              <p:nvPr/>
            </p:nvSpPr>
            <p:spPr>
              <a:xfrm>
                <a:off x="36748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70" name="타원 20069">
                <a:extLst>
                  <a:ext uri="{FF2B5EF4-FFF2-40B4-BE49-F238E27FC236}">
                    <a16:creationId xmlns:a16="http://schemas.microsoft.com/office/drawing/2014/main" id="{71D183EE-3F66-4FC9-88D5-E86604A1EF8F}"/>
                  </a:ext>
                </a:extLst>
              </p:cNvPr>
              <p:cNvSpPr/>
              <p:nvPr/>
            </p:nvSpPr>
            <p:spPr>
              <a:xfrm>
                <a:off x="38272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71" name="타원 20070">
                <a:extLst>
                  <a:ext uri="{FF2B5EF4-FFF2-40B4-BE49-F238E27FC236}">
                    <a16:creationId xmlns:a16="http://schemas.microsoft.com/office/drawing/2014/main" id="{F05C8705-A118-49B1-91D8-0382C73233A2}"/>
                  </a:ext>
                </a:extLst>
              </p:cNvPr>
              <p:cNvSpPr/>
              <p:nvPr/>
            </p:nvSpPr>
            <p:spPr>
              <a:xfrm>
                <a:off x="39796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72" name="타원 20071">
                <a:extLst>
                  <a:ext uri="{FF2B5EF4-FFF2-40B4-BE49-F238E27FC236}">
                    <a16:creationId xmlns:a16="http://schemas.microsoft.com/office/drawing/2014/main" id="{C3B07B60-984D-4A3F-85F4-BC193EEC576B}"/>
                  </a:ext>
                </a:extLst>
              </p:cNvPr>
              <p:cNvSpPr/>
              <p:nvPr/>
            </p:nvSpPr>
            <p:spPr>
              <a:xfrm>
                <a:off x="41320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73" name="타원 20072">
                <a:extLst>
                  <a:ext uri="{FF2B5EF4-FFF2-40B4-BE49-F238E27FC236}">
                    <a16:creationId xmlns:a16="http://schemas.microsoft.com/office/drawing/2014/main" id="{C7926D03-29A5-4240-A44D-5D05DEBE359D}"/>
                  </a:ext>
                </a:extLst>
              </p:cNvPr>
              <p:cNvSpPr/>
              <p:nvPr/>
            </p:nvSpPr>
            <p:spPr>
              <a:xfrm>
                <a:off x="42844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74" name="타원 20073">
                <a:extLst>
                  <a:ext uri="{FF2B5EF4-FFF2-40B4-BE49-F238E27FC236}">
                    <a16:creationId xmlns:a16="http://schemas.microsoft.com/office/drawing/2014/main" id="{889A0BDC-3250-4EC7-8E87-E9B586F7A3FE}"/>
                  </a:ext>
                </a:extLst>
              </p:cNvPr>
              <p:cNvSpPr/>
              <p:nvPr/>
            </p:nvSpPr>
            <p:spPr>
              <a:xfrm>
                <a:off x="44368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75" name="타원 20074">
                <a:extLst>
                  <a:ext uri="{FF2B5EF4-FFF2-40B4-BE49-F238E27FC236}">
                    <a16:creationId xmlns:a16="http://schemas.microsoft.com/office/drawing/2014/main" id="{10E0C58F-A767-4CAE-B9EB-0C3AD3DA3EA1}"/>
                  </a:ext>
                </a:extLst>
              </p:cNvPr>
              <p:cNvSpPr/>
              <p:nvPr/>
            </p:nvSpPr>
            <p:spPr>
              <a:xfrm>
                <a:off x="45892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76" name="타원 20075">
                <a:extLst>
                  <a:ext uri="{FF2B5EF4-FFF2-40B4-BE49-F238E27FC236}">
                    <a16:creationId xmlns:a16="http://schemas.microsoft.com/office/drawing/2014/main" id="{A2F445B7-B8D7-4C4F-8196-4384B8880FF3}"/>
                  </a:ext>
                </a:extLst>
              </p:cNvPr>
              <p:cNvSpPr/>
              <p:nvPr/>
            </p:nvSpPr>
            <p:spPr>
              <a:xfrm>
                <a:off x="47416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77" name="타원 20076">
                <a:extLst>
                  <a:ext uri="{FF2B5EF4-FFF2-40B4-BE49-F238E27FC236}">
                    <a16:creationId xmlns:a16="http://schemas.microsoft.com/office/drawing/2014/main" id="{93B2B53B-AB47-4658-ACE2-9380F793D865}"/>
                  </a:ext>
                </a:extLst>
              </p:cNvPr>
              <p:cNvSpPr/>
              <p:nvPr/>
            </p:nvSpPr>
            <p:spPr>
              <a:xfrm>
                <a:off x="48940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78" name="타원 20077">
                <a:extLst>
                  <a:ext uri="{FF2B5EF4-FFF2-40B4-BE49-F238E27FC236}">
                    <a16:creationId xmlns:a16="http://schemas.microsoft.com/office/drawing/2014/main" id="{C97C69A0-09AF-4E31-B71C-717A2DE265C3}"/>
                  </a:ext>
                </a:extLst>
              </p:cNvPr>
              <p:cNvSpPr/>
              <p:nvPr/>
            </p:nvSpPr>
            <p:spPr>
              <a:xfrm>
                <a:off x="50464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79" name="타원 20078">
                <a:extLst>
                  <a:ext uri="{FF2B5EF4-FFF2-40B4-BE49-F238E27FC236}">
                    <a16:creationId xmlns:a16="http://schemas.microsoft.com/office/drawing/2014/main" id="{6358AAC8-EE5A-4CB5-AA19-7346EFCDDB19}"/>
                  </a:ext>
                </a:extLst>
              </p:cNvPr>
              <p:cNvSpPr/>
              <p:nvPr/>
            </p:nvSpPr>
            <p:spPr>
              <a:xfrm>
                <a:off x="51988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80" name="타원 20079">
                <a:extLst>
                  <a:ext uri="{FF2B5EF4-FFF2-40B4-BE49-F238E27FC236}">
                    <a16:creationId xmlns:a16="http://schemas.microsoft.com/office/drawing/2014/main" id="{1F31E77E-E075-4DB7-AF36-B9A5C4372D11}"/>
                  </a:ext>
                </a:extLst>
              </p:cNvPr>
              <p:cNvSpPr/>
              <p:nvPr/>
            </p:nvSpPr>
            <p:spPr>
              <a:xfrm>
                <a:off x="53512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81" name="타원 20080">
                <a:extLst>
                  <a:ext uri="{FF2B5EF4-FFF2-40B4-BE49-F238E27FC236}">
                    <a16:creationId xmlns:a16="http://schemas.microsoft.com/office/drawing/2014/main" id="{0FD1517A-ACE7-4D87-B9DA-F0705CEF6607}"/>
                  </a:ext>
                </a:extLst>
              </p:cNvPr>
              <p:cNvSpPr/>
              <p:nvPr/>
            </p:nvSpPr>
            <p:spPr>
              <a:xfrm>
                <a:off x="55036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82" name="타원 20081">
                <a:extLst>
                  <a:ext uri="{FF2B5EF4-FFF2-40B4-BE49-F238E27FC236}">
                    <a16:creationId xmlns:a16="http://schemas.microsoft.com/office/drawing/2014/main" id="{3B67C362-4D4F-4A0C-AC22-BE033C2DB53C}"/>
                  </a:ext>
                </a:extLst>
              </p:cNvPr>
              <p:cNvSpPr/>
              <p:nvPr/>
            </p:nvSpPr>
            <p:spPr>
              <a:xfrm>
                <a:off x="5656026" y="5099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83" name="타원 20082">
                <a:extLst>
                  <a:ext uri="{FF2B5EF4-FFF2-40B4-BE49-F238E27FC236}">
                    <a16:creationId xmlns:a16="http://schemas.microsoft.com/office/drawing/2014/main" id="{B3A9B410-6923-4698-9403-0998128AAEB8}"/>
                  </a:ext>
                </a:extLst>
              </p:cNvPr>
              <p:cNvSpPr/>
              <p:nvPr/>
            </p:nvSpPr>
            <p:spPr>
              <a:xfrm>
                <a:off x="3220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84" name="타원 20083">
                <a:extLst>
                  <a:ext uri="{FF2B5EF4-FFF2-40B4-BE49-F238E27FC236}">
                    <a16:creationId xmlns:a16="http://schemas.microsoft.com/office/drawing/2014/main" id="{685C12E0-BA69-406F-9D2A-06F12180EA2F}"/>
                  </a:ext>
                </a:extLst>
              </p:cNvPr>
              <p:cNvSpPr/>
              <p:nvPr/>
            </p:nvSpPr>
            <p:spPr>
              <a:xfrm>
                <a:off x="4744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85" name="타원 20084">
                <a:extLst>
                  <a:ext uri="{FF2B5EF4-FFF2-40B4-BE49-F238E27FC236}">
                    <a16:creationId xmlns:a16="http://schemas.microsoft.com/office/drawing/2014/main" id="{57F1FB49-1732-4375-8128-C0EBA2799104}"/>
                  </a:ext>
                </a:extLst>
              </p:cNvPr>
              <p:cNvSpPr/>
              <p:nvPr/>
            </p:nvSpPr>
            <p:spPr>
              <a:xfrm>
                <a:off x="6268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86" name="타원 20085">
                <a:extLst>
                  <a:ext uri="{FF2B5EF4-FFF2-40B4-BE49-F238E27FC236}">
                    <a16:creationId xmlns:a16="http://schemas.microsoft.com/office/drawing/2014/main" id="{67094D9F-6B00-4D57-9A6C-6068C24CAF34}"/>
                  </a:ext>
                </a:extLst>
              </p:cNvPr>
              <p:cNvSpPr/>
              <p:nvPr/>
            </p:nvSpPr>
            <p:spPr>
              <a:xfrm>
                <a:off x="7792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87" name="타원 20086">
                <a:extLst>
                  <a:ext uri="{FF2B5EF4-FFF2-40B4-BE49-F238E27FC236}">
                    <a16:creationId xmlns:a16="http://schemas.microsoft.com/office/drawing/2014/main" id="{01A70D06-B97B-4768-8984-1EC0934C97B0}"/>
                  </a:ext>
                </a:extLst>
              </p:cNvPr>
              <p:cNvSpPr/>
              <p:nvPr/>
            </p:nvSpPr>
            <p:spPr>
              <a:xfrm>
                <a:off x="9316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88" name="타원 20087">
                <a:extLst>
                  <a:ext uri="{FF2B5EF4-FFF2-40B4-BE49-F238E27FC236}">
                    <a16:creationId xmlns:a16="http://schemas.microsoft.com/office/drawing/2014/main" id="{D5024E4A-36DF-40E1-BFE8-CA972F3459CD}"/>
                  </a:ext>
                </a:extLst>
              </p:cNvPr>
              <p:cNvSpPr/>
              <p:nvPr/>
            </p:nvSpPr>
            <p:spPr>
              <a:xfrm>
                <a:off x="10840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89" name="타원 20088">
                <a:extLst>
                  <a:ext uri="{FF2B5EF4-FFF2-40B4-BE49-F238E27FC236}">
                    <a16:creationId xmlns:a16="http://schemas.microsoft.com/office/drawing/2014/main" id="{35107DB9-6161-4AC2-AACE-D6AA070A0788}"/>
                  </a:ext>
                </a:extLst>
              </p:cNvPr>
              <p:cNvSpPr/>
              <p:nvPr/>
            </p:nvSpPr>
            <p:spPr>
              <a:xfrm>
                <a:off x="12364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90" name="타원 20089">
                <a:extLst>
                  <a:ext uri="{FF2B5EF4-FFF2-40B4-BE49-F238E27FC236}">
                    <a16:creationId xmlns:a16="http://schemas.microsoft.com/office/drawing/2014/main" id="{8F90BE7C-F097-4EB1-90C3-A8A6DFD9E124}"/>
                  </a:ext>
                </a:extLst>
              </p:cNvPr>
              <p:cNvSpPr/>
              <p:nvPr/>
            </p:nvSpPr>
            <p:spPr>
              <a:xfrm>
                <a:off x="13888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91" name="타원 20090">
                <a:extLst>
                  <a:ext uri="{FF2B5EF4-FFF2-40B4-BE49-F238E27FC236}">
                    <a16:creationId xmlns:a16="http://schemas.microsoft.com/office/drawing/2014/main" id="{77171445-5E3C-4D41-9ED0-5CEFBAA53835}"/>
                  </a:ext>
                </a:extLst>
              </p:cNvPr>
              <p:cNvSpPr/>
              <p:nvPr/>
            </p:nvSpPr>
            <p:spPr>
              <a:xfrm>
                <a:off x="15412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92" name="타원 20091">
                <a:extLst>
                  <a:ext uri="{FF2B5EF4-FFF2-40B4-BE49-F238E27FC236}">
                    <a16:creationId xmlns:a16="http://schemas.microsoft.com/office/drawing/2014/main" id="{E39E28CA-D70A-442B-97A9-A810431EE3D6}"/>
                  </a:ext>
                </a:extLst>
              </p:cNvPr>
              <p:cNvSpPr/>
              <p:nvPr/>
            </p:nvSpPr>
            <p:spPr>
              <a:xfrm>
                <a:off x="16936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93" name="타원 20092">
                <a:extLst>
                  <a:ext uri="{FF2B5EF4-FFF2-40B4-BE49-F238E27FC236}">
                    <a16:creationId xmlns:a16="http://schemas.microsoft.com/office/drawing/2014/main" id="{DB212421-49E8-412D-A393-391DA94C027E}"/>
                  </a:ext>
                </a:extLst>
              </p:cNvPr>
              <p:cNvSpPr/>
              <p:nvPr/>
            </p:nvSpPr>
            <p:spPr>
              <a:xfrm>
                <a:off x="18460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94" name="타원 20093">
                <a:extLst>
                  <a:ext uri="{FF2B5EF4-FFF2-40B4-BE49-F238E27FC236}">
                    <a16:creationId xmlns:a16="http://schemas.microsoft.com/office/drawing/2014/main" id="{F62DDCE9-9B05-487D-BBAE-6AFF8F4A2084}"/>
                  </a:ext>
                </a:extLst>
              </p:cNvPr>
              <p:cNvSpPr/>
              <p:nvPr/>
            </p:nvSpPr>
            <p:spPr>
              <a:xfrm>
                <a:off x="19984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95" name="타원 20094">
                <a:extLst>
                  <a:ext uri="{FF2B5EF4-FFF2-40B4-BE49-F238E27FC236}">
                    <a16:creationId xmlns:a16="http://schemas.microsoft.com/office/drawing/2014/main" id="{C8964BA2-E8B5-41E4-82F4-C3E2B83BB532}"/>
                  </a:ext>
                </a:extLst>
              </p:cNvPr>
              <p:cNvSpPr/>
              <p:nvPr/>
            </p:nvSpPr>
            <p:spPr>
              <a:xfrm>
                <a:off x="21508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96" name="타원 20095">
                <a:extLst>
                  <a:ext uri="{FF2B5EF4-FFF2-40B4-BE49-F238E27FC236}">
                    <a16:creationId xmlns:a16="http://schemas.microsoft.com/office/drawing/2014/main" id="{F7BAB3D4-5FBD-4A76-8749-823AF5E66F76}"/>
                  </a:ext>
                </a:extLst>
              </p:cNvPr>
              <p:cNvSpPr/>
              <p:nvPr/>
            </p:nvSpPr>
            <p:spPr>
              <a:xfrm>
                <a:off x="23032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97" name="타원 20096">
                <a:extLst>
                  <a:ext uri="{FF2B5EF4-FFF2-40B4-BE49-F238E27FC236}">
                    <a16:creationId xmlns:a16="http://schemas.microsoft.com/office/drawing/2014/main" id="{76C37942-6C87-4E0F-B0AE-35013FE0A13B}"/>
                  </a:ext>
                </a:extLst>
              </p:cNvPr>
              <p:cNvSpPr/>
              <p:nvPr/>
            </p:nvSpPr>
            <p:spPr>
              <a:xfrm>
                <a:off x="24556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98" name="타원 20097">
                <a:extLst>
                  <a:ext uri="{FF2B5EF4-FFF2-40B4-BE49-F238E27FC236}">
                    <a16:creationId xmlns:a16="http://schemas.microsoft.com/office/drawing/2014/main" id="{E907BF8E-F6AA-4ED0-8431-EABC182D9020}"/>
                  </a:ext>
                </a:extLst>
              </p:cNvPr>
              <p:cNvSpPr/>
              <p:nvPr/>
            </p:nvSpPr>
            <p:spPr>
              <a:xfrm>
                <a:off x="26080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099" name="타원 20098">
                <a:extLst>
                  <a:ext uri="{FF2B5EF4-FFF2-40B4-BE49-F238E27FC236}">
                    <a16:creationId xmlns:a16="http://schemas.microsoft.com/office/drawing/2014/main" id="{668D4564-5B90-4732-AAA1-E2EB5DCD0366}"/>
                  </a:ext>
                </a:extLst>
              </p:cNvPr>
              <p:cNvSpPr/>
              <p:nvPr/>
            </p:nvSpPr>
            <p:spPr>
              <a:xfrm>
                <a:off x="27604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00" name="타원 20099">
                <a:extLst>
                  <a:ext uri="{FF2B5EF4-FFF2-40B4-BE49-F238E27FC236}">
                    <a16:creationId xmlns:a16="http://schemas.microsoft.com/office/drawing/2014/main" id="{1B2FD59B-EF0E-4DDF-8408-88D028859964}"/>
                  </a:ext>
                </a:extLst>
              </p:cNvPr>
              <p:cNvSpPr/>
              <p:nvPr/>
            </p:nvSpPr>
            <p:spPr>
              <a:xfrm>
                <a:off x="29128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01" name="타원 20100">
                <a:extLst>
                  <a:ext uri="{FF2B5EF4-FFF2-40B4-BE49-F238E27FC236}">
                    <a16:creationId xmlns:a16="http://schemas.microsoft.com/office/drawing/2014/main" id="{8194C05C-999D-41FB-9282-B66F0606F7C1}"/>
                  </a:ext>
                </a:extLst>
              </p:cNvPr>
              <p:cNvSpPr/>
              <p:nvPr/>
            </p:nvSpPr>
            <p:spPr>
              <a:xfrm>
                <a:off x="30652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02" name="타원 20101">
                <a:extLst>
                  <a:ext uri="{FF2B5EF4-FFF2-40B4-BE49-F238E27FC236}">
                    <a16:creationId xmlns:a16="http://schemas.microsoft.com/office/drawing/2014/main" id="{4F5AEAD5-1B6C-4CAA-802B-DB5F355D90EE}"/>
                  </a:ext>
                </a:extLst>
              </p:cNvPr>
              <p:cNvSpPr/>
              <p:nvPr/>
            </p:nvSpPr>
            <p:spPr>
              <a:xfrm>
                <a:off x="32176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03" name="타원 20102">
                <a:extLst>
                  <a:ext uri="{FF2B5EF4-FFF2-40B4-BE49-F238E27FC236}">
                    <a16:creationId xmlns:a16="http://schemas.microsoft.com/office/drawing/2014/main" id="{D8B48F94-3624-406A-A7E2-0A3C27A496D6}"/>
                  </a:ext>
                </a:extLst>
              </p:cNvPr>
              <p:cNvSpPr/>
              <p:nvPr/>
            </p:nvSpPr>
            <p:spPr>
              <a:xfrm>
                <a:off x="33700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04" name="타원 20103">
                <a:extLst>
                  <a:ext uri="{FF2B5EF4-FFF2-40B4-BE49-F238E27FC236}">
                    <a16:creationId xmlns:a16="http://schemas.microsoft.com/office/drawing/2014/main" id="{A9A498CC-0784-42AF-9E7E-5116ABF9B50F}"/>
                  </a:ext>
                </a:extLst>
              </p:cNvPr>
              <p:cNvSpPr/>
              <p:nvPr/>
            </p:nvSpPr>
            <p:spPr>
              <a:xfrm>
                <a:off x="35224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05" name="타원 20104">
                <a:extLst>
                  <a:ext uri="{FF2B5EF4-FFF2-40B4-BE49-F238E27FC236}">
                    <a16:creationId xmlns:a16="http://schemas.microsoft.com/office/drawing/2014/main" id="{AD7A1D55-C4AA-4018-9784-EB5048C244B3}"/>
                  </a:ext>
                </a:extLst>
              </p:cNvPr>
              <p:cNvSpPr/>
              <p:nvPr/>
            </p:nvSpPr>
            <p:spPr>
              <a:xfrm>
                <a:off x="36748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06" name="타원 20105">
                <a:extLst>
                  <a:ext uri="{FF2B5EF4-FFF2-40B4-BE49-F238E27FC236}">
                    <a16:creationId xmlns:a16="http://schemas.microsoft.com/office/drawing/2014/main" id="{DD097620-790D-44A4-9B11-281DAA862CCE}"/>
                  </a:ext>
                </a:extLst>
              </p:cNvPr>
              <p:cNvSpPr/>
              <p:nvPr/>
            </p:nvSpPr>
            <p:spPr>
              <a:xfrm>
                <a:off x="38272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07" name="타원 20106">
                <a:extLst>
                  <a:ext uri="{FF2B5EF4-FFF2-40B4-BE49-F238E27FC236}">
                    <a16:creationId xmlns:a16="http://schemas.microsoft.com/office/drawing/2014/main" id="{7AB56FAB-4D79-4CF3-8572-A5553C751198}"/>
                  </a:ext>
                </a:extLst>
              </p:cNvPr>
              <p:cNvSpPr/>
              <p:nvPr/>
            </p:nvSpPr>
            <p:spPr>
              <a:xfrm>
                <a:off x="39796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08" name="타원 20107">
                <a:extLst>
                  <a:ext uri="{FF2B5EF4-FFF2-40B4-BE49-F238E27FC236}">
                    <a16:creationId xmlns:a16="http://schemas.microsoft.com/office/drawing/2014/main" id="{5C8748E0-2321-45C9-BEBF-D97C10400C98}"/>
                  </a:ext>
                </a:extLst>
              </p:cNvPr>
              <p:cNvSpPr/>
              <p:nvPr/>
            </p:nvSpPr>
            <p:spPr>
              <a:xfrm>
                <a:off x="41320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09" name="타원 20108">
                <a:extLst>
                  <a:ext uri="{FF2B5EF4-FFF2-40B4-BE49-F238E27FC236}">
                    <a16:creationId xmlns:a16="http://schemas.microsoft.com/office/drawing/2014/main" id="{300B4326-BA55-4350-B50F-3B8809B55705}"/>
                  </a:ext>
                </a:extLst>
              </p:cNvPr>
              <p:cNvSpPr/>
              <p:nvPr/>
            </p:nvSpPr>
            <p:spPr>
              <a:xfrm>
                <a:off x="42844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10" name="타원 20109">
                <a:extLst>
                  <a:ext uri="{FF2B5EF4-FFF2-40B4-BE49-F238E27FC236}">
                    <a16:creationId xmlns:a16="http://schemas.microsoft.com/office/drawing/2014/main" id="{C82A99DB-53F1-475A-B572-E131CD07A546}"/>
                  </a:ext>
                </a:extLst>
              </p:cNvPr>
              <p:cNvSpPr/>
              <p:nvPr/>
            </p:nvSpPr>
            <p:spPr>
              <a:xfrm>
                <a:off x="44368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11" name="타원 20110">
                <a:extLst>
                  <a:ext uri="{FF2B5EF4-FFF2-40B4-BE49-F238E27FC236}">
                    <a16:creationId xmlns:a16="http://schemas.microsoft.com/office/drawing/2014/main" id="{EB22DC95-AF3D-4E73-BABF-4A984ADB8352}"/>
                  </a:ext>
                </a:extLst>
              </p:cNvPr>
              <p:cNvSpPr/>
              <p:nvPr/>
            </p:nvSpPr>
            <p:spPr>
              <a:xfrm>
                <a:off x="45892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12" name="타원 20111">
                <a:extLst>
                  <a:ext uri="{FF2B5EF4-FFF2-40B4-BE49-F238E27FC236}">
                    <a16:creationId xmlns:a16="http://schemas.microsoft.com/office/drawing/2014/main" id="{796DCC82-3B23-41B9-B3D0-58037D7CE0D8}"/>
                  </a:ext>
                </a:extLst>
              </p:cNvPr>
              <p:cNvSpPr/>
              <p:nvPr/>
            </p:nvSpPr>
            <p:spPr>
              <a:xfrm>
                <a:off x="47416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13" name="타원 20112">
                <a:extLst>
                  <a:ext uri="{FF2B5EF4-FFF2-40B4-BE49-F238E27FC236}">
                    <a16:creationId xmlns:a16="http://schemas.microsoft.com/office/drawing/2014/main" id="{19C893AA-D180-4FC4-8F23-339AF59DEB82}"/>
                  </a:ext>
                </a:extLst>
              </p:cNvPr>
              <p:cNvSpPr/>
              <p:nvPr/>
            </p:nvSpPr>
            <p:spPr>
              <a:xfrm>
                <a:off x="48940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14" name="타원 20113">
                <a:extLst>
                  <a:ext uri="{FF2B5EF4-FFF2-40B4-BE49-F238E27FC236}">
                    <a16:creationId xmlns:a16="http://schemas.microsoft.com/office/drawing/2014/main" id="{F94A6817-B40E-4E23-ABEB-2B564E7F3FEF}"/>
                  </a:ext>
                </a:extLst>
              </p:cNvPr>
              <p:cNvSpPr/>
              <p:nvPr/>
            </p:nvSpPr>
            <p:spPr>
              <a:xfrm>
                <a:off x="50464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15" name="타원 20114">
                <a:extLst>
                  <a:ext uri="{FF2B5EF4-FFF2-40B4-BE49-F238E27FC236}">
                    <a16:creationId xmlns:a16="http://schemas.microsoft.com/office/drawing/2014/main" id="{26ED7CB5-D2B5-45D1-9B78-1873326E7B9D}"/>
                  </a:ext>
                </a:extLst>
              </p:cNvPr>
              <p:cNvSpPr/>
              <p:nvPr/>
            </p:nvSpPr>
            <p:spPr>
              <a:xfrm>
                <a:off x="51988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16" name="타원 20115">
                <a:extLst>
                  <a:ext uri="{FF2B5EF4-FFF2-40B4-BE49-F238E27FC236}">
                    <a16:creationId xmlns:a16="http://schemas.microsoft.com/office/drawing/2014/main" id="{CA1D8590-B73F-47FC-AFD3-5A93C704C0DA}"/>
                  </a:ext>
                </a:extLst>
              </p:cNvPr>
              <p:cNvSpPr/>
              <p:nvPr/>
            </p:nvSpPr>
            <p:spPr>
              <a:xfrm>
                <a:off x="53512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17" name="타원 20116">
                <a:extLst>
                  <a:ext uri="{FF2B5EF4-FFF2-40B4-BE49-F238E27FC236}">
                    <a16:creationId xmlns:a16="http://schemas.microsoft.com/office/drawing/2014/main" id="{CBF1342C-421E-48D5-83A4-931CC405C9FA}"/>
                  </a:ext>
                </a:extLst>
              </p:cNvPr>
              <p:cNvSpPr/>
              <p:nvPr/>
            </p:nvSpPr>
            <p:spPr>
              <a:xfrm>
                <a:off x="55036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18" name="타원 20117">
                <a:extLst>
                  <a:ext uri="{FF2B5EF4-FFF2-40B4-BE49-F238E27FC236}">
                    <a16:creationId xmlns:a16="http://schemas.microsoft.com/office/drawing/2014/main" id="{E1F4B664-851D-4B55-96AE-F8D783D818D5}"/>
                  </a:ext>
                </a:extLst>
              </p:cNvPr>
              <p:cNvSpPr/>
              <p:nvPr/>
            </p:nvSpPr>
            <p:spPr>
              <a:xfrm>
                <a:off x="5656026" y="5251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19" name="타원 20118">
                <a:extLst>
                  <a:ext uri="{FF2B5EF4-FFF2-40B4-BE49-F238E27FC236}">
                    <a16:creationId xmlns:a16="http://schemas.microsoft.com/office/drawing/2014/main" id="{5EA4DC4C-0D39-445A-A4CE-BE70F7A6A42F}"/>
                  </a:ext>
                </a:extLst>
              </p:cNvPr>
              <p:cNvSpPr/>
              <p:nvPr/>
            </p:nvSpPr>
            <p:spPr>
              <a:xfrm>
                <a:off x="3220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20" name="타원 20119">
                <a:extLst>
                  <a:ext uri="{FF2B5EF4-FFF2-40B4-BE49-F238E27FC236}">
                    <a16:creationId xmlns:a16="http://schemas.microsoft.com/office/drawing/2014/main" id="{D41D56E6-0CDA-4BFB-B7F9-9418CC2F3009}"/>
                  </a:ext>
                </a:extLst>
              </p:cNvPr>
              <p:cNvSpPr/>
              <p:nvPr/>
            </p:nvSpPr>
            <p:spPr>
              <a:xfrm>
                <a:off x="4744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21" name="타원 20120">
                <a:extLst>
                  <a:ext uri="{FF2B5EF4-FFF2-40B4-BE49-F238E27FC236}">
                    <a16:creationId xmlns:a16="http://schemas.microsoft.com/office/drawing/2014/main" id="{7C3BA6E4-6151-46F0-ADB4-63658A2CA628}"/>
                  </a:ext>
                </a:extLst>
              </p:cNvPr>
              <p:cNvSpPr/>
              <p:nvPr/>
            </p:nvSpPr>
            <p:spPr>
              <a:xfrm>
                <a:off x="6268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22" name="타원 20121">
                <a:extLst>
                  <a:ext uri="{FF2B5EF4-FFF2-40B4-BE49-F238E27FC236}">
                    <a16:creationId xmlns:a16="http://schemas.microsoft.com/office/drawing/2014/main" id="{C5CB9F84-779A-4899-8E0C-C228005956B6}"/>
                  </a:ext>
                </a:extLst>
              </p:cNvPr>
              <p:cNvSpPr/>
              <p:nvPr/>
            </p:nvSpPr>
            <p:spPr>
              <a:xfrm>
                <a:off x="7792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23" name="타원 20122">
                <a:extLst>
                  <a:ext uri="{FF2B5EF4-FFF2-40B4-BE49-F238E27FC236}">
                    <a16:creationId xmlns:a16="http://schemas.microsoft.com/office/drawing/2014/main" id="{1C08A90A-E16C-4DF4-834E-823BEBABFA0F}"/>
                  </a:ext>
                </a:extLst>
              </p:cNvPr>
              <p:cNvSpPr/>
              <p:nvPr/>
            </p:nvSpPr>
            <p:spPr>
              <a:xfrm>
                <a:off x="9316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24" name="타원 20123">
                <a:extLst>
                  <a:ext uri="{FF2B5EF4-FFF2-40B4-BE49-F238E27FC236}">
                    <a16:creationId xmlns:a16="http://schemas.microsoft.com/office/drawing/2014/main" id="{7336C1C5-A390-4AE4-8CCD-642BF53CA1D4}"/>
                  </a:ext>
                </a:extLst>
              </p:cNvPr>
              <p:cNvSpPr/>
              <p:nvPr/>
            </p:nvSpPr>
            <p:spPr>
              <a:xfrm>
                <a:off x="10840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25" name="타원 20124">
                <a:extLst>
                  <a:ext uri="{FF2B5EF4-FFF2-40B4-BE49-F238E27FC236}">
                    <a16:creationId xmlns:a16="http://schemas.microsoft.com/office/drawing/2014/main" id="{28AE144F-8D2B-485D-91E2-F0B091B16D0C}"/>
                  </a:ext>
                </a:extLst>
              </p:cNvPr>
              <p:cNvSpPr/>
              <p:nvPr/>
            </p:nvSpPr>
            <p:spPr>
              <a:xfrm>
                <a:off x="12364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26" name="타원 20125">
                <a:extLst>
                  <a:ext uri="{FF2B5EF4-FFF2-40B4-BE49-F238E27FC236}">
                    <a16:creationId xmlns:a16="http://schemas.microsoft.com/office/drawing/2014/main" id="{3A8222DA-531E-4E4F-8ED0-D859474952E8}"/>
                  </a:ext>
                </a:extLst>
              </p:cNvPr>
              <p:cNvSpPr/>
              <p:nvPr/>
            </p:nvSpPr>
            <p:spPr>
              <a:xfrm>
                <a:off x="13888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27" name="타원 20126">
                <a:extLst>
                  <a:ext uri="{FF2B5EF4-FFF2-40B4-BE49-F238E27FC236}">
                    <a16:creationId xmlns:a16="http://schemas.microsoft.com/office/drawing/2014/main" id="{E93AB199-4497-40F4-A5A8-C8B15EED251F}"/>
                  </a:ext>
                </a:extLst>
              </p:cNvPr>
              <p:cNvSpPr/>
              <p:nvPr/>
            </p:nvSpPr>
            <p:spPr>
              <a:xfrm>
                <a:off x="15412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28" name="타원 20127">
                <a:extLst>
                  <a:ext uri="{FF2B5EF4-FFF2-40B4-BE49-F238E27FC236}">
                    <a16:creationId xmlns:a16="http://schemas.microsoft.com/office/drawing/2014/main" id="{100FF43A-3558-4246-B07E-A9EE59702B1A}"/>
                  </a:ext>
                </a:extLst>
              </p:cNvPr>
              <p:cNvSpPr/>
              <p:nvPr/>
            </p:nvSpPr>
            <p:spPr>
              <a:xfrm>
                <a:off x="16936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29" name="타원 20128">
                <a:extLst>
                  <a:ext uri="{FF2B5EF4-FFF2-40B4-BE49-F238E27FC236}">
                    <a16:creationId xmlns:a16="http://schemas.microsoft.com/office/drawing/2014/main" id="{94F9B6A6-9150-4442-91D4-452F2F0EFCED}"/>
                  </a:ext>
                </a:extLst>
              </p:cNvPr>
              <p:cNvSpPr/>
              <p:nvPr/>
            </p:nvSpPr>
            <p:spPr>
              <a:xfrm>
                <a:off x="18460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30" name="타원 20129">
                <a:extLst>
                  <a:ext uri="{FF2B5EF4-FFF2-40B4-BE49-F238E27FC236}">
                    <a16:creationId xmlns:a16="http://schemas.microsoft.com/office/drawing/2014/main" id="{7459672F-FA03-4BA8-B248-202633BA8E97}"/>
                  </a:ext>
                </a:extLst>
              </p:cNvPr>
              <p:cNvSpPr/>
              <p:nvPr/>
            </p:nvSpPr>
            <p:spPr>
              <a:xfrm>
                <a:off x="19984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31" name="타원 20130">
                <a:extLst>
                  <a:ext uri="{FF2B5EF4-FFF2-40B4-BE49-F238E27FC236}">
                    <a16:creationId xmlns:a16="http://schemas.microsoft.com/office/drawing/2014/main" id="{9D497839-D4B5-481A-81AC-F1BCD6580F02}"/>
                  </a:ext>
                </a:extLst>
              </p:cNvPr>
              <p:cNvSpPr/>
              <p:nvPr/>
            </p:nvSpPr>
            <p:spPr>
              <a:xfrm>
                <a:off x="21508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32" name="타원 20131">
                <a:extLst>
                  <a:ext uri="{FF2B5EF4-FFF2-40B4-BE49-F238E27FC236}">
                    <a16:creationId xmlns:a16="http://schemas.microsoft.com/office/drawing/2014/main" id="{432CAE1D-CB69-4A1E-BE94-8822B9605B92}"/>
                  </a:ext>
                </a:extLst>
              </p:cNvPr>
              <p:cNvSpPr/>
              <p:nvPr/>
            </p:nvSpPr>
            <p:spPr>
              <a:xfrm>
                <a:off x="23032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33" name="타원 20132">
                <a:extLst>
                  <a:ext uri="{FF2B5EF4-FFF2-40B4-BE49-F238E27FC236}">
                    <a16:creationId xmlns:a16="http://schemas.microsoft.com/office/drawing/2014/main" id="{276F95BF-D423-46D2-B769-DF154B137391}"/>
                  </a:ext>
                </a:extLst>
              </p:cNvPr>
              <p:cNvSpPr/>
              <p:nvPr/>
            </p:nvSpPr>
            <p:spPr>
              <a:xfrm>
                <a:off x="24556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34" name="타원 20133">
                <a:extLst>
                  <a:ext uri="{FF2B5EF4-FFF2-40B4-BE49-F238E27FC236}">
                    <a16:creationId xmlns:a16="http://schemas.microsoft.com/office/drawing/2014/main" id="{4BD70771-E5ED-4E5B-BCDE-25707A4BF38B}"/>
                  </a:ext>
                </a:extLst>
              </p:cNvPr>
              <p:cNvSpPr/>
              <p:nvPr/>
            </p:nvSpPr>
            <p:spPr>
              <a:xfrm>
                <a:off x="26080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35" name="타원 20134">
                <a:extLst>
                  <a:ext uri="{FF2B5EF4-FFF2-40B4-BE49-F238E27FC236}">
                    <a16:creationId xmlns:a16="http://schemas.microsoft.com/office/drawing/2014/main" id="{6AF0C24E-6F53-4A75-8FAE-FE54B413EE3F}"/>
                  </a:ext>
                </a:extLst>
              </p:cNvPr>
              <p:cNvSpPr/>
              <p:nvPr/>
            </p:nvSpPr>
            <p:spPr>
              <a:xfrm>
                <a:off x="27604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36" name="타원 20135">
                <a:extLst>
                  <a:ext uri="{FF2B5EF4-FFF2-40B4-BE49-F238E27FC236}">
                    <a16:creationId xmlns:a16="http://schemas.microsoft.com/office/drawing/2014/main" id="{FFF7ECDA-213F-42F5-A637-CA6C1357E7BB}"/>
                  </a:ext>
                </a:extLst>
              </p:cNvPr>
              <p:cNvSpPr/>
              <p:nvPr/>
            </p:nvSpPr>
            <p:spPr>
              <a:xfrm>
                <a:off x="29128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37" name="타원 20136">
                <a:extLst>
                  <a:ext uri="{FF2B5EF4-FFF2-40B4-BE49-F238E27FC236}">
                    <a16:creationId xmlns:a16="http://schemas.microsoft.com/office/drawing/2014/main" id="{35874E37-06D0-412E-BC69-5D9808CF1431}"/>
                  </a:ext>
                </a:extLst>
              </p:cNvPr>
              <p:cNvSpPr/>
              <p:nvPr/>
            </p:nvSpPr>
            <p:spPr>
              <a:xfrm>
                <a:off x="30652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38" name="타원 20137">
                <a:extLst>
                  <a:ext uri="{FF2B5EF4-FFF2-40B4-BE49-F238E27FC236}">
                    <a16:creationId xmlns:a16="http://schemas.microsoft.com/office/drawing/2014/main" id="{C8308388-3A2A-43D3-9E03-9A494749E305}"/>
                  </a:ext>
                </a:extLst>
              </p:cNvPr>
              <p:cNvSpPr/>
              <p:nvPr/>
            </p:nvSpPr>
            <p:spPr>
              <a:xfrm>
                <a:off x="32176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39" name="타원 20138">
                <a:extLst>
                  <a:ext uri="{FF2B5EF4-FFF2-40B4-BE49-F238E27FC236}">
                    <a16:creationId xmlns:a16="http://schemas.microsoft.com/office/drawing/2014/main" id="{18E9FE9C-C844-419C-AA67-E787F2DD193A}"/>
                  </a:ext>
                </a:extLst>
              </p:cNvPr>
              <p:cNvSpPr/>
              <p:nvPr/>
            </p:nvSpPr>
            <p:spPr>
              <a:xfrm>
                <a:off x="33700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40" name="타원 20139">
                <a:extLst>
                  <a:ext uri="{FF2B5EF4-FFF2-40B4-BE49-F238E27FC236}">
                    <a16:creationId xmlns:a16="http://schemas.microsoft.com/office/drawing/2014/main" id="{747A6542-337A-4476-8344-8C2E6C5BE9B3}"/>
                  </a:ext>
                </a:extLst>
              </p:cNvPr>
              <p:cNvSpPr/>
              <p:nvPr/>
            </p:nvSpPr>
            <p:spPr>
              <a:xfrm>
                <a:off x="35224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41" name="타원 20140">
                <a:extLst>
                  <a:ext uri="{FF2B5EF4-FFF2-40B4-BE49-F238E27FC236}">
                    <a16:creationId xmlns:a16="http://schemas.microsoft.com/office/drawing/2014/main" id="{234CCA96-4E46-44E1-9373-46156EEB08E1}"/>
                  </a:ext>
                </a:extLst>
              </p:cNvPr>
              <p:cNvSpPr/>
              <p:nvPr/>
            </p:nvSpPr>
            <p:spPr>
              <a:xfrm>
                <a:off x="36748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42" name="타원 20141">
                <a:extLst>
                  <a:ext uri="{FF2B5EF4-FFF2-40B4-BE49-F238E27FC236}">
                    <a16:creationId xmlns:a16="http://schemas.microsoft.com/office/drawing/2014/main" id="{E080F4D6-B607-485F-A29C-6BEE85A8CFD6}"/>
                  </a:ext>
                </a:extLst>
              </p:cNvPr>
              <p:cNvSpPr/>
              <p:nvPr/>
            </p:nvSpPr>
            <p:spPr>
              <a:xfrm>
                <a:off x="38272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43" name="타원 20142">
                <a:extLst>
                  <a:ext uri="{FF2B5EF4-FFF2-40B4-BE49-F238E27FC236}">
                    <a16:creationId xmlns:a16="http://schemas.microsoft.com/office/drawing/2014/main" id="{80F60F15-4F46-4459-88FE-3A45DC3AF896}"/>
                  </a:ext>
                </a:extLst>
              </p:cNvPr>
              <p:cNvSpPr/>
              <p:nvPr/>
            </p:nvSpPr>
            <p:spPr>
              <a:xfrm>
                <a:off x="39796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44" name="타원 20143">
                <a:extLst>
                  <a:ext uri="{FF2B5EF4-FFF2-40B4-BE49-F238E27FC236}">
                    <a16:creationId xmlns:a16="http://schemas.microsoft.com/office/drawing/2014/main" id="{4EAE6C32-6690-4A21-B5D9-856B58A6E62F}"/>
                  </a:ext>
                </a:extLst>
              </p:cNvPr>
              <p:cNvSpPr/>
              <p:nvPr/>
            </p:nvSpPr>
            <p:spPr>
              <a:xfrm>
                <a:off x="41320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45" name="타원 20144">
                <a:extLst>
                  <a:ext uri="{FF2B5EF4-FFF2-40B4-BE49-F238E27FC236}">
                    <a16:creationId xmlns:a16="http://schemas.microsoft.com/office/drawing/2014/main" id="{E35E0F18-D709-45EB-912B-BD21B3C4EFC2}"/>
                  </a:ext>
                </a:extLst>
              </p:cNvPr>
              <p:cNvSpPr/>
              <p:nvPr/>
            </p:nvSpPr>
            <p:spPr>
              <a:xfrm>
                <a:off x="42844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46" name="타원 20145">
                <a:extLst>
                  <a:ext uri="{FF2B5EF4-FFF2-40B4-BE49-F238E27FC236}">
                    <a16:creationId xmlns:a16="http://schemas.microsoft.com/office/drawing/2014/main" id="{036492D0-0D63-4A46-8B77-2A2861C1FAD0}"/>
                  </a:ext>
                </a:extLst>
              </p:cNvPr>
              <p:cNvSpPr/>
              <p:nvPr/>
            </p:nvSpPr>
            <p:spPr>
              <a:xfrm>
                <a:off x="44368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47" name="타원 20146">
                <a:extLst>
                  <a:ext uri="{FF2B5EF4-FFF2-40B4-BE49-F238E27FC236}">
                    <a16:creationId xmlns:a16="http://schemas.microsoft.com/office/drawing/2014/main" id="{0B9FAE27-F297-4102-AFE9-342C37B59E02}"/>
                  </a:ext>
                </a:extLst>
              </p:cNvPr>
              <p:cNvSpPr/>
              <p:nvPr/>
            </p:nvSpPr>
            <p:spPr>
              <a:xfrm>
                <a:off x="45892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48" name="타원 20147">
                <a:extLst>
                  <a:ext uri="{FF2B5EF4-FFF2-40B4-BE49-F238E27FC236}">
                    <a16:creationId xmlns:a16="http://schemas.microsoft.com/office/drawing/2014/main" id="{76646E74-3A4E-4592-A1FE-D89763A77660}"/>
                  </a:ext>
                </a:extLst>
              </p:cNvPr>
              <p:cNvSpPr/>
              <p:nvPr/>
            </p:nvSpPr>
            <p:spPr>
              <a:xfrm>
                <a:off x="47416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49" name="타원 20148">
                <a:extLst>
                  <a:ext uri="{FF2B5EF4-FFF2-40B4-BE49-F238E27FC236}">
                    <a16:creationId xmlns:a16="http://schemas.microsoft.com/office/drawing/2014/main" id="{20C21D12-AF9C-4593-8EDE-2DAAE75E08D1}"/>
                  </a:ext>
                </a:extLst>
              </p:cNvPr>
              <p:cNvSpPr/>
              <p:nvPr/>
            </p:nvSpPr>
            <p:spPr>
              <a:xfrm>
                <a:off x="48940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50" name="타원 20149">
                <a:extLst>
                  <a:ext uri="{FF2B5EF4-FFF2-40B4-BE49-F238E27FC236}">
                    <a16:creationId xmlns:a16="http://schemas.microsoft.com/office/drawing/2014/main" id="{45536E58-13FF-458F-9154-274673925D85}"/>
                  </a:ext>
                </a:extLst>
              </p:cNvPr>
              <p:cNvSpPr/>
              <p:nvPr/>
            </p:nvSpPr>
            <p:spPr>
              <a:xfrm>
                <a:off x="50464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51" name="타원 20150">
                <a:extLst>
                  <a:ext uri="{FF2B5EF4-FFF2-40B4-BE49-F238E27FC236}">
                    <a16:creationId xmlns:a16="http://schemas.microsoft.com/office/drawing/2014/main" id="{25ADB08D-0957-437A-B3E4-AD0DCE657699}"/>
                  </a:ext>
                </a:extLst>
              </p:cNvPr>
              <p:cNvSpPr/>
              <p:nvPr/>
            </p:nvSpPr>
            <p:spPr>
              <a:xfrm>
                <a:off x="51988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52" name="타원 20151">
                <a:extLst>
                  <a:ext uri="{FF2B5EF4-FFF2-40B4-BE49-F238E27FC236}">
                    <a16:creationId xmlns:a16="http://schemas.microsoft.com/office/drawing/2014/main" id="{94A91D05-A8AE-4B1B-957F-F8129206B770}"/>
                  </a:ext>
                </a:extLst>
              </p:cNvPr>
              <p:cNvSpPr/>
              <p:nvPr/>
            </p:nvSpPr>
            <p:spPr>
              <a:xfrm>
                <a:off x="53512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53" name="타원 20152">
                <a:extLst>
                  <a:ext uri="{FF2B5EF4-FFF2-40B4-BE49-F238E27FC236}">
                    <a16:creationId xmlns:a16="http://schemas.microsoft.com/office/drawing/2014/main" id="{0DAE9C93-97D7-4D31-A574-938622E1DE92}"/>
                  </a:ext>
                </a:extLst>
              </p:cNvPr>
              <p:cNvSpPr/>
              <p:nvPr/>
            </p:nvSpPr>
            <p:spPr>
              <a:xfrm>
                <a:off x="55036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54" name="타원 20153">
                <a:extLst>
                  <a:ext uri="{FF2B5EF4-FFF2-40B4-BE49-F238E27FC236}">
                    <a16:creationId xmlns:a16="http://schemas.microsoft.com/office/drawing/2014/main" id="{F6FE26EA-1681-412B-BFFB-46F138E13280}"/>
                  </a:ext>
                </a:extLst>
              </p:cNvPr>
              <p:cNvSpPr/>
              <p:nvPr/>
            </p:nvSpPr>
            <p:spPr>
              <a:xfrm>
                <a:off x="5656026" y="5403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55" name="타원 20154">
                <a:extLst>
                  <a:ext uri="{FF2B5EF4-FFF2-40B4-BE49-F238E27FC236}">
                    <a16:creationId xmlns:a16="http://schemas.microsoft.com/office/drawing/2014/main" id="{8E76E41B-0B99-48CA-B9C1-226E713410B0}"/>
                  </a:ext>
                </a:extLst>
              </p:cNvPr>
              <p:cNvSpPr/>
              <p:nvPr/>
            </p:nvSpPr>
            <p:spPr>
              <a:xfrm>
                <a:off x="3220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56" name="타원 20155">
                <a:extLst>
                  <a:ext uri="{FF2B5EF4-FFF2-40B4-BE49-F238E27FC236}">
                    <a16:creationId xmlns:a16="http://schemas.microsoft.com/office/drawing/2014/main" id="{6C069030-ADCF-4652-979D-F4D8A063C92B}"/>
                  </a:ext>
                </a:extLst>
              </p:cNvPr>
              <p:cNvSpPr/>
              <p:nvPr/>
            </p:nvSpPr>
            <p:spPr>
              <a:xfrm>
                <a:off x="4744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57" name="타원 20156">
                <a:extLst>
                  <a:ext uri="{FF2B5EF4-FFF2-40B4-BE49-F238E27FC236}">
                    <a16:creationId xmlns:a16="http://schemas.microsoft.com/office/drawing/2014/main" id="{3ABD468F-4BD2-4AE5-8B56-A8147E5B3387}"/>
                  </a:ext>
                </a:extLst>
              </p:cNvPr>
              <p:cNvSpPr/>
              <p:nvPr/>
            </p:nvSpPr>
            <p:spPr>
              <a:xfrm>
                <a:off x="6268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58" name="타원 20157">
                <a:extLst>
                  <a:ext uri="{FF2B5EF4-FFF2-40B4-BE49-F238E27FC236}">
                    <a16:creationId xmlns:a16="http://schemas.microsoft.com/office/drawing/2014/main" id="{77A41CAF-985A-4C8B-86C6-86723A91B651}"/>
                  </a:ext>
                </a:extLst>
              </p:cNvPr>
              <p:cNvSpPr/>
              <p:nvPr/>
            </p:nvSpPr>
            <p:spPr>
              <a:xfrm>
                <a:off x="7792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59" name="타원 20158">
                <a:extLst>
                  <a:ext uri="{FF2B5EF4-FFF2-40B4-BE49-F238E27FC236}">
                    <a16:creationId xmlns:a16="http://schemas.microsoft.com/office/drawing/2014/main" id="{FA1520C7-7946-4249-BE63-247A1370B0C3}"/>
                  </a:ext>
                </a:extLst>
              </p:cNvPr>
              <p:cNvSpPr/>
              <p:nvPr/>
            </p:nvSpPr>
            <p:spPr>
              <a:xfrm>
                <a:off x="9316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60" name="타원 20159">
                <a:extLst>
                  <a:ext uri="{FF2B5EF4-FFF2-40B4-BE49-F238E27FC236}">
                    <a16:creationId xmlns:a16="http://schemas.microsoft.com/office/drawing/2014/main" id="{A91D1D12-704F-475F-AEE3-650137D0F074}"/>
                  </a:ext>
                </a:extLst>
              </p:cNvPr>
              <p:cNvSpPr/>
              <p:nvPr/>
            </p:nvSpPr>
            <p:spPr>
              <a:xfrm>
                <a:off x="10840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61" name="타원 20160">
                <a:extLst>
                  <a:ext uri="{FF2B5EF4-FFF2-40B4-BE49-F238E27FC236}">
                    <a16:creationId xmlns:a16="http://schemas.microsoft.com/office/drawing/2014/main" id="{9A3B0864-A873-4D87-A632-19378A53102E}"/>
                  </a:ext>
                </a:extLst>
              </p:cNvPr>
              <p:cNvSpPr/>
              <p:nvPr/>
            </p:nvSpPr>
            <p:spPr>
              <a:xfrm>
                <a:off x="12364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62" name="타원 20161">
                <a:extLst>
                  <a:ext uri="{FF2B5EF4-FFF2-40B4-BE49-F238E27FC236}">
                    <a16:creationId xmlns:a16="http://schemas.microsoft.com/office/drawing/2014/main" id="{8775DEF3-80DC-4DAB-A8D2-CE3F810DB04C}"/>
                  </a:ext>
                </a:extLst>
              </p:cNvPr>
              <p:cNvSpPr/>
              <p:nvPr/>
            </p:nvSpPr>
            <p:spPr>
              <a:xfrm>
                <a:off x="13888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63" name="타원 20162">
                <a:extLst>
                  <a:ext uri="{FF2B5EF4-FFF2-40B4-BE49-F238E27FC236}">
                    <a16:creationId xmlns:a16="http://schemas.microsoft.com/office/drawing/2014/main" id="{3F8F2D7D-F18C-4328-8230-D1443BB3F8D8}"/>
                  </a:ext>
                </a:extLst>
              </p:cNvPr>
              <p:cNvSpPr/>
              <p:nvPr/>
            </p:nvSpPr>
            <p:spPr>
              <a:xfrm>
                <a:off x="15412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64" name="타원 20163">
                <a:extLst>
                  <a:ext uri="{FF2B5EF4-FFF2-40B4-BE49-F238E27FC236}">
                    <a16:creationId xmlns:a16="http://schemas.microsoft.com/office/drawing/2014/main" id="{ADAB3A14-D2F1-48E0-B1CA-C5A8E56EDD9C}"/>
                  </a:ext>
                </a:extLst>
              </p:cNvPr>
              <p:cNvSpPr/>
              <p:nvPr/>
            </p:nvSpPr>
            <p:spPr>
              <a:xfrm>
                <a:off x="16936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65" name="타원 20164">
                <a:extLst>
                  <a:ext uri="{FF2B5EF4-FFF2-40B4-BE49-F238E27FC236}">
                    <a16:creationId xmlns:a16="http://schemas.microsoft.com/office/drawing/2014/main" id="{244FE769-4217-4EB7-98E7-56E1FC491299}"/>
                  </a:ext>
                </a:extLst>
              </p:cNvPr>
              <p:cNvSpPr/>
              <p:nvPr/>
            </p:nvSpPr>
            <p:spPr>
              <a:xfrm>
                <a:off x="18460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66" name="타원 20165">
                <a:extLst>
                  <a:ext uri="{FF2B5EF4-FFF2-40B4-BE49-F238E27FC236}">
                    <a16:creationId xmlns:a16="http://schemas.microsoft.com/office/drawing/2014/main" id="{749D2F5D-117B-49D3-93EA-BAEF358B0BFA}"/>
                  </a:ext>
                </a:extLst>
              </p:cNvPr>
              <p:cNvSpPr/>
              <p:nvPr/>
            </p:nvSpPr>
            <p:spPr>
              <a:xfrm>
                <a:off x="19984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67" name="타원 20166">
                <a:extLst>
                  <a:ext uri="{FF2B5EF4-FFF2-40B4-BE49-F238E27FC236}">
                    <a16:creationId xmlns:a16="http://schemas.microsoft.com/office/drawing/2014/main" id="{E34EFB97-F609-4E70-ACE4-4D6DA4386A9D}"/>
                  </a:ext>
                </a:extLst>
              </p:cNvPr>
              <p:cNvSpPr/>
              <p:nvPr/>
            </p:nvSpPr>
            <p:spPr>
              <a:xfrm>
                <a:off x="21508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68" name="타원 20167">
                <a:extLst>
                  <a:ext uri="{FF2B5EF4-FFF2-40B4-BE49-F238E27FC236}">
                    <a16:creationId xmlns:a16="http://schemas.microsoft.com/office/drawing/2014/main" id="{10D77171-3F8D-4BD5-80BA-932A3FCC5081}"/>
                  </a:ext>
                </a:extLst>
              </p:cNvPr>
              <p:cNvSpPr/>
              <p:nvPr/>
            </p:nvSpPr>
            <p:spPr>
              <a:xfrm>
                <a:off x="23032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69" name="타원 20168">
                <a:extLst>
                  <a:ext uri="{FF2B5EF4-FFF2-40B4-BE49-F238E27FC236}">
                    <a16:creationId xmlns:a16="http://schemas.microsoft.com/office/drawing/2014/main" id="{A34BA2D0-1CBA-4D9F-9D71-AA6E303709CE}"/>
                  </a:ext>
                </a:extLst>
              </p:cNvPr>
              <p:cNvSpPr/>
              <p:nvPr/>
            </p:nvSpPr>
            <p:spPr>
              <a:xfrm>
                <a:off x="24556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70" name="타원 20169">
                <a:extLst>
                  <a:ext uri="{FF2B5EF4-FFF2-40B4-BE49-F238E27FC236}">
                    <a16:creationId xmlns:a16="http://schemas.microsoft.com/office/drawing/2014/main" id="{F3027518-5DE4-4F41-970D-18462063EA15}"/>
                  </a:ext>
                </a:extLst>
              </p:cNvPr>
              <p:cNvSpPr/>
              <p:nvPr/>
            </p:nvSpPr>
            <p:spPr>
              <a:xfrm>
                <a:off x="26080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71" name="타원 20170">
                <a:extLst>
                  <a:ext uri="{FF2B5EF4-FFF2-40B4-BE49-F238E27FC236}">
                    <a16:creationId xmlns:a16="http://schemas.microsoft.com/office/drawing/2014/main" id="{B4EAB018-C45D-4559-8410-70B3AA3E6AE1}"/>
                  </a:ext>
                </a:extLst>
              </p:cNvPr>
              <p:cNvSpPr/>
              <p:nvPr/>
            </p:nvSpPr>
            <p:spPr>
              <a:xfrm>
                <a:off x="27604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72" name="타원 20171">
                <a:extLst>
                  <a:ext uri="{FF2B5EF4-FFF2-40B4-BE49-F238E27FC236}">
                    <a16:creationId xmlns:a16="http://schemas.microsoft.com/office/drawing/2014/main" id="{717B2D7A-D837-4324-9F57-5FF0314F4593}"/>
                  </a:ext>
                </a:extLst>
              </p:cNvPr>
              <p:cNvSpPr/>
              <p:nvPr/>
            </p:nvSpPr>
            <p:spPr>
              <a:xfrm>
                <a:off x="29128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73" name="타원 20172">
                <a:extLst>
                  <a:ext uri="{FF2B5EF4-FFF2-40B4-BE49-F238E27FC236}">
                    <a16:creationId xmlns:a16="http://schemas.microsoft.com/office/drawing/2014/main" id="{514D20F4-F50B-4068-ACF0-A17FE483418A}"/>
                  </a:ext>
                </a:extLst>
              </p:cNvPr>
              <p:cNvSpPr/>
              <p:nvPr/>
            </p:nvSpPr>
            <p:spPr>
              <a:xfrm>
                <a:off x="30652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74" name="타원 20173">
                <a:extLst>
                  <a:ext uri="{FF2B5EF4-FFF2-40B4-BE49-F238E27FC236}">
                    <a16:creationId xmlns:a16="http://schemas.microsoft.com/office/drawing/2014/main" id="{6BFB28AA-9951-4D94-90A8-DE6518E67ABF}"/>
                  </a:ext>
                </a:extLst>
              </p:cNvPr>
              <p:cNvSpPr/>
              <p:nvPr/>
            </p:nvSpPr>
            <p:spPr>
              <a:xfrm>
                <a:off x="32176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75" name="타원 20174">
                <a:extLst>
                  <a:ext uri="{FF2B5EF4-FFF2-40B4-BE49-F238E27FC236}">
                    <a16:creationId xmlns:a16="http://schemas.microsoft.com/office/drawing/2014/main" id="{BC259AAC-796E-433C-AE49-53A73B617EB7}"/>
                  </a:ext>
                </a:extLst>
              </p:cNvPr>
              <p:cNvSpPr/>
              <p:nvPr/>
            </p:nvSpPr>
            <p:spPr>
              <a:xfrm>
                <a:off x="33700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76" name="타원 20175">
                <a:extLst>
                  <a:ext uri="{FF2B5EF4-FFF2-40B4-BE49-F238E27FC236}">
                    <a16:creationId xmlns:a16="http://schemas.microsoft.com/office/drawing/2014/main" id="{FB531B6D-70C8-4554-A647-5F6276172FF2}"/>
                  </a:ext>
                </a:extLst>
              </p:cNvPr>
              <p:cNvSpPr/>
              <p:nvPr/>
            </p:nvSpPr>
            <p:spPr>
              <a:xfrm>
                <a:off x="35224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77" name="타원 20176">
                <a:extLst>
                  <a:ext uri="{FF2B5EF4-FFF2-40B4-BE49-F238E27FC236}">
                    <a16:creationId xmlns:a16="http://schemas.microsoft.com/office/drawing/2014/main" id="{459C125C-FF60-4F67-99A6-A8278F237BFD}"/>
                  </a:ext>
                </a:extLst>
              </p:cNvPr>
              <p:cNvSpPr/>
              <p:nvPr/>
            </p:nvSpPr>
            <p:spPr>
              <a:xfrm>
                <a:off x="36748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78" name="타원 20177">
                <a:extLst>
                  <a:ext uri="{FF2B5EF4-FFF2-40B4-BE49-F238E27FC236}">
                    <a16:creationId xmlns:a16="http://schemas.microsoft.com/office/drawing/2014/main" id="{661E99FA-53BE-45C8-924A-0C4F8EC6BD0D}"/>
                  </a:ext>
                </a:extLst>
              </p:cNvPr>
              <p:cNvSpPr/>
              <p:nvPr/>
            </p:nvSpPr>
            <p:spPr>
              <a:xfrm>
                <a:off x="38272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79" name="타원 20178">
                <a:extLst>
                  <a:ext uri="{FF2B5EF4-FFF2-40B4-BE49-F238E27FC236}">
                    <a16:creationId xmlns:a16="http://schemas.microsoft.com/office/drawing/2014/main" id="{C99A9EE1-33BC-4B1C-8005-80DC9A1D685A}"/>
                  </a:ext>
                </a:extLst>
              </p:cNvPr>
              <p:cNvSpPr/>
              <p:nvPr/>
            </p:nvSpPr>
            <p:spPr>
              <a:xfrm>
                <a:off x="39796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80" name="타원 20179">
                <a:extLst>
                  <a:ext uri="{FF2B5EF4-FFF2-40B4-BE49-F238E27FC236}">
                    <a16:creationId xmlns:a16="http://schemas.microsoft.com/office/drawing/2014/main" id="{3AC8F23F-F0FD-4DAE-8A08-167C45BBDC76}"/>
                  </a:ext>
                </a:extLst>
              </p:cNvPr>
              <p:cNvSpPr/>
              <p:nvPr/>
            </p:nvSpPr>
            <p:spPr>
              <a:xfrm>
                <a:off x="41320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81" name="타원 20180">
                <a:extLst>
                  <a:ext uri="{FF2B5EF4-FFF2-40B4-BE49-F238E27FC236}">
                    <a16:creationId xmlns:a16="http://schemas.microsoft.com/office/drawing/2014/main" id="{3856E7DB-5336-42B7-9978-2510AE0351D0}"/>
                  </a:ext>
                </a:extLst>
              </p:cNvPr>
              <p:cNvSpPr/>
              <p:nvPr/>
            </p:nvSpPr>
            <p:spPr>
              <a:xfrm>
                <a:off x="42844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82" name="타원 20181">
                <a:extLst>
                  <a:ext uri="{FF2B5EF4-FFF2-40B4-BE49-F238E27FC236}">
                    <a16:creationId xmlns:a16="http://schemas.microsoft.com/office/drawing/2014/main" id="{38FDB8E0-840A-4526-A6A2-E048E56C3D6B}"/>
                  </a:ext>
                </a:extLst>
              </p:cNvPr>
              <p:cNvSpPr/>
              <p:nvPr/>
            </p:nvSpPr>
            <p:spPr>
              <a:xfrm>
                <a:off x="44368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83" name="타원 20182">
                <a:extLst>
                  <a:ext uri="{FF2B5EF4-FFF2-40B4-BE49-F238E27FC236}">
                    <a16:creationId xmlns:a16="http://schemas.microsoft.com/office/drawing/2014/main" id="{0E11521C-FB1C-49B4-9976-E85DDAB8E93D}"/>
                  </a:ext>
                </a:extLst>
              </p:cNvPr>
              <p:cNvSpPr/>
              <p:nvPr/>
            </p:nvSpPr>
            <p:spPr>
              <a:xfrm>
                <a:off x="45892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84" name="타원 20183">
                <a:extLst>
                  <a:ext uri="{FF2B5EF4-FFF2-40B4-BE49-F238E27FC236}">
                    <a16:creationId xmlns:a16="http://schemas.microsoft.com/office/drawing/2014/main" id="{0AEB54C5-0F25-4A07-98B7-20BEE14B5A3A}"/>
                  </a:ext>
                </a:extLst>
              </p:cNvPr>
              <p:cNvSpPr/>
              <p:nvPr/>
            </p:nvSpPr>
            <p:spPr>
              <a:xfrm>
                <a:off x="47416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85" name="타원 20184">
                <a:extLst>
                  <a:ext uri="{FF2B5EF4-FFF2-40B4-BE49-F238E27FC236}">
                    <a16:creationId xmlns:a16="http://schemas.microsoft.com/office/drawing/2014/main" id="{7D360FC0-E5D0-43CF-8E8C-DD418ABD5FDC}"/>
                  </a:ext>
                </a:extLst>
              </p:cNvPr>
              <p:cNvSpPr/>
              <p:nvPr/>
            </p:nvSpPr>
            <p:spPr>
              <a:xfrm>
                <a:off x="48940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86" name="타원 20185">
                <a:extLst>
                  <a:ext uri="{FF2B5EF4-FFF2-40B4-BE49-F238E27FC236}">
                    <a16:creationId xmlns:a16="http://schemas.microsoft.com/office/drawing/2014/main" id="{B76B8C0F-55C9-4AD3-9B5A-B1BD051ADF37}"/>
                  </a:ext>
                </a:extLst>
              </p:cNvPr>
              <p:cNvSpPr/>
              <p:nvPr/>
            </p:nvSpPr>
            <p:spPr>
              <a:xfrm>
                <a:off x="50464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87" name="타원 20186">
                <a:extLst>
                  <a:ext uri="{FF2B5EF4-FFF2-40B4-BE49-F238E27FC236}">
                    <a16:creationId xmlns:a16="http://schemas.microsoft.com/office/drawing/2014/main" id="{5F60580F-1B90-4F5B-B5CB-6BD1F45D87AE}"/>
                  </a:ext>
                </a:extLst>
              </p:cNvPr>
              <p:cNvSpPr/>
              <p:nvPr/>
            </p:nvSpPr>
            <p:spPr>
              <a:xfrm>
                <a:off x="51988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88" name="타원 20187">
                <a:extLst>
                  <a:ext uri="{FF2B5EF4-FFF2-40B4-BE49-F238E27FC236}">
                    <a16:creationId xmlns:a16="http://schemas.microsoft.com/office/drawing/2014/main" id="{FB17FA08-9FA6-4A11-A745-2DBACF0FF96C}"/>
                  </a:ext>
                </a:extLst>
              </p:cNvPr>
              <p:cNvSpPr/>
              <p:nvPr/>
            </p:nvSpPr>
            <p:spPr>
              <a:xfrm>
                <a:off x="53512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89" name="타원 20188">
                <a:extLst>
                  <a:ext uri="{FF2B5EF4-FFF2-40B4-BE49-F238E27FC236}">
                    <a16:creationId xmlns:a16="http://schemas.microsoft.com/office/drawing/2014/main" id="{99528A4E-85DD-47BC-AD68-209F1F59BAEE}"/>
                  </a:ext>
                </a:extLst>
              </p:cNvPr>
              <p:cNvSpPr/>
              <p:nvPr/>
            </p:nvSpPr>
            <p:spPr>
              <a:xfrm>
                <a:off x="55036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90" name="타원 20189">
                <a:extLst>
                  <a:ext uri="{FF2B5EF4-FFF2-40B4-BE49-F238E27FC236}">
                    <a16:creationId xmlns:a16="http://schemas.microsoft.com/office/drawing/2014/main" id="{DCB63901-478E-4B9E-AEB3-25A5CF668578}"/>
                  </a:ext>
                </a:extLst>
              </p:cNvPr>
              <p:cNvSpPr/>
              <p:nvPr/>
            </p:nvSpPr>
            <p:spPr>
              <a:xfrm>
                <a:off x="5656026" y="5556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91" name="타원 20190">
                <a:extLst>
                  <a:ext uri="{FF2B5EF4-FFF2-40B4-BE49-F238E27FC236}">
                    <a16:creationId xmlns:a16="http://schemas.microsoft.com/office/drawing/2014/main" id="{0EB0A12C-63F0-4D97-A2B1-C44CE07CCCBA}"/>
                  </a:ext>
                </a:extLst>
              </p:cNvPr>
              <p:cNvSpPr/>
              <p:nvPr/>
            </p:nvSpPr>
            <p:spPr>
              <a:xfrm>
                <a:off x="3220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92" name="타원 20191">
                <a:extLst>
                  <a:ext uri="{FF2B5EF4-FFF2-40B4-BE49-F238E27FC236}">
                    <a16:creationId xmlns:a16="http://schemas.microsoft.com/office/drawing/2014/main" id="{1ADA5966-D204-47F6-A567-47B02891A2BC}"/>
                  </a:ext>
                </a:extLst>
              </p:cNvPr>
              <p:cNvSpPr/>
              <p:nvPr/>
            </p:nvSpPr>
            <p:spPr>
              <a:xfrm>
                <a:off x="4744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93" name="타원 20192">
                <a:extLst>
                  <a:ext uri="{FF2B5EF4-FFF2-40B4-BE49-F238E27FC236}">
                    <a16:creationId xmlns:a16="http://schemas.microsoft.com/office/drawing/2014/main" id="{921DF3AB-AB81-44D0-898A-99A9D4FF4BD9}"/>
                  </a:ext>
                </a:extLst>
              </p:cNvPr>
              <p:cNvSpPr/>
              <p:nvPr/>
            </p:nvSpPr>
            <p:spPr>
              <a:xfrm>
                <a:off x="6268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94" name="타원 20193">
                <a:extLst>
                  <a:ext uri="{FF2B5EF4-FFF2-40B4-BE49-F238E27FC236}">
                    <a16:creationId xmlns:a16="http://schemas.microsoft.com/office/drawing/2014/main" id="{1DA7F6E6-F14A-42D6-B9CD-2B1351245D2B}"/>
                  </a:ext>
                </a:extLst>
              </p:cNvPr>
              <p:cNvSpPr/>
              <p:nvPr/>
            </p:nvSpPr>
            <p:spPr>
              <a:xfrm>
                <a:off x="7792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95" name="타원 20194">
                <a:extLst>
                  <a:ext uri="{FF2B5EF4-FFF2-40B4-BE49-F238E27FC236}">
                    <a16:creationId xmlns:a16="http://schemas.microsoft.com/office/drawing/2014/main" id="{DDE23373-4412-4237-BC8E-2A41088336A1}"/>
                  </a:ext>
                </a:extLst>
              </p:cNvPr>
              <p:cNvSpPr/>
              <p:nvPr/>
            </p:nvSpPr>
            <p:spPr>
              <a:xfrm>
                <a:off x="9316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96" name="타원 20195">
                <a:extLst>
                  <a:ext uri="{FF2B5EF4-FFF2-40B4-BE49-F238E27FC236}">
                    <a16:creationId xmlns:a16="http://schemas.microsoft.com/office/drawing/2014/main" id="{8D292220-7B03-49D6-8F43-74E9ED70ABB2}"/>
                  </a:ext>
                </a:extLst>
              </p:cNvPr>
              <p:cNvSpPr/>
              <p:nvPr/>
            </p:nvSpPr>
            <p:spPr>
              <a:xfrm>
                <a:off x="10840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97" name="타원 20196">
                <a:extLst>
                  <a:ext uri="{FF2B5EF4-FFF2-40B4-BE49-F238E27FC236}">
                    <a16:creationId xmlns:a16="http://schemas.microsoft.com/office/drawing/2014/main" id="{8FF6E410-628F-4D9A-B7E6-FB62B19EB140}"/>
                  </a:ext>
                </a:extLst>
              </p:cNvPr>
              <p:cNvSpPr/>
              <p:nvPr/>
            </p:nvSpPr>
            <p:spPr>
              <a:xfrm>
                <a:off x="12364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98" name="타원 20197">
                <a:extLst>
                  <a:ext uri="{FF2B5EF4-FFF2-40B4-BE49-F238E27FC236}">
                    <a16:creationId xmlns:a16="http://schemas.microsoft.com/office/drawing/2014/main" id="{6CA9BF07-8B40-4DC0-AAC7-44340B249389}"/>
                  </a:ext>
                </a:extLst>
              </p:cNvPr>
              <p:cNvSpPr/>
              <p:nvPr/>
            </p:nvSpPr>
            <p:spPr>
              <a:xfrm>
                <a:off x="13888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99" name="타원 20198">
                <a:extLst>
                  <a:ext uri="{FF2B5EF4-FFF2-40B4-BE49-F238E27FC236}">
                    <a16:creationId xmlns:a16="http://schemas.microsoft.com/office/drawing/2014/main" id="{9A262150-0E67-4DBE-BBF9-0DBADC855048}"/>
                  </a:ext>
                </a:extLst>
              </p:cNvPr>
              <p:cNvSpPr/>
              <p:nvPr/>
            </p:nvSpPr>
            <p:spPr>
              <a:xfrm>
                <a:off x="15412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00" name="타원 20199">
                <a:extLst>
                  <a:ext uri="{FF2B5EF4-FFF2-40B4-BE49-F238E27FC236}">
                    <a16:creationId xmlns:a16="http://schemas.microsoft.com/office/drawing/2014/main" id="{276582C5-0FF8-4BED-9200-CA75F5759002}"/>
                  </a:ext>
                </a:extLst>
              </p:cNvPr>
              <p:cNvSpPr/>
              <p:nvPr/>
            </p:nvSpPr>
            <p:spPr>
              <a:xfrm>
                <a:off x="16936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01" name="타원 20200">
                <a:extLst>
                  <a:ext uri="{FF2B5EF4-FFF2-40B4-BE49-F238E27FC236}">
                    <a16:creationId xmlns:a16="http://schemas.microsoft.com/office/drawing/2014/main" id="{AD69A957-C767-4DC6-ABA3-55AEC479C80A}"/>
                  </a:ext>
                </a:extLst>
              </p:cNvPr>
              <p:cNvSpPr/>
              <p:nvPr/>
            </p:nvSpPr>
            <p:spPr>
              <a:xfrm>
                <a:off x="18460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02" name="타원 20201">
                <a:extLst>
                  <a:ext uri="{FF2B5EF4-FFF2-40B4-BE49-F238E27FC236}">
                    <a16:creationId xmlns:a16="http://schemas.microsoft.com/office/drawing/2014/main" id="{30AA8E72-06D3-4360-A70D-741B99389AF6}"/>
                  </a:ext>
                </a:extLst>
              </p:cNvPr>
              <p:cNvSpPr/>
              <p:nvPr/>
            </p:nvSpPr>
            <p:spPr>
              <a:xfrm>
                <a:off x="19984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03" name="타원 20202">
                <a:extLst>
                  <a:ext uri="{FF2B5EF4-FFF2-40B4-BE49-F238E27FC236}">
                    <a16:creationId xmlns:a16="http://schemas.microsoft.com/office/drawing/2014/main" id="{10D14933-DF43-4703-9EED-33508D094409}"/>
                  </a:ext>
                </a:extLst>
              </p:cNvPr>
              <p:cNvSpPr/>
              <p:nvPr/>
            </p:nvSpPr>
            <p:spPr>
              <a:xfrm>
                <a:off x="21508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04" name="타원 20203">
                <a:extLst>
                  <a:ext uri="{FF2B5EF4-FFF2-40B4-BE49-F238E27FC236}">
                    <a16:creationId xmlns:a16="http://schemas.microsoft.com/office/drawing/2014/main" id="{6DBAB19C-551D-44FF-847D-D55BAA721D99}"/>
                  </a:ext>
                </a:extLst>
              </p:cNvPr>
              <p:cNvSpPr/>
              <p:nvPr/>
            </p:nvSpPr>
            <p:spPr>
              <a:xfrm>
                <a:off x="23032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05" name="타원 20204">
                <a:extLst>
                  <a:ext uri="{FF2B5EF4-FFF2-40B4-BE49-F238E27FC236}">
                    <a16:creationId xmlns:a16="http://schemas.microsoft.com/office/drawing/2014/main" id="{B7B20800-C83B-4225-99C2-340BD01AA162}"/>
                  </a:ext>
                </a:extLst>
              </p:cNvPr>
              <p:cNvSpPr/>
              <p:nvPr/>
            </p:nvSpPr>
            <p:spPr>
              <a:xfrm>
                <a:off x="24556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06" name="타원 20205">
                <a:extLst>
                  <a:ext uri="{FF2B5EF4-FFF2-40B4-BE49-F238E27FC236}">
                    <a16:creationId xmlns:a16="http://schemas.microsoft.com/office/drawing/2014/main" id="{345F9D7D-8EDA-4AD1-A6E2-7216DF6E588D}"/>
                  </a:ext>
                </a:extLst>
              </p:cNvPr>
              <p:cNvSpPr/>
              <p:nvPr/>
            </p:nvSpPr>
            <p:spPr>
              <a:xfrm>
                <a:off x="26080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07" name="타원 20206">
                <a:extLst>
                  <a:ext uri="{FF2B5EF4-FFF2-40B4-BE49-F238E27FC236}">
                    <a16:creationId xmlns:a16="http://schemas.microsoft.com/office/drawing/2014/main" id="{2B9A8302-BDB9-4045-AEEA-F74E666DF906}"/>
                  </a:ext>
                </a:extLst>
              </p:cNvPr>
              <p:cNvSpPr/>
              <p:nvPr/>
            </p:nvSpPr>
            <p:spPr>
              <a:xfrm>
                <a:off x="27604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08" name="타원 20207">
                <a:extLst>
                  <a:ext uri="{FF2B5EF4-FFF2-40B4-BE49-F238E27FC236}">
                    <a16:creationId xmlns:a16="http://schemas.microsoft.com/office/drawing/2014/main" id="{974D4F5C-9338-49A6-B503-A9F49F6A5631}"/>
                  </a:ext>
                </a:extLst>
              </p:cNvPr>
              <p:cNvSpPr/>
              <p:nvPr/>
            </p:nvSpPr>
            <p:spPr>
              <a:xfrm>
                <a:off x="29128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09" name="타원 20208">
                <a:extLst>
                  <a:ext uri="{FF2B5EF4-FFF2-40B4-BE49-F238E27FC236}">
                    <a16:creationId xmlns:a16="http://schemas.microsoft.com/office/drawing/2014/main" id="{B6E360DF-808F-4A58-BEA9-0FEC3A01D257}"/>
                  </a:ext>
                </a:extLst>
              </p:cNvPr>
              <p:cNvSpPr/>
              <p:nvPr/>
            </p:nvSpPr>
            <p:spPr>
              <a:xfrm>
                <a:off x="30652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10" name="타원 20209">
                <a:extLst>
                  <a:ext uri="{FF2B5EF4-FFF2-40B4-BE49-F238E27FC236}">
                    <a16:creationId xmlns:a16="http://schemas.microsoft.com/office/drawing/2014/main" id="{FB05E16B-6781-4ED8-9F11-F9BE6DBD4225}"/>
                  </a:ext>
                </a:extLst>
              </p:cNvPr>
              <p:cNvSpPr/>
              <p:nvPr/>
            </p:nvSpPr>
            <p:spPr>
              <a:xfrm>
                <a:off x="32176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11" name="타원 20210">
                <a:extLst>
                  <a:ext uri="{FF2B5EF4-FFF2-40B4-BE49-F238E27FC236}">
                    <a16:creationId xmlns:a16="http://schemas.microsoft.com/office/drawing/2014/main" id="{D7369613-A0D2-437D-97C9-47587F29A9E8}"/>
                  </a:ext>
                </a:extLst>
              </p:cNvPr>
              <p:cNvSpPr/>
              <p:nvPr/>
            </p:nvSpPr>
            <p:spPr>
              <a:xfrm>
                <a:off x="33700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12" name="타원 20211">
                <a:extLst>
                  <a:ext uri="{FF2B5EF4-FFF2-40B4-BE49-F238E27FC236}">
                    <a16:creationId xmlns:a16="http://schemas.microsoft.com/office/drawing/2014/main" id="{DAF906BF-81BB-43A8-8CEC-91F628DB9361}"/>
                  </a:ext>
                </a:extLst>
              </p:cNvPr>
              <p:cNvSpPr/>
              <p:nvPr/>
            </p:nvSpPr>
            <p:spPr>
              <a:xfrm>
                <a:off x="35224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13" name="타원 20212">
                <a:extLst>
                  <a:ext uri="{FF2B5EF4-FFF2-40B4-BE49-F238E27FC236}">
                    <a16:creationId xmlns:a16="http://schemas.microsoft.com/office/drawing/2014/main" id="{03779016-CA73-4133-9532-8E843DE4B8C4}"/>
                  </a:ext>
                </a:extLst>
              </p:cNvPr>
              <p:cNvSpPr/>
              <p:nvPr/>
            </p:nvSpPr>
            <p:spPr>
              <a:xfrm>
                <a:off x="36748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14" name="타원 20213">
                <a:extLst>
                  <a:ext uri="{FF2B5EF4-FFF2-40B4-BE49-F238E27FC236}">
                    <a16:creationId xmlns:a16="http://schemas.microsoft.com/office/drawing/2014/main" id="{B98AE5BB-5F79-4723-8C1E-E19EE3B341FF}"/>
                  </a:ext>
                </a:extLst>
              </p:cNvPr>
              <p:cNvSpPr/>
              <p:nvPr/>
            </p:nvSpPr>
            <p:spPr>
              <a:xfrm>
                <a:off x="38272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15" name="타원 20214">
                <a:extLst>
                  <a:ext uri="{FF2B5EF4-FFF2-40B4-BE49-F238E27FC236}">
                    <a16:creationId xmlns:a16="http://schemas.microsoft.com/office/drawing/2014/main" id="{E40857C6-7D45-4E8A-90C5-7CE8B2F5F38E}"/>
                  </a:ext>
                </a:extLst>
              </p:cNvPr>
              <p:cNvSpPr/>
              <p:nvPr/>
            </p:nvSpPr>
            <p:spPr>
              <a:xfrm>
                <a:off x="39796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16" name="타원 20215">
                <a:extLst>
                  <a:ext uri="{FF2B5EF4-FFF2-40B4-BE49-F238E27FC236}">
                    <a16:creationId xmlns:a16="http://schemas.microsoft.com/office/drawing/2014/main" id="{486BEE8A-F1DC-4844-9EC4-FC078E7CD2E3}"/>
                  </a:ext>
                </a:extLst>
              </p:cNvPr>
              <p:cNvSpPr/>
              <p:nvPr/>
            </p:nvSpPr>
            <p:spPr>
              <a:xfrm>
                <a:off x="41320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17" name="타원 20216">
                <a:extLst>
                  <a:ext uri="{FF2B5EF4-FFF2-40B4-BE49-F238E27FC236}">
                    <a16:creationId xmlns:a16="http://schemas.microsoft.com/office/drawing/2014/main" id="{6EF47BC0-74B2-40EB-81C6-954628D7578E}"/>
                  </a:ext>
                </a:extLst>
              </p:cNvPr>
              <p:cNvSpPr/>
              <p:nvPr/>
            </p:nvSpPr>
            <p:spPr>
              <a:xfrm>
                <a:off x="42844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18" name="타원 20217">
                <a:extLst>
                  <a:ext uri="{FF2B5EF4-FFF2-40B4-BE49-F238E27FC236}">
                    <a16:creationId xmlns:a16="http://schemas.microsoft.com/office/drawing/2014/main" id="{66E08C53-FD80-445F-8459-AD665AFF903C}"/>
                  </a:ext>
                </a:extLst>
              </p:cNvPr>
              <p:cNvSpPr/>
              <p:nvPr/>
            </p:nvSpPr>
            <p:spPr>
              <a:xfrm>
                <a:off x="44368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19" name="타원 20218">
                <a:extLst>
                  <a:ext uri="{FF2B5EF4-FFF2-40B4-BE49-F238E27FC236}">
                    <a16:creationId xmlns:a16="http://schemas.microsoft.com/office/drawing/2014/main" id="{33FB71BE-409A-4650-B304-8AC87FEE4862}"/>
                  </a:ext>
                </a:extLst>
              </p:cNvPr>
              <p:cNvSpPr/>
              <p:nvPr/>
            </p:nvSpPr>
            <p:spPr>
              <a:xfrm>
                <a:off x="45892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20" name="타원 20219">
                <a:extLst>
                  <a:ext uri="{FF2B5EF4-FFF2-40B4-BE49-F238E27FC236}">
                    <a16:creationId xmlns:a16="http://schemas.microsoft.com/office/drawing/2014/main" id="{B9579FD5-7AD5-4656-ABF6-4A1F4A4E0C2F}"/>
                  </a:ext>
                </a:extLst>
              </p:cNvPr>
              <p:cNvSpPr/>
              <p:nvPr/>
            </p:nvSpPr>
            <p:spPr>
              <a:xfrm>
                <a:off x="47416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21" name="타원 20220">
                <a:extLst>
                  <a:ext uri="{FF2B5EF4-FFF2-40B4-BE49-F238E27FC236}">
                    <a16:creationId xmlns:a16="http://schemas.microsoft.com/office/drawing/2014/main" id="{5CAA31F8-82F7-4096-ADA4-BF52C67240E7}"/>
                  </a:ext>
                </a:extLst>
              </p:cNvPr>
              <p:cNvSpPr/>
              <p:nvPr/>
            </p:nvSpPr>
            <p:spPr>
              <a:xfrm>
                <a:off x="48940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22" name="타원 20221">
                <a:extLst>
                  <a:ext uri="{FF2B5EF4-FFF2-40B4-BE49-F238E27FC236}">
                    <a16:creationId xmlns:a16="http://schemas.microsoft.com/office/drawing/2014/main" id="{14700E96-D1FE-44B3-97BA-50CA68E3F91C}"/>
                  </a:ext>
                </a:extLst>
              </p:cNvPr>
              <p:cNvSpPr/>
              <p:nvPr/>
            </p:nvSpPr>
            <p:spPr>
              <a:xfrm>
                <a:off x="50464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23" name="타원 20222">
                <a:extLst>
                  <a:ext uri="{FF2B5EF4-FFF2-40B4-BE49-F238E27FC236}">
                    <a16:creationId xmlns:a16="http://schemas.microsoft.com/office/drawing/2014/main" id="{34C975EC-A610-4F39-8495-8CB251A11BE0}"/>
                  </a:ext>
                </a:extLst>
              </p:cNvPr>
              <p:cNvSpPr/>
              <p:nvPr/>
            </p:nvSpPr>
            <p:spPr>
              <a:xfrm>
                <a:off x="51988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24" name="타원 20223">
                <a:extLst>
                  <a:ext uri="{FF2B5EF4-FFF2-40B4-BE49-F238E27FC236}">
                    <a16:creationId xmlns:a16="http://schemas.microsoft.com/office/drawing/2014/main" id="{9E07F4FB-2982-4DBB-99EF-15FA41524F8E}"/>
                  </a:ext>
                </a:extLst>
              </p:cNvPr>
              <p:cNvSpPr/>
              <p:nvPr/>
            </p:nvSpPr>
            <p:spPr>
              <a:xfrm>
                <a:off x="53512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25" name="타원 20224">
                <a:extLst>
                  <a:ext uri="{FF2B5EF4-FFF2-40B4-BE49-F238E27FC236}">
                    <a16:creationId xmlns:a16="http://schemas.microsoft.com/office/drawing/2014/main" id="{65D87712-5DF4-4143-80D2-29F65A0CA248}"/>
                  </a:ext>
                </a:extLst>
              </p:cNvPr>
              <p:cNvSpPr/>
              <p:nvPr/>
            </p:nvSpPr>
            <p:spPr>
              <a:xfrm>
                <a:off x="55036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26" name="타원 20225">
                <a:extLst>
                  <a:ext uri="{FF2B5EF4-FFF2-40B4-BE49-F238E27FC236}">
                    <a16:creationId xmlns:a16="http://schemas.microsoft.com/office/drawing/2014/main" id="{6111A113-F138-426F-A174-70D6E1D6BAEC}"/>
                  </a:ext>
                </a:extLst>
              </p:cNvPr>
              <p:cNvSpPr/>
              <p:nvPr/>
            </p:nvSpPr>
            <p:spPr>
              <a:xfrm>
                <a:off x="5656026" y="5708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27" name="타원 20226">
                <a:extLst>
                  <a:ext uri="{FF2B5EF4-FFF2-40B4-BE49-F238E27FC236}">
                    <a16:creationId xmlns:a16="http://schemas.microsoft.com/office/drawing/2014/main" id="{CCCA6C01-B3AA-41FF-98A3-A4BE8C97216E}"/>
                  </a:ext>
                </a:extLst>
              </p:cNvPr>
              <p:cNvSpPr/>
              <p:nvPr/>
            </p:nvSpPr>
            <p:spPr>
              <a:xfrm>
                <a:off x="3220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28" name="타원 20227">
                <a:extLst>
                  <a:ext uri="{FF2B5EF4-FFF2-40B4-BE49-F238E27FC236}">
                    <a16:creationId xmlns:a16="http://schemas.microsoft.com/office/drawing/2014/main" id="{A035D5A1-D573-4F05-976B-1D43DD55DE04}"/>
                  </a:ext>
                </a:extLst>
              </p:cNvPr>
              <p:cNvSpPr/>
              <p:nvPr/>
            </p:nvSpPr>
            <p:spPr>
              <a:xfrm>
                <a:off x="4744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29" name="타원 20228">
                <a:extLst>
                  <a:ext uri="{FF2B5EF4-FFF2-40B4-BE49-F238E27FC236}">
                    <a16:creationId xmlns:a16="http://schemas.microsoft.com/office/drawing/2014/main" id="{DD8EF811-BBC7-482D-BBAB-5F80FAADA518}"/>
                  </a:ext>
                </a:extLst>
              </p:cNvPr>
              <p:cNvSpPr/>
              <p:nvPr/>
            </p:nvSpPr>
            <p:spPr>
              <a:xfrm>
                <a:off x="6268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30" name="타원 20229">
                <a:extLst>
                  <a:ext uri="{FF2B5EF4-FFF2-40B4-BE49-F238E27FC236}">
                    <a16:creationId xmlns:a16="http://schemas.microsoft.com/office/drawing/2014/main" id="{6D5B13BC-6772-4C81-87C6-CA5A9BC2B50F}"/>
                  </a:ext>
                </a:extLst>
              </p:cNvPr>
              <p:cNvSpPr/>
              <p:nvPr/>
            </p:nvSpPr>
            <p:spPr>
              <a:xfrm>
                <a:off x="7792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31" name="타원 20230">
                <a:extLst>
                  <a:ext uri="{FF2B5EF4-FFF2-40B4-BE49-F238E27FC236}">
                    <a16:creationId xmlns:a16="http://schemas.microsoft.com/office/drawing/2014/main" id="{0AB6A663-CBCB-40E8-AE6B-ACA4A7FB4AFA}"/>
                  </a:ext>
                </a:extLst>
              </p:cNvPr>
              <p:cNvSpPr/>
              <p:nvPr/>
            </p:nvSpPr>
            <p:spPr>
              <a:xfrm>
                <a:off x="9316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32" name="타원 20231">
                <a:extLst>
                  <a:ext uri="{FF2B5EF4-FFF2-40B4-BE49-F238E27FC236}">
                    <a16:creationId xmlns:a16="http://schemas.microsoft.com/office/drawing/2014/main" id="{684594B0-75E2-469B-AC4F-9FDEF6D3DA96}"/>
                  </a:ext>
                </a:extLst>
              </p:cNvPr>
              <p:cNvSpPr/>
              <p:nvPr/>
            </p:nvSpPr>
            <p:spPr>
              <a:xfrm>
                <a:off x="10840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33" name="타원 20232">
                <a:extLst>
                  <a:ext uri="{FF2B5EF4-FFF2-40B4-BE49-F238E27FC236}">
                    <a16:creationId xmlns:a16="http://schemas.microsoft.com/office/drawing/2014/main" id="{1D5D1627-9B07-4477-8623-1A088A3FF895}"/>
                  </a:ext>
                </a:extLst>
              </p:cNvPr>
              <p:cNvSpPr/>
              <p:nvPr/>
            </p:nvSpPr>
            <p:spPr>
              <a:xfrm>
                <a:off x="12364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34" name="타원 20233">
                <a:extLst>
                  <a:ext uri="{FF2B5EF4-FFF2-40B4-BE49-F238E27FC236}">
                    <a16:creationId xmlns:a16="http://schemas.microsoft.com/office/drawing/2014/main" id="{71AD5E36-FB3E-4099-A851-8A1D0C9D9586}"/>
                  </a:ext>
                </a:extLst>
              </p:cNvPr>
              <p:cNvSpPr/>
              <p:nvPr/>
            </p:nvSpPr>
            <p:spPr>
              <a:xfrm>
                <a:off x="13888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35" name="타원 20234">
                <a:extLst>
                  <a:ext uri="{FF2B5EF4-FFF2-40B4-BE49-F238E27FC236}">
                    <a16:creationId xmlns:a16="http://schemas.microsoft.com/office/drawing/2014/main" id="{D5AE15A6-23B3-4021-B2B4-20BBBA59B16D}"/>
                  </a:ext>
                </a:extLst>
              </p:cNvPr>
              <p:cNvSpPr/>
              <p:nvPr/>
            </p:nvSpPr>
            <p:spPr>
              <a:xfrm>
                <a:off x="15412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36" name="타원 20235">
                <a:extLst>
                  <a:ext uri="{FF2B5EF4-FFF2-40B4-BE49-F238E27FC236}">
                    <a16:creationId xmlns:a16="http://schemas.microsoft.com/office/drawing/2014/main" id="{711761FE-854B-4DC5-9134-4E8913BFE743}"/>
                  </a:ext>
                </a:extLst>
              </p:cNvPr>
              <p:cNvSpPr/>
              <p:nvPr/>
            </p:nvSpPr>
            <p:spPr>
              <a:xfrm>
                <a:off x="16936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37" name="타원 20236">
                <a:extLst>
                  <a:ext uri="{FF2B5EF4-FFF2-40B4-BE49-F238E27FC236}">
                    <a16:creationId xmlns:a16="http://schemas.microsoft.com/office/drawing/2014/main" id="{D0E27203-B955-4B2E-98CD-2FE1EC8542F3}"/>
                  </a:ext>
                </a:extLst>
              </p:cNvPr>
              <p:cNvSpPr/>
              <p:nvPr/>
            </p:nvSpPr>
            <p:spPr>
              <a:xfrm>
                <a:off x="18460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38" name="타원 20237">
                <a:extLst>
                  <a:ext uri="{FF2B5EF4-FFF2-40B4-BE49-F238E27FC236}">
                    <a16:creationId xmlns:a16="http://schemas.microsoft.com/office/drawing/2014/main" id="{610C1931-7003-479A-9EB4-888F49FDEB3E}"/>
                  </a:ext>
                </a:extLst>
              </p:cNvPr>
              <p:cNvSpPr/>
              <p:nvPr/>
            </p:nvSpPr>
            <p:spPr>
              <a:xfrm>
                <a:off x="19984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39" name="타원 20238">
                <a:extLst>
                  <a:ext uri="{FF2B5EF4-FFF2-40B4-BE49-F238E27FC236}">
                    <a16:creationId xmlns:a16="http://schemas.microsoft.com/office/drawing/2014/main" id="{69362F54-A9D6-42D0-A631-83473DE6D496}"/>
                  </a:ext>
                </a:extLst>
              </p:cNvPr>
              <p:cNvSpPr/>
              <p:nvPr/>
            </p:nvSpPr>
            <p:spPr>
              <a:xfrm>
                <a:off x="21508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40" name="타원 20239">
                <a:extLst>
                  <a:ext uri="{FF2B5EF4-FFF2-40B4-BE49-F238E27FC236}">
                    <a16:creationId xmlns:a16="http://schemas.microsoft.com/office/drawing/2014/main" id="{57C3FF2B-7B52-4F6F-92F1-79B77EE920FC}"/>
                  </a:ext>
                </a:extLst>
              </p:cNvPr>
              <p:cNvSpPr/>
              <p:nvPr/>
            </p:nvSpPr>
            <p:spPr>
              <a:xfrm>
                <a:off x="23032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41" name="타원 20240">
                <a:extLst>
                  <a:ext uri="{FF2B5EF4-FFF2-40B4-BE49-F238E27FC236}">
                    <a16:creationId xmlns:a16="http://schemas.microsoft.com/office/drawing/2014/main" id="{A683A97C-534C-4BE4-99B4-C54CD687A2C7}"/>
                  </a:ext>
                </a:extLst>
              </p:cNvPr>
              <p:cNvSpPr/>
              <p:nvPr/>
            </p:nvSpPr>
            <p:spPr>
              <a:xfrm>
                <a:off x="24556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42" name="타원 20241">
                <a:extLst>
                  <a:ext uri="{FF2B5EF4-FFF2-40B4-BE49-F238E27FC236}">
                    <a16:creationId xmlns:a16="http://schemas.microsoft.com/office/drawing/2014/main" id="{5F638ABB-7A45-41D5-8049-7F71BF5801C7}"/>
                  </a:ext>
                </a:extLst>
              </p:cNvPr>
              <p:cNvSpPr/>
              <p:nvPr/>
            </p:nvSpPr>
            <p:spPr>
              <a:xfrm>
                <a:off x="26080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43" name="타원 20242">
                <a:extLst>
                  <a:ext uri="{FF2B5EF4-FFF2-40B4-BE49-F238E27FC236}">
                    <a16:creationId xmlns:a16="http://schemas.microsoft.com/office/drawing/2014/main" id="{A9ADCB4D-93AC-4537-81FA-79D458497B66}"/>
                  </a:ext>
                </a:extLst>
              </p:cNvPr>
              <p:cNvSpPr/>
              <p:nvPr/>
            </p:nvSpPr>
            <p:spPr>
              <a:xfrm>
                <a:off x="27604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44" name="타원 20243">
                <a:extLst>
                  <a:ext uri="{FF2B5EF4-FFF2-40B4-BE49-F238E27FC236}">
                    <a16:creationId xmlns:a16="http://schemas.microsoft.com/office/drawing/2014/main" id="{FAEC3EDF-D0DD-4184-AA49-CEB37C76498A}"/>
                  </a:ext>
                </a:extLst>
              </p:cNvPr>
              <p:cNvSpPr/>
              <p:nvPr/>
            </p:nvSpPr>
            <p:spPr>
              <a:xfrm>
                <a:off x="29128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45" name="타원 20244">
                <a:extLst>
                  <a:ext uri="{FF2B5EF4-FFF2-40B4-BE49-F238E27FC236}">
                    <a16:creationId xmlns:a16="http://schemas.microsoft.com/office/drawing/2014/main" id="{E854614F-7A52-4989-BBCB-3EDCB4B55003}"/>
                  </a:ext>
                </a:extLst>
              </p:cNvPr>
              <p:cNvSpPr/>
              <p:nvPr/>
            </p:nvSpPr>
            <p:spPr>
              <a:xfrm>
                <a:off x="30652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46" name="타원 20245">
                <a:extLst>
                  <a:ext uri="{FF2B5EF4-FFF2-40B4-BE49-F238E27FC236}">
                    <a16:creationId xmlns:a16="http://schemas.microsoft.com/office/drawing/2014/main" id="{F105E1B0-5450-4DE9-9D70-602D06D63952}"/>
                  </a:ext>
                </a:extLst>
              </p:cNvPr>
              <p:cNvSpPr/>
              <p:nvPr/>
            </p:nvSpPr>
            <p:spPr>
              <a:xfrm>
                <a:off x="32176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47" name="타원 20246">
                <a:extLst>
                  <a:ext uri="{FF2B5EF4-FFF2-40B4-BE49-F238E27FC236}">
                    <a16:creationId xmlns:a16="http://schemas.microsoft.com/office/drawing/2014/main" id="{0D5815C2-9C39-4534-92ED-A2BDD88FC237}"/>
                  </a:ext>
                </a:extLst>
              </p:cNvPr>
              <p:cNvSpPr/>
              <p:nvPr/>
            </p:nvSpPr>
            <p:spPr>
              <a:xfrm>
                <a:off x="33700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48" name="타원 20247">
                <a:extLst>
                  <a:ext uri="{FF2B5EF4-FFF2-40B4-BE49-F238E27FC236}">
                    <a16:creationId xmlns:a16="http://schemas.microsoft.com/office/drawing/2014/main" id="{B112E263-190C-436D-BA46-8BA15DE44F78}"/>
                  </a:ext>
                </a:extLst>
              </p:cNvPr>
              <p:cNvSpPr/>
              <p:nvPr/>
            </p:nvSpPr>
            <p:spPr>
              <a:xfrm>
                <a:off x="35224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49" name="타원 20248">
                <a:extLst>
                  <a:ext uri="{FF2B5EF4-FFF2-40B4-BE49-F238E27FC236}">
                    <a16:creationId xmlns:a16="http://schemas.microsoft.com/office/drawing/2014/main" id="{6AA7AC40-9BB1-46A8-ADC4-E54C106CA5C9}"/>
                  </a:ext>
                </a:extLst>
              </p:cNvPr>
              <p:cNvSpPr/>
              <p:nvPr/>
            </p:nvSpPr>
            <p:spPr>
              <a:xfrm>
                <a:off x="36748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50" name="타원 20249">
                <a:extLst>
                  <a:ext uri="{FF2B5EF4-FFF2-40B4-BE49-F238E27FC236}">
                    <a16:creationId xmlns:a16="http://schemas.microsoft.com/office/drawing/2014/main" id="{ADF5BB3F-631B-4353-AC14-B9E1CE114836}"/>
                  </a:ext>
                </a:extLst>
              </p:cNvPr>
              <p:cNvSpPr/>
              <p:nvPr/>
            </p:nvSpPr>
            <p:spPr>
              <a:xfrm>
                <a:off x="38272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51" name="타원 20250">
                <a:extLst>
                  <a:ext uri="{FF2B5EF4-FFF2-40B4-BE49-F238E27FC236}">
                    <a16:creationId xmlns:a16="http://schemas.microsoft.com/office/drawing/2014/main" id="{C3739574-13AD-4B5A-BA40-0102BE172FA5}"/>
                  </a:ext>
                </a:extLst>
              </p:cNvPr>
              <p:cNvSpPr/>
              <p:nvPr/>
            </p:nvSpPr>
            <p:spPr>
              <a:xfrm>
                <a:off x="39796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52" name="타원 20251">
                <a:extLst>
                  <a:ext uri="{FF2B5EF4-FFF2-40B4-BE49-F238E27FC236}">
                    <a16:creationId xmlns:a16="http://schemas.microsoft.com/office/drawing/2014/main" id="{C96BF68C-C307-4E50-8784-7EAF1A2911D3}"/>
                  </a:ext>
                </a:extLst>
              </p:cNvPr>
              <p:cNvSpPr/>
              <p:nvPr/>
            </p:nvSpPr>
            <p:spPr>
              <a:xfrm>
                <a:off x="41320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53" name="타원 20252">
                <a:extLst>
                  <a:ext uri="{FF2B5EF4-FFF2-40B4-BE49-F238E27FC236}">
                    <a16:creationId xmlns:a16="http://schemas.microsoft.com/office/drawing/2014/main" id="{2AF3F0CB-F7AF-4009-8D61-80A3B2C1A410}"/>
                  </a:ext>
                </a:extLst>
              </p:cNvPr>
              <p:cNvSpPr/>
              <p:nvPr/>
            </p:nvSpPr>
            <p:spPr>
              <a:xfrm>
                <a:off x="42844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54" name="타원 20253">
                <a:extLst>
                  <a:ext uri="{FF2B5EF4-FFF2-40B4-BE49-F238E27FC236}">
                    <a16:creationId xmlns:a16="http://schemas.microsoft.com/office/drawing/2014/main" id="{CD870D55-BA95-418A-9865-C669ABD878CC}"/>
                  </a:ext>
                </a:extLst>
              </p:cNvPr>
              <p:cNvSpPr/>
              <p:nvPr/>
            </p:nvSpPr>
            <p:spPr>
              <a:xfrm>
                <a:off x="44368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55" name="타원 20254">
                <a:extLst>
                  <a:ext uri="{FF2B5EF4-FFF2-40B4-BE49-F238E27FC236}">
                    <a16:creationId xmlns:a16="http://schemas.microsoft.com/office/drawing/2014/main" id="{FAC3183B-6141-4400-BC97-0A547DA81B17}"/>
                  </a:ext>
                </a:extLst>
              </p:cNvPr>
              <p:cNvSpPr/>
              <p:nvPr/>
            </p:nvSpPr>
            <p:spPr>
              <a:xfrm>
                <a:off x="45892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56" name="타원 20255">
                <a:extLst>
                  <a:ext uri="{FF2B5EF4-FFF2-40B4-BE49-F238E27FC236}">
                    <a16:creationId xmlns:a16="http://schemas.microsoft.com/office/drawing/2014/main" id="{7A32A3EC-F737-4C9F-905E-0910D960454C}"/>
                  </a:ext>
                </a:extLst>
              </p:cNvPr>
              <p:cNvSpPr/>
              <p:nvPr/>
            </p:nvSpPr>
            <p:spPr>
              <a:xfrm>
                <a:off x="47416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57" name="타원 20256">
                <a:extLst>
                  <a:ext uri="{FF2B5EF4-FFF2-40B4-BE49-F238E27FC236}">
                    <a16:creationId xmlns:a16="http://schemas.microsoft.com/office/drawing/2014/main" id="{7458115F-4992-4384-B9FA-85DF637AC0C4}"/>
                  </a:ext>
                </a:extLst>
              </p:cNvPr>
              <p:cNvSpPr/>
              <p:nvPr/>
            </p:nvSpPr>
            <p:spPr>
              <a:xfrm>
                <a:off x="48940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58" name="타원 20257">
                <a:extLst>
                  <a:ext uri="{FF2B5EF4-FFF2-40B4-BE49-F238E27FC236}">
                    <a16:creationId xmlns:a16="http://schemas.microsoft.com/office/drawing/2014/main" id="{CEA8AC11-16AC-4FB8-AB6F-2C7003F3A5A2}"/>
                  </a:ext>
                </a:extLst>
              </p:cNvPr>
              <p:cNvSpPr/>
              <p:nvPr/>
            </p:nvSpPr>
            <p:spPr>
              <a:xfrm>
                <a:off x="50464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59" name="타원 20258">
                <a:extLst>
                  <a:ext uri="{FF2B5EF4-FFF2-40B4-BE49-F238E27FC236}">
                    <a16:creationId xmlns:a16="http://schemas.microsoft.com/office/drawing/2014/main" id="{7E944AC2-53F8-4B4E-9F13-BBAA8C9AC1DC}"/>
                  </a:ext>
                </a:extLst>
              </p:cNvPr>
              <p:cNvSpPr/>
              <p:nvPr/>
            </p:nvSpPr>
            <p:spPr>
              <a:xfrm>
                <a:off x="51988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60" name="타원 20259">
                <a:extLst>
                  <a:ext uri="{FF2B5EF4-FFF2-40B4-BE49-F238E27FC236}">
                    <a16:creationId xmlns:a16="http://schemas.microsoft.com/office/drawing/2014/main" id="{DB9E269A-4F34-4EB1-B52C-625B7C64380F}"/>
                  </a:ext>
                </a:extLst>
              </p:cNvPr>
              <p:cNvSpPr/>
              <p:nvPr/>
            </p:nvSpPr>
            <p:spPr>
              <a:xfrm>
                <a:off x="53512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61" name="타원 20260">
                <a:extLst>
                  <a:ext uri="{FF2B5EF4-FFF2-40B4-BE49-F238E27FC236}">
                    <a16:creationId xmlns:a16="http://schemas.microsoft.com/office/drawing/2014/main" id="{4A09D2AE-3B3E-455F-B6D1-D778584FA602}"/>
                  </a:ext>
                </a:extLst>
              </p:cNvPr>
              <p:cNvSpPr/>
              <p:nvPr/>
            </p:nvSpPr>
            <p:spPr>
              <a:xfrm>
                <a:off x="55036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62" name="타원 20261">
                <a:extLst>
                  <a:ext uri="{FF2B5EF4-FFF2-40B4-BE49-F238E27FC236}">
                    <a16:creationId xmlns:a16="http://schemas.microsoft.com/office/drawing/2014/main" id="{C56447D2-E5B2-4CD1-A96B-739016E03E16}"/>
                  </a:ext>
                </a:extLst>
              </p:cNvPr>
              <p:cNvSpPr/>
              <p:nvPr/>
            </p:nvSpPr>
            <p:spPr>
              <a:xfrm>
                <a:off x="5656026" y="5861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63" name="타원 20262">
                <a:extLst>
                  <a:ext uri="{FF2B5EF4-FFF2-40B4-BE49-F238E27FC236}">
                    <a16:creationId xmlns:a16="http://schemas.microsoft.com/office/drawing/2014/main" id="{9AB6B7B7-31EC-401A-8CE1-94F5211C7438}"/>
                  </a:ext>
                </a:extLst>
              </p:cNvPr>
              <p:cNvSpPr/>
              <p:nvPr/>
            </p:nvSpPr>
            <p:spPr>
              <a:xfrm>
                <a:off x="3220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64" name="타원 20263">
                <a:extLst>
                  <a:ext uri="{FF2B5EF4-FFF2-40B4-BE49-F238E27FC236}">
                    <a16:creationId xmlns:a16="http://schemas.microsoft.com/office/drawing/2014/main" id="{0FECB288-37AA-432F-BDE0-3F564DA9FC8F}"/>
                  </a:ext>
                </a:extLst>
              </p:cNvPr>
              <p:cNvSpPr/>
              <p:nvPr/>
            </p:nvSpPr>
            <p:spPr>
              <a:xfrm>
                <a:off x="4744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65" name="타원 20264">
                <a:extLst>
                  <a:ext uri="{FF2B5EF4-FFF2-40B4-BE49-F238E27FC236}">
                    <a16:creationId xmlns:a16="http://schemas.microsoft.com/office/drawing/2014/main" id="{4B3F8D3F-DC37-4E83-B292-B010F8D81571}"/>
                  </a:ext>
                </a:extLst>
              </p:cNvPr>
              <p:cNvSpPr/>
              <p:nvPr/>
            </p:nvSpPr>
            <p:spPr>
              <a:xfrm>
                <a:off x="6268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66" name="타원 20265">
                <a:extLst>
                  <a:ext uri="{FF2B5EF4-FFF2-40B4-BE49-F238E27FC236}">
                    <a16:creationId xmlns:a16="http://schemas.microsoft.com/office/drawing/2014/main" id="{60910B0C-F608-4836-B3C4-B788BC147C04}"/>
                  </a:ext>
                </a:extLst>
              </p:cNvPr>
              <p:cNvSpPr/>
              <p:nvPr/>
            </p:nvSpPr>
            <p:spPr>
              <a:xfrm>
                <a:off x="7792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67" name="타원 20266">
                <a:extLst>
                  <a:ext uri="{FF2B5EF4-FFF2-40B4-BE49-F238E27FC236}">
                    <a16:creationId xmlns:a16="http://schemas.microsoft.com/office/drawing/2014/main" id="{1A30C379-2970-46AE-A8D0-7E2B1BA49B21}"/>
                  </a:ext>
                </a:extLst>
              </p:cNvPr>
              <p:cNvSpPr/>
              <p:nvPr/>
            </p:nvSpPr>
            <p:spPr>
              <a:xfrm>
                <a:off x="9316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68" name="타원 20267">
                <a:extLst>
                  <a:ext uri="{FF2B5EF4-FFF2-40B4-BE49-F238E27FC236}">
                    <a16:creationId xmlns:a16="http://schemas.microsoft.com/office/drawing/2014/main" id="{906B8FB2-FCA9-4744-BE6A-5037386947A7}"/>
                  </a:ext>
                </a:extLst>
              </p:cNvPr>
              <p:cNvSpPr/>
              <p:nvPr/>
            </p:nvSpPr>
            <p:spPr>
              <a:xfrm>
                <a:off x="10840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69" name="타원 20268">
                <a:extLst>
                  <a:ext uri="{FF2B5EF4-FFF2-40B4-BE49-F238E27FC236}">
                    <a16:creationId xmlns:a16="http://schemas.microsoft.com/office/drawing/2014/main" id="{57879A37-E853-4AF5-95DE-ABF94B4B59AF}"/>
                  </a:ext>
                </a:extLst>
              </p:cNvPr>
              <p:cNvSpPr/>
              <p:nvPr/>
            </p:nvSpPr>
            <p:spPr>
              <a:xfrm>
                <a:off x="12364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70" name="타원 20269">
                <a:extLst>
                  <a:ext uri="{FF2B5EF4-FFF2-40B4-BE49-F238E27FC236}">
                    <a16:creationId xmlns:a16="http://schemas.microsoft.com/office/drawing/2014/main" id="{3AABD752-9170-4568-AE39-325E32FCCE32}"/>
                  </a:ext>
                </a:extLst>
              </p:cNvPr>
              <p:cNvSpPr/>
              <p:nvPr/>
            </p:nvSpPr>
            <p:spPr>
              <a:xfrm>
                <a:off x="13888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71" name="타원 20270">
                <a:extLst>
                  <a:ext uri="{FF2B5EF4-FFF2-40B4-BE49-F238E27FC236}">
                    <a16:creationId xmlns:a16="http://schemas.microsoft.com/office/drawing/2014/main" id="{C767F9DA-E96E-4BF4-8CC0-D698E3566122}"/>
                  </a:ext>
                </a:extLst>
              </p:cNvPr>
              <p:cNvSpPr/>
              <p:nvPr/>
            </p:nvSpPr>
            <p:spPr>
              <a:xfrm>
                <a:off x="15412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72" name="타원 20271">
                <a:extLst>
                  <a:ext uri="{FF2B5EF4-FFF2-40B4-BE49-F238E27FC236}">
                    <a16:creationId xmlns:a16="http://schemas.microsoft.com/office/drawing/2014/main" id="{30F744E1-FBF1-4C31-BF72-54A5535F18DE}"/>
                  </a:ext>
                </a:extLst>
              </p:cNvPr>
              <p:cNvSpPr/>
              <p:nvPr/>
            </p:nvSpPr>
            <p:spPr>
              <a:xfrm>
                <a:off x="16936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73" name="타원 20272">
                <a:extLst>
                  <a:ext uri="{FF2B5EF4-FFF2-40B4-BE49-F238E27FC236}">
                    <a16:creationId xmlns:a16="http://schemas.microsoft.com/office/drawing/2014/main" id="{EC8F9402-57AF-41C0-BDDC-EFED8CD6D30F}"/>
                  </a:ext>
                </a:extLst>
              </p:cNvPr>
              <p:cNvSpPr/>
              <p:nvPr/>
            </p:nvSpPr>
            <p:spPr>
              <a:xfrm>
                <a:off x="18460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74" name="타원 20273">
                <a:extLst>
                  <a:ext uri="{FF2B5EF4-FFF2-40B4-BE49-F238E27FC236}">
                    <a16:creationId xmlns:a16="http://schemas.microsoft.com/office/drawing/2014/main" id="{5F9B3241-538E-409C-BAFA-6206DBC29220}"/>
                  </a:ext>
                </a:extLst>
              </p:cNvPr>
              <p:cNvSpPr/>
              <p:nvPr/>
            </p:nvSpPr>
            <p:spPr>
              <a:xfrm>
                <a:off x="19984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75" name="타원 20274">
                <a:extLst>
                  <a:ext uri="{FF2B5EF4-FFF2-40B4-BE49-F238E27FC236}">
                    <a16:creationId xmlns:a16="http://schemas.microsoft.com/office/drawing/2014/main" id="{5CD0B507-7E52-422C-8F84-8753F95206CB}"/>
                  </a:ext>
                </a:extLst>
              </p:cNvPr>
              <p:cNvSpPr/>
              <p:nvPr/>
            </p:nvSpPr>
            <p:spPr>
              <a:xfrm>
                <a:off x="21508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76" name="타원 20275">
                <a:extLst>
                  <a:ext uri="{FF2B5EF4-FFF2-40B4-BE49-F238E27FC236}">
                    <a16:creationId xmlns:a16="http://schemas.microsoft.com/office/drawing/2014/main" id="{CD24C996-8477-4420-8D09-23420C51BECD}"/>
                  </a:ext>
                </a:extLst>
              </p:cNvPr>
              <p:cNvSpPr/>
              <p:nvPr/>
            </p:nvSpPr>
            <p:spPr>
              <a:xfrm>
                <a:off x="23032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77" name="타원 20276">
                <a:extLst>
                  <a:ext uri="{FF2B5EF4-FFF2-40B4-BE49-F238E27FC236}">
                    <a16:creationId xmlns:a16="http://schemas.microsoft.com/office/drawing/2014/main" id="{E8A3CCC6-FCD0-43D5-8A39-E391AE7B4E21}"/>
                  </a:ext>
                </a:extLst>
              </p:cNvPr>
              <p:cNvSpPr/>
              <p:nvPr/>
            </p:nvSpPr>
            <p:spPr>
              <a:xfrm>
                <a:off x="24556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78" name="타원 20277">
                <a:extLst>
                  <a:ext uri="{FF2B5EF4-FFF2-40B4-BE49-F238E27FC236}">
                    <a16:creationId xmlns:a16="http://schemas.microsoft.com/office/drawing/2014/main" id="{EF8B6CA0-A9C8-4A78-B7F6-65C1B4289D3D}"/>
                  </a:ext>
                </a:extLst>
              </p:cNvPr>
              <p:cNvSpPr/>
              <p:nvPr/>
            </p:nvSpPr>
            <p:spPr>
              <a:xfrm>
                <a:off x="26080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79" name="타원 20278">
                <a:extLst>
                  <a:ext uri="{FF2B5EF4-FFF2-40B4-BE49-F238E27FC236}">
                    <a16:creationId xmlns:a16="http://schemas.microsoft.com/office/drawing/2014/main" id="{39B524CC-F812-47CE-BE6A-EC5712B67CAD}"/>
                  </a:ext>
                </a:extLst>
              </p:cNvPr>
              <p:cNvSpPr/>
              <p:nvPr/>
            </p:nvSpPr>
            <p:spPr>
              <a:xfrm>
                <a:off x="27604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80" name="타원 20279">
                <a:extLst>
                  <a:ext uri="{FF2B5EF4-FFF2-40B4-BE49-F238E27FC236}">
                    <a16:creationId xmlns:a16="http://schemas.microsoft.com/office/drawing/2014/main" id="{AA203403-75A2-4639-8D05-A174A562604E}"/>
                  </a:ext>
                </a:extLst>
              </p:cNvPr>
              <p:cNvSpPr/>
              <p:nvPr/>
            </p:nvSpPr>
            <p:spPr>
              <a:xfrm>
                <a:off x="29128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81" name="타원 20280">
                <a:extLst>
                  <a:ext uri="{FF2B5EF4-FFF2-40B4-BE49-F238E27FC236}">
                    <a16:creationId xmlns:a16="http://schemas.microsoft.com/office/drawing/2014/main" id="{D9C1ED64-AAEC-47C1-AE94-80CBDFBDBD9F}"/>
                  </a:ext>
                </a:extLst>
              </p:cNvPr>
              <p:cNvSpPr/>
              <p:nvPr/>
            </p:nvSpPr>
            <p:spPr>
              <a:xfrm>
                <a:off x="30652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82" name="타원 20281">
                <a:extLst>
                  <a:ext uri="{FF2B5EF4-FFF2-40B4-BE49-F238E27FC236}">
                    <a16:creationId xmlns:a16="http://schemas.microsoft.com/office/drawing/2014/main" id="{69819C13-EA08-4276-A9A0-D8497212ACF0}"/>
                  </a:ext>
                </a:extLst>
              </p:cNvPr>
              <p:cNvSpPr/>
              <p:nvPr/>
            </p:nvSpPr>
            <p:spPr>
              <a:xfrm>
                <a:off x="32176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83" name="타원 20282">
                <a:extLst>
                  <a:ext uri="{FF2B5EF4-FFF2-40B4-BE49-F238E27FC236}">
                    <a16:creationId xmlns:a16="http://schemas.microsoft.com/office/drawing/2014/main" id="{4C3A4F36-4D4C-4EA9-915E-BB3868F64945}"/>
                  </a:ext>
                </a:extLst>
              </p:cNvPr>
              <p:cNvSpPr/>
              <p:nvPr/>
            </p:nvSpPr>
            <p:spPr>
              <a:xfrm>
                <a:off x="33700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84" name="타원 20283">
                <a:extLst>
                  <a:ext uri="{FF2B5EF4-FFF2-40B4-BE49-F238E27FC236}">
                    <a16:creationId xmlns:a16="http://schemas.microsoft.com/office/drawing/2014/main" id="{196E2FCB-454C-4295-AE27-6602B82B8B84}"/>
                  </a:ext>
                </a:extLst>
              </p:cNvPr>
              <p:cNvSpPr/>
              <p:nvPr/>
            </p:nvSpPr>
            <p:spPr>
              <a:xfrm>
                <a:off x="35224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85" name="타원 20284">
                <a:extLst>
                  <a:ext uri="{FF2B5EF4-FFF2-40B4-BE49-F238E27FC236}">
                    <a16:creationId xmlns:a16="http://schemas.microsoft.com/office/drawing/2014/main" id="{EAA4DC22-96B6-4842-9B8B-082BCAA5A88A}"/>
                  </a:ext>
                </a:extLst>
              </p:cNvPr>
              <p:cNvSpPr/>
              <p:nvPr/>
            </p:nvSpPr>
            <p:spPr>
              <a:xfrm>
                <a:off x="36748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86" name="타원 20285">
                <a:extLst>
                  <a:ext uri="{FF2B5EF4-FFF2-40B4-BE49-F238E27FC236}">
                    <a16:creationId xmlns:a16="http://schemas.microsoft.com/office/drawing/2014/main" id="{76EECEDF-EC74-4842-B73D-88C373751924}"/>
                  </a:ext>
                </a:extLst>
              </p:cNvPr>
              <p:cNvSpPr/>
              <p:nvPr/>
            </p:nvSpPr>
            <p:spPr>
              <a:xfrm>
                <a:off x="38272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87" name="타원 20286">
                <a:extLst>
                  <a:ext uri="{FF2B5EF4-FFF2-40B4-BE49-F238E27FC236}">
                    <a16:creationId xmlns:a16="http://schemas.microsoft.com/office/drawing/2014/main" id="{2E279760-B8A4-49CF-A6C2-D959F816A71A}"/>
                  </a:ext>
                </a:extLst>
              </p:cNvPr>
              <p:cNvSpPr/>
              <p:nvPr/>
            </p:nvSpPr>
            <p:spPr>
              <a:xfrm>
                <a:off x="39796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88" name="타원 20287">
                <a:extLst>
                  <a:ext uri="{FF2B5EF4-FFF2-40B4-BE49-F238E27FC236}">
                    <a16:creationId xmlns:a16="http://schemas.microsoft.com/office/drawing/2014/main" id="{3D2DA3E2-7605-4878-85EA-BF9D8F9A0823}"/>
                  </a:ext>
                </a:extLst>
              </p:cNvPr>
              <p:cNvSpPr/>
              <p:nvPr/>
            </p:nvSpPr>
            <p:spPr>
              <a:xfrm>
                <a:off x="41320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89" name="타원 20288">
                <a:extLst>
                  <a:ext uri="{FF2B5EF4-FFF2-40B4-BE49-F238E27FC236}">
                    <a16:creationId xmlns:a16="http://schemas.microsoft.com/office/drawing/2014/main" id="{21BDC933-E540-4D8D-96C5-13B74A60E167}"/>
                  </a:ext>
                </a:extLst>
              </p:cNvPr>
              <p:cNvSpPr/>
              <p:nvPr/>
            </p:nvSpPr>
            <p:spPr>
              <a:xfrm>
                <a:off x="42844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90" name="타원 20289">
                <a:extLst>
                  <a:ext uri="{FF2B5EF4-FFF2-40B4-BE49-F238E27FC236}">
                    <a16:creationId xmlns:a16="http://schemas.microsoft.com/office/drawing/2014/main" id="{C891CD67-2CD3-476A-824A-DFB0B1C664DF}"/>
                  </a:ext>
                </a:extLst>
              </p:cNvPr>
              <p:cNvSpPr/>
              <p:nvPr/>
            </p:nvSpPr>
            <p:spPr>
              <a:xfrm>
                <a:off x="44368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91" name="타원 20290">
                <a:extLst>
                  <a:ext uri="{FF2B5EF4-FFF2-40B4-BE49-F238E27FC236}">
                    <a16:creationId xmlns:a16="http://schemas.microsoft.com/office/drawing/2014/main" id="{A9BF9914-B925-40AD-8D5F-B62A8589E759}"/>
                  </a:ext>
                </a:extLst>
              </p:cNvPr>
              <p:cNvSpPr/>
              <p:nvPr/>
            </p:nvSpPr>
            <p:spPr>
              <a:xfrm>
                <a:off x="45892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92" name="타원 20291">
                <a:extLst>
                  <a:ext uri="{FF2B5EF4-FFF2-40B4-BE49-F238E27FC236}">
                    <a16:creationId xmlns:a16="http://schemas.microsoft.com/office/drawing/2014/main" id="{F58B8E87-EF9C-4675-BB35-5C4052A72B8B}"/>
                  </a:ext>
                </a:extLst>
              </p:cNvPr>
              <p:cNvSpPr/>
              <p:nvPr/>
            </p:nvSpPr>
            <p:spPr>
              <a:xfrm>
                <a:off x="47416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93" name="타원 20292">
                <a:extLst>
                  <a:ext uri="{FF2B5EF4-FFF2-40B4-BE49-F238E27FC236}">
                    <a16:creationId xmlns:a16="http://schemas.microsoft.com/office/drawing/2014/main" id="{5D4C8FC6-EF21-442C-8428-EE703BE12D78}"/>
                  </a:ext>
                </a:extLst>
              </p:cNvPr>
              <p:cNvSpPr/>
              <p:nvPr/>
            </p:nvSpPr>
            <p:spPr>
              <a:xfrm>
                <a:off x="48940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94" name="타원 20293">
                <a:extLst>
                  <a:ext uri="{FF2B5EF4-FFF2-40B4-BE49-F238E27FC236}">
                    <a16:creationId xmlns:a16="http://schemas.microsoft.com/office/drawing/2014/main" id="{3160A526-9200-4A81-B552-E32365F456AA}"/>
                  </a:ext>
                </a:extLst>
              </p:cNvPr>
              <p:cNvSpPr/>
              <p:nvPr/>
            </p:nvSpPr>
            <p:spPr>
              <a:xfrm>
                <a:off x="50464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95" name="타원 20294">
                <a:extLst>
                  <a:ext uri="{FF2B5EF4-FFF2-40B4-BE49-F238E27FC236}">
                    <a16:creationId xmlns:a16="http://schemas.microsoft.com/office/drawing/2014/main" id="{EA5E30D7-78BA-43E5-BA5E-1E39BB3F85B7}"/>
                  </a:ext>
                </a:extLst>
              </p:cNvPr>
              <p:cNvSpPr/>
              <p:nvPr/>
            </p:nvSpPr>
            <p:spPr>
              <a:xfrm>
                <a:off x="51988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96" name="타원 20295">
                <a:extLst>
                  <a:ext uri="{FF2B5EF4-FFF2-40B4-BE49-F238E27FC236}">
                    <a16:creationId xmlns:a16="http://schemas.microsoft.com/office/drawing/2014/main" id="{1958213E-93B1-43F8-BC72-B02BF539D19E}"/>
                  </a:ext>
                </a:extLst>
              </p:cNvPr>
              <p:cNvSpPr/>
              <p:nvPr/>
            </p:nvSpPr>
            <p:spPr>
              <a:xfrm>
                <a:off x="53512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97" name="타원 20296">
                <a:extLst>
                  <a:ext uri="{FF2B5EF4-FFF2-40B4-BE49-F238E27FC236}">
                    <a16:creationId xmlns:a16="http://schemas.microsoft.com/office/drawing/2014/main" id="{02F54541-7557-4449-817D-F803295A89E1}"/>
                  </a:ext>
                </a:extLst>
              </p:cNvPr>
              <p:cNvSpPr/>
              <p:nvPr/>
            </p:nvSpPr>
            <p:spPr>
              <a:xfrm>
                <a:off x="55036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98" name="타원 20297">
                <a:extLst>
                  <a:ext uri="{FF2B5EF4-FFF2-40B4-BE49-F238E27FC236}">
                    <a16:creationId xmlns:a16="http://schemas.microsoft.com/office/drawing/2014/main" id="{F99062DE-A9DE-4D6F-9EB9-B8F64535003A}"/>
                  </a:ext>
                </a:extLst>
              </p:cNvPr>
              <p:cNvSpPr/>
              <p:nvPr/>
            </p:nvSpPr>
            <p:spPr>
              <a:xfrm>
                <a:off x="5656026" y="6013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299" name="타원 20298">
                <a:extLst>
                  <a:ext uri="{FF2B5EF4-FFF2-40B4-BE49-F238E27FC236}">
                    <a16:creationId xmlns:a16="http://schemas.microsoft.com/office/drawing/2014/main" id="{417F6BA1-27FF-40E6-AF5F-849DE3286E1C}"/>
                  </a:ext>
                </a:extLst>
              </p:cNvPr>
              <p:cNvSpPr/>
              <p:nvPr/>
            </p:nvSpPr>
            <p:spPr>
              <a:xfrm>
                <a:off x="3220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00" name="타원 20299">
                <a:extLst>
                  <a:ext uri="{FF2B5EF4-FFF2-40B4-BE49-F238E27FC236}">
                    <a16:creationId xmlns:a16="http://schemas.microsoft.com/office/drawing/2014/main" id="{70270EEB-6168-47F6-9F4C-0D02869D822D}"/>
                  </a:ext>
                </a:extLst>
              </p:cNvPr>
              <p:cNvSpPr/>
              <p:nvPr/>
            </p:nvSpPr>
            <p:spPr>
              <a:xfrm>
                <a:off x="4744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01" name="타원 20300">
                <a:extLst>
                  <a:ext uri="{FF2B5EF4-FFF2-40B4-BE49-F238E27FC236}">
                    <a16:creationId xmlns:a16="http://schemas.microsoft.com/office/drawing/2014/main" id="{304190A0-6F61-4B70-88FF-256287C2ABED}"/>
                  </a:ext>
                </a:extLst>
              </p:cNvPr>
              <p:cNvSpPr/>
              <p:nvPr/>
            </p:nvSpPr>
            <p:spPr>
              <a:xfrm>
                <a:off x="6268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02" name="타원 20301">
                <a:extLst>
                  <a:ext uri="{FF2B5EF4-FFF2-40B4-BE49-F238E27FC236}">
                    <a16:creationId xmlns:a16="http://schemas.microsoft.com/office/drawing/2014/main" id="{8259D419-DD11-47AB-B4C1-6341E498B409}"/>
                  </a:ext>
                </a:extLst>
              </p:cNvPr>
              <p:cNvSpPr/>
              <p:nvPr/>
            </p:nvSpPr>
            <p:spPr>
              <a:xfrm>
                <a:off x="7792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03" name="타원 20302">
                <a:extLst>
                  <a:ext uri="{FF2B5EF4-FFF2-40B4-BE49-F238E27FC236}">
                    <a16:creationId xmlns:a16="http://schemas.microsoft.com/office/drawing/2014/main" id="{9AC93CBB-8539-4FF4-A93E-BF09E426D147}"/>
                  </a:ext>
                </a:extLst>
              </p:cNvPr>
              <p:cNvSpPr/>
              <p:nvPr/>
            </p:nvSpPr>
            <p:spPr>
              <a:xfrm>
                <a:off x="9316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04" name="타원 20303">
                <a:extLst>
                  <a:ext uri="{FF2B5EF4-FFF2-40B4-BE49-F238E27FC236}">
                    <a16:creationId xmlns:a16="http://schemas.microsoft.com/office/drawing/2014/main" id="{F5BFED36-514D-4234-8262-A6FBA5D86A4B}"/>
                  </a:ext>
                </a:extLst>
              </p:cNvPr>
              <p:cNvSpPr/>
              <p:nvPr/>
            </p:nvSpPr>
            <p:spPr>
              <a:xfrm>
                <a:off x="10840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05" name="타원 20304">
                <a:extLst>
                  <a:ext uri="{FF2B5EF4-FFF2-40B4-BE49-F238E27FC236}">
                    <a16:creationId xmlns:a16="http://schemas.microsoft.com/office/drawing/2014/main" id="{80EE9F6C-0D45-46D4-8531-0DBFC48F352A}"/>
                  </a:ext>
                </a:extLst>
              </p:cNvPr>
              <p:cNvSpPr/>
              <p:nvPr/>
            </p:nvSpPr>
            <p:spPr>
              <a:xfrm>
                <a:off x="12364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06" name="타원 20305">
                <a:extLst>
                  <a:ext uri="{FF2B5EF4-FFF2-40B4-BE49-F238E27FC236}">
                    <a16:creationId xmlns:a16="http://schemas.microsoft.com/office/drawing/2014/main" id="{82B320FD-DD41-4DEF-942C-18F230B19F02}"/>
                  </a:ext>
                </a:extLst>
              </p:cNvPr>
              <p:cNvSpPr/>
              <p:nvPr/>
            </p:nvSpPr>
            <p:spPr>
              <a:xfrm>
                <a:off x="13888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07" name="타원 20306">
                <a:extLst>
                  <a:ext uri="{FF2B5EF4-FFF2-40B4-BE49-F238E27FC236}">
                    <a16:creationId xmlns:a16="http://schemas.microsoft.com/office/drawing/2014/main" id="{8C607953-4BE6-4FBF-B53D-007D8DEC78E7}"/>
                  </a:ext>
                </a:extLst>
              </p:cNvPr>
              <p:cNvSpPr/>
              <p:nvPr/>
            </p:nvSpPr>
            <p:spPr>
              <a:xfrm>
                <a:off x="15412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08" name="타원 20307">
                <a:extLst>
                  <a:ext uri="{FF2B5EF4-FFF2-40B4-BE49-F238E27FC236}">
                    <a16:creationId xmlns:a16="http://schemas.microsoft.com/office/drawing/2014/main" id="{0A7CDBA9-72C3-4DCE-AFBF-B1ED8E17ED0A}"/>
                  </a:ext>
                </a:extLst>
              </p:cNvPr>
              <p:cNvSpPr/>
              <p:nvPr/>
            </p:nvSpPr>
            <p:spPr>
              <a:xfrm>
                <a:off x="16936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09" name="타원 20308">
                <a:extLst>
                  <a:ext uri="{FF2B5EF4-FFF2-40B4-BE49-F238E27FC236}">
                    <a16:creationId xmlns:a16="http://schemas.microsoft.com/office/drawing/2014/main" id="{29412F91-302F-4FD5-8EC6-BEAFAF037395}"/>
                  </a:ext>
                </a:extLst>
              </p:cNvPr>
              <p:cNvSpPr/>
              <p:nvPr/>
            </p:nvSpPr>
            <p:spPr>
              <a:xfrm>
                <a:off x="18460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10" name="타원 20309">
                <a:extLst>
                  <a:ext uri="{FF2B5EF4-FFF2-40B4-BE49-F238E27FC236}">
                    <a16:creationId xmlns:a16="http://schemas.microsoft.com/office/drawing/2014/main" id="{A3A7E1D1-6811-484C-A140-ACB9F45C8733}"/>
                  </a:ext>
                </a:extLst>
              </p:cNvPr>
              <p:cNvSpPr/>
              <p:nvPr/>
            </p:nvSpPr>
            <p:spPr>
              <a:xfrm>
                <a:off x="19984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11" name="타원 20310">
                <a:extLst>
                  <a:ext uri="{FF2B5EF4-FFF2-40B4-BE49-F238E27FC236}">
                    <a16:creationId xmlns:a16="http://schemas.microsoft.com/office/drawing/2014/main" id="{ABFE6FE6-9805-4E6C-BBC5-EBDD8EE7DE64}"/>
                  </a:ext>
                </a:extLst>
              </p:cNvPr>
              <p:cNvSpPr/>
              <p:nvPr/>
            </p:nvSpPr>
            <p:spPr>
              <a:xfrm>
                <a:off x="21508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12" name="타원 20311">
                <a:extLst>
                  <a:ext uri="{FF2B5EF4-FFF2-40B4-BE49-F238E27FC236}">
                    <a16:creationId xmlns:a16="http://schemas.microsoft.com/office/drawing/2014/main" id="{4B0FE2A0-FE57-42D8-831D-E31831F60A1E}"/>
                  </a:ext>
                </a:extLst>
              </p:cNvPr>
              <p:cNvSpPr/>
              <p:nvPr/>
            </p:nvSpPr>
            <p:spPr>
              <a:xfrm>
                <a:off x="23032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13" name="타원 20312">
                <a:extLst>
                  <a:ext uri="{FF2B5EF4-FFF2-40B4-BE49-F238E27FC236}">
                    <a16:creationId xmlns:a16="http://schemas.microsoft.com/office/drawing/2014/main" id="{21E7F0ED-FF33-4697-9172-65BCCDDEA696}"/>
                  </a:ext>
                </a:extLst>
              </p:cNvPr>
              <p:cNvSpPr/>
              <p:nvPr/>
            </p:nvSpPr>
            <p:spPr>
              <a:xfrm>
                <a:off x="24556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14" name="타원 20313">
                <a:extLst>
                  <a:ext uri="{FF2B5EF4-FFF2-40B4-BE49-F238E27FC236}">
                    <a16:creationId xmlns:a16="http://schemas.microsoft.com/office/drawing/2014/main" id="{A8989CCB-1E0C-41AF-8042-B59C913F442C}"/>
                  </a:ext>
                </a:extLst>
              </p:cNvPr>
              <p:cNvSpPr/>
              <p:nvPr/>
            </p:nvSpPr>
            <p:spPr>
              <a:xfrm>
                <a:off x="26080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15" name="타원 20314">
                <a:extLst>
                  <a:ext uri="{FF2B5EF4-FFF2-40B4-BE49-F238E27FC236}">
                    <a16:creationId xmlns:a16="http://schemas.microsoft.com/office/drawing/2014/main" id="{26BA163B-CFED-48EC-9F1E-E7938BF3D947}"/>
                  </a:ext>
                </a:extLst>
              </p:cNvPr>
              <p:cNvSpPr/>
              <p:nvPr/>
            </p:nvSpPr>
            <p:spPr>
              <a:xfrm>
                <a:off x="27604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16" name="타원 20315">
                <a:extLst>
                  <a:ext uri="{FF2B5EF4-FFF2-40B4-BE49-F238E27FC236}">
                    <a16:creationId xmlns:a16="http://schemas.microsoft.com/office/drawing/2014/main" id="{FBB41025-4C6A-4A7F-AC6E-F91991279EE7}"/>
                  </a:ext>
                </a:extLst>
              </p:cNvPr>
              <p:cNvSpPr/>
              <p:nvPr/>
            </p:nvSpPr>
            <p:spPr>
              <a:xfrm>
                <a:off x="29128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17" name="타원 20316">
                <a:extLst>
                  <a:ext uri="{FF2B5EF4-FFF2-40B4-BE49-F238E27FC236}">
                    <a16:creationId xmlns:a16="http://schemas.microsoft.com/office/drawing/2014/main" id="{919AB95D-9B5D-433B-B116-C21875FBBDE6}"/>
                  </a:ext>
                </a:extLst>
              </p:cNvPr>
              <p:cNvSpPr/>
              <p:nvPr/>
            </p:nvSpPr>
            <p:spPr>
              <a:xfrm>
                <a:off x="30652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18" name="타원 20317">
                <a:extLst>
                  <a:ext uri="{FF2B5EF4-FFF2-40B4-BE49-F238E27FC236}">
                    <a16:creationId xmlns:a16="http://schemas.microsoft.com/office/drawing/2014/main" id="{E033296E-87A5-4B5D-8A55-E7F0D3827BB1}"/>
                  </a:ext>
                </a:extLst>
              </p:cNvPr>
              <p:cNvSpPr/>
              <p:nvPr/>
            </p:nvSpPr>
            <p:spPr>
              <a:xfrm>
                <a:off x="32176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19" name="타원 20318">
                <a:extLst>
                  <a:ext uri="{FF2B5EF4-FFF2-40B4-BE49-F238E27FC236}">
                    <a16:creationId xmlns:a16="http://schemas.microsoft.com/office/drawing/2014/main" id="{26C24C6D-12A7-41FC-A388-248978EFE52E}"/>
                  </a:ext>
                </a:extLst>
              </p:cNvPr>
              <p:cNvSpPr/>
              <p:nvPr/>
            </p:nvSpPr>
            <p:spPr>
              <a:xfrm>
                <a:off x="33700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20" name="타원 20319">
                <a:extLst>
                  <a:ext uri="{FF2B5EF4-FFF2-40B4-BE49-F238E27FC236}">
                    <a16:creationId xmlns:a16="http://schemas.microsoft.com/office/drawing/2014/main" id="{72BB08F9-4018-4990-8765-A072100D85F9}"/>
                  </a:ext>
                </a:extLst>
              </p:cNvPr>
              <p:cNvSpPr/>
              <p:nvPr/>
            </p:nvSpPr>
            <p:spPr>
              <a:xfrm>
                <a:off x="35224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21" name="타원 20320">
                <a:extLst>
                  <a:ext uri="{FF2B5EF4-FFF2-40B4-BE49-F238E27FC236}">
                    <a16:creationId xmlns:a16="http://schemas.microsoft.com/office/drawing/2014/main" id="{CE164DF4-3829-4355-96DA-D8609B53E4B6}"/>
                  </a:ext>
                </a:extLst>
              </p:cNvPr>
              <p:cNvSpPr/>
              <p:nvPr/>
            </p:nvSpPr>
            <p:spPr>
              <a:xfrm>
                <a:off x="36748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22" name="타원 20321">
                <a:extLst>
                  <a:ext uri="{FF2B5EF4-FFF2-40B4-BE49-F238E27FC236}">
                    <a16:creationId xmlns:a16="http://schemas.microsoft.com/office/drawing/2014/main" id="{3E8EFDBB-96BF-4AFD-AF78-0C7C430D62B2}"/>
                  </a:ext>
                </a:extLst>
              </p:cNvPr>
              <p:cNvSpPr/>
              <p:nvPr/>
            </p:nvSpPr>
            <p:spPr>
              <a:xfrm>
                <a:off x="38272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23" name="타원 20322">
                <a:extLst>
                  <a:ext uri="{FF2B5EF4-FFF2-40B4-BE49-F238E27FC236}">
                    <a16:creationId xmlns:a16="http://schemas.microsoft.com/office/drawing/2014/main" id="{A2203279-8CB9-4A33-B1FA-CCEA314A28C0}"/>
                  </a:ext>
                </a:extLst>
              </p:cNvPr>
              <p:cNvSpPr/>
              <p:nvPr/>
            </p:nvSpPr>
            <p:spPr>
              <a:xfrm>
                <a:off x="39796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24" name="타원 20323">
                <a:extLst>
                  <a:ext uri="{FF2B5EF4-FFF2-40B4-BE49-F238E27FC236}">
                    <a16:creationId xmlns:a16="http://schemas.microsoft.com/office/drawing/2014/main" id="{3780074F-D7CE-4BC4-9B8E-4C2A47C2C992}"/>
                  </a:ext>
                </a:extLst>
              </p:cNvPr>
              <p:cNvSpPr/>
              <p:nvPr/>
            </p:nvSpPr>
            <p:spPr>
              <a:xfrm>
                <a:off x="41320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25" name="타원 20324">
                <a:extLst>
                  <a:ext uri="{FF2B5EF4-FFF2-40B4-BE49-F238E27FC236}">
                    <a16:creationId xmlns:a16="http://schemas.microsoft.com/office/drawing/2014/main" id="{A2ADE81B-56D5-42A7-B7FC-72B0759F6AC9}"/>
                  </a:ext>
                </a:extLst>
              </p:cNvPr>
              <p:cNvSpPr/>
              <p:nvPr/>
            </p:nvSpPr>
            <p:spPr>
              <a:xfrm>
                <a:off x="42844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26" name="타원 20325">
                <a:extLst>
                  <a:ext uri="{FF2B5EF4-FFF2-40B4-BE49-F238E27FC236}">
                    <a16:creationId xmlns:a16="http://schemas.microsoft.com/office/drawing/2014/main" id="{FE12BC19-1FF9-4124-AE48-2B6A1950A712}"/>
                  </a:ext>
                </a:extLst>
              </p:cNvPr>
              <p:cNvSpPr/>
              <p:nvPr/>
            </p:nvSpPr>
            <p:spPr>
              <a:xfrm>
                <a:off x="44368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27" name="타원 20326">
                <a:extLst>
                  <a:ext uri="{FF2B5EF4-FFF2-40B4-BE49-F238E27FC236}">
                    <a16:creationId xmlns:a16="http://schemas.microsoft.com/office/drawing/2014/main" id="{6C92F9DE-EB08-4B9D-A168-034A700F2828}"/>
                  </a:ext>
                </a:extLst>
              </p:cNvPr>
              <p:cNvSpPr/>
              <p:nvPr/>
            </p:nvSpPr>
            <p:spPr>
              <a:xfrm>
                <a:off x="45892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28" name="타원 20327">
                <a:extLst>
                  <a:ext uri="{FF2B5EF4-FFF2-40B4-BE49-F238E27FC236}">
                    <a16:creationId xmlns:a16="http://schemas.microsoft.com/office/drawing/2014/main" id="{45227B5A-5454-4706-B1BA-736E45BC0765}"/>
                  </a:ext>
                </a:extLst>
              </p:cNvPr>
              <p:cNvSpPr/>
              <p:nvPr/>
            </p:nvSpPr>
            <p:spPr>
              <a:xfrm>
                <a:off x="47416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29" name="타원 20328">
                <a:extLst>
                  <a:ext uri="{FF2B5EF4-FFF2-40B4-BE49-F238E27FC236}">
                    <a16:creationId xmlns:a16="http://schemas.microsoft.com/office/drawing/2014/main" id="{0A0C379A-550E-4461-9BF4-C0339B43A933}"/>
                  </a:ext>
                </a:extLst>
              </p:cNvPr>
              <p:cNvSpPr/>
              <p:nvPr/>
            </p:nvSpPr>
            <p:spPr>
              <a:xfrm>
                <a:off x="48940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30" name="타원 20329">
                <a:extLst>
                  <a:ext uri="{FF2B5EF4-FFF2-40B4-BE49-F238E27FC236}">
                    <a16:creationId xmlns:a16="http://schemas.microsoft.com/office/drawing/2014/main" id="{D7A2ADE8-2CBE-402C-B498-2BC4C77D4F62}"/>
                  </a:ext>
                </a:extLst>
              </p:cNvPr>
              <p:cNvSpPr/>
              <p:nvPr/>
            </p:nvSpPr>
            <p:spPr>
              <a:xfrm>
                <a:off x="50464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31" name="타원 20330">
                <a:extLst>
                  <a:ext uri="{FF2B5EF4-FFF2-40B4-BE49-F238E27FC236}">
                    <a16:creationId xmlns:a16="http://schemas.microsoft.com/office/drawing/2014/main" id="{7A695D77-FFB6-43F7-9B4A-B4C94081C394}"/>
                  </a:ext>
                </a:extLst>
              </p:cNvPr>
              <p:cNvSpPr/>
              <p:nvPr/>
            </p:nvSpPr>
            <p:spPr>
              <a:xfrm>
                <a:off x="51988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32" name="타원 20331">
                <a:extLst>
                  <a:ext uri="{FF2B5EF4-FFF2-40B4-BE49-F238E27FC236}">
                    <a16:creationId xmlns:a16="http://schemas.microsoft.com/office/drawing/2014/main" id="{18926FD0-E2B1-4EC5-BEE3-90AA63FE3F21}"/>
                  </a:ext>
                </a:extLst>
              </p:cNvPr>
              <p:cNvSpPr/>
              <p:nvPr/>
            </p:nvSpPr>
            <p:spPr>
              <a:xfrm>
                <a:off x="53512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33" name="타원 20332">
                <a:extLst>
                  <a:ext uri="{FF2B5EF4-FFF2-40B4-BE49-F238E27FC236}">
                    <a16:creationId xmlns:a16="http://schemas.microsoft.com/office/drawing/2014/main" id="{AD53F787-AAB5-4855-B4C6-881B6324A8FE}"/>
                  </a:ext>
                </a:extLst>
              </p:cNvPr>
              <p:cNvSpPr/>
              <p:nvPr/>
            </p:nvSpPr>
            <p:spPr>
              <a:xfrm>
                <a:off x="55036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34" name="타원 20333">
                <a:extLst>
                  <a:ext uri="{FF2B5EF4-FFF2-40B4-BE49-F238E27FC236}">
                    <a16:creationId xmlns:a16="http://schemas.microsoft.com/office/drawing/2014/main" id="{FC601866-1277-4581-B2E1-4A5A6AE3A6DD}"/>
                  </a:ext>
                </a:extLst>
              </p:cNvPr>
              <p:cNvSpPr/>
              <p:nvPr/>
            </p:nvSpPr>
            <p:spPr>
              <a:xfrm>
                <a:off x="5656026" y="6165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35" name="타원 20334">
                <a:extLst>
                  <a:ext uri="{FF2B5EF4-FFF2-40B4-BE49-F238E27FC236}">
                    <a16:creationId xmlns:a16="http://schemas.microsoft.com/office/drawing/2014/main" id="{2C9CB6B6-CD33-496F-B088-82F9EE958E89}"/>
                  </a:ext>
                </a:extLst>
              </p:cNvPr>
              <p:cNvSpPr/>
              <p:nvPr/>
            </p:nvSpPr>
            <p:spPr>
              <a:xfrm>
                <a:off x="3220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36" name="타원 20335">
                <a:extLst>
                  <a:ext uri="{FF2B5EF4-FFF2-40B4-BE49-F238E27FC236}">
                    <a16:creationId xmlns:a16="http://schemas.microsoft.com/office/drawing/2014/main" id="{373D2FE0-0432-4936-8364-80BA40701587}"/>
                  </a:ext>
                </a:extLst>
              </p:cNvPr>
              <p:cNvSpPr/>
              <p:nvPr/>
            </p:nvSpPr>
            <p:spPr>
              <a:xfrm>
                <a:off x="4744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37" name="타원 20336">
                <a:extLst>
                  <a:ext uri="{FF2B5EF4-FFF2-40B4-BE49-F238E27FC236}">
                    <a16:creationId xmlns:a16="http://schemas.microsoft.com/office/drawing/2014/main" id="{D428D502-4FC4-42B1-8CBB-F46A0974A25A}"/>
                  </a:ext>
                </a:extLst>
              </p:cNvPr>
              <p:cNvSpPr/>
              <p:nvPr/>
            </p:nvSpPr>
            <p:spPr>
              <a:xfrm>
                <a:off x="6268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38" name="타원 20337">
                <a:extLst>
                  <a:ext uri="{FF2B5EF4-FFF2-40B4-BE49-F238E27FC236}">
                    <a16:creationId xmlns:a16="http://schemas.microsoft.com/office/drawing/2014/main" id="{2ECCE5FF-A56C-4CBD-B63A-E3E403904128}"/>
                  </a:ext>
                </a:extLst>
              </p:cNvPr>
              <p:cNvSpPr/>
              <p:nvPr/>
            </p:nvSpPr>
            <p:spPr>
              <a:xfrm>
                <a:off x="7792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39" name="타원 20338">
                <a:extLst>
                  <a:ext uri="{FF2B5EF4-FFF2-40B4-BE49-F238E27FC236}">
                    <a16:creationId xmlns:a16="http://schemas.microsoft.com/office/drawing/2014/main" id="{D3AE98B5-3B00-4C7B-AF81-79D6702C73F6}"/>
                  </a:ext>
                </a:extLst>
              </p:cNvPr>
              <p:cNvSpPr/>
              <p:nvPr/>
            </p:nvSpPr>
            <p:spPr>
              <a:xfrm>
                <a:off x="9316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40" name="타원 20339">
                <a:extLst>
                  <a:ext uri="{FF2B5EF4-FFF2-40B4-BE49-F238E27FC236}">
                    <a16:creationId xmlns:a16="http://schemas.microsoft.com/office/drawing/2014/main" id="{7FF763B8-A0A4-4E42-88FE-CA4A355DCA29}"/>
                  </a:ext>
                </a:extLst>
              </p:cNvPr>
              <p:cNvSpPr/>
              <p:nvPr/>
            </p:nvSpPr>
            <p:spPr>
              <a:xfrm>
                <a:off x="10840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41" name="타원 20340">
                <a:extLst>
                  <a:ext uri="{FF2B5EF4-FFF2-40B4-BE49-F238E27FC236}">
                    <a16:creationId xmlns:a16="http://schemas.microsoft.com/office/drawing/2014/main" id="{AAA7ABFD-D87E-405B-BBEF-02BD9C97FF29}"/>
                  </a:ext>
                </a:extLst>
              </p:cNvPr>
              <p:cNvSpPr/>
              <p:nvPr/>
            </p:nvSpPr>
            <p:spPr>
              <a:xfrm>
                <a:off x="12364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42" name="타원 20341">
                <a:extLst>
                  <a:ext uri="{FF2B5EF4-FFF2-40B4-BE49-F238E27FC236}">
                    <a16:creationId xmlns:a16="http://schemas.microsoft.com/office/drawing/2014/main" id="{327C6527-8B45-4EDD-98B8-6A5CD5C4BBB5}"/>
                  </a:ext>
                </a:extLst>
              </p:cNvPr>
              <p:cNvSpPr/>
              <p:nvPr/>
            </p:nvSpPr>
            <p:spPr>
              <a:xfrm>
                <a:off x="13888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43" name="타원 20342">
                <a:extLst>
                  <a:ext uri="{FF2B5EF4-FFF2-40B4-BE49-F238E27FC236}">
                    <a16:creationId xmlns:a16="http://schemas.microsoft.com/office/drawing/2014/main" id="{4C3128DE-B491-4788-9A74-E2676B0DC620}"/>
                  </a:ext>
                </a:extLst>
              </p:cNvPr>
              <p:cNvSpPr/>
              <p:nvPr/>
            </p:nvSpPr>
            <p:spPr>
              <a:xfrm>
                <a:off x="15412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44" name="타원 20343">
                <a:extLst>
                  <a:ext uri="{FF2B5EF4-FFF2-40B4-BE49-F238E27FC236}">
                    <a16:creationId xmlns:a16="http://schemas.microsoft.com/office/drawing/2014/main" id="{33F96272-19D9-4500-89AF-D891D253824D}"/>
                  </a:ext>
                </a:extLst>
              </p:cNvPr>
              <p:cNvSpPr/>
              <p:nvPr/>
            </p:nvSpPr>
            <p:spPr>
              <a:xfrm>
                <a:off x="16936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45" name="타원 20344">
                <a:extLst>
                  <a:ext uri="{FF2B5EF4-FFF2-40B4-BE49-F238E27FC236}">
                    <a16:creationId xmlns:a16="http://schemas.microsoft.com/office/drawing/2014/main" id="{98DD75A2-B364-4D4A-BB6E-DBAF9E97CD85}"/>
                  </a:ext>
                </a:extLst>
              </p:cNvPr>
              <p:cNvSpPr/>
              <p:nvPr/>
            </p:nvSpPr>
            <p:spPr>
              <a:xfrm>
                <a:off x="18460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46" name="타원 20345">
                <a:extLst>
                  <a:ext uri="{FF2B5EF4-FFF2-40B4-BE49-F238E27FC236}">
                    <a16:creationId xmlns:a16="http://schemas.microsoft.com/office/drawing/2014/main" id="{DBA3C1D0-AF4C-44EF-93BC-5BFEC0CFEDC3}"/>
                  </a:ext>
                </a:extLst>
              </p:cNvPr>
              <p:cNvSpPr/>
              <p:nvPr/>
            </p:nvSpPr>
            <p:spPr>
              <a:xfrm>
                <a:off x="19984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47" name="타원 20346">
                <a:extLst>
                  <a:ext uri="{FF2B5EF4-FFF2-40B4-BE49-F238E27FC236}">
                    <a16:creationId xmlns:a16="http://schemas.microsoft.com/office/drawing/2014/main" id="{2BC62527-1486-460A-9B4D-48D329CFA107}"/>
                  </a:ext>
                </a:extLst>
              </p:cNvPr>
              <p:cNvSpPr/>
              <p:nvPr/>
            </p:nvSpPr>
            <p:spPr>
              <a:xfrm>
                <a:off x="21508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48" name="타원 20347">
                <a:extLst>
                  <a:ext uri="{FF2B5EF4-FFF2-40B4-BE49-F238E27FC236}">
                    <a16:creationId xmlns:a16="http://schemas.microsoft.com/office/drawing/2014/main" id="{3366D55C-F936-43EF-A076-6B5A56340774}"/>
                  </a:ext>
                </a:extLst>
              </p:cNvPr>
              <p:cNvSpPr/>
              <p:nvPr/>
            </p:nvSpPr>
            <p:spPr>
              <a:xfrm>
                <a:off x="23032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49" name="타원 20348">
                <a:extLst>
                  <a:ext uri="{FF2B5EF4-FFF2-40B4-BE49-F238E27FC236}">
                    <a16:creationId xmlns:a16="http://schemas.microsoft.com/office/drawing/2014/main" id="{80330FF7-C032-4D43-97FE-AECAB9E63CDE}"/>
                  </a:ext>
                </a:extLst>
              </p:cNvPr>
              <p:cNvSpPr/>
              <p:nvPr/>
            </p:nvSpPr>
            <p:spPr>
              <a:xfrm>
                <a:off x="24556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50" name="타원 20349">
                <a:extLst>
                  <a:ext uri="{FF2B5EF4-FFF2-40B4-BE49-F238E27FC236}">
                    <a16:creationId xmlns:a16="http://schemas.microsoft.com/office/drawing/2014/main" id="{E2862CA9-E13C-4E6D-97EB-AEAB7FC53B75}"/>
                  </a:ext>
                </a:extLst>
              </p:cNvPr>
              <p:cNvSpPr/>
              <p:nvPr/>
            </p:nvSpPr>
            <p:spPr>
              <a:xfrm>
                <a:off x="26080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51" name="타원 20350">
                <a:extLst>
                  <a:ext uri="{FF2B5EF4-FFF2-40B4-BE49-F238E27FC236}">
                    <a16:creationId xmlns:a16="http://schemas.microsoft.com/office/drawing/2014/main" id="{2409D530-EFCE-4306-8F91-028569CD03F7}"/>
                  </a:ext>
                </a:extLst>
              </p:cNvPr>
              <p:cNvSpPr/>
              <p:nvPr/>
            </p:nvSpPr>
            <p:spPr>
              <a:xfrm>
                <a:off x="27604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52" name="타원 20351">
                <a:extLst>
                  <a:ext uri="{FF2B5EF4-FFF2-40B4-BE49-F238E27FC236}">
                    <a16:creationId xmlns:a16="http://schemas.microsoft.com/office/drawing/2014/main" id="{FD943216-1B99-4E0E-A57B-383702B68D63}"/>
                  </a:ext>
                </a:extLst>
              </p:cNvPr>
              <p:cNvSpPr/>
              <p:nvPr/>
            </p:nvSpPr>
            <p:spPr>
              <a:xfrm>
                <a:off x="29128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53" name="타원 20352">
                <a:extLst>
                  <a:ext uri="{FF2B5EF4-FFF2-40B4-BE49-F238E27FC236}">
                    <a16:creationId xmlns:a16="http://schemas.microsoft.com/office/drawing/2014/main" id="{C6BB0804-9608-4356-9551-696CBCCFDED4}"/>
                  </a:ext>
                </a:extLst>
              </p:cNvPr>
              <p:cNvSpPr/>
              <p:nvPr/>
            </p:nvSpPr>
            <p:spPr>
              <a:xfrm>
                <a:off x="30652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54" name="타원 20353">
                <a:extLst>
                  <a:ext uri="{FF2B5EF4-FFF2-40B4-BE49-F238E27FC236}">
                    <a16:creationId xmlns:a16="http://schemas.microsoft.com/office/drawing/2014/main" id="{F671E789-2B21-40E1-8AD3-2205578830B9}"/>
                  </a:ext>
                </a:extLst>
              </p:cNvPr>
              <p:cNvSpPr/>
              <p:nvPr/>
            </p:nvSpPr>
            <p:spPr>
              <a:xfrm>
                <a:off x="32176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55" name="타원 20354">
                <a:extLst>
                  <a:ext uri="{FF2B5EF4-FFF2-40B4-BE49-F238E27FC236}">
                    <a16:creationId xmlns:a16="http://schemas.microsoft.com/office/drawing/2014/main" id="{7D6488FB-A3DD-4222-BF4B-7768CE0A40C1}"/>
                  </a:ext>
                </a:extLst>
              </p:cNvPr>
              <p:cNvSpPr/>
              <p:nvPr/>
            </p:nvSpPr>
            <p:spPr>
              <a:xfrm>
                <a:off x="33700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56" name="타원 20355">
                <a:extLst>
                  <a:ext uri="{FF2B5EF4-FFF2-40B4-BE49-F238E27FC236}">
                    <a16:creationId xmlns:a16="http://schemas.microsoft.com/office/drawing/2014/main" id="{B13B89EF-4C7F-4F25-86AE-9EF9A22E5EED}"/>
                  </a:ext>
                </a:extLst>
              </p:cNvPr>
              <p:cNvSpPr/>
              <p:nvPr/>
            </p:nvSpPr>
            <p:spPr>
              <a:xfrm>
                <a:off x="35224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57" name="타원 20356">
                <a:extLst>
                  <a:ext uri="{FF2B5EF4-FFF2-40B4-BE49-F238E27FC236}">
                    <a16:creationId xmlns:a16="http://schemas.microsoft.com/office/drawing/2014/main" id="{5EBD9F71-8C4C-41E0-840A-AFEFBD866E90}"/>
                  </a:ext>
                </a:extLst>
              </p:cNvPr>
              <p:cNvSpPr/>
              <p:nvPr/>
            </p:nvSpPr>
            <p:spPr>
              <a:xfrm>
                <a:off x="36748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58" name="타원 20357">
                <a:extLst>
                  <a:ext uri="{FF2B5EF4-FFF2-40B4-BE49-F238E27FC236}">
                    <a16:creationId xmlns:a16="http://schemas.microsoft.com/office/drawing/2014/main" id="{DD37E806-9ABA-49FE-9D48-AF4F84FB3695}"/>
                  </a:ext>
                </a:extLst>
              </p:cNvPr>
              <p:cNvSpPr/>
              <p:nvPr/>
            </p:nvSpPr>
            <p:spPr>
              <a:xfrm>
                <a:off x="38272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59" name="타원 20358">
                <a:extLst>
                  <a:ext uri="{FF2B5EF4-FFF2-40B4-BE49-F238E27FC236}">
                    <a16:creationId xmlns:a16="http://schemas.microsoft.com/office/drawing/2014/main" id="{EBE99B2F-4518-462F-8E7C-52C6D011DEF2}"/>
                  </a:ext>
                </a:extLst>
              </p:cNvPr>
              <p:cNvSpPr/>
              <p:nvPr/>
            </p:nvSpPr>
            <p:spPr>
              <a:xfrm>
                <a:off x="39796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60" name="타원 20359">
                <a:extLst>
                  <a:ext uri="{FF2B5EF4-FFF2-40B4-BE49-F238E27FC236}">
                    <a16:creationId xmlns:a16="http://schemas.microsoft.com/office/drawing/2014/main" id="{A9515EBF-1A6E-4AA2-9C68-CE57DAA68AE1}"/>
                  </a:ext>
                </a:extLst>
              </p:cNvPr>
              <p:cNvSpPr/>
              <p:nvPr/>
            </p:nvSpPr>
            <p:spPr>
              <a:xfrm>
                <a:off x="41320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61" name="타원 20360">
                <a:extLst>
                  <a:ext uri="{FF2B5EF4-FFF2-40B4-BE49-F238E27FC236}">
                    <a16:creationId xmlns:a16="http://schemas.microsoft.com/office/drawing/2014/main" id="{DB0F1AA5-9515-41CA-AB0D-5D125F5791A2}"/>
                  </a:ext>
                </a:extLst>
              </p:cNvPr>
              <p:cNvSpPr/>
              <p:nvPr/>
            </p:nvSpPr>
            <p:spPr>
              <a:xfrm>
                <a:off x="42844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62" name="타원 20361">
                <a:extLst>
                  <a:ext uri="{FF2B5EF4-FFF2-40B4-BE49-F238E27FC236}">
                    <a16:creationId xmlns:a16="http://schemas.microsoft.com/office/drawing/2014/main" id="{E6C76E6B-C317-4081-808D-233C24ECF883}"/>
                  </a:ext>
                </a:extLst>
              </p:cNvPr>
              <p:cNvSpPr/>
              <p:nvPr/>
            </p:nvSpPr>
            <p:spPr>
              <a:xfrm>
                <a:off x="44368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63" name="타원 20362">
                <a:extLst>
                  <a:ext uri="{FF2B5EF4-FFF2-40B4-BE49-F238E27FC236}">
                    <a16:creationId xmlns:a16="http://schemas.microsoft.com/office/drawing/2014/main" id="{07ED07BB-4BE0-4F1E-B619-9BF8D978FA35}"/>
                  </a:ext>
                </a:extLst>
              </p:cNvPr>
              <p:cNvSpPr/>
              <p:nvPr/>
            </p:nvSpPr>
            <p:spPr>
              <a:xfrm>
                <a:off x="45892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64" name="타원 20363">
                <a:extLst>
                  <a:ext uri="{FF2B5EF4-FFF2-40B4-BE49-F238E27FC236}">
                    <a16:creationId xmlns:a16="http://schemas.microsoft.com/office/drawing/2014/main" id="{7309F8E9-DF8A-4EEE-A35B-36E1CE91F06D}"/>
                  </a:ext>
                </a:extLst>
              </p:cNvPr>
              <p:cNvSpPr/>
              <p:nvPr/>
            </p:nvSpPr>
            <p:spPr>
              <a:xfrm>
                <a:off x="47416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65" name="타원 20364">
                <a:extLst>
                  <a:ext uri="{FF2B5EF4-FFF2-40B4-BE49-F238E27FC236}">
                    <a16:creationId xmlns:a16="http://schemas.microsoft.com/office/drawing/2014/main" id="{3156F4F6-6B01-4F34-B56F-040C1DB26ADF}"/>
                  </a:ext>
                </a:extLst>
              </p:cNvPr>
              <p:cNvSpPr/>
              <p:nvPr/>
            </p:nvSpPr>
            <p:spPr>
              <a:xfrm>
                <a:off x="48940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66" name="타원 20365">
                <a:extLst>
                  <a:ext uri="{FF2B5EF4-FFF2-40B4-BE49-F238E27FC236}">
                    <a16:creationId xmlns:a16="http://schemas.microsoft.com/office/drawing/2014/main" id="{865DFBBC-51D3-4357-8ABA-A98DD1DF75D4}"/>
                  </a:ext>
                </a:extLst>
              </p:cNvPr>
              <p:cNvSpPr/>
              <p:nvPr/>
            </p:nvSpPr>
            <p:spPr>
              <a:xfrm>
                <a:off x="50464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67" name="타원 20366">
                <a:extLst>
                  <a:ext uri="{FF2B5EF4-FFF2-40B4-BE49-F238E27FC236}">
                    <a16:creationId xmlns:a16="http://schemas.microsoft.com/office/drawing/2014/main" id="{0F09F0FB-F032-4276-9FAC-3413F99D765A}"/>
                  </a:ext>
                </a:extLst>
              </p:cNvPr>
              <p:cNvSpPr/>
              <p:nvPr/>
            </p:nvSpPr>
            <p:spPr>
              <a:xfrm>
                <a:off x="51988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68" name="타원 20367">
                <a:extLst>
                  <a:ext uri="{FF2B5EF4-FFF2-40B4-BE49-F238E27FC236}">
                    <a16:creationId xmlns:a16="http://schemas.microsoft.com/office/drawing/2014/main" id="{17ACD115-A90A-45B4-B42B-2C350BFEFFB8}"/>
                  </a:ext>
                </a:extLst>
              </p:cNvPr>
              <p:cNvSpPr/>
              <p:nvPr/>
            </p:nvSpPr>
            <p:spPr>
              <a:xfrm>
                <a:off x="53512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69" name="타원 20368">
                <a:extLst>
                  <a:ext uri="{FF2B5EF4-FFF2-40B4-BE49-F238E27FC236}">
                    <a16:creationId xmlns:a16="http://schemas.microsoft.com/office/drawing/2014/main" id="{440E675F-5E40-44DD-9C5E-ADE88FE9AE2E}"/>
                  </a:ext>
                </a:extLst>
              </p:cNvPr>
              <p:cNvSpPr/>
              <p:nvPr/>
            </p:nvSpPr>
            <p:spPr>
              <a:xfrm>
                <a:off x="55036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70" name="타원 20369">
                <a:extLst>
                  <a:ext uri="{FF2B5EF4-FFF2-40B4-BE49-F238E27FC236}">
                    <a16:creationId xmlns:a16="http://schemas.microsoft.com/office/drawing/2014/main" id="{89035417-4D63-4D60-A559-D714DD06D36C}"/>
                  </a:ext>
                </a:extLst>
              </p:cNvPr>
              <p:cNvSpPr/>
              <p:nvPr/>
            </p:nvSpPr>
            <p:spPr>
              <a:xfrm>
                <a:off x="5656026" y="6318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71" name="타원 20370">
                <a:extLst>
                  <a:ext uri="{FF2B5EF4-FFF2-40B4-BE49-F238E27FC236}">
                    <a16:creationId xmlns:a16="http://schemas.microsoft.com/office/drawing/2014/main" id="{D94EE3C8-BC13-41D2-B6B0-27F0DFF3BC5F}"/>
                  </a:ext>
                </a:extLst>
              </p:cNvPr>
              <p:cNvSpPr/>
              <p:nvPr/>
            </p:nvSpPr>
            <p:spPr>
              <a:xfrm>
                <a:off x="3220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72" name="타원 20371">
                <a:extLst>
                  <a:ext uri="{FF2B5EF4-FFF2-40B4-BE49-F238E27FC236}">
                    <a16:creationId xmlns:a16="http://schemas.microsoft.com/office/drawing/2014/main" id="{52E61FBA-B495-406A-B606-721188ACF2B3}"/>
                  </a:ext>
                </a:extLst>
              </p:cNvPr>
              <p:cNvSpPr/>
              <p:nvPr/>
            </p:nvSpPr>
            <p:spPr>
              <a:xfrm>
                <a:off x="4744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73" name="타원 20372">
                <a:extLst>
                  <a:ext uri="{FF2B5EF4-FFF2-40B4-BE49-F238E27FC236}">
                    <a16:creationId xmlns:a16="http://schemas.microsoft.com/office/drawing/2014/main" id="{D3BC5B7C-986E-4127-AD51-E4A0001D6139}"/>
                  </a:ext>
                </a:extLst>
              </p:cNvPr>
              <p:cNvSpPr/>
              <p:nvPr/>
            </p:nvSpPr>
            <p:spPr>
              <a:xfrm>
                <a:off x="6268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74" name="타원 20373">
                <a:extLst>
                  <a:ext uri="{FF2B5EF4-FFF2-40B4-BE49-F238E27FC236}">
                    <a16:creationId xmlns:a16="http://schemas.microsoft.com/office/drawing/2014/main" id="{ABDFABED-6DCA-40C1-BC0F-E4C87681F1E2}"/>
                  </a:ext>
                </a:extLst>
              </p:cNvPr>
              <p:cNvSpPr/>
              <p:nvPr/>
            </p:nvSpPr>
            <p:spPr>
              <a:xfrm>
                <a:off x="7792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75" name="타원 20374">
                <a:extLst>
                  <a:ext uri="{FF2B5EF4-FFF2-40B4-BE49-F238E27FC236}">
                    <a16:creationId xmlns:a16="http://schemas.microsoft.com/office/drawing/2014/main" id="{12D1A30C-5472-4F2A-B7CD-B8FBA2ED1978}"/>
                  </a:ext>
                </a:extLst>
              </p:cNvPr>
              <p:cNvSpPr/>
              <p:nvPr/>
            </p:nvSpPr>
            <p:spPr>
              <a:xfrm>
                <a:off x="9316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76" name="타원 20375">
                <a:extLst>
                  <a:ext uri="{FF2B5EF4-FFF2-40B4-BE49-F238E27FC236}">
                    <a16:creationId xmlns:a16="http://schemas.microsoft.com/office/drawing/2014/main" id="{DA5F5470-3DB7-4331-ACC2-94CF12BF2E1D}"/>
                  </a:ext>
                </a:extLst>
              </p:cNvPr>
              <p:cNvSpPr/>
              <p:nvPr/>
            </p:nvSpPr>
            <p:spPr>
              <a:xfrm>
                <a:off x="10840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77" name="타원 20376">
                <a:extLst>
                  <a:ext uri="{FF2B5EF4-FFF2-40B4-BE49-F238E27FC236}">
                    <a16:creationId xmlns:a16="http://schemas.microsoft.com/office/drawing/2014/main" id="{A8E6D457-4AD8-40DE-A94B-7848F3CC4946}"/>
                  </a:ext>
                </a:extLst>
              </p:cNvPr>
              <p:cNvSpPr/>
              <p:nvPr/>
            </p:nvSpPr>
            <p:spPr>
              <a:xfrm>
                <a:off x="12364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78" name="타원 20377">
                <a:extLst>
                  <a:ext uri="{FF2B5EF4-FFF2-40B4-BE49-F238E27FC236}">
                    <a16:creationId xmlns:a16="http://schemas.microsoft.com/office/drawing/2014/main" id="{8130B976-B72B-4166-B6F8-142CC7910CBC}"/>
                  </a:ext>
                </a:extLst>
              </p:cNvPr>
              <p:cNvSpPr/>
              <p:nvPr/>
            </p:nvSpPr>
            <p:spPr>
              <a:xfrm>
                <a:off x="13888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79" name="타원 20378">
                <a:extLst>
                  <a:ext uri="{FF2B5EF4-FFF2-40B4-BE49-F238E27FC236}">
                    <a16:creationId xmlns:a16="http://schemas.microsoft.com/office/drawing/2014/main" id="{407C829C-3382-4454-B6FD-D7E076D6A3F3}"/>
                  </a:ext>
                </a:extLst>
              </p:cNvPr>
              <p:cNvSpPr/>
              <p:nvPr/>
            </p:nvSpPr>
            <p:spPr>
              <a:xfrm>
                <a:off x="15412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80" name="타원 20379">
                <a:extLst>
                  <a:ext uri="{FF2B5EF4-FFF2-40B4-BE49-F238E27FC236}">
                    <a16:creationId xmlns:a16="http://schemas.microsoft.com/office/drawing/2014/main" id="{87C08041-5359-4531-8D0C-6894F106E190}"/>
                  </a:ext>
                </a:extLst>
              </p:cNvPr>
              <p:cNvSpPr/>
              <p:nvPr/>
            </p:nvSpPr>
            <p:spPr>
              <a:xfrm>
                <a:off x="16936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81" name="타원 20380">
                <a:extLst>
                  <a:ext uri="{FF2B5EF4-FFF2-40B4-BE49-F238E27FC236}">
                    <a16:creationId xmlns:a16="http://schemas.microsoft.com/office/drawing/2014/main" id="{AFB87F4D-7D37-43B8-A9FE-3A5F07026E9A}"/>
                  </a:ext>
                </a:extLst>
              </p:cNvPr>
              <p:cNvSpPr/>
              <p:nvPr/>
            </p:nvSpPr>
            <p:spPr>
              <a:xfrm>
                <a:off x="18460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82" name="타원 20381">
                <a:extLst>
                  <a:ext uri="{FF2B5EF4-FFF2-40B4-BE49-F238E27FC236}">
                    <a16:creationId xmlns:a16="http://schemas.microsoft.com/office/drawing/2014/main" id="{FD7CF61D-1BD6-4994-897F-9D8ACA0FC4C9}"/>
                  </a:ext>
                </a:extLst>
              </p:cNvPr>
              <p:cNvSpPr/>
              <p:nvPr/>
            </p:nvSpPr>
            <p:spPr>
              <a:xfrm>
                <a:off x="19984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83" name="타원 20382">
                <a:extLst>
                  <a:ext uri="{FF2B5EF4-FFF2-40B4-BE49-F238E27FC236}">
                    <a16:creationId xmlns:a16="http://schemas.microsoft.com/office/drawing/2014/main" id="{4FB50597-B8ED-418B-A69F-54D7D70ABB9D}"/>
                  </a:ext>
                </a:extLst>
              </p:cNvPr>
              <p:cNvSpPr/>
              <p:nvPr/>
            </p:nvSpPr>
            <p:spPr>
              <a:xfrm>
                <a:off x="21508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84" name="타원 20383">
                <a:extLst>
                  <a:ext uri="{FF2B5EF4-FFF2-40B4-BE49-F238E27FC236}">
                    <a16:creationId xmlns:a16="http://schemas.microsoft.com/office/drawing/2014/main" id="{0C2A32F3-8E1C-476F-9080-AC5291C6FC99}"/>
                  </a:ext>
                </a:extLst>
              </p:cNvPr>
              <p:cNvSpPr/>
              <p:nvPr/>
            </p:nvSpPr>
            <p:spPr>
              <a:xfrm>
                <a:off x="23032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85" name="타원 20384">
                <a:extLst>
                  <a:ext uri="{FF2B5EF4-FFF2-40B4-BE49-F238E27FC236}">
                    <a16:creationId xmlns:a16="http://schemas.microsoft.com/office/drawing/2014/main" id="{388839D9-1701-4871-9C21-255FE1EE32F7}"/>
                  </a:ext>
                </a:extLst>
              </p:cNvPr>
              <p:cNvSpPr/>
              <p:nvPr/>
            </p:nvSpPr>
            <p:spPr>
              <a:xfrm>
                <a:off x="24556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86" name="타원 20385">
                <a:extLst>
                  <a:ext uri="{FF2B5EF4-FFF2-40B4-BE49-F238E27FC236}">
                    <a16:creationId xmlns:a16="http://schemas.microsoft.com/office/drawing/2014/main" id="{5F928C7E-0EB9-4701-AED7-5864CEB8E124}"/>
                  </a:ext>
                </a:extLst>
              </p:cNvPr>
              <p:cNvSpPr/>
              <p:nvPr/>
            </p:nvSpPr>
            <p:spPr>
              <a:xfrm>
                <a:off x="26080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87" name="타원 20386">
                <a:extLst>
                  <a:ext uri="{FF2B5EF4-FFF2-40B4-BE49-F238E27FC236}">
                    <a16:creationId xmlns:a16="http://schemas.microsoft.com/office/drawing/2014/main" id="{1CEE8468-257D-4591-8409-26DEB5DFD3F9}"/>
                  </a:ext>
                </a:extLst>
              </p:cNvPr>
              <p:cNvSpPr/>
              <p:nvPr/>
            </p:nvSpPr>
            <p:spPr>
              <a:xfrm>
                <a:off x="27604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88" name="타원 20387">
                <a:extLst>
                  <a:ext uri="{FF2B5EF4-FFF2-40B4-BE49-F238E27FC236}">
                    <a16:creationId xmlns:a16="http://schemas.microsoft.com/office/drawing/2014/main" id="{61A569FC-8F8F-4281-B3C1-3B05017F01F4}"/>
                  </a:ext>
                </a:extLst>
              </p:cNvPr>
              <p:cNvSpPr/>
              <p:nvPr/>
            </p:nvSpPr>
            <p:spPr>
              <a:xfrm>
                <a:off x="29128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89" name="타원 20388">
                <a:extLst>
                  <a:ext uri="{FF2B5EF4-FFF2-40B4-BE49-F238E27FC236}">
                    <a16:creationId xmlns:a16="http://schemas.microsoft.com/office/drawing/2014/main" id="{8EA9C379-A4BD-4BE3-AB8B-EA3ED7B5723B}"/>
                  </a:ext>
                </a:extLst>
              </p:cNvPr>
              <p:cNvSpPr/>
              <p:nvPr/>
            </p:nvSpPr>
            <p:spPr>
              <a:xfrm>
                <a:off x="30652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90" name="타원 20389">
                <a:extLst>
                  <a:ext uri="{FF2B5EF4-FFF2-40B4-BE49-F238E27FC236}">
                    <a16:creationId xmlns:a16="http://schemas.microsoft.com/office/drawing/2014/main" id="{70A39F60-A2C8-4659-97BF-5301388162FA}"/>
                  </a:ext>
                </a:extLst>
              </p:cNvPr>
              <p:cNvSpPr/>
              <p:nvPr/>
            </p:nvSpPr>
            <p:spPr>
              <a:xfrm>
                <a:off x="32176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91" name="타원 20390">
                <a:extLst>
                  <a:ext uri="{FF2B5EF4-FFF2-40B4-BE49-F238E27FC236}">
                    <a16:creationId xmlns:a16="http://schemas.microsoft.com/office/drawing/2014/main" id="{B6C1725F-7875-4940-BDCB-10C71E8C826B}"/>
                  </a:ext>
                </a:extLst>
              </p:cNvPr>
              <p:cNvSpPr/>
              <p:nvPr/>
            </p:nvSpPr>
            <p:spPr>
              <a:xfrm>
                <a:off x="33700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92" name="타원 20391">
                <a:extLst>
                  <a:ext uri="{FF2B5EF4-FFF2-40B4-BE49-F238E27FC236}">
                    <a16:creationId xmlns:a16="http://schemas.microsoft.com/office/drawing/2014/main" id="{ABD0C15B-D1F2-4C43-8ECB-D366F5C64247}"/>
                  </a:ext>
                </a:extLst>
              </p:cNvPr>
              <p:cNvSpPr/>
              <p:nvPr/>
            </p:nvSpPr>
            <p:spPr>
              <a:xfrm>
                <a:off x="35224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93" name="타원 20392">
                <a:extLst>
                  <a:ext uri="{FF2B5EF4-FFF2-40B4-BE49-F238E27FC236}">
                    <a16:creationId xmlns:a16="http://schemas.microsoft.com/office/drawing/2014/main" id="{C396A28F-77E8-4B0E-82F2-AFEA2FAA7056}"/>
                  </a:ext>
                </a:extLst>
              </p:cNvPr>
              <p:cNvSpPr/>
              <p:nvPr/>
            </p:nvSpPr>
            <p:spPr>
              <a:xfrm>
                <a:off x="36748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94" name="타원 20393">
                <a:extLst>
                  <a:ext uri="{FF2B5EF4-FFF2-40B4-BE49-F238E27FC236}">
                    <a16:creationId xmlns:a16="http://schemas.microsoft.com/office/drawing/2014/main" id="{645098D4-40DF-4498-99BB-D459A8C8A1DA}"/>
                  </a:ext>
                </a:extLst>
              </p:cNvPr>
              <p:cNvSpPr/>
              <p:nvPr/>
            </p:nvSpPr>
            <p:spPr>
              <a:xfrm>
                <a:off x="38272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95" name="타원 20394">
                <a:extLst>
                  <a:ext uri="{FF2B5EF4-FFF2-40B4-BE49-F238E27FC236}">
                    <a16:creationId xmlns:a16="http://schemas.microsoft.com/office/drawing/2014/main" id="{62DB86F0-8834-4D2B-A972-CA561A609ED0}"/>
                  </a:ext>
                </a:extLst>
              </p:cNvPr>
              <p:cNvSpPr/>
              <p:nvPr/>
            </p:nvSpPr>
            <p:spPr>
              <a:xfrm>
                <a:off x="39796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96" name="타원 20395">
                <a:extLst>
                  <a:ext uri="{FF2B5EF4-FFF2-40B4-BE49-F238E27FC236}">
                    <a16:creationId xmlns:a16="http://schemas.microsoft.com/office/drawing/2014/main" id="{2535A2FF-D61C-4397-AE20-880259359A78}"/>
                  </a:ext>
                </a:extLst>
              </p:cNvPr>
              <p:cNvSpPr/>
              <p:nvPr/>
            </p:nvSpPr>
            <p:spPr>
              <a:xfrm>
                <a:off x="41320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97" name="타원 20396">
                <a:extLst>
                  <a:ext uri="{FF2B5EF4-FFF2-40B4-BE49-F238E27FC236}">
                    <a16:creationId xmlns:a16="http://schemas.microsoft.com/office/drawing/2014/main" id="{C8556FCA-0902-4218-868D-6FC242C6644C}"/>
                  </a:ext>
                </a:extLst>
              </p:cNvPr>
              <p:cNvSpPr/>
              <p:nvPr/>
            </p:nvSpPr>
            <p:spPr>
              <a:xfrm>
                <a:off x="42844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98" name="타원 20397">
                <a:extLst>
                  <a:ext uri="{FF2B5EF4-FFF2-40B4-BE49-F238E27FC236}">
                    <a16:creationId xmlns:a16="http://schemas.microsoft.com/office/drawing/2014/main" id="{643A1101-AE28-461D-8F3E-2A12AD2CA19F}"/>
                  </a:ext>
                </a:extLst>
              </p:cNvPr>
              <p:cNvSpPr/>
              <p:nvPr/>
            </p:nvSpPr>
            <p:spPr>
              <a:xfrm>
                <a:off x="44368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399" name="타원 20398">
                <a:extLst>
                  <a:ext uri="{FF2B5EF4-FFF2-40B4-BE49-F238E27FC236}">
                    <a16:creationId xmlns:a16="http://schemas.microsoft.com/office/drawing/2014/main" id="{76B1AD88-8DCB-4128-9085-BB7BFF53CA2E}"/>
                  </a:ext>
                </a:extLst>
              </p:cNvPr>
              <p:cNvSpPr/>
              <p:nvPr/>
            </p:nvSpPr>
            <p:spPr>
              <a:xfrm>
                <a:off x="45892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00" name="타원 20399">
                <a:extLst>
                  <a:ext uri="{FF2B5EF4-FFF2-40B4-BE49-F238E27FC236}">
                    <a16:creationId xmlns:a16="http://schemas.microsoft.com/office/drawing/2014/main" id="{638E4332-F78D-4FD3-B8DC-385AD0686861}"/>
                  </a:ext>
                </a:extLst>
              </p:cNvPr>
              <p:cNvSpPr/>
              <p:nvPr/>
            </p:nvSpPr>
            <p:spPr>
              <a:xfrm>
                <a:off x="47416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01" name="타원 20400">
                <a:extLst>
                  <a:ext uri="{FF2B5EF4-FFF2-40B4-BE49-F238E27FC236}">
                    <a16:creationId xmlns:a16="http://schemas.microsoft.com/office/drawing/2014/main" id="{C0B4BEED-3DD2-4CC4-8593-C963A4EFF46A}"/>
                  </a:ext>
                </a:extLst>
              </p:cNvPr>
              <p:cNvSpPr/>
              <p:nvPr/>
            </p:nvSpPr>
            <p:spPr>
              <a:xfrm>
                <a:off x="48940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02" name="타원 20401">
                <a:extLst>
                  <a:ext uri="{FF2B5EF4-FFF2-40B4-BE49-F238E27FC236}">
                    <a16:creationId xmlns:a16="http://schemas.microsoft.com/office/drawing/2014/main" id="{63A26267-1849-4272-A2B3-FB656983BB73}"/>
                  </a:ext>
                </a:extLst>
              </p:cNvPr>
              <p:cNvSpPr/>
              <p:nvPr/>
            </p:nvSpPr>
            <p:spPr>
              <a:xfrm>
                <a:off x="50464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03" name="타원 20402">
                <a:extLst>
                  <a:ext uri="{FF2B5EF4-FFF2-40B4-BE49-F238E27FC236}">
                    <a16:creationId xmlns:a16="http://schemas.microsoft.com/office/drawing/2014/main" id="{161AB19E-F5FB-439E-BDE3-38C26D161253}"/>
                  </a:ext>
                </a:extLst>
              </p:cNvPr>
              <p:cNvSpPr/>
              <p:nvPr/>
            </p:nvSpPr>
            <p:spPr>
              <a:xfrm>
                <a:off x="51988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04" name="타원 20403">
                <a:extLst>
                  <a:ext uri="{FF2B5EF4-FFF2-40B4-BE49-F238E27FC236}">
                    <a16:creationId xmlns:a16="http://schemas.microsoft.com/office/drawing/2014/main" id="{0F8680E4-CEE7-4441-85FC-108454694707}"/>
                  </a:ext>
                </a:extLst>
              </p:cNvPr>
              <p:cNvSpPr/>
              <p:nvPr/>
            </p:nvSpPr>
            <p:spPr>
              <a:xfrm>
                <a:off x="53512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05" name="타원 20404">
                <a:extLst>
                  <a:ext uri="{FF2B5EF4-FFF2-40B4-BE49-F238E27FC236}">
                    <a16:creationId xmlns:a16="http://schemas.microsoft.com/office/drawing/2014/main" id="{1467A0AF-AF91-4874-8283-1DCF7BBF598C}"/>
                  </a:ext>
                </a:extLst>
              </p:cNvPr>
              <p:cNvSpPr/>
              <p:nvPr/>
            </p:nvSpPr>
            <p:spPr>
              <a:xfrm>
                <a:off x="55036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06" name="타원 20405">
                <a:extLst>
                  <a:ext uri="{FF2B5EF4-FFF2-40B4-BE49-F238E27FC236}">
                    <a16:creationId xmlns:a16="http://schemas.microsoft.com/office/drawing/2014/main" id="{29B46A1F-1CB0-447B-A438-E5CF9859697B}"/>
                  </a:ext>
                </a:extLst>
              </p:cNvPr>
              <p:cNvSpPr/>
              <p:nvPr/>
            </p:nvSpPr>
            <p:spPr>
              <a:xfrm>
                <a:off x="5656026" y="6470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07" name="타원 20406">
                <a:extLst>
                  <a:ext uri="{FF2B5EF4-FFF2-40B4-BE49-F238E27FC236}">
                    <a16:creationId xmlns:a16="http://schemas.microsoft.com/office/drawing/2014/main" id="{41DCEBAF-3A83-424B-9CE5-4BCAD2145BA7}"/>
                  </a:ext>
                </a:extLst>
              </p:cNvPr>
              <p:cNvSpPr/>
              <p:nvPr/>
            </p:nvSpPr>
            <p:spPr>
              <a:xfrm>
                <a:off x="3220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08" name="타원 20407">
                <a:extLst>
                  <a:ext uri="{FF2B5EF4-FFF2-40B4-BE49-F238E27FC236}">
                    <a16:creationId xmlns:a16="http://schemas.microsoft.com/office/drawing/2014/main" id="{94C70A55-DEB0-4573-A4EF-E3C6E3DEAB98}"/>
                  </a:ext>
                </a:extLst>
              </p:cNvPr>
              <p:cNvSpPr/>
              <p:nvPr/>
            </p:nvSpPr>
            <p:spPr>
              <a:xfrm>
                <a:off x="4744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09" name="타원 20408">
                <a:extLst>
                  <a:ext uri="{FF2B5EF4-FFF2-40B4-BE49-F238E27FC236}">
                    <a16:creationId xmlns:a16="http://schemas.microsoft.com/office/drawing/2014/main" id="{BCF85A69-A941-435F-A5E3-F9FFDB445048}"/>
                  </a:ext>
                </a:extLst>
              </p:cNvPr>
              <p:cNvSpPr/>
              <p:nvPr/>
            </p:nvSpPr>
            <p:spPr>
              <a:xfrm>
                <a:off x="6268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10" name="타원 20409">
                <a:extLst>
                  <a:ext uri="{FF2B5EF4-FFF2-40B4-BE49-F238E27FC236}">
                    <a16:creationId xmlns:a16="http://schemas.microsoft.com/office/drawing/2014/main" id="{560A33FF-7652-4149-B379-259D02FF151B}"/>
                  </a:ext>
                </a:extLst>
              </p:cNvPr>
              <p:cNvSpPr/>
              <p:nvPr/>
            </p:nvSpPr>
            <p:spPr>
              <a:xfrm>
                <a:off x="7792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11" name="타원 20410">
                <a:extLst>
                  <a:ext uri="{FF2B5EF4-FFF2-40B4-BE49-F238E27FC236}">
                    <a16:creationId xmlns:a16="http://schemas.microsoft.com/office/drawing/2014/main" id="{4AC890C7-42F0-4219-A3C8-1496F73512E8}"/>
                  </a:ext>
                </a:extLst>
              </p:cNvPr>
              <p:cNvSpPr/>
              <p:nvPr/>
            </p:nvSpPr>
            <p:spPr>
              <a:xfrm>
                <a:off x="9316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12" name="타원 20411">
                <a:extLst>
                  <a:ext uri="{FF2B5EF4-FFF2-40B4-BE49-F238E27FC236}">
                    <a16:creationId xmlns:a16="http://schemas.microsoft.com/office/drawing/2014/main" id="{08277A61-07B7-42BC-96E0-71957A2F8641}"/>
                  </a:ext>
                </a:extLst>
              </p:cNvPr>
              <p:cNvSpPr/>
              <p:nvPr/>
            </p:nvSpPr>
            <p:spPr>
              <a:xfrm>
                <a:off x="10840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13" name="타원 20412">
                <a:extLst>
                  <a:ext uri="{FF2B5EF4-FFF2-40B4-BE49-F238E27FC236}">
                    <a16:creationId xmlns:a16="http://schemas.microsoft.com/office/drawing/2014/main" id="{55577FF6-B454-4EE0-AF9F-EC1599F44537}"/>
                  </a:ext>
                </a:extLst>
              </p:cNvPr>
              <p:cNvSpPr/>
              <p:nvPr/>
            </p:nvSpPr>
            <p:spPr>
              <a:xfrm>
                <a:off x="12364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14" name="타원 20413">
                <a:extLst>
                  <a:ext uri="{FF2B5EF4-FFF2-40B4-BE49-F238E27FC236}">
                    <a16:creationId xmlns:a16="http://schemas.microsoft.com/office/drawing/2014/main" id="{9CFB27F2-9307-44A9-8BA8-AA830DE616D4}"/>
                  </a:ext>
                </a:extLst>
              </p:cNvPr>
              <p:cNvSpPr/>
              <p:nvPr/>
            </p:nvSpPr>
            <p:spPr>
              <a:xfrm>
                <a:off x="13888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15" name="타원 20414">
                <a:extLst>
                  <a:ext uri="{FF2B5EF4-FFF2-40B4-BE49-F238E27FC236}">
                    <a16:creationId xmlns:a16="http://schemas.microsoft.com/office/drawing/2014/main" id="{032C6C11-298B-4669-A544-7B3E544EAC25}"/>
                  </a:ext>
                </a:extLst>
              </p:cNvPr>
              <p:cNvSpPr/>
              <p:nvPr/>
            </p:nvSpPr>
            <p:spPr>
              <a:xfrm>
                <a:off x="15412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16" name="타원 20415">
                <a:extLst>
                  <a:ext uri="{FF2B5EF4-FFF2-40B4-BE49-F238E27FC236}">
                    <a16:creationId xmlns:a16="http://schemas.microsoft.com/office/drawing/2014/main" id="{A3975E9E-D35A-473C-BC84-5B5CBC72C7C6}"/>
                  </a:ext>
                </a:extLst>
              </p:cNvPr>
              <p:cNvSpPr/>
              <p:nvPr/>
            </p:nvSpPr>
            <p:spPr>
              <a:xfrm>
                <a:off x="16936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17" name="타원 20416">
                <a:extLst>
                  <a:ext uri="{FF2B5EF4-FFF2-40B4-BE49-F238E27FC236}">
                    <a16:creationId xmlns:a16="http://schemas.microsoft.com/office/drawing/2014/main" id="{F2C1BF64-D9F0-4C34-B986-10AC31E18867}"/>
                  </a:ext>
                </a:extLst>
              </p:cNvPr>
              <p:cNvSpPr/>
              <p:nvPr/>
            </p:nvSpPr>
            <p:spPr>
              <a:xfrm>
                <a:off x="18460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18" name="타원 20417">
                <a:extLst>
                  <a:ext uri="{FF2B5EF4-FFF2-40B4-BE49-F238E27FC236}">
                    <a16:creationId xmlns:a16="http://schemas.microsoft.com/office/drawing/2014/main" id="{2B79858D-B378-43D6-991E-D14B9E7C122A}"/>
                  </a:ext>
                </a:extLst>
              </p:cNvPr>
              <p:cNvSpPr/>
              <p:nvPr/>
            </p:nvSpPr>
            <p:spPr>
              <a:xfrm>
                <a:off x="19984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19" name="타원 20418">
                <a:extLst>
                  <a:ext uri="{FF2B5EF4-FFF2-40B4-BE49-F238E27FC236}">
                    <a16:creationId xmlns:a16="http://schemas.microsoft.com/office/drawing/2014/main" id="{7EF8CBE0-1803-4DAC-8A30-B842B2ACF0BA}"/>
                  </a:ext>
                </a:extLst>
              </p:cNvPr>
              <p:cNvSpPr/>
              <p:nvPr/>
            </p:nvSpPr>
            <p:spPr>
              <a:xfrm>
                <a:off x="21508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20" name="타원 20419">
                <a:extLst>
                  <a:ext uri="{FF2B5EF4-FFF2-40B4-BE49-F238E27FC236}">
                    <a16:creationId xmlns:a16="http://schemas.microsoft.com/office/drawing/2014/main" id="{5B871742-E17E-4C7B-AA09-5D224C8EE503}"/>
                  </a:ext>
                </a:extLst>
              </p:cNvPr>
              <p:cNvSpPr/>
              <p:nvPr/>
            </p:nvSpPr>
            <p:spPr>
              <a:xfrm>
                <a:off x="23032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21" name="타원 20420">
                <a:extLst>
                  <a:ext uri="{FF2B5EF4-FFF2-40B4-BE49-F238E27FC236}">
                    <a16:creationId xmlns:a16="http://schemas.microsoft.com/office/drawing/2014/main" id="{E87C73FB-D85E-412D-B75B-131472746D56}"/>
                  </a:ext>
                </a:extLst>
              </p:cNvPr>
              <p:cNvSpPr/>
              <p:nvPr/>
            </p:nvSpPr>
            <p:spPr>
              <a:xfrm>
                <a:off x="24556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22" name="타원 20421">
                <a:extLst>
                  <a:ext uri="{FF2B5EF4-FFF2-40B4-BE49-F238E27FC236}">
                    <a16:creationId xmlns:a16="http://schemas.microsoft.com/office/drawing/2014/main" id="{A5D05675-B513-43F6-8378-56D44950A89A}"/>
                  </a:ext>
                </a:extLst>
              </p:cNvPr>
              <p:cNvSpPr/>
              <p:nvPr/>
            </p:nvSpPr>
            <p:spPr>
              <a:xfrm>
                <a:off x="26080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23" name="타원 20422">
                <a:extLst>
                  <a:ext uri="{FF2B5EF4-FFF2-40B4-BE49-F238E27FC236}">
                    <a16:creationId xmlns:a16="http://schemas.microsoft.com/office/drawing/2014/main" id="{210E959C-2524-4C94-B27E-02132F49D48B}"/>
                  </a:ext>
                </a:extLst>
              </p:cNvPr>
              <p:cNvSpPr/>
              <p:nvPr/>
            </p:nvSpPr>
            <p:spPr>
              <a:xfrm>
                <a:off x="27604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24" name="타원 20423">
                <a:extLst>
                  <a:ext uri="{FF2B5EF4-FFF2-40B4-BE49-F238E27FC236}">
                    <a16:creationId xmlns:a16="http://schemas.microsoft.com/office/drawing/2014/main" id="{BA0932CD-2A1C-4978-8075-287E2043807E}"/>
                  </a:ext>
                </a:extLst>
              </p:cNvPr>
              <p:cNvSpPr/>
              <p:nvPr/>
            </p:nvSpPr>
            <p:spPr>
              <a:xfrm>
                <a:off x="29128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25" name="타원 20424">
                <a:extLst>
                  <a:ext uri="{FF2B5EF4-FFF2-40B4-BE49-F238E27FC236}">
                    <a16:creationId xmlns:a16="http://schemas.microsoft.com/office/drawing/2014/main" id="{0F57AF1C-E48D-4DBD-906A-39A454B705E9}"/>
                  </a:ext>
                </a:extLst>
              </p:cNvPr>
              <p:cNvSpPr/>
              <p:nvPr/>
            </p:nvSpPr>
            <p:spPr>
              <a:xfrm>
                <a:off x="30652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26" name="타원 20425">
                <a:extLst>
                  <a:ext uri="{FF2B5EF4-FFF2-40B4-BE49-F238E27FC236}">
                    <a16:creationId xmlns:a16="http://schemas.microsoft.com/office/drawing/2014/main" id="{53267F92-5DBF-4CEE-A84E-DD47C13DD54A}"/>
                  </a:ext>
                </a:extLst>
              </p:cNvPr>
              <p:cNvSpPr/>
              <p:nvPr/>
            </p:nvSpPr>
            <p:spPr>
              <a:xfrm>
                <a:off x="32176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27" name="타원 20426">
                <a:extLst>
                  <a:ext uri="{FF2B5EF4-FFF2-40B4-BE49-F238E27FC236}">
                    <a16:creationId xmlns:a16="http://schemas.microsoft.com/office/drawing/2014/main" id="{244645B0-628A-4D14-AB5C-5BB403DF4803}"/>
                  </a:ext>
                </a:extLst>
              </p:cNvPr>
              <p:cNvSpPr/>
              <p:nvPr/>
            </p:nvSpPr>
            <p:spPr>
              <a:xfrm>
                <a:off x="33700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28" name="타원 20427">
                <a:extLst>
                  <a:ext uri="{FF2B5EF4-FFF2-40B4-BE49-F238E27FC236}">
                    <a16:creationId xmlns:a16="http://schemas.microsoft.com/office/drawing/2014/main" id="{52C6DE9C-C200-48EF-A751-8B8F7C840DEC}"/>
                  </a:ext>
                </a:extLst>
              </p:cNvPr>
              <p:cNvSpPr/>
              <p:nvPr/>
            </p:nvSpPr>
            <p:spPr>
              <a:xfrm>
                <a:off x="35224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29" name="타원 20428">
                <a:extLst>
                  <a:ext uri="{FF2B5EF4-FFF2-40B4-BE49-F238E27FC236}">
                    <a16:creationId xmlns:a16="http://schemas.microsoft.com/office/drawing/2014/main" id="{82014820-3839-4F8B-BC8C-95203C2FED55}"/>
                  </a:ext>
                </a:extLst>
              </p:cNvPr>
              <p:cNvSpPr/>
              <p:nvPr/>
            </p:nvSpPr>
            <p:spPr>
              <a:xfrm>
                <a:off x="36748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30" name="타원 20429">
                <a:extLst>
                  <a:ext uri="{FF2B5EF4-FFF2-40B4-BE49-F238E27FC236}">
                    <a16:creationId xmlns:a16="http://schemas.microsoft.com/office/drawing/2014/main" id="{4C68336E-01D3-40A9-9F51-23CA29DF578B}"/>
                  </a:ext>
                </a:extLst>
              </p:cNvPr>
              <p:cNvSpPr/>
              <p:nvPr/>
            </p:nvSpPr>
            <p:spPr>
              <a:xfrm>
                <a:off x="38272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31" name="타원 20430">
                <a:extLst>
                  <a:ext uri="{FF2B5EF4-FFF2-40B4-BE49-F238E27FC236}">
                    <a16:creationId xmlns:a16="http://schemas.microsoft.com/office/drawing/2014/main" id="{D03F16EE-2F4C-47A3-A14F-D3750C7C18AC}"/>
                  </a:ext>
                </a:extLst>
              </p:cNvPr>
              <p:cNvSpPr/>
              <p:nvPr/>
            </p:nvSpPr>
            <p:spPr>
              <a:xfrm>
                <a:off x="39796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32" name="타원 20431">
                <a:extLst>
                  <a:ext uri="{FF2B5EF4-FFF2-40B4-BE49-F238E27FC236}">
                    <a16:creationId xmlns:a16="http://schemas.microsoft.com/office/drawing/2014/main" id="{4CB72228-F268-42F5-8AE9-925BACFC3301}"/>
                  </a:ext>
                </a:extLst>
              </p:cNvPr>
              <p:cNvSpPr/>
              <p:nvPr/>
            </p:nvSpPr>
            <p:spPr>
              <a:xfrm>
                <a:off x="41320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33" name="타원 20432">
                <a:extLst>
                  <a:ext uri="{FF2B5EF4-FFF2-40B4-BE49-F238E27FC236}">
                    <a16:creationId xmlns:a16="http://schemas.microsoft.com/office/drawing/2014/main" id="{31ABE701-CB8E-4E38-9E35-C989654255E2}"/>
                  </a:ext>
                </a:extLst>
              </p:cNvPr>
              <p:cNvSpPr/>
              <p:nvPr/>
            </p:nvSpPr>
            <p:spPr>
              <a:xfrm>
                <a:off x="42844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34" name="타원 20433">
                <a:extLst>
                  <a:ext uri="{FF2B5EF4-FFF2-40B4-BE49-F238E27FC236}">
                    <a16:creationId xmlns:a16="http://schemas.microsoft.com/office/drawing/2014/main" id="{7F78ED20-EF55-4658-A159-C7256325E877}"/>
                  </a:ext>
                </a:extLst>
              </p:cNvPr>
              <p:cNvSpPr/>
              <p:nvPr/>
            </p:nvSpPr>
            <p:spPr>
              <a:xfrm>
                <a:off x="44368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35" name="타원 20434">
                <a:extLst>
                  <a:ext uri="{FF2B5EF4-FFF2-40B4-BE49-F238E27FC236}">
                    <a16:creationId xmlns:a16="http://schemas.microsoft.com/office/drawing/2014/main" id="{9B9B8430-BE05-458F-A465-A0C03C2173F4}"/>
                  </a:ext>
                </a:extLst>
              </p:cNvPr>
              <p:cNvSpPr/>
              <p:nvPr/>
            </p:nvSpPr>
            <p:spPr>
              <a:xfrm>
                <a:off x="45892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36" name="타원 20435">
                <a:extLst>
                  <a:ext uri="{FF2B5EF4-FFF2-40B4-BE49-F238E27FC236}">
                    <a16:creationId xmlns:a16="http://schemas.microsoft.com/office/drawing/2014/main" id="{2A7A8209-1BD1-4B25-AA7C-6BDE25E6BA28}"/>
                  </a:ext>
                </a:extLst>
              </p:cNvPr>
              <p:cNvSpPr/>
              <p:nvPr/>
            </p:nvSpPr>
            <p:spPr>
              <a:xfrm>
                <a:off x="47416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37" name="타원 20436">
                <a:extLst>
                  <a:ext uri="{FF2B5EF4-FFF2-40B4-BE49-F238E27FC236}">
                    <a16:creationId xmlns:a16="http://schemas.microsoft.com/office/drawing/2014/main" id="{9DB08126-C6E4-4B61-82CE-CB9464B0E968}"/>
                  </a:ext>
                </a:extLst>
              </p:cNvPr>
              <p:cNvSpPr/>
              <p:nvPr/>
            </p:nvSpPr>
            <p:spPr>
              <a:xfrm>
                <a:off x="48940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38" name="타원 20437">
                <a:extLst>
                  <a:ext uri="{FF2B5EF4-FFF2-40B4-BE49-F238E27FC236}">
                    <a16:creationId xmlns:a16="http://schemas.microsoft.com/office/drawing/2014/main" id="{28EA54B1-2B92-4D72-A4C3-2543348DEC91}"/>
                  </a:ext>
                </a:extLst>
              </p:cNvPr>
              <p:cNvSpPr/>
              <p:nvPr/>
            </p:nvSpPr>
            <p:spPr>
              <a:xfrm>
                <a:off x="50464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39" name="타원 20438">
                <a:extLst>
                  <a:ext uri="{FF2B5EF4-FFF2-40B4-BE49-F238E27FC236}">
                    <a16:creationId xmlns:a16="http://schemas.microsoft.com/office/drawing/2014/main" id="{29BBE4CC-BF80-46A4-89C4-42C4CF8A89A8}"/>
                  </a:ext>
                </a:extLst>
              </p:cNvPr>
              <p:cNvSpPr/>
              <p:nvPr/>
            </p:nvSpPr>
            <p:spPr>
              <a:xfrm>
                <a:off x="51988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40" name="타원 20439">
                <a:extLst>
                  <a:ext uri="{FF2B5EF4-FFF2-40B4-BE49-F238E27FC236}">
                    <a16:creationId xmlns:a16="http://schemas.microsoft.com/office/drawing/2014/main" id="{0DAD7E07-B02B-4ACA-814C-D3E32253C71A}"/>
                  </a:ext>
                </a:extLst>
              </p:cNvPr>
              <p:cNvSpPr/>
              <p:nvPr/>
            </p:nvSpPr>
            <p:spPr>
              <a:xfrm>
                <a:off x="53512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41" name="타원 20440">
                <a:extLst>
                  <a:ext uri="{FF2B5EF4-FFF2-40B4-BE49-F238E27FC236}">
                    <a16:creationId xmlns:a16="http://schemas.microsoft.com/office/drawing/2014/main" id="{74D5986D-EDEA-40FA-8A9A-7F40A30E3C3D}"/>
                  </a:ext>
                </a:extLst>
              </p:cNvPr>
              <p:cNvSpPr/>
              <p:nvPr/>
            </p:nvSpPr>
            <p:spPr>
              <a:xfrm>
                <a:off x="55036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42" name="타원 20441">
                <a:extLst>
                  <a:ext uri="{FF2B5EF4-FFF2-40B4-BE49-F238E27FC236}">
                    <a16:creationId xmlns:a16="http://schemas.microsoft.com/office/drawing/2014/main" id="{136CD1E7-8ED5-4340-89C6-73719F9269DE}"/>
                  </a:ext>
                </a:extLst>
              </p:cNvPr>
              <p:cNvSpPr/>
              <p:nvPr/>
            </p:nvSpPr>
            <p:spPr>
              <a:xfrm>
                <a:off x="5656026" y="6623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43" name="타원 20442">
                <a:extLst>
                  <a:ext uri="{FF2B5EF4-FFF2-40B4-BE49-F238E27FC236}">
                    <a16:creationId xmlns:a16="http://schemas.microsoft.com/office/drawing/2014/main" id="{F23A62D7-A24B-4E07-B2E4-F03D9BE938A5}"/>
                  </a:ext>
                </a:extLst>
              </p:cNvPr>
              <p:cNvSpPr/>
              <p:nvPr/>
            </p:nvSpPr>
            <p:spPr>
              <a:xfrm>
                <a:off x="3220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44" name="타원 20443">
                <a:extLst>
                  <a:ext uri="{FF2B5EF4-FFF2-40B4-BE49-F238E27FC236}">
                    <a16:creationId xmlns:a16="http://schemas.microsoft.com/office/drawing/2014/main" id="{1B2E14C2-1639-4185-8CCF-E15ABE41D4C3}"/>
                  </a:ext>
                </a:extLst>
              </p:cNvPr>
              <p:cNvSpPr/>
              <p:nvPr/>
            </p:nvSpPr>
            <p:spPr>
              <a:xfrm>
                <a:off x="4744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45" name="타원 20444">
                <a:extLst>
                  <a:ext uri="{FF2B5EF4-FFF2-40B4-BE49-F238E27FC236}">
                    <a16:creationId xmlns:a16="http://schemas.microsoft.com/office/drawing/2014/main" id="{F2B9D27C-9D8F-4AD4-8FED-560CE190C3EC}"/>
                  </a:ext>
                </a:extLst>
              </p:cNvPr>
              <p:cNvSpPr/>
              <p:nvPr/>
            </p:nvSpPr>
            <p:spPr>
              <a:xfrm>
                <a:off x="6268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46" name="타원 20445">
                <a:extLst>
                  <a:ext uri="{FF2B5EF4-FFF2-40B4-BE49-F238E27FC236}">
                    <a16:creationId xmlns:a16="http://schemas.microsoft.com/office/drawing/2014/main" id="{F9269DD5-8180-4979-91F9-4F15D1569C45}"/>
                  </a:ext>
                </a:extLst>
              </p:cNvPr>
              <p:cNvSpPr/>
              <p:nvPr/>
            </p:nvSpPr>
            <p:spPr>
              <a:xfrm>
                <a:off x="7792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47" name="타원 20446">
                <a:extLst>
                  <a:ext uri="{FF2B5EF4-FFF2-40B4-BE49-F238E27FC236}">
                    <a16:creationId xmlns:a16="http://schemas.microsoft.com/office/drawing/2014/main" id="{0CBF6628-0B7C-4A03-9782-245897FEB27B}"/>
                  </a:ext>
                </a:extLst>
              </p:cNvPr>
              <p:cNvSpPr/>
              <p:nvPr/>
            </p:nvSpPr>
            <p:spPr>
              <a:xfrm>
                <a:off x="9316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48" name="타원 20447">
                <a:extLst>
                  <a:ext uri="{FF2B5EF4-FFF2-40B4-BE49-F238E27FC236}">
                    <a16:creationId xmlns:a16="http://schemas.microsoft.com/office/drawing/2014/main" id="{4525E131-37BF-4F75-A569-43DE2320849B}"/>
                  </a:ext>
                </a:extLst>
              </p:cNvPr>
              <p:cNvSpPr/>
              <p:nvPr/>
            </p:nvSpPr>
            <p:spPr>
              <a:xfrm>
                <a:off x="10840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49" name="타원 20448">
                <a:extLst>
                  <a:ext uri="{FF2B5EF4-FFF2-40B4-BE49-F238E27FC236}">
                    <a16:creationId xmlns:a16="http://schemas.microsoft.com/office/drawing/2014/main" id="{D8B7EE56-A9E8-411A-B8A8-8D8CF63592DF}"/>
                  </a:ext>
                </a:extLst>
              </p:cNvPr>
              <p:cNvSpPr/>
              <p:nvPr/>
            </p:nvSpPr>
            <p:spPr>
              <a:xfrm>
                <a:off x="12364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50" name="타원 20449">
                <a:extLst>
                  <a:ext uri="{FF2B5EF4-FFF2-40B4-BE49-F238E27FC236}">
                    <a16:creationId xmlns:a16="http://schemas.microsoft.com/office/drawing/2014/main" id="{33AE4E00-FF9D-4723-AD27-890B805C5D2A}"/>
                  </a:ext>
                </a:extLst>
              </p:cNvPr>
              <p:cNvSpPr/>
              <p:nvPr/>
            </p:nvSpPr>
            <p:spPr>
              <a:xfrm>
                <a:off x="13888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51" name="타원 20450">
                <a:extLst>
                  <a:ext uri="{FF2B5EF4-FFF2-40B4-BE49-F238E27FC236}">
                    <a16:creationId xmlns:a16="http://schemas.microsoft.com/office/drawing/2014/main" id="{B7C40A4E-B51C-4D3E-99C8-4E005B6E22D1}"/>
                  </a:ext>
                </a:extLst>
              </p:cNvPr>
              <p:cNvSpPr/>
              <p:nvPr/>
            </p:nvSpPr>
            <p:spPr>
              <a:xfrm>
                <a:off x="15412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52" name="타원 20451">
                <a:extLst>
                  <a:ext uri="{FF2B5EF4-FFF2-40B4-BE49-F238E27FC236}">
                    <a16:creationId xmlns:a16="http://schemas.microsoft.com/office/drawing/2014/main" id="{CDD86D1A-8A6F-469F-966B-0CD6A02E981A}"/>
                  </a:ext>
                </a:extLst>
              </p:cNvPr>
              <p:cNvSpPr/>
              <p:nvPr/>
            </p:nvSpPr>
            <p:spPr>
              <a:xfrm>
                <a:off x="16936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53" name="타원 20452">
                <a:extLst>
                  <a:ext uri="{FF2B5EF4-FFF2-40B4-BE49-F238E27FC236}">
                    <a16:creationId xmlns:a16="http://schemas.microsoft.com/office/drawing/2014/main" id="{816A6A1F-282B-4BD7-9216-06155D558B97}"/>
                  </a:ext>
                </a:extLst>
              </p:cNvPr>
              <p:cNvSpPr/>
              <p:nvPr/>
            </p:nvSpPr>
            <p:spPr>
              <a:xfrm>
                <a:off x="18460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54" name="타원 20453">
                <a:extLst>
                  <a:ext uri="{FF2B5EF4-FFF2-40B4-BE49-F238E27FC236}">
                    <a16:creationId xmlns:a16="http://schemas.microsoft.com/office/drawing/2014/main" id="{2A717F1B-9975-432A-8505-D154B87AC64C}"/>
                  </a:ext>
                </a:extLst>
              </p:cNvPr>
              <p:cNvSpPr/>
              <p:nvPr/>
            </p:nvSpPr>
            <p:spPr>
              <a:xfrm>
                <a:off x="19984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55" name="타원 20454">
                <a:extLst>
                  <a:ext uri="{FF2B5EF4-FFF2-40B4-BE49-F238E27FC236}">
                    <a16:creationId xmlns:a16="http://schemas.microsoft.com/office/drawing/2014/main" id="{E42372DC-5BC5-48B3-9E1A-F29B78B8BF5B}"/>
                  </a:ext>
                </a:extLst>
              </p:cNvPr>
              <p:cNvSpPr/>
              <p:nvPr/>
            </p:nvSpPr>
            <p:spPr>
              <a:xfrm>
                <a:off x="21508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56" name="타원 20455">
                <a:extLst>
                  <a:ext uri="{FF2B5EF4-FFF2-40B4-BE49-F238E27FC236}">
                    <a16:creationId xmlns:a16="http://schemas.microsoft.com/office/drawing/2014/main" id="{9BC099D5-083D-437B-BA0A-84333FAFAC79}"/>
                  </a:ext>
                </a:extLst>
              </p:cNvPr>
              <p:cNvSpPr/>
              <p:nvPr/>
            </p:nvSpPr>
            <p:spPr>
              <a:xfrm>
                <a:off x="23032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57" name="타원 20456">
                <a:extLst>
                  <a:ext uri="{FF2B5EF4-FFF2-40B4-BE49-F238E27FC236}">
                    <a16:creationId xmlns:a16="http://schemas.microsoft.com/office/drawing/2014/main" id="{BE2B5704-4508-4B24-BF07-A8AB0FAA4517}"/>
                  </a:ext>
                </a:extLst>
              </p:cNvPr>
              <p:cNvSpPr/>
              <p:nvPr/>
            </p:nvSpPr>
            <p:spPr>
              <a:xfrm>
                <a:off x="24556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58" name="타원 20457">
                <a:extLst>
                  <a:ext uri="{FF2B5EF4-FFF2-40B4-BE49-F238E27FC236}">
                    <a16:creationId xmlns:a16="http://schemas.microsoft.com/office/drawing/2014/main" id="{D1B60CEF-AF74-4763-A85A-8DD7C204859C}"/>
                  </a:ext>
                </a:extLst>
              </p:cNvPr>
              <p:cNvSpPr/>
              <p:nvPr/>
            </p:nvSpPr>
            <p:spPr>
              <a:xfrm>
                <a:off x="26080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59" name="타원 20458">
                <a:extLst>
                  <a:ext uri="{FF2B5EF4-FFF2-40B4-BE49-F238E27FC236}">
                    <a16:creationId xmlns:a16="http://schemas.microsoft.com/office/drawing/2014/main" id="{E0C78BD1-09A7-42D0-84EB-C1D88F93D8F1}"/>
                  </a:ext>
                </a:extLst>
              </p:cNvPr>
              <p:cNvSpPr/>
              <p:nvPr/>
            </p:nvSpPr>
            <p:spPr>
              <a:xfrm>
                <a:off x="27604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60" name="타원 20459">
                <a:extLst>
                  <a:ext uri="{FF2B5EF4-FFF2-40B4-BE49-F238E27FC236}">
                    <a16:creationId xmlns:a16="http://schemas.microsoft.com/office/drawing/2014/main" id="{C59B3DD0-18EF-4B68-B69A-3D9E5BD0AEB1}"/>
                  </a:ext>
                </a:extLst>
              </p:cNvPr>
              <p:cNvSpPr/>
              <p:nvPr/>
            </p:nvSpPr>
            <p:spPr>
              <a:xfrm>
                <a:off x="29128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61" name="타원 20460">
                <a:extLst>
                  <a:ext uri="{FF2B5EF4-FFF2-40B4-BE49-F238E27FC236}">
                    <a16:creationId xmlns:a16="http://schemas.microsoft.com/office/drawing/2014/main" id="{7A557050-2A7A-4AD0-B750-004BC469F6D9}"/>
                  </a:ext>
                </a:extLst>
              </p:cNvPr>
              <p:cNvSpPr/>
              <p:nvPr/>
            </p:nvSpPr>
            <p:spPr>
              <a:xfrm>
                <a:off x="30652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62" name="타원 20461">
                <a:extLst>
                  <a:ext uri="{FF2B5EF4-FFF2-40B4-BE49-F238E27FC236}">
                    <a16:creationId xmlns:a16="http://schemas.microsoft.com/office/drawing/2014/main" id="{1A6590D3-F371-412B-B099-A46B30CD33FA}"/>
                  </a:ext>
                </a:extLst>
              </p:cNvPr>
              <p:cNvSpPr/>
              <p:nvPr/>
            </p:nvSpPr>
            <p:spPr>
              <a:xfrm>
                <a:off x="32176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63" name="타원 20462">
                <a:extLst>
                  <a:ext uri="{FF2B5EF4-FFF2-40B4-BE49-F238E27FC236}">
                    <a16:creationId xmlns:a16="http://schemas.microsoft.com/office/drawing/2014/main" id="{DF3CC961-2346-41D8-A3C1-FB21EE7994C3}"/>
                  </a:ext>
                </a:extLst>
              </p:cNvPr>
              <p:cNvSpPr/>
              <p:nvPr/>
            </p:nvSpPr>
            <p:spPr>
              <a:xfrm>
                <a:off x="33700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64" name="타원 20463">
                <a:extLst>
                  <a:ext uri="{FF2B5EF4-FFF2-40B4-BE49-F238E27FC236}">
                    <a16:creationId xmlns:a16="http://schemas.microsoft.com/office/drawing/2014/main" id="{389211FD-A7A3-42DD-B094-4C9358F4306A}"/>
                  </a:ext>
                </a:extLst>
              </p:cNvPr>
              <p:cNvSpPr/>
              <p:nvPr/>
            </p:nvSpPr>
            <p:spPr>
              <a:xfrm>
                <a:off x="35224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65" name="타원 20464">
                <a:extLst>
                  <a:ext uri="{FF2B5EF4-FFF2-40B4-BE49-F238E27FC236}">
                    <a16:creationId xmlns:a16="http://schemas.microsoft.com/office/drawing/2014/main" id="{63210E3D-BF8D-4DB6-96E9-EF23972BB29A}"/>
                  </a:ext>
                </a:extLst>
              </p:cNvPr>
              <p:cNvSpPr/>
              <p:nvPr/>
            </p:nvSpPr>
            <p:spPr>
              <a:xfrm>
                <a:off x="36748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66" name="타원 20465">
                <a:extLst>
                  <a:ext uri="{FF2B5EF4-FFF2-40B4-BE49-F238E27FC236}">
                    <a16:creationId xmlns:a16="http://schemas.microsoft.com/office/drawing/2014/main" id="{A5D2C647-BCE1-4AE4-B68E-25C45CA0955F}"/>
                  </a:ext>
                </a:extLst>
              </p:cNvPr>
              <p:cNvSpPr/>
              <p:nvPr/>
            </p:nvSpPr>
            <p:spPr>
              <a:xfrm>
                <a:off x="38272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67" name="타원 20466">
                <a:extLst>
                  <a:ext uri="{FF2B5EF4-FFF2-40B4-BE49-F238E27FC236}">
                    <a16:creationId xmlns:a16="http://schemas.microsoft.com/office/drawing/2014/main" id="{2FE28F28-BD38-4AF4-9030-2E1CAAF83653}"/>
                  </a:ext>
                </a:extLst>
              </p:cNvPr>
              <p:cNvSpPr/>
              <p:nvPr/>
            </p:nvSpPr>
            <p:spPr>
              <a:xfrm>
                <a:off x="39796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68" name="타원 20467">
                <a:extLst>
                  <a:ext uri="{FF2B5EF4-FFF2-40B4-BE49-F238E27FC236}">
                    <a16:creationId xmlns:a16="http://schemas.microsoft.com/office/drawing/2014/main" id="{E3D8FE9C-7EF5-4BA0-9415-F9FB441D7669}"/>
                  </a:ext>
                </a:extLst>
              </p:cNvPr>
              <p:cNvSpPr/>
              <p:nvPr/>
            </p:nvSpPr>
            <p:spPr>
              <a:xfrm>
                <a:off x="41320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69" name="타원 20468">
                <a:extLst>
                  <a:ext uri="{FF2B5EF4-FFF2-40B4-BE49-F238E27FC236}">
                    <a16:creationId xmlns:a16="http://schemas.microsoft.com/office/drawing/2014/main" id="{AE1F6131-F290-470B-BD71-4EF11C4A3179}"/>
                  </a:ext>
                </a:extLst>
              </p:cNvPr>
              <p:cNvSpPr/>
              <p:nvPr/>
            </p:nvSpPr>
            <p:spPr>
              <a:xfrm>
                <a:off x="42844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70" name="타원 20469">
                <a:extLst>
                  <a:ext uri="{FF2B5EF4-FFF2-40B4-BE49-F238E27FC236}">
                    <a16:creationId xmlns:a16="http://schemas.microsoft.com/office/drawing/2014/main" id="{C000973F-DDF7-4B33-9121-EAF2D64A0F1E}"/>
                  </a:ext>
                </a:extLst>
              </p:cNvPr>
              <p:cNvSpPr/>
              <p:nvPr/>
            </p:nvSpPr>
            <p:spPr>
              <a:xfrm>
                <a:off x="44368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71" name="타원 20470">
                <a:extLst>
                  <a:ext uri="{FF2B5EF4-FFF2-40B4-BE49-F238E27FC236}">
                    <a16:creationId xmlns:a16="http://schemas.microsoft.com/office/drawing/2014/main" id="{86707FA9-BBA4-4ECD-9213-8FC9A23AC431}"/>
                  </a:ext>
                </a:extLst>
              </p:cNvPr>
              <p:cNvSpPr/>
              <p:nvPr/>
            </p:nvSpPr>
            <p:spPr>
              <a:xfrm>
                <a:off x="45892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72" name="타원 20471">
                <a:extLst>
                  <a:ext uri="{FF2B5EF4-FFF2-40B4-BE49-F238E27FC236}">
                    <a16:creationId xmlns:a16="http://schemas.microsoft.com/office/drawing/2014/main" id="{EB958C8D-E1B9-4629-A7A9-30192DAD89B7}"/>
                  </a:ext>
                </a:extLst>
              </p:cNvPr>
              <p:cNvSpPr/>
              <p:nvPr/>
            </p:nvSpPr>
            <p:spPr>
              <a:xfrm>
                <a:off x="47416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73" name="타원 20472">
                <a:extLst>
                  <a:ext uri="{FF2B5EF4-FFF2-40B4-BE49-F238E27FC236}">
                    <a16:creationId xmlns:a16="http://schemas.microsoft.com/office/drawing/2014/main" id="{2C47BE95-834E-458B-88C7-C19D7F88EE7B}"/>
                  </a:ext>
                </a:extLst>
              </p:cNvPr>
              <p:cNvSpPr/>
              <p:nvPr/>
            </p:nvSpPr>
            <p:spPr>
              <a:xfrm>
                <a:off x="48940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74" name="타원 20473">
                <a:extLst>
                  <a:ext uri="{FF2B5EF4-FFF2-40B4-BE49-F238E27FC236}">
                    <a16:creationId xmlns:a16="http://schemas.microsoft.com/office/drawing/2014/main" id="{B30E3579-7919-406A-AFC8-DDCE4A15BFEA}"/>
                  </a:ext>
                </a:extLst>
              </p:cNvPr>
              <p:cNvSpPr/>
              <p:nvPr/>
            </p:nvSpPr>
            <p:spPr>
              <a:xfrm>
                <a:off x="50464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75" name="타원 20474">
                <a:extLst>
                  <a:ext uri="{FF2B5EF4-FFF2-40B4-BE49-F238E27FC236}">
                    <a16:creationId xmlns:a16="http://schemas.microsoft.com/office/drawing/2014/main" id="{F9601A8F-4E4C-4C5F-B345-698AD9BAB961}"/>
                  </a:ext>
                </a:extLst>
              </p:cNvPr>
              <p:cNvSpPr/>
              <p:nvPr/>
            </p:nvSpPr>
            <p:spPr>
              <a:xfrm>
                <a:off x="51988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76" name="타원 20475">
                <a:extLst>
                  <a:ext uri="{FF2B5EF4-FFF2-40B4-BE49-F238E27FC236}">
                    <a16:creationId xmlns:a16="http://schemas.microsoft.com/office/drawing/2014/main" id="{FF91DC9D-8470-4E68-B959-D10F56FC27A3}"/>
                  </a:ext>
                </a:extLst>
              </p:cNvPr>
              <p:cNvSpPr/>
              <p:nvPr/>
            </p:nvSpPr>
            <p:spPr>
              <a:xfrm>
                <a:off x="53512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77" name="타원 20476">
                <a:extLst>
                  <a:ext uri="{FF2B5EF4-FFF2-40B4-BE49-F238E27FC236}">
                    <a16:creationId xmlns:a16="http://schemas.microsoft.com/office/drawing/2014/main" id="{D99FB1C8-A068-4160-B9C6-8468A7779F97}"/>
                  </a:ext>
                </a:extLst>
              </p:cNvPr>
              <p:cNvSpPr/>
              <p:nvPr/>
            </p:nvSpPr>
            <p:spPr>
              <a:xfrm>
                <a:off x="55036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78" name="타원 20477">
                <a:extLst>
                  <a:ext uri="{FF2B5EF4-FFF2-40B4-BE49-F238E27FC236}">
                    <a16:creationId xmlns:a16="http://schemas.microsoft.com/office/drawing/2014/main" id="{23B3D09E-4FD2-49A4-9D6B-FE64BD06B21F}"/>
                  </a:ext>
                </a:extLst>
              </p:cNvPr>
              <p:cNvSpPr/>
              <p:nvPr/>
            </p:nvSpPr>
            <p:spPr>
              <a:xfrm>
                <a:off x="5656026" y="67754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79" name="타원 20478">
                <a:extLst>
                  <a:ext uri="{FF2B5EF4-FFF2-40B4-BE49-F238E27FC236}">
                    <a16:creationId xmlns:a16="http://schemas.microsoft.com/office/drawing/2014/main" id="{755D9704-1A36-4511-B166-794B40BD2D00}"/>
                  </a:ext>
                </a:extLst>
              </p:cNvPr>
              <p:cNvSpPr/>
              <p:nvPr/>
            </p:nvSpPr>
            <p:spPr>
              <a:xfrm>
                <a:off x="3220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80" name="타원 20479">
                <a:extLst>
                  <a:ext uri="{FF2B5EF4-FFF2-40B4-BE49-F238E27FC236}">
                    <a16:creationId xmlns:a16="http://schemas.microsoft.com/office/drawing/2014/main" id="{DC12B94B-E636-42B0-90F9-84338FC90124}"/>
                  </a:ext>
                </a:extLst>
              </p:cNvPr>
              <p:cNvSpPr/>
              <p:nvPr/>
            </p:nvSpPr>
            <p:spPr>
              <a:xfrm>
                <a:off x="4744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81" name="타원 20480">
                <a:extLst>
                  <a:ext uri="{FF2B5EF4-FFF2-40B4-BE49-F238E27FC236}">
                    <a16:creationId xmlns:a16="http://schemas.microsoft.com/office/drawing/2014/main" id="{0C0F2862-DB21-46E7-88E2-0D043A986F74}"/>
                  </a:ext>
                </a:extLst>
              </p:cNvPr>
              <p:cNvSpPr/>
              <p:nvPr/>
            </p:nvSpPr>
            <p:spPr>
              <a:xfrm>
                <a:off x="6268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82" name="타원 20481">
                <a:extLst>
                  <a:ext uri="{FF2B5EF4-FFF2-40B4-BE49-F238E27FC236}">
                    <a16:creationId xmlns:a16="http://schemas.microsoft.com/office/drawing/2014/main" id="{3CE514D5-8F3D-473D-89DE-8AE4F517A6EF}"/>
                  </a:ext>
                </a:extLst>
              </p:cNvPr>
              <p:cNvSpPr/>
              <p:nvPr/>
            </p:nvSpPr>
            <p:spPr>
              <a:xfrm>
                <a:off x="7792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83" name="타원 20482">
                <a:extLst>
                  <a:ext uri="{FF2B5EF4-FFF2-40B4-BE49-F238E27FC236}">
                    <a16:creationId xmlns:a16="http://schemas.microsoft.com/office/drawing/2014/main" id="{A1B7CAB1-CE0D-43D1-A7D1-2D9544AEACDE}"/>
                  </a:ext>
                </a:extLst>
              </p:cNvPr>
              <p:cNvSpPr/>
              <p:nvPr/>
            </p:nvSpPr>
            <p:spPr>
              <a:xfrm>
                <a:off x="9316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84" name="타원 20483">
                <a:extLst>
                  <a:ext uri="{FF2B5EF4-FFF2-40B4-BE49-F238E27FC236}">
                    <a16:creationId xmlns:a16="http://schemas.microsoft.com/office/drawing/2014/main" id="{105FCD26-1DD4-45FD-B53F-5D570DA2C693}"/>
                  </a:ext>
                </a:extLst>
              </p:cNvPr>
              <p:cNvSpPr/>
              <p:nvPr/>
            </p:nvSpPr>
            <p:spPr>
              <a:xfrm>
                <a:off x="10840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85" name="타원 20484">
                <a:extLst>
                  <a:ext uri="{FF2B5EF4-FFF2-40B4-BE49-F238E27FC236}">
                    <a16:creationId xmlns:a16="http://schemas.microsoft.com/office/drawing/2014/main" id="{67148C37-05D4-4DF9-A5BC-8D62ACBFC4E1}"/>
                  </a:ext>
                </a:extLst>
              </p:cNvPr>
              <p:cNvSpPr/>
              <p:nvPr/>
            </p:nvSpPr>
            <p:spPr>
              <a:xfrm>
                <a:off x="12364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86" name="타원 20485">
                <a:extLst>
                  <a:ext uri="{FF2B5EF4-FFF2-40B4-BE49-F238E27FC236}">
                    <a16:creationId xmlns:a16="http://schemas.microsoft.com/office/drawing/2014/main" id="{580D915E-8FC7-4CAF-B7FA-CF8CC52DF3A4}"/>
                  </a:ext>
                </a:extLst>
              </p:cNvPr>
              <p:cNvSpPr/>
              <p:nvPr/>
            </p:nvSpPr>
            <p:spPr>
              <a:xfrm>
                <a:off x="13888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87" name="타원 20486">
                <a:extLst>
                  <a:ext uri="{FF2B5EF4-FFF2-40B4-BE49-F238E27FC236}">
                    <a16:creationId xmlns:a16="http://schemas.microsoft.com/office/drawing/2014/main" id="{74307069-2212-41A9-BCCB-FDB25569AED8}"/>
                  </a:ext>
                </a:extLst>
              </p:cNvPr>
              <p:cNvSpPr/>
              <p:nvPr/>
            </p:nvSpPr>
            <p:spPr>
              <a:xfrm>
                <a:off x="15412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88" name="타원 20487">
                <a:extLst>
                  <a:ext uri="{FF2B5EF4-FFF2-40B4-BE49-F238E27FC236}">
                    <a16:creationId xmlns:a16="http://schemas.microsoft.com/office/drawing/2014/main" id="{3C4885F7-346D-4A68-BA51-A1244BCD3C1D}"/>
                  </a:ext>
                </a:extLst>
              </p:cNvPr>
              <p:cNvSpPr/>
              <p:nvPr/>
            </p:nvSpPr>
            <p:spPr>
              <a:xfrm>
                <a:off x="16936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89" name="타원 20488">
                <a:extLst>
                  <a:ext uri="{FF2B5EF4-FFF2-40B4-BE49-F238E27FC236}">
                    <a16:creationId xmlns:a16="http://schemas.microsoft.com/office/drawing/2014/main" id="{09E7405C-4B93-43C3-8160-3DE789DF8B4E}"/>
                  </a:ext>
                </a:extLst>
              </p:cNvPr>
              <p:cNvSpPr/>
              <p:nvPr/>
            </p:nvSpPr>
            <p:spPr>
              <a:xfrm>
                <a:off x="18460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90" name="타원 20489">
                <a:extLst>
                  <a:ext uri="{FF2B5EF4-FFF2-40B4-BE49-F238E27FC236}">
                    <a16:creationId xmlns:a16="http://schemas.microsoft.com/office/drawing/2014/main" id="{A6695200-EC25-47FE-BD80-135B69A2564E}"/>
                  </a:ext>
                </a:extLst>
              </p:cNvPr>
              <p:cNvSpPr/>
              <p:nvPr/>
            </p:nvSpPr>
            <p:spPr>
              <a:xfrm>
                <a:off x="19984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91" name="타원 20490">
                <a:extLst>
                  <a:ext uri="{FF2B5EF4-FFF2-40B4-BE49-F238E27FC236}">
                    <a16:creationId xmlns:a16="http://schemas.microsoft.com/office/drawing/2014/main" id="{854C81C9-A1AD-4768-9BD8-87DF5BFDF8B8}"/>
                  </a:ext>
                </a:extLst>
              </p:cNvPr>
              <p:cNvSpPr/>
              <p:nvPr/>
            </p:nvSpPr>
            <p:spPr>
              <a:xfrm>
                <a:off x="21508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92" name="타원 20491">
                <a:extLst>
                  <a:ext uri="{FF2B5EF4-FFF2-40B4-BE49-F238E27FC236}">
                    <a16:creationId xmlns:a16="http://schemas.microsoft.com/office/drawing/2014/main" id="{63151333-1AD6-4C5D-89C2-FBDE6F854658}"/>
                  </a:ext>
                </a:extLst>
              </p:cNvPr>
              <p:cNvSpPr/>
              <p:nvPr/>
            </p:nvSpPr>
            <p:spPr>
              <a:xfrm>
                <a:off x="23032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93" name="타원 20492">
                <a:extLst>
                  <a:ext uri="{FF2B5EF4-FFF2-40B4-BE49-F238E27FC236}">
                    <a16:creationId xmlns:a16="http://schemas.microsoft.com/office/drawing/2014/main" id="{5D71AD7F-7730-44C5-B4FB-1D023BA625B3}"/>
                  </a:ext>
                </a:extLst>
              </p:cNvPr>
              <p:cNvSpPr/>
              <p:nvPr/>
            </p:nvSpPr>
            <p:spPr>
              <a:xfrm>
                <a:off x="24556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94" name="타원 20493">
                <a:extLst>
                  <a:ext uri="{FF2B5EF4-FFF2-40B4-BE49-F238E27FC236}">
                    <a16:creationId xmlns:a16="http://schemas.microsoft.com/office/drawing/2014/main" id="{B74C92F6-69D6-433A-A615-1EA9BA7D5F5C}"/>
                  </a:ext>
                </a:extLst>
              </p:cNvPr>
              <p:cNvSpPr/>
              <p:nvPr/>
            </p:nvSpPr>
            <p:spPr>
              <a:xfrm>
                <a:off x="26080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95" name="타원 20494">
                <a:extLst>
                  <a:ext uri="{FF2B5EF4-FFF2-40B4-BE49-F238E27FC236}">
                    <a16:creationId xmlns:a16="http://schemas.microsoft.com/office/drawing/2014/main" id="{6827B4BF-F5A4-4D5C-941E-7184DD9F7905}"/>
                  </a:ext>
                </a:extLst>
              </p:cNvPr>
              <p:cNvSpPr/>
              <p:nvPr/>
            </p:nvSpPr>
            <p:spPr>
              <a:xfrm>
                <a:off x="27604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96" name="타원 20495">
                <a:extLst>
                  <a:ext uri="{FF2B5EF4-FFF2-40B4-BE49-F238E27FC236}">
                    <a16:creationId xmlns:a16="http://schemas.microsoft.com/office/drawing/2014/main" id="{3C8DF55E-D944-4AF9-A598-A41F6980E60B}"/>
                  </a:ext>
                </a:extLst>
              </p:cNvPr>
              <p:cNvSpPr/>
              <p:nvPr/>
            </p:nvSpPr>
            <p:spPr>
              <a:xfrm>
                <a:off x="29128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97" name="타원 20496">
                <a:extLst>
                  <a:ext uri="{FF2B5EF4-FFF2-40B4-BE49-F238E27FC236}">
                    <a16:creationId xmlns:a16="http://schemas.microsoft.com/office/drawing/2014/main" id="{ACF16B89-A650-4F98-878B-79DAC1304B53}"/>
                  </a:ext>
                </a:extLst>
              </p:cNvPr>
              <p:cNvSpPr/>
              <p:nvPr/>
            </p:nvSpPr>
            <p:spPr>
              <a:xfrm>
                <a:off x="30652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98" name="타원 20497">
                <a:extLst>
                  <a:ext uri="{FF2B5EF4-FFF2-40B4-BE49-F238E27FC236}">
                    <a16:creationId xmlns:a16="http://schemas.microsoft.com/office/drawing/2014/main" id="{6C186CC8-E427-4C47-9517-E3793FFADF82}"/>
                  </a:ext>
                </a:extLst>
              </p:cNvPr>
              <p:cNvSpPr/>
              <p:nvPr/>
            </p:nvSpPr>
            <p:spPr>
              <a:xfrm>
                <a:off x="32176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499" name="타원 20498">
                <a:extLst>
                  <a:ext uri="{FF2B5EF4-FFF2-40B4-BE49-F238E27FC236}">
                    <a16:creationId xmlns:a16="http://schemas.microsoft.com/office/drawing/2014/main" id="{E944E9AA-F52F-47F3-941B-ABCC4E091A7F}"/>
                  </a:ext>
                </a:extLst>
              </p:cNvPr>
              <p:cNvSpPr/>
              <p:nvPr/>
            </p:nvSpPr>
            <p:spPr>
              <a:xfrm>
                <a:off x="33700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00" name="타원 20499">
                <a:extLst>
                  <a:ext uri="{FF2B5EF4-FFF2-40B4-BE49-F238E27FC236}">
                    <a16:creationId xmlns:a16="http://schemas.microsoft.com/office/drawing/2014/main" id="{83EC60BA-4642-4870-B65D-A6C0B7BDF015}"/>
                  </a:ext>
                </a:extLst>
              </p:cNvPr>
              <p:cNvSpPr/>
              <p:nvPr/>
            </p:nvSpPr>
            <p:spPr>
              <a:xfrm>
                <a:off x="35224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01" name="타원 20500">
                <a:extLst>
                  <a:ext uri="{FF2B5EF4-FFF2-40B4-BE49-F238E27FC236}">
                    <a16:creationId xmlns:a16="http://schemas.microsoft.com/office/drawing/2014/main" id="{AA0CCB4A-D64A-441C-AD25-0FD179EDBE15}"/>
                  </a:ext>
                </a:extLst>
              </p:cNvPr>
              <p:cNvSpPr/>
              <p:nvPr/>
            </p:nvSpPr>
            <p:spPr>
              <a:xfrm>
                <a:off x="36748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02" name="타원 20501">
                <a:extLst>
                  <a:ext uri="{FF2B5EF4-FFF2-40B4-BE49-F238E27FC236}">
                    <a16:creationId xmlns:a16="http://schemas.microsoft.com/office/drawing/2014/main" id="{D31822F4-1AE6-40F8-8EB6-4AE43E076F23}"/>
                  </a:ext>
                </a:extLst>
              </p:cNvPr>
              <p:cNvSpPr/>
              <p:nvPr/>
            </p:nvSpPr>
            <p:spPr>
              <a:xfrm>
                <a:off x="38272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03" name="타원 20502">
                <a:extLst>
                  <a:ext uri="{FF2B5EF4-FFF2-40B4-BE49-F238E27FC236}">
                    <a16:creationId xmlns:a16="http://schemas.microsoft.com/office/drawing/2014/main" id="{BB5DB1D4-50FF-423E-8084-A5BCEC4FC0E2}"/>
                  </a:ext>
                </a:extLst>
              </p:cNvPr>
              <p:cNvSpPr/>
              <p:nvPr/>
            </p:nvSpPr>
            <p:spPr>
              <a:xfrm>
                <a:off x="39796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04" name="타원 20503">
                <a:extLst>
                  <a:ext uri="{FF2B5EF4-FFF2-40B4-BE49-F238E27FC236}">
                    <a16:creationId xmlns:a16="http://schemas.microsoft.com/office/drawing/2014/main" id="{708C6FE0-4CAF-44AB-A20F-C213E84DEC80}"/>
                  </a:ext>
                </a:extLst>
              </p:cNvPr>
              <p:cNvSpPr/>
              <p:nvPr/>
            </p:nvSpPr>
            <p:spPr>
              <a:xfrm>
                <a:off x="41320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05" name="타원 20504">
                <a:extLst>
                  <a:ext uri="{FF2B5EF4-FFF2-40B4-BE49-F238E27FC236}">
                    <a16:creationId xmlns:a16="http://schemas.microsoft.com/office/drawing/2014/main" id="{ACC08198-0E46-44A1-8D72-5D24AC658C0F}"/>
                  </a:ext>
                </a:extLst>
              </p:cNvPr>
              <p:cNvSpPr/>
              <p:nvPr/>
            </p:nvSpPr>
            <p:spPr>
              <a:xfrm>
                <a:off x="42844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06" name="타원 20505">
                <a:extLst>
                  <a:ext uri="{FF2B5EF4-FFF2-40B4-BE49-F238E27FC236}">
                    <a16:creationId xmlns:a16="http://schemas.microsoft.com/office/drawing/2014/main" id="{3E40442D-3871-4526-9716-EB57C661B658}"/>
                  </a:ext>
                </a:extLst>
              </p:cNvPr>
              <p:cNvSpPr/>
              <p:nvPr/>
            </p:nvSpPr>
            <p:spPr>
              <a:xfrm>
                <a:off x="44368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07" name="타원 20506">
                <a:extLst>
                  <a:ext uri="{FF2B5EF4-FFF2-40B4-BE49-F238E27FC236}">
                    <a16:creationId xmlns:a16="http://schemas.microsoft.com/office/drawing/2014/main" id="{BF676E4B-5CB9-492A-A640-20A4619AEF63}"/>
                  </a:ext>
                </a:extLst>
              </p:cNvPr>
              <p:cNvSpPr/>
              <p:nvPr/>
            </p:nvSpPr>
            <p:spPr>
              <a:xfrm>
                <a:off x="45892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08" name="타원 20507">
                <a:extLst>
                  <a:ext uri="{FF2B5EF4-FFF2-40B4-BE49-F238E27FC236}">
                    <a16:creationId xmlns:a16="http://schemas.microsoft.com/office/drawing/2014/main" id="{7EB5C9A7-1775-48B1-A4D6-D5DDCB485DA0}"/>
                  </a:ext>
                </a:extLst>
              </p:cNvPr>
              <p:cNvSpPr/>
              <p:nvPr/>
            </p:nvSpPr>
            <p:spPr>
              <a:xfrm>
                <a:off x="47416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09" name="타원 20508">
                <a:extLst>
                  <a:ext uri="{FF2B5EF4-FFF2-40B4-BE49-F238E27FC236}">
                    <a16:creationId xmlns:a16="http://schemas.microsoft.com/office/drawing/2014/main" id="{670EF9E7-D92E-439C-8627-7C7116379465}"/>
                  </a:ext>
                </a:extLst>
              </p:cNvPr>
              <p:cNvSpPr/>
              <p:nvPr/>
            </p:nvSpPr>
            <p:spPr>
              <a:xfrm>
                <a:off x="48940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10" name="타원 20509">
                <a:extLst>
                  <a:ext uri="{FF2B5EF4-FFF2-40B4-BE49-F238E27FC236}">
                    <a16:creationId xmlns:a16="http://schemas.microsoft.com/office/drawing/2014/main" id="{8A8322E9-2A4F-472F-9D79-F1A3E2F2D786}"/>
                  </a:ext>
                </a:extLst>
              </p:cNvPr>
              <p:cNvSpPr/>
              <p:nvPr/>
            </p:nvSpPr>
            <p:spPr>
              <a:xfrm>
                <a:off x="50464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11" name="타원 20510">
                <a:extLst>
                  <a:ext uri="{FF2B5EF4-FFF2-40B4-BE49-F238E27FC236}">
                    <a16:creationId xmlns:a16="http://schemas.microsoft.com/office/drawing/2014/main" id="{B22D9254-6B84-4BB3-9A04-A9B3964558C5}"/>
                  </a:ext>
                </a:extLst>
              </p:cNvPr>
              <p:cNvSpPr/>
              <p:nvPr/>
            </p:nvSpPr>
            <p:spPr>
              <a:xfrm>
                <a:off x="51988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12" name="타원 20511">
                <a:extLst>
                  <a:ext uri="{FF2B5EF4-FFF2-40B4-BE49-F238E27FC236}">
                    <a16:creationId xmlns:a16="http://schemas.microsoft.com/office/drawing/2014/main" id="{8E84FF6C-032B-407D-87FB-D20459C2B3A3}"/>
                  </a:ext>
                </a:extLst>
              </p:cNvPr>
              <p:cNvSpPr/>
              <p:nvPr/>
            </p:nvSpPr>
            <p:spPr>
              <a:xfrm>
                <a:off x="53512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13" name="타원 20512">
                <a:extLst>
                  <a:ext uri="{FF2B5EF4-FFF2-40B4-BE49-F238E27FC236}">
                    <a16:creationId xmlns:a16="http://schemas.microsoft.com/office/drawing/2014/main" id="{C8373B03-DEDD-426F-88D1-6CE1F1387557}"/>
                  </a:ext>
                </a:extLst>
              </p:cNvPr>
              <p:cNvSpPr/>
              <p:nvPr/>
            </p:nvSpPr>
            <p:spPr>
              <a:xfrm>
                <a:off x="55036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14" name="타원 20513">
                <a:extLst>
                  <a:ext uri="{FF2B5EF4-FFF2-40B4-BE49-F238E27FC236}">
                    <a16:creationId xmlns:a16="http://schemas.microsoft.com/office/drawing/2014/main" id="{2C01C619-B9CF-4425-9E0D-131312F4480D}"/>
                  </a:ext>
                </a:extLst>
              </p:cNvPr>
              <p:cNvSpPr/>
              <p:nvPr/>
            </p:nvSpPr>
            <p:spPr>
              <a:xfrm>
                <a:off x="5656026" y="69278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15" name="타원 20514">
                <a:extLst>
                  <a:ext uri="{FF2B5EF4-FFF2-40B4-BE49-F238E27FC236}">
                    <a16:creationId xmlns:a16="http://schemas.microsoft.com/office/drawing/2014/main" id="{0CC33031-E9B6-4529-81C9-CEA1277AAE20}"/>
                  </a:ext>
                </a:extLst>
              </p:cNvPr>
              <p:cNvSpPr/>
              <p:nvPr/>
            </p:nvSpPr>
            <p:spPr>
              <a:xfrm>
                <a:off x="3220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16" name="타원 20515">
                <a:extLst>
                  <a:ext uri="{FF2B5EF4-FFF2-40B4-BE49-F238E27FC236}">
                    <a16:creationId xmlns:a16="http://schemas.microsoft.com/office/drawing/2014/main" id="{EEFCA254-BBF9-4E53-922A-B59FE97FA53F}"/>
                  </a:ext>
                </a:extLst>
              </p:cNvPr>
              <p:cNvSpPr/>
              <p:nvPr/>
            </p:nvSpPr>
            <p:spPr>
              <a:xfrm>
                <a:off x="4744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17" name="타원 20516">
                <a:extLst>
                  <a:ext uri="{FF2B5EF4-FFF2-40B4-BE49-F238E27FC236}">
                    <a16:creationId xmlns:a16="http://schemas.microsoft.com/office/drawing/2014/main" id="{251D8D94-2E90-4386-893E-B3A0DAF0C223}"/>
                  </a:ext>
                </a:extLst>
              </p:cNvPr>
              <p:cNvSpPr/>
              <p:nvPr/>
            </p:nvSpPr>
            <p:spPr>
              <a:xfrm>
                <a:off x="6268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18" name="타원 20517">
                <a:extLst>
                  <a:ext uri="{FF2B5EF4-FFF2-40B4-BE49-F238E27FC236}">
                    <a16:creationId xmlns:a16="http://schemas.microsoft.com/office/drawing/2014/main" id="{B8C17631-E51F-4723-B8F6-31C9DCBC817B}"/>
                  </a:ext>
                </a:extLst>
              </p:cNvPr>
              <p:cNvSpPr/>
              <p:nvPr/>
            </p:nvSpPr>
            <p:spPr>
              <a:xfrm>
                <a:off x="7792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19" name="타원 20518">
                <a:extLst>
                  <a:ext uri="{FF2B5EF4-FFF2-40B4-BE49-F238E27FC236}">
                    <a16:creationId xmlns:a16="http://schemas.microsoft.com/office/drawing/2014/main" id="{A546561A-354D-40E4-A8FD-6283936DFAF7}"/>
                  </a:ext>
                </a:extLst>
              </p:cNvPr>
              <p:cNvSpPr/>
              <p:nvPr/>
            </p:nvSpPr>
            <p:spPr>
              <a:xfrm>
                <a:off x="9316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20" name="타원 20519">
                <a:extLst>
                  <a:ext uri="{FF2B5EF4-FFF2-40B4-BE49-F238E27FC236}">
                    <a16:creationId xmlns:a16="http://schemas.microsoft.com/office/drawing/2014/main" id="{440B147B-58F3-44AD-8F90-6BCC7EB32672}"/>
                  </a:ext>
                </a:extLst>
              </p:cNvPr>
              <p:cNvSpPr/>
              <p:nvPr/>
            </p:nvSpPr>
            <p:spPr>
              <a:xfrm>
                <a:off x="10840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21" name="타원 20520">
                <a:extLst>
                  <a:ext uri="{FF2B5EF4-FFF2-40B4-BE49-F238E27FC236}">
                    <a16:creationId xmlns:a16="http://schemas.microsoft.com/office/drawing/2014/main" id="{91474D1D-EE77-4774-9681-B6E584D12AB5}"/>
                  </a:ext>
                </a:extLst>
              </p:cNvPr>
              <p:cNvSpPr/>
              <p:nvPr/>
            </p:nvSpPr>
            <p:spPr>
              <a:xfrm>
                <a:off x="12364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22" name="타원 20521">
                <a:extLst>
                  <a:ext uri="{FF2B5EF4-FFF2-40B4-BE49-F238E27FC236}">
                    <a16:creationId xmlns:a16="http://schemas.microsoft.com/office/drawing/2014/main" id="{2D7929B0-E8D1-4DFC-A0E6-2379CC41D563}"/>
                  </a:ext>
                </a:extLst>
              </p:cNvPr>
              <p:cNvSpPr/>
              <p:nvPr/>
            </p:nvSpPr>
            <p:spPr>
              <a:xfrm>
                <a:off x="13888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23" name="타원 20522">
                <a:extLst>
                  <a:ext uri="{FF2B5EF4-FFF2-40B4-BE49-F238E27FC236}">
                    <a16:creationId xmlns:a16="http://schemas.microsoft.com/office/drawing/2014/main" id="{EE91EF3F-793D-4D5E-BC12-D72346CF3D5E}"/>
                  </a:ext>
                </a:extLst>
              </p:cNvPr>
              <p:cNvSpPr/>
              <p:nvPr/>
            </p:nvSpPr>
            <p:spPr>
              <a:xfrm>
                <a:off x="15412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24" name="타원 20523">
                <a:extLst>
                  <a:ext uri="{FF2B5EF4-FFF2-40B4-BE49-F238E27FC236}">
                    <a16:creationId xmlns:a16="http://schemas.microsoft.com/office/drawing/2014/main" id="{E75AE8F7-C3AB-44C7-A7CD-9B74F98A397F}"/>
                  </a:ext>
                </a:extLst>
              </p:cNvPr>
              <p:cNvSpPr/>
              <p:nvPr/>
            </p:nvSpPr>
            <p:spPr>
              <a:xfrm>
                <a:off x="16936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25" name="타원 20524">
                <a:extLst>
                  <a:ext uri="{FF2B5EF4-FFF2-40B4-BE49-F238E27FC236}">
                    <a16:creationId xmlns:a16="http://schemas.microsoft.com/office/drawing/2014/main" id="{10EBE846-C6D4-4E0F-A822-0E53E9E2AFD1}"/>
                  </a:ext>
                </a:extLst>
              </p:cNvPr>
              <p:cNvSpPr/>
              <p:nvPr/>
            </p:nvSpPr>
            <p:spPr>
              <a:xfrm>
                <a:off x="18460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26" name="타원 20525">
                <a:extLst>
                  <a:ext uri="{FF2B5EF4-FFF2-40B4-BE49-F238E27FC236}">
                    <a16:creationId xmlns:a16="http://schemas.microsoft.com/office/drawing/2014/main" id="{1424F131-AD91-4A55-AD33-1BEB1F90FBC5}"/>
                  </a:ext>
                </a:extLst>
              </p:cNvPr>
              <p:cNvSpPr/>
              <p:nvPr/>
            </p:nvSpPr>
            <p:spPr>
              <a:xfrm>
                <a:off x="19984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27" name="타원 20526">
                <a:extLst>
                  <a:ext uri="{FF2B5EF4-FFF2-40B4-BE49-F238E27FC236}">
                    <a16:creationId xmlns:a16="http://schemas.microsoft.com/office/drawing/2014/main" id="{47B5B31A-536C-45EC-A9E7-AF1F9A91C72B}"/>
                  </a:ext>
                </a:extLst>
              </p:cNvPr>
              <p:cNvSpPr/>
              <p:nvPr/>
            </p:nvSpPr>
            <p:spPr>
              <a:xfrm>
                <a:off x="21508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28" name="타원 20527">
                <a:extLst>
                  <a:ext uri="{FF2B5EF4-FFF2-40B4-BE49-F238E27FC236}">
                    <a16:creationId xmlns:a16="http://schemas.microsoft.com/office/drawing/2014/main" id="{002873DF-FBE6-4495-A421-1688CAAD6057}"/>
                  </a:ext>
                </a:extLst>
              </p:cNvPr>
              <p:cNvSpPr/>
              <p:nvPr/>
            </p:nvSpPr>
            <p:spPr>
              <a:xfrm>
                <a:off x="23032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29" name="타원 20528">
                <a:extLst>
                  <a:ext uri="{FF2B5EF4-FFF2-40B4-BE49-F238E27FC236}">
                    <a16:creationId xmlns:a16="http://schemas.microsoft.com/office/drawing/2014/main" id="{01385063-CF69-4941-961B-93ABB23E4FB9}"/>
                  </a:ext>
                </a:extLst>
              </p:cNvPr>
              <p:cNvSpPr/>
              <p:nvPr/>
            </p:nvSpPr>
            <p:spPr>
              <a:xfrm>
                <a:off x="24556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30" name="타원 20529">
                <a:extLst>
                  <a:ext uri="{FF2B5EF4-FFF2-40B4-BE49-F238E27FC236}">
                    <a16:creationId xmlns:a16="http://schemas.microsoft.com/office/drawing/2014/main" id="{2A980F52-0BF8-4399-9CB2-427AD532DD0C}"/>
                  </a:ext>
                </a:extLst>
              </p:cNvPr>
              <p:cNvSpPr/>
              <p:nvPr/>
            </p:nvSpPr>
            <p:spPr>
              <a:xfrm>
                <a:off x="26080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31" name="타원 20530">
                <a:extLst>
                  <a:ext uri="{FF2B5EF4-FFF2-40B4-BE49-F238E27FC236}">
                    <a16:creationId xmlns:a16="http://schemas.microsoft.com/office/drawing/2014/main" id="{CFBE14AD-9839-4331-A6D5-C5346EF08B8D}"/>
                  </a:ext>
                </a:extLst>
              </p:cNvPr>
              <p:cNvSpPr/>
              <p:nvPr/>
            </p:nvSpPr>
            <p:spPr>
              <a:xfrm>
                <a:off x="27604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32" name="타원 20531">
                <a:extLst>
                  <a:ext uri="{FF2B5EF4-FFF2-40B4-BE49-F238E27FC236}">
                    <a16:creationId xmlns:a16="http://schemas.microsoft.com/office/drawing/2014/main" id="{88A1A077-6ED8-4B1B-A9D7-9153677E4A2C}"/>
                  </a:ext>
                </a:extLst>
              </p:cNvPr>
              <p:cNvSpPr/>
              <p:nvPr/>
            </p:nvSpPr>
            <p:spPr>
              <a:xfrm>
                <a:off x="29128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33" name="타원 20532">
                <a:extLst>
                  <a:ext uri="{FF2B5EF4-FFF2-40B4-BE49-F238E27FC236}">
                    <a16:creationId xmlns:a16="http://schemas.microsoft.com/office/drawing/2014/main" id="{DB20D4D7-2EBA-486F-8DD1-49C14394A719}"/>
                  </a:ext>
                </a:extLst>
              </p:cNvPr>
              <p:cNvSpPr/>
              <p:nvPr/>
            </p:nvSpPr>
            <p:spPr>
              <a:xfrm>
                <a:off x="30652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34" name="타원 20533">
                <a:extLst>
                  <a:ext uri="{FF2B5EF4-FFF2-40B4-BE49-F238E27FC236}">
                    <a16:creationId xmlns:a16="http://schemas.microsoft.com/office/drawing/2014/main" id="{68D409BF-C09C-473C-9223-BE6A094DCFFF}"/>
                  </a:ext>
                </a:extLst>
              </p:cNvPr>
              <p:cNvSpPr/>
              <p:nvPr/>
            </p:nvSpPr>
            <p:spPr>
              <a:xfrm>
                <a:off x="32176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35" name="타원 20534">
                <a:extLst>
                  <a:ext uri="{FF2B5EF4-FFF2-40B4-BE49-F238E27FC236}">
                    <a16:creationId xmlns:a16="http://schemas.microsoft.com/office/drawing/2014/main" id="{0320A407-D288-460A-A001-1B911839C43E}"/>
                  </a:ext>
                </a:extLst>
              </p:cNvPr>
              <p:cNvSpPr/>
              <p:nvPr/>
            </p:nvSpPr>
            <p:spPr>
              <a:xfrm>
                <a:off x="33700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36" name="타원 20535">
                <a:extLst>
                  <a:ext uri="{FF2B5EF4-FFF2-40B4-BE49-F238E27FC236}">
                    <a16:creationId xmlns:a16="http://schemas.microsoft.com/office/drawing/2014/main" id="{45037568-CB96-4192-966A-7EC3B64FE277}"/>
                  </a:ext>
                </a:extLst>
              </p:cNvPr>
              <p:cNvSpPr/>
              <p:nvPr/>
            </p:nvSpPr>
            <p:spPr>
              <a:xfrm>
                <a:off x="35224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37" name="타원 20536">
                <a:extLst>
                  <a:ext uri="{FF2B5EF4-FFF2-40B4-BE49-F238E27FC236}">
                    <a16:creationId xmlns:a16="http://schemas.microsoft.com/office/drawing/2014/main" id="{CF11DA18-C374-450F-B62D-6F0345514D43}"/>
                  </a:ext>
                </a:extLst>
              </p:cNvPr>
              <p:cNvSpPr/>
              <p:nvPr/>
            </p:nvSpPr>
            <p:spPr>
              <a:xfrm>
                <a:off x="36748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38" name="타원 20537">
                <a:extLst>
                  <a:ext uri="{FF2B5EF4-FFF2-40B4-BE49-F238E27FC236}">
                    <a16:creationId xmlns:a16="http://schemas.microsoft.com/office/drawing/2014/main" id="{EFB2304E-BAFD-4637-ACDB-BA54A8363C19}"/>
                  </a:ext>
                </a:extLst>
              </p:cNvPr>
              <p:cNvSpPr/>
              <p:nvPr/>
            </p:nvSpPr>
            <p:spPr>
              <a:xfrm>
                <a:off x="38272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39" name="타원 20538">
                <a:extLst>
                  <a:ext uri="{FF2B5EF4-FFF2-40B4-BE49-F238E27FC236}">
                    <a16:creationId xmlns:a16="http://schemas.microsoft.com/office/drawing/2014/main" id="{BB5B030D-2F80-4B6D-B9B7-C46FE7C84231}"/>
                  </a:ext>
                </a:extLst>
              </p:cNvPr>
              <p:cNvSpPr/>
              <p:nvPr/>
            </p:nvSpPr>
            <p:spPr>
              <a:xfrm>
                <a:off x="39796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40" name="타원 20539">
                <a:extLst>
                  <a:ext uri="{FF2B5EF4-FFF2-40B4-BE49-F238E27FC236}">
                    <a16:creationId xmlns:a16="http://schemas.microsoft.com/office/drawing/2014/main" id="{2EFEB478-21B8-4618-B80B-007BBBEA9D7E}"/>
                  </a:ext>
                </a:extLst>
              </p:cNvPr>
              <p:cNvSpPr/>
              <p:nvPr/>
            </p:nvSpPr>
            <p:spPr>
              <a:xfrm>
                <a:off x="41320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41" name="타원 20540">
                <a:extLst>
                  <a:ext uri="{FF2B5EF4-FFF2-40B4-BE49-F238E27FC236}">
                    <a16:creationId xmlns:a16="http://schemas.microsoft.com/office/drawing/2014/main" id="{E82E4DF0-CC9D-4684-86F0-F114D9163D3C}"/>
                  </a:ext>
                </a:extLst>
              </p:cNvPr>
              <p:cNvSpPr/>
              <p:nvPr/>
            </p:nvSpPr>
            <p:spPr>
              <a:xfrm>
                <a:off x="42844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42" name="타원 20541">
                <a:extLst>
                  <a:ext uri="{FF2B5EF4-FFF2-40B4-BE49-F238E27FC236}">
                    <a16:creationId xmlns:a16="http://schemas.microsoft.com/office/drawing/2014/main" id="{B3FB3CF8-7B7E-470A-A0F0-2F24CF88AC29}"/>
                  </a:ext>
                </a:extLst>
              </p:cNvPr>
              <p:cNvSpPr/>
              <p:nvPr/>
            </p:nvSpPr>
            <p:spPr>
              <a:xfrm>
                <a:off x="44368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43" name="타원 20542">
                <a:extLst>
                  <a:ext uri="{FF2B5EF4-FFF2-40B4-BE49-F238E27FC236}">
                    <a16:creationId xmlns:a16="http://schemas.microsoft.com/office/drawing/2014/main" id="{D6B4EFB6-6D99-4B39-8660-3BCDC927801E}"/>
                  </a:ext>
                </a:extLst>
              </p:cNvPr>
              <p:cNvSpPr/>
              <p:nvPr/>
            </p:nvSpPr>
            <p:spPr>
              <a:xfrm>
                <a:off x="45892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44" name="타원 20543">
                <a:extLst>
                  <a:ext uri="{FF2B5EF4-FFF2-40B4-BE49-F238E27FC236}">
                    <a16:creationId xmlns:a16="http://schemas.microsoft.com/office/drawing/2014/main" id="{F39D0D8A-D710-46CA-B768-4A64F5AFD110}"/>
                  </a:ext>
                </a:extLst>
              </p:cNvPr>
              <p:cNvSpPr/>
              <p:nvPr/>
            </p:nvSpPr>
            <p:spPr>
              <a:xfrm>
                <a:off x="47416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45" name="타원 20544">
                <a:extLst>
                  <a:ext uri="{FF2B5EF4-FFF2-40B4-BE49-F238E27FC236}">
                    <a16:creationId xmlns:a16="http://schemas.microsoft.com/office/drawing/2014/main" id="{D34B6CCB-4CF9-4F1C-B274-04305EB0F8E6}"/>
                  </a:ext>
                </a:extLst>
              </p:cNvPr>
              <p:cNvSpPr/>
              <p:nvPr/>
            </p:nvSpPr>
            <p:spPr>
              <a:xfrm>
                <a:off x="48940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46" name="타원 20545">
                <a:extLst>
                  <a:ext uri="{FF2B5EF4-FFF2-40B4-BE49-F238E27FC236}">
                    <a16:creationId xmlns:a16="http://schemas.microsoft.com/office/drawing/2014/main" id="{2C44B7B5-04D8-400A-84E9-E92C79BCDFCD}"/>
                  </a:ext>
                </a:extLst>
              </p:cNvPr>
              <p:cNvSpPr/>
              <p:nvPr/>
            </p:nvSpPr>
            <p:spPr>
              <a:xfrm>
                <a:off x="50464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47" name="타원 20546">
                <a:extLst>
                  <a:ext uri="{FF2B5EF4-FFF2-40B4-BE49-F238E27FC236}">
                    <a16:creationId xmlns:a16="http://schemas.microsoft.com/office/drawing/2014/main" id="{CCF62F95-8E45-4F5D-B2C4-F28A17108007}"/>
                  </a:ext>
                </a:extLst>
              </p:cNvPr>
              <p:cNvSpPr/>
              <p:nvPr/>
            </p:nvSpPr>
            <p:spPr>
              <a:xfrm>
                <a:off x="51988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48" name="타원 20547">
                <a:extLst>
                  <a:ext uri="{FF2B5EF4-FFF2-40B4-BE49-F238E27FC236}">
                    <a16:creationId xmlns:a16="http://schemas.microsoft.com/office/drawing/2014/main" id="{C7482EF5-1040-4279-BDED-C522686B6D08}"/>
                  </a:ext>
                </a:extLst>
              </p:cNvPr>
              <p:cNvSpPr/>
              <p:nvPr/>
            </p:nvSpPr>
            <p:spPr>
              <a:xfrm>
                <a:off x="53512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49" name="타원 20548">
                <a:extLst>
                  <a:ext uri="{FF2B5EF4-FFF2-40B4-BE49-F238E27FC236}">
                    <a16:creationId xmlns:a16="http://schemas.microsoft.com/office/drawing/2014/main" id="{EE477472-437E-4259-B1FC-303E8AB0C65C}"/>
                  </a:ext>
                </a:extLst>
              </p:cNvPr>
              <p:cNvSpPr/>
              <p:nvPr/>
            </p:nvSpPr>
            <p:spPr>
              <a:xfrm>
                <a:off x="55036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50" name="타원 20549">
                <a:extLst>
                  <a:ext uri="{FF2B5EF4-FFF2-40B4-BE49-F238E27FC236}">
                    <a16:creationId xmlns:a16="http://schemas.microsoft.com/office/drawing/2014/main" id="{BCF91ADC-02A7-4CCC-BDB3-0309921DBDEB}"/>
                  </a:ext>
                </a:extLst>
              </p:cNvPr>
              <p:cNvSpPr/>
              <p:nvPr/>
            </p:nvSpPr>
            <p:spPr>
              <a:xfrm>
                <a:off x="5656026" y="70802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51" name="타원 20550">
                <a:extLst>
                  <a:ext uri="{FF2B5EF4-FFF2-40B4-BE49-F238E27FC236}">
                    <a16:creationId xmlns:a16="http://schemas.microsoft.com/office/drawing/2014/main" id="{9C8E68F7-27E8-43C4-8231-CDED5441D4F4}"/>
                  </a:ext>
                </a:extLst>
              </p:cNvPr>
              <p:cNvSpPr/>
              <p:nvPr/>
            </p:nvSpPr>
            <p:spPr>
              <a:xfrm>
                <a:off x="3220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52" name="타원 20551">
                <a:extLst>
                  <a:ext uri="{FF2B5EF4-FFF2-40B4-BE49-F238E27FC236}">
                    <a16:creationId xmlns:a16="http://schemas.microsoft.com/office/drawing/2014/main" id="{47286769-C8BF-45BD-AC99-E85DE281EBCB}"/>
                  </a:ext>
                </a:extLst>
              </p:cNvPr>
              <p:cNvSpPr/>
              <p:nvPr/>
            </p:nvSpPr>
            <p:spPr>
              <a:xfrm>
                <a:off x="4744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53" name="타원 20552">
                <a:extLst>
                  <a:ext uri="{FF2B5EF4-FFF2-40B4-BE49-F238E27FC236}">
                    <a16:creationId xmlns:a16="http://schemas.microsoft.com/office/drawing/2014/main" id="{DC794CD6-18D0-4ABE-982E-B132CE4EE9DD}"/>
                  </a:ext>
                </a:extLst>
              </p:cNvPr>
              <p:cNvSpPr/>
              <p:nvPr/>
            </p:nvSpPr>
            <p:spPr>
              <a:xfrm>
                <a:off x="6268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54" name="타원 20553">
                <a:extLst>
                  <a:ext uri="{FF2B5EF4-FFF2-40B4-BE49-F238E27FC236}">
                    <a16:creationId xmlns:a16="http://schemas.microsoft.com/office/drawing/2014/main" id="{F95D069B-A92C-493F-BD82-A3BE7D435DDF}"/>
                  </a:ext>
                </a:extLst>
              </p:cNvPr>
              <p:cNvSpPr/>
              <p:nvPr/>
            </p:nvSpPr>
            <p:spPr>
              <a:xfrm>
                <a:off x="7792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55" name="타원 20554">
                <a:extLst>
                  <a:ext uri="{FF2B5EF4-FFF2-40B4-BE49-F238E27FC236}">
                    <a16:creationId xmlns:a16="http://schemas.microsoft.com/office/drawing/2014/main" id="{4AF3E48C-B72B-4709-A4D4-6CEDD4B527A0}"/>
                  </a:ext>
                </a:extLst>
              </p:cNvPr>
              <p:cNvSpPr/>
              <p:nvPr/>
            </p:nvSpPr>
            <p:spPr>
              <a:xfrm>
                <a:off x="9316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56" name="타원 20555">
                <a:extLst>
                  <a:ext uri="{FF2B5EF4-FFF2-40B4-BE49-F238E27FC236}">
                    <a16:creationId xmlns:a16="http://schemas.microsoft.com/office/drawing/2014/main" id="{89610B99-422E-40A0-89FE-0939B4284DFF}"/>
                  </a:ext>
                </a:extLst>
              </p:cNvPr>
              <p:cNvSpPr/>
              <p:nvPr/>
            </p:nvSpPr>
            <p:spPr>
              <a:xfrm>
                <a:off x="10840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57" name="타원 20556">
                <a:extLst>
                  <a:ext uri="{FF2B5EF4-FFF2-40B4-BE49-F238E27FC236}">
                    <a16:creationId xmlns:a16="http://schemas.microsoft.com/office/drawing/2014/main" id="{69220234-2BC5-42B6-AD40-F4286050383A}"/>
                  </a:ext>
                </a:extLst>
              </p:cNvPr>
              <p:cNvSpPr/>
              <p:nvPr/>
            </p:nvSpPr>
            <p:spPr>
              <a:xfrm>
                <a:off x="12364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58" name="타원 20557">
                <a:extLst>
                  <a:ext uri="{FF2B5EF4-FFF2-40B4-BE49-F238E27FC236}">
                    <a16:creationId xmlns:a16="http://schemas.microsoft.com/office/drawing/2014/main" id="{10933BE7-1108-4FB9-A1B7-055977126A36}"/>
                  </a:ext>
                </a:extLst>
              </p:cNvPr>
              <p:cNvSpPr/>
              <p:nvPr/>
            </p:nvSpPr>
            <p:spPr>
              <a:xfrm>
                <a:off x="13888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59" name="타원 20558">
                <a:extLst>
                  <a:ext uri="{FF2B5EF4-FFF2-40B4-BE49-F238E27FC236}">
                    <a16:creationId xmlns:a16="http://schemas.microsoft.com/office/drawing/2014/main" id="{D8ABDE94-6738-4020-88AA-B03D96C56849}"/>
                  </a:ext>
                </a:extLst>
              </p:cNvPr>
              <p:cNvSpPr/>
              <p:nvPr/>
            </p:nvSpPr>
            <p:spPr>
              <a:xfrm>
                <a:off x="15412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60" name="타원 20559">
                <a:extLst>
                  <a:ext uri="{FF2B5EF4-FFF2-40B4-BE49-F238E27FC236}">
                    <a16:creationId xmlns:a16="http://schemas.microsoft.com/office/drawing/2014/main" id="{C839BAAB-0847-426E-B7F6-1D25B3F60D1F}"/>
                  </a:ext>
                </a:extLst>
              </p:cNvPr>
              <p:cNvSpPr/>
              <p:nvPr/>
            </p:nvSpPr>
            <p:spPr>
              <a:xfrm>
                <a:off x="16936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61" name="타원 20560">
                <a:extLst>
                  <a:ext uri="{FF2B5EF4-FFF2-40B4-BE49-F238E27FC236}">
                    <a16:creationId xmlns:a16="http://schemas.microsoft.com/office/drawing/2014/main" id="{C6CD4882-0EE8-446D-ADB0-A924ABFFC1E5}"/>
                  </a:ext>
                </a:extLst>
              </p:cNvPr>
              <p:cNvSpPr/>
              <p:nvPr/>
            </p:nvSpPr>
            <p:spPr>
              <a:xfrm>
                <a:off x="18460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62" name="타원 20561">
                <a:extLst>
                  <a:ext uri="{FF2B5EF4-FFF2-40B4-BE49-F238E27FC236}">
                    <a16:creationId xmlns:a16="http://schemas.microsoft.com/office/drawing/2014/main" id="{1E021E30-88D8-4238-A234-E183CD82E480}"/>
                  </a:ext>
                </a:extLst>
              </p:cNvPr>
              <p:cNvSpPr/>
              <p:nvPr/>
            </p:nvSpPr>
            <p:spPr>
              <a:xfrm>
                <a:off x="19984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63" name="타원 20562">
                <a:extLst>
                  <a:ext uri="{FF2B5EF4-FFF2-40B4-BE49-F238E27FC236}">
                    <a16:creationId xmlns:a16="http://schemas.microsoft.com/office/drawing/2014/main" id="{504516E7-1042-4391-877B-6BD03FD78A18}"/>
                  </a:ext>
                </a:extLst>
              </p:cNvPr>
              <p:cNvSpPr/>
              <p:nvPr/>
            </p:nvSpPr>
            <p:spPr>
              <a:xfrm>
                <a:off x="21508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64" name="타원 20563">
                <a:extLst>
                  <a:ext uri="{FF2B5EF4-FFF2-40B4-BE49-F238E27FC236}">
                    <a16:creationId xmlns:a16="http://schemas.microsoft.com/office/drawing/2014/main" id="{77805473-17FE-45E3-ABFE-2551C331581C}"/>
                  </a:ext>
                </a:extLst>
              </p:cNvPr>
              <p:cNvSpPr/>
              <p:nvPr/>
            </p:nvSpPr>
            <p:spPr>
              <a:xfrm>
                <a:off x="23032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65" name="타원 20564">
                <a:extLst>
                  <a:ext uri="{FF2B5EF4-FFF2-40B4-BE49-F238E27FC236}">
                    <a16:creationId xmlns:a16="http://schemas.microsoft.com/office/drawing/2014/main" id="{7EC9F136-8B9B-4ED1-808E-1FEE9879412E}"/>
                  </a:ext>
                </a:extLst>
              </p:cNvPr>
              <p:cNvSpPr/>
              <p:nvPr/>
            </p:nvSpPr>
            <p:spPr>
              <a:xfrm>
                <a:off x="24556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66" name="타원 20565">
                <a:extLst>
                  <a:ext uri="{FF2B5EF4-FFF2-40B4-BE49-F238E27FC236}">
                    <a16:creationId xmlns:a16="http://schemas.microsoft.com/office/drawing/2014/main" id="{E48641D3-A627-41D6-A549-92B0F1CA32E6}"/>
                  </a:ext>
                </a:extLst>
              </p:cNvPr>
              <p:cNvSpPr/>
              <p:nvPr/>
            </p:nvSpPr>
            <p:spPr>
              <a:xfrm>
                <a:off x="26080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67" name="타원 20566">
                <a:extLst>
                  <a:ext uri="{FF2B5EF4-FFF2-40B4-BE49-F238E27FC236}">
                    <a16:creationId xmlns:a16="http://schemas.microsoft.com/office/drawing/2014/main" id="{75FA1EC5-1AF8-47E6-BC1B-CD95E5834655}"/>
                  </a:ext>
                </a:extLst>
              </p:cNvPr>
              <p:cNvSpPr/>
              <p:nvPr/>
            </p:nvSpPr>
            <p:spPr>
              <a:xfrm>
                <a:off x="27604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68" name="타원 20567">
                <a:extLst>
                  <a:ext uri="{FF2B5EF4-FFF2-40B4-BE49-F238E27FC236}">
                    <a16:creationId xmlns:a16="http://schemas.microsoft.com/office/drawing/2014/main" id="{CB6CA7E5-B154-4996-9277-6D0F4FC22A81}"/>
                  </a:ext>
                </a:extLst>
              </p:cNvPr>
              <p:cNvSpPr/>
              <p:nvPr/>
            </p:nvSpPr>
            <p:spPr>
              <a:xfrm>
                <a:off x="29128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69" name="타원 20568">
                <a:extLst>
                  <a:ext uri="{FF2B5EF4-FFF2-40B4-BE49-F238E27FC236}">
                    <a16:creationId xmlns:a16="http://schemas.microsoft.com/office/drawing/2014/main" id="{16684254-BFA2-4133-A555-D2315345038C}"/>
                  </a:ext>
                </a:extLst>
              </p:cNvPr>
              <p:cNvSpPr/>
              <p:nvPr/>
            </p:nvSpPr>
            <p:spPr>
              <a:xfrm>
                <a:off x="30652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70" name="타원 20569">
                <a:extLst>
                  <a:ext uri="{FF2B5EF4-FFF2-40B4-BE49-F238E27FC236}">
                    <a16:creationId xmlns:a16="http://schemas.microsoft.com/office/drawing/2014/main" id="{36079E9F-66B0-455F-BCDD-9344F0BEEBE7}"/>
                  </a:ext>
                </a:extLst>
              </p:cNvPr>
              <p:cNvSpPr/>
              <p:nvPr/>
            </p:nvSpPr>
            <p:spPr>
              <a:xfrm>
                <a:off x="32176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71" name="타원 20570">
                <a:extLst>
                  <a:ext uri="{FF2B5EF4-FFF2-40B4-BE49-F238E27FC236}">
                    <a16:creationId xmlns:a16="http://schemas.microsoft.com/office/drawing/2014/main" id="{F8DA5020-C2DC-4339-BC84-A03C07F64F25}"/>
                  </a:ext>
                </a:extLst>
              </p:cNvPr>
              <p:cNvSpPr/>
              <p:nvPr/>
            </p:nvSpPr>
            <p:spPr>
              <a:xfrm>
                <a:off x="33700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72" name="타원 20571">
                <a:extLst>
                  <a:ext uri="{FF2B5EF4-FFF2-40B4-BE49-F238E27FC236}">
                    <a16:creationId xmlns:a16="http://schemas.microsoft.com/office/drawing/2014/main" id="{C8A58314-B264-42AE-A01C-C7B4775F18DA}"/>
                  </a:ext>
                </a:extLst>
              </p:cNvPr>
              <p:cNvSpPr/>
              <p:nvPr/>
            </p:nvSpPr>
            <p:spPr>
              <a:xfrm>
                <a:off x="35224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73" name="타원 20572">
                <a:extLst>
                  <a:ext uri="{FF2B5EF4-FFF2-40B4-BE49-F238E27FC236}">
                    <a16:creationId xmlns:a16="http://schemas.microsoft.com/office/drawing/2014/main" id="{17F2C4DF-D074-4879-89F4-9547F97228D0}"/>
                  </a:ext>
                </a:extLst>
              </p:cNvPr>
              <p:cNvSpPr/>
              <p:nvPr/>
            </p:nvSpPr>
            <p:spPr>
              <a:xfrm>
                <a:off x="36748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74" name="타원 20573">
                <a:extLst>
                  <a:ext uri="{FF2B5EF4-FFF2-40B4-BE49-F238E27FC236}">
                    <a16:creationId xmlns:a16="http://schemas.microsoft.com/office/drawing/2014/main" id="{E5743D66-0A8D-4389-BA99-0CAF8AEE66ED}"/>
                  </a:ext>
                </a:extLst>
              </p:cNvPr>
              <p:cNvSpPr/>
              <p:nvPr/>
            </p:nvSpPr>
            <p:spPr>
              <a:xfrm>
                <a:off x="38272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75" name="타원 20574">
                <a:extLst>
                  <a:ext uri="{FF2B5EF4-FFF2-40B4-BE49-F238E27FC236}">
                    <a16:creationId xmlns:a16="http://schemas.microsoft.com/office/drawing/2014/main" id="{B2ABC7C1-A2D4-440F-A8AA-461D4EB67971}"/>
                  </a:ext>
                </a:extLst>
              </p:cNvPr>
              <p:cNvSpPr/>
              <p:nvPr/>
            </p:nvSpPr>
            <p:spPr>
              <a:xfrm>
                <a:off x="39796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76" name="타원 20575">
                <a:extLst>
                  <a:ext uri="{FF2B5EF4-FFF2-40B4-BE49-F238E27FC236}">
                    <a16:creationId xmlns:a16="http://schemas.microsoft.com/office/drawing/2014/main" id="{FE528ED4-5C93-4465-AFB8-42F1B447FAD6}"/>
                  </a:ext>
                </a:extLst>
              </p:cNvPr>
              <p:cNvSpPr/>
              <p:nvPr/>
            </p:nvSpPr>
            <p:spPr>
              <a:xfrm>
                <a:off x="41320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77" name="타원 20576">
                <a:extLst>
                  <a:ext uri="{FF2B5EF4-FFF2-40B4-BE49-F238E27FC236}">
                    <a16:creationId xmlns:a16="http://schemas.microsoft.com/office/drawing/2014/main" id="{EF5FA910-6A2C-4BD4-A36A-1DDB5343879F}"/>
                  </a:ext>
                </a:extLst>
              </p:cNvPr>
              <p:cNvSpPr/>
              <p:nvPr/>
            </p:nvSpPr>
            <p:spPr>
              <a:xfrm>
                <a:off x="42844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78" name="타원 20577">
                <a:extLst>
                  <a:ext uri="{FF2B5EF4-FFF2-40B4-BE49-F238E27FC236}">
                    <a16:creationId xmlns:a16="http://schemas.microsoft.com/office/drawing/2014/main" id="{B4E62660-463E-4400-83F6-9D6FC73829BC}"/>
                  </a:ext>
                </a:extLst>
              </p:cNvPr>
              <p:cNvSpPr/>
              <p:nvPr/>
            </p:nvSpPr>
            <p:spPr>
              <a:xfrm>
                <a:off x="44368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79" name="타원 20578">
                <a:extLst>
                  <a:ext uri="{FF2B5EF4-FFF2-40B4-BE49-F238E27FC236}">
                    <a16:creationId xmlns:a16="http://schemas.microsoft.com/office/drawing/2014/main" id="{7C2002B4-D4C2-4B41-88AB-90A7C04C0C5F}"/>
                  </a:ext>
                </a:extLst>
              </p:cNvPr>
              <p:cNvSpPr/>
              <p:nvPr/>
            </p:nvSpPr>
            <p:spPr>
              <a:xfrm>
                <a:off x="45892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80" name="타원 20579">
                <a:extLst>
                  <a:ext uri="{FF2B5EF4-FFF2-40B4-BE49-F238E27FC236}">
                    <a16:creationId xmlns:a16="http://schemas.microsoft.com/office/drawing/2014/main" id="{569704D3-4D5D-47D8-8580-A1480C6C8F5E}"/>
                  </a:ext>
                </a:extLst>
              </p:cNvPr>
              <p:cNvSpPr/>
              <p:nvPr/>
            </p:nvSpPr>
            <p:spPr>
              <a:xfrm>
                <a:off x="47416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81" name="타원 20580">
                <a:extLst>
                  <a:ext uri="{FF2B5EF4-FFF2-40B4-BE49-F238E27FC236}">
                    <a16:creationId xmlns:a16="http://schemas.microsoft.com/office/drawing/2014/main" id="{2AFB5A7C-A78A-4EDE-A2F6-9DA0331C423C}"/>
                  </a:ext>
                </a:extLst>
              </p:cNvPr>
              <p:cNvSpPr/>
              <p:nvPr/>
            </p:nvSpPr>
            <p:spPr>
              <a:xfrm>
                <a:off x="48940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82" name="타원 20581">
                <a:extLst>
                  <a:ext uri="{FF2B5EF4-FFF2-40B4-BE49-F238E27FC236}">
                    <a16:creationId xmlns:a16="http://schemas.microsoft.com/office/drawing/2014/main" id="{DE8E7D6B-C9EF-4BA8-8E7B-B7626447892E}"/>
                  </a:ext>
                </a:extLst>
              </p:cNvPr>
              <p:cNvSpPr/>
              <p:nvPr/>
            </p:nvSpPr>
            <p:spPr>
              <a:xfrm>
                <a:off x="50464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83" name="타원 20582">
                <a:extLst>
                  <a:ext uri="{FF2B5EF4-FFF2-40B4-BE49-F238E27FC236}">
                    <a16:creationId xmlns:a16="http://schemas.microsoft.com/office/drawing/2014/main" id="{FE6CDFED-46A5-4E70-9632-07B8C2F26F9C}"/>
                  </a:ext>
                </a:extLst>
              </p:cNvPr>
              <p:cNvSpPr/>
              <p:nvPr/>
            </p:nvSpPr>
            <p:spPr>
              <a:xfrm>
                <a:off x="51988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84" name="타원 20583">
                <a:extLst>
                  <a:ext uri="{FF2B5EF4-FFF2-40B4-BE49-F238E27FC236}">
                    <a16:creationId xmlns:a16="http://schemas.microsoft.com/office/drawing/2014/main" id="{1523200B-D974-4CBB-97B5-465D284E192E}"/>
                  </a:ext>
                </a:extLst>
              </p:cNvPr>
              <p:cNvSpPr/>
              <p:nvPr/>
            </p:nvSpPr>
            <p:spPr>
              <a:xfrm>
                <a:off x="53512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85" name="타원 20584">
                <a:extLst>
                  <a:ext uri="{FF2B5EF4-FFF2-40B4-BE49-F238E27FC236}">
                    <a16:creationId xmlns:a16="http://schemas.microsoft.com/office/drawing/2014/main" id="{42EEE7CA-DACA-421D-BFB2-4985986A9E63}"/>
                  </a:ext>
                </a:extLst>
              </p:cNvPr>
              <p:cNvSpPr/>
              <p:nvPr/>
            </p:nvSpPr>
            <p:spPr>
              <a:xfrm>
                <a:off x="55036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86" name="타원 20585">
                <a:extLst>
                  <a:ext uri="{FF2B5EF4-FFF2-40B4-BE49-F238E27FC236}">
                    <a16:creationId xmlns:a16="http://schemas.microsoft.com/office/drawing/2014/main" id="{45E15C9F-0032-442E-BFF7-BBB196ED74D0}"/>
                  </a:ext>
                </a:extLst>
              </p:cNvPr>
              <p:cNvSpPr/>
              <p:nvPr/>
            </p:nvSpPr>
            <p:spPr>
              <a:xfrm>
                <a:off x="5656026" y="72326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87" name="타원 20586">
                <a:extLst>
                  <a:ext uri="{FF2B5EF4-FFF2-40B4-BE49-F238E27FC236}">
                    <a16:creationId xmlns:a16="http://schemas.microsoft.com/office/drawing/2014/main" id="{10D0B22A-3ABE-4DB5-A32F-0B80FE7AF440}"/>
                  </a:ext>
                </a:extLst>
              </p:cNvPr>
              <p:cNvSpPr/>
              <p:nvPr/>
            </p:nvSpPr>
            <p:spPr>
              <a:xfrm>
                <a:off x="3220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88" name="타원 20587">
                <a:extLst>
                  <a:ext uri="{FF2B5EF4-FFF2-40B4-BE49-F238E27FC236}">
                    <a16:creationId xmlns:a16="http://schemas.microsoft.com/office/drawing/2014/main" id="{124EFC91-FB86-4415-BB43-2B9769ABA9E2}"/>
                  </a:ext>
                </a:extLst>
              </p:cNvPr>
              <p:cNvSpPr/>
              <p:nvPr/>
            </p:nvSpPr>
            <p:spPr>
              <a:xfrm>
                <a:off x="4744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89" name="타원 20588">
                <a:extLst>
                  <a:ext uri="{FF2B5EF4-FFF2-40B4-BE49-F238E27FC236}">
                    <a16:creationId xmlns:a16="http://schemas.microsoft.com/office/drawing/2014/main" id="{FD25D57A-464C-485F-99C0-4707C0AFF7CD}"/>
                  </a:ext>
                </a:extLst>
              </p:cNvPr>
              <p:cNvSpPr/>
              <p:nvPr/>
            </p:nvSpPr>
            <p:spPr>
              <a:xfrm>
                <a:off x="6268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90" name="타원 20589">
                <a:extLst>
                  <a:ext uri="{FF2B5EF4-FFF2-40B4-BE49-F238E27FC236}">
                    <a16:creationId xmlns:a16="http://schemas.microsoft.com/office/drawing/2014/main" id="{0C194FC3-8977-4CD3-81F5-78B640229674}"/>
                  </a:ext>
                </a:extLst>
              </p:cNvPr>
              <p:cNvSpPr/>
              <p:nvPr/>
            </p:nvSpPr>
            <p:spPr>
              <a:xfrm>
                <a:off x="7792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91" name="타원 20590">
                <a:extLst>
                  <a:ext uri="{FF2B5EF4-FFF2-40B4-BE49-F238E27FC236}">
                    <a16:creationId xmlns:a16="http://schemas.microsoft.com/office/drawing/2014/main" id="{D3595A29-33A6-4FA4-9FBA-F7230B2B9DFA}"/>
                  </a:ext>
                </a:extLst>
              </p:cNvPr>
              <p:cNvSpPr/>
              <p:nvPr/>
            </p:nvSpPr>
            <p:spPr>
              <a:xfrm>
                <a:off x="9316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92" name="타원 20591">
                <a:extLst>
                  <a:ext uri="{FF2B5EF4-FFF2-40B4-BE49-F238E27FC236}">
                    <a16:creationId xmlns:a16="http://schemas.microsoft.com/office/drawing/2014/main" id="{B21FC83D-6711-4680-9F57-84D4FC35F651}"/>
                  </a:ext>
                </a:extLst>
              </p:cNvPr>
              <p:cNvSpPr/>
              <p:nvPr/>
            </p:nvSpPr>
            <p:spPr>
              <a:xfrm>
                <a:off x="10840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93" name="타원 20592">
                <a:extLst>
                  <a:ext uri="{FF2B5EF4-FFF2-40B4-BE49-F238E27FC236}">
                    <a16:creationId xmlns:a16="http://schemas.microsoft.com/office/drawing/2014/main" id="{8E1FAF23-D122-475C-A8BF-1C0ADA6CDAFF}"/>
                  </a:ext>
                </a:extLst>
              </p:cNvPr>
              <p:cNvSpPr/>
              <p:nvPr/>
            </p:nvSpPr>
            <p:spPr>
              <a:xfrm>
                <a:off x="12364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94" name="타원 20593">
                <a:extLst>
                  <a:ext uri="{FF2B5EF4-FFF2-40B4-BE49-F238E27FC236}">
                    <a16:creationId xmlns:a16="http://schemas.microsoft.com/office/drawing/2014/main" id="{B03492A1-3B37-4719-9712-42635DC1707D}"/>
                  </a:ext>
                </a:extLst>
              </p:cNvPr>
              <p:cNvSpPr/>
              <p:nvPr/>
            </p:nvSpPr>
            <p:spPr>
              <a:xfrm>
                <a:off x="13888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95" name="타원 20594">
                <a:extLst>
                  <a:ext uri="{FF2B5EF4-FFF2-40B4-BE49-F238E27FC236}">
                    <a16:creationId xmlns:a16="http://schemas.microsoft.com/office/drawing/2014/main" id="{7091ADEB-6239-42CD-98BA-B3C334B5FD11}"/>
                  </a:ext>
                </a:extLst>
              </p:cNvPr>
              <p:cNvSpPr/>
              <p:nvPr/>
            </p:nvSpPr>
            <p:spPr>
              <a:xfrm>
                <a:off x="15412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96" name="타원 20595">
                <a:extLst>
                  <a:ext uri="{FF2B5EF4-FFF2-40B4-BE49-F238E27FC236}">
                    <a16:creationId xmlns:a16="http://schemas.microsoft.com/office/drawing/2014/main" id="{7D0960FF-9F48-4548-A511-880195D69FE5}"/>
                  </a:ext>
                </a:extLst>
              </p:cNvPr>
              <p:cNvSpPr/>
              <p:nvPr/>
            </p:nvSpPr>
            <p:spPr>
              <a:xfrm>
                <a:off x="16936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97" name="타원 20596">
                <a:extLst>
                  <a:ext uri="{FF2B5EF4-FFF2-40B4-BE49-F238E27FC236}">
                    <a16:creationId xmlns:a16="http://schemas.microsoft.com/office/drawing/2014/main" id="{FDEE1ADE-99F8-40E9-A711-9175C70EE59D}"/>
                  </a:ext>
                </a:extLst>
              </p:cNvPr>
              <p:cNvSpPr/>
              <p:nvPr/>
            </p:nvSpPr>
            <p:spPr>
              <a:xfrm>
                <a:off x="18460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98" name="타원 20597">
                <a:extLst>
                  <a:ext uri="{FF2B5EF4-FFF2-40B4-BE49-F238E27FC236}">
                    <a16:creationId xmlns:a16="http://schemas.microsoft.com/office/drawing/2014/main" id="{349231B4-236E-4408-81CB-4BCAA65A77E9}"/>
                  </a:ext>
                </a:extLst>
              </p:cNvPr>
              <p:cNvSpPr/>
              <p:nvPr/>
            </p:nvSpPr>
            <p:spPr>
              <a:xfrm>
                <a:off x="19984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99" name="타원 20598">
                <a:extLst>
                  <a:ext uri="{FF2B5EF4-FFF2-40B4-BE49-F238E27FC236}">
                    <a16:creationId xmlns:a16="http://schemas.microsoft.com/office/drawing/2014/main" id="{6907AA06-CCB7-48F2-9978-B416C82C4D0E}"/>
                  </a:ext>
                </a:extLst>
              </p:cNvPr>
              <p:cNvSpPr/>
              <p:nvPr/>
            </p:nvSpPr>
            <p:spPr>
              <a:xfrm>
                <a:off x="21508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00" name="타원 20599">
                <a:extLst>
                  <a:ext uri="{FF2B5EF4-FFF2-40B4-BE49-F238E27FC236}">
                    <a16:creationId xmlns:a16="http://schemas.microsoft.com/office/drawing/2014/main" id="{AA714210-9118-453D-98C5-05D7B09B320D}"/>
                  </a:ext>
                </a:extLst>
              </p:cNvPr>
              <p:cNvSpPr/>
              <p:nvPr/>
            </p:nvSpPr>
            <p:spPr>
              <a:xfrm>
                <a:off x="23032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01" name="타원 20600">
                <a:extLst>
                  <a:ext uri="{FF2B5EF4-FFF2-40B4-BE49-F238E27FC236}">
                    <a16:creationId xmlns:a16="http://schemas.microsoft.com/office/drawing/2014/main" id="{300AD68F-F69E-4A91-9444-84989D0690C1}"/>
                  </a:ext>
                </a:extLst>
              </p:cNvPr>
              <p:cNvSpPr/>
              <p:nvPr/>
            </p:nvSpPr>
            <p:spPr>
              <a:xfrm>
                <a:off x="24556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02" name="타원 20601">
                <a:extLst>
                  <a:ext uri="{FF2B5EF4-FFF2-40B4-BE49-F238E27FC236}">
                    <a16:creationId xmlns:a16="http://schemas.microsoft.com/office/drawing/2014/main" id="{4AFEE7BA-A1A3-4CAF-B50B-BD4B1E6AF5F3}"/>
                  </a:ext>
                </a:extLst>
              </p:cNvPr>
              <p:cNvSpPr/>
              <p:nvPr/>
            </p:nvSpPr>
            <p:spPr>
              <a:xfrm>
                <a:off x="26080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03" name="타원 20602">
                <a:extLst>
                  <a:ext uri="{FF2B5EF4-FFF2-40B4-BE49-F238E27FC236}">
                    <a16:creationId xmlns:a16="http://schemas.microsoft.com/office/drawing/2014/main" id="{6AB7B1EE-9575-4CCC-8B49-6FFDA5F66625}"/>
                  </a:ext>
                </a:extLst>
              </p:cNvPr>
              <p:cNvSpPr/>
              <p:nvPr/>
            </p:nvSpPr>
            <p:spPr>
              <a:xfrm>
                <a:off x="27604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04" name="타원 20603">
                <a:extLst>
                  <a:ext uri="{FF2B5EF4-FFF2-40B4-BE49-F238E27FC236}">
                    <a16:creationId xmlns:a16="http://schemas.microsoft.com/office/drawing/2014/main" id="{DDF756EA-4EE2-4F17-95BB-36C2B5673AC2}"/>
                  </a:ext>
                </a:extLst>
              </p:cNvPr>
              <p:cNvSpPr/>
              <p:nvPr/>
            </p:nvSpPr>
            <p:spPr>
              <a:xfrm>
                <a:off x="29128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05" name="타원 20604">
                <a:extLst>
                  <a:ext uri="{FF2B5EF4-FFF2-40B4-BE49-F238E27FC236}">
                    <a16:creationId xmlns:a16="http://schemas.microsoft.com/office/drawing/2014/main" id="{CE34D6BF-3CD1-4851-8EA3-F47361697A59}"/>
                  </a:ext>
                </a:extLst>
              </p:cNvPr>
              <p:cNvSpPr/>
              <p:nvPr/>
            </p:nvSpPr>
            <p:spPr>
              <a:xfrm>
                <a:off x="30652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06" name="타원 20605">
                <a:extLst>
                  <a:ext uri="{FF2B5EF4-FFF2-40B4-BE49-F238E27FC236}">
                    <a16:creationId xmlns:a16="http://schemas.microsoft.com/office/drawing/2014/main" id="{E3781DA5-1BB1-4DBD-B631-948EA3F02B55}"/>
                  </a:ext>
                </a:extLst>
              </p:cNvPr>
              <p:cNvSpPr/>
              <p:nvPr/>
            </p:nvSpPr>
            <p:spPr>
              <a:xfrm>
                <a:off x="32176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07" name="타원 20606">
                <a:extLst>
                  <a:ext uri="{FF2B5EF4-FFF2-40B4-BE49-F238E27FC236}">
                    <a16:creationId xmlns:a16="http://schemas.microsoft.com/office/drawing/2014/main" id="{0AF4EED6-5060-4118-A722-C11BE70DAF89}"/>
                  </a:ext>
                </a:extLst>
              </p:cNvPr>
              <p:cNvSpPr/>
              <p:nvPr/>
            </p:nvSpPr>
            <p:spPr>
              <a:xfrm>
                <a:off x="33700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08" name="타원 20607">
                <a:extLst>
                  <a:ext uri="{FF2B5EF4-FFF2-40B4-BE49-F238E27FC236}">
                    <a16:creationId xmlns:a16="http://schemas.microsoft.com/office/drawing/2014/main" id="{A9ED6BBF-B214-4BC3-A1A4-85D2E7AFCC5B}"/>
                  </a:ext>
                </a:extLst>
              </p:cNvPr>
              <p:cNvSpPr/>
              <p:nvPr/>
            </p:nvSpPr>
            <p:spPr>
              <a:xfrm>
                <a:off x="35224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09" name="타원 20608">
                <a:extLst>
                  <a:ext uri="{FF2B5EF4-FFF2-40B4-BE49-F238E27FC236}">
                    <a16:creationId xmlns:a16="http://schemas.microsoft.com/office/drawing/2014/main" id="{2126412F-C5C3-4D70-AB56-371F649EA005}"/>
                  </a:ext>
                </a:extLst>
              </p:cNvPr>
              <p:cNvSpPr/>
              <p:nvPr/>
            </p:nvSpPr>
            <p:spPr>
              <a:xfrm>
                <a:off x="36748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10" name="타원 20609">
                <a:extLst>
                  <a:ext uri="{FF2B5EF4-FFF2-40B4-BE49-F238E27FC236}">
                    <a16:creationId xmlns:a16="http://schemas.microsoft.com/office/drawing/2014/main" id="{C77B0A5B-85CF-4952-BFBD-BD54B0F9408B}"/>
                  </a:ext>
                </a:extLst>
              </p:cNvPr>
              <p:cNvSpPr/>
              <p:nvPr/>
            </p:nvSpPr>
            <p:spPr>
              <a:xfrm>
                <a:off x="38272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11" name="타원 20610">
                <a:extLst>
                  <a:ext uri="{FF2B5EF4-FFF2-40B4-BE49-F238E27FC236}">
                    <a16:creationId xmlns:a16="http://schemas.microsoft.com/office/drawing/2014/main" id="{EC40A751-73E1-4AB3-A85F-84BF57AD5925}"/>
                  </a:ext>
                </a:extLst>
              </p:cNvPr>
              <p:cNvSpPr/>
              <p:nvPr/>
            </p:nvSpPr>
            <p:spPr>
              <a:xfrm>
                <a:off x="39796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12" name="타원 20611">
                <a:extLst>
                  <a:ext uri="{FF2B5EF4-FFF2-40B4-BE49-F238E27FC236}">
                    <a16:creationId xmlns:a16="http://schemas.microsoft.com/office/drawing/2014/main" id="{75E5E6DD-1B5E-429C-B1B4-06D6DE5139EE}"/>
                  </a:ext>
                </a:extLst>
              </p:cNvPr>
              <p:cNvSpPr/>
              <p:nvPr/>
            </p:nvSpPr>
            <p:spPr>
              <a:xfrm>
                <a:off x="41320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13" name="타원 20612">
                <a:extLst>
                  <a:ext uri="{FF2B5EF4-FFF2-40B4-BE49-F238E27FC236}">
                    <a16:creationId xmlns:a16="http://schemas.microsoft.com/office/drawing/2014/main" id="{EAF81BD1-21F8-48AE-9F51-4E393BD50E3E}"/>
                  </a:ext>
                </a:extLst>
              </p:cNvPr>
              <p:cNvSpPr/>
              <p:nvPr/>
            </p:nvSpPr>
            <p:spPr>
              <a:xfrm>
                <a:off x="42844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14" name="타원 20613">
                <a:extLst>
                  <a:ext uri="{FF2B5EF4-FFF2-40B4-BE49-F238E27FC236}">
                    <a16:creationId xmlns:a16="http://schemas.microsoft.com/office/drawing/2014/main" id="{5B953000-EE15-4EDD-87B0-C5A96B3C171E}"/>
                  </a:ext>
                </a:extLst>
              </p:cNvPr>
              <p:cNvSpPr/>
              <p:nvPr/>
            </p:nvSpPr>
            <p:spPr>
              <a:xfrm>
                <a:off x="44368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15" name="타원 20614">
                <a:extLst>
                  <a:ext uri="{FF2B5EF4-FFF2-40B4-BE49-F238E27FC236}">
                    <a16:creationId xmlns:a16="http://schemas.microsoft.com/office/drawing/2014/main" id="{B0231E2C-7676-4957-8CBC-041622A8B730}"/>
                  </a:ext>
                </a:extLst>
              </p:cNvPr>
              <p:cNvSpPr/>
              <p:nvPr/>
            </p:nvSpPr>
            <p:spPr>
              <a:xfrm>
                <a:off x="45892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16" name="타원 20615">
                <a:extLst>
                  <a:ext uri="{FF2B5EF4-FFF2-40B4-BE49-F238E27FC236}">
                    <a16:creationId xmlns:a16="http://schemas.microsoft.com/office/drawing/2014/main" id="{B854099B-5400-4EDB-BA1E-B4FF0B826862}"/>
                  </a:ext>
                </a:extLst>
              </p:cNvPr>
              <p:cNvSpPr/>
              <p:nvPr/>
            </p:nvSpPr>
            <p:spPr>
              <a:xfrm>
                <a:off x="47416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17" name="타원 20616">
                <a:extLst>
                  <a:ext uri="{FF2B5EF4-FFF2-40B4-BE49-F238E27FC236}">
                    <a16:creationId xmlns:a16="http://schemas.microsoft.com/office/drawing/2014/main" id="{F81E9B40-4053-47A2-8A7C-13E290C5E3AC}"/>
                  </a:ext>
                </a:extLst>
              </p:cNvPr>
              <p:cNvSpPr/>
              <p:nvPr/>
            </p:nvSpPr>
            <p:spPr>
              <a:xfrm>
                <a:off x="48940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18" name="타원 20617">
                <a:extLst>
                  <a:ext uri="{FF2B5EF4-FFF2-40B4-BE49-F238E27FC236}">
                    <a16:creationId xmlns:a16="http://schemas.microsoft.com/office/drawing/2014/main" id="{CB3F4604-1343-4B6F-8CB6-DC544F1A34C9}"/>
                  </a:ext>
                </a:extLst>
              </p:cNvPr>
              <p:cNvSpPr/>
              <p:nvPr/>
            </p:nvSpPr>
            <p:spPr>
              <a:xfrm>
                <a:off x="50464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19" name="타원 20618">
                <a:extLst>
                  <a:ext uri="{FF2B5EF4-FFF2-40B4-BE49-F238E27FC236}">
                    <a16:creationId xmlns:a16="http://schemas.microsoft.com/office/drawing/2014/main" id="{0B750CD9-BFCF-4BCC-AC7F-25D1BA3658DE}"/>
                  </a:ext>
                </a:extLst>
              </p:cNvPr>
              <p:cNvSpPr/>
              <p:nvPr/>
            </p:nvSpPr>
            <p:spPr>
              <a:xfrm>
                <a:off x="51988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20" name="타원 20619">
                <a:extLst>
                  <a:ext uri="{FF2B5EF4-FFF2-40B4-BE49-F238E27FC236}">
                    <a16:creationId xmlns:a16="http://schemas.microsoft.com/office/drawing/2014/main" id="{438C168C-2339-4EC5-B3C1-7F0D039368CA}"/>
                  </a:ext>
                </a:extLst>
              </p:cNvPr>
              <p:cNvSpPr/>
              <p:nvPr/>
            </p:nvSpPr>
            <p:spPr>
              <a:xfrm>
                <a:off x="53512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21" name="타원 20620">
                <a:extLst>
                  <a:ext uri="{FF2B5EF4-FFF2-40B4-BE49-F238E27FC236}">
                    <a16:creationId xmlns:a16="http://schemas.microsoft.com/office/drawing/2014/main" id="{E1352286-44D1-4476-BDC2-50E276905CF1}"/>
                  </a:ext>
                </a:extLst>
              </p:cNvPr>
              <p:cNvSpPr/>
              <p:nvPr/>
            </p:nvSpPr>
            <p:spPr>
              <a:xfrm>
                <a:off x="55036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22" name="타원 20621">
                <a:extLst>
                  <a:ext uri="{FF2B5EF4-FFF2-40B4-BE49-F238E27FC236}">
                    <a16:creationId xmlns:a16="http://schemas.microsoft.com/office/drawing/2014/main" id="{DFB42D36-F18C-42E0-8393-FC758D174B80}"/>
                  </a:ext>
                </a:extLst>
              </p:cNvPr>
              <p:cNvSpPr/>
              <p:nvPr/>
            </p:nvSpPr>
            <p:spPr>
              <a:xfrm>
                <a:off x="5656026" y="7385050"/>
                <a:ext cx="18000" cy="18000"/>
              </a:xfrm>
              <a:prstGeom prst="ellipse">
                <a:avLst/>
              </a:prstGeom>
              <a:solidFill>
                <a:srgbClr val="02FE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23" name="타원 20622">
                <a:extLst>
                  <a:ext uri="{FF2B5EF4-FFF2-40B4-BE49-F238E27FC236}">
                    <a16:creationId xmlns:a16="http://schemas.microsoft.com/office/drawing/2014/main" id="{89D3596A-2B15-4602-88EF-F3A3FA1BF70F}"/>
                  </a:ext>
                </a:extLst>
              </p:cNvPr>
              <p:cNvSpPr/>
              <p:nvPr/>
            </p:nvSpPr>
            <p:spPr>
              <a:xfrm>
                <a:off x="2862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24" name="타원 20623">
                <a:extLst>
                  <a:ext uri="{FF2B5EF4-FFF2-40B4-BE49-F238E27FC236}">
                    <a16:creationId xmlns:a16="http://schemas.microsoft.com/office/drawing/2014/main" id="{D7F71745-F249-4F76-A909-32964681E48A}"/>
                  </a:ext>
                </a:extLst>
              </p:cNvPr>
              <p:cNvSpPr/>
              <p:nvPr/>
            </p:nvSpPr>
            <p:spPr>
              <a:xfrm>
                <a:off x="4386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25" name="타원 20624">
                <a:extLst>
                  <a:ext uri="{FF2B5EF4-FFF2-40B4-BE49-F238E27FC236}">
                    <a16:creationId xmlns:a16="http://schemas.microsoft.com/office/drawing/2014/main" id="{47569C6F-D9BE-4145-82FB-CE1957447126}"/>
                  </a:ext>
                </a:extLst>
              </p:cNvPr>
              <p:cNvSpPr/>
              <p:nvPr/>
            </p:nvSpPr>
            <p:spPr>
              <a:xfrm>
                <a:off x="5910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26" name="타원 20625">
                <a:extLst>
                  <a:ext uri="{FF2B5EF4-FFF2-40B4-BE49-F238E27FC236}">
                    <a16:creationId xmlns:a16="http://schemas.microsoft.com/office/drawing/2014/main" id="{4E7DF1EA-9B0B-47DD-84A9-B8C340FEB7D4}"/>
                  </a:ext>
                </a:extLst>
              </p:cNvPr>
              <p:cNvSpPr/>
              <p:nvPr/>
            </p:nvSpPr>
            <p:spPr>
              <a:xfrm>
                <a:off x="7434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27" name="타원 20626">
                <a:extLst>
                  <a:ext uri="{FF2B5EF4-FFF2-40B4-BE49-F238E27FC236}">
                    <a16:creationId xmlns:a16="http://schemas.microsoft.com/office/drawing/2014/main" id="{54830A1D-D231-49F1-ABCE-4E30427B285B}"/>
                  </a:ext>
                </a:extLst>
              </p:cNvPr>
              <p:cNvSpPr/>
              <p:nvPr/>
            </p:nvSpPr>
            <p:spPr>
              <a:xfrm>
                <a:off x="8958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28" name="타원 20627">
                <a:extLst>
                  <a:ext uri="{FF2B5EF4-FFF2-40B4-BE49-F238E27FC236}">
                    <a16:creationId xmlns:a16="http://schemas.microsoft.com/office/drawing/2014/main" id="{E56589E4-6186-4452-B6EA-DC4FD448CA50}"/>
                  </a:ext>
                </a:extLst>
              </p:cNvPr>
              <p:cNvSpPr/>
              <p:nvPr/>
            </p:nvSpPr>
            <p:spPr>
              <a:xfrm>
                <a:off x="10482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29" name="타원 20628">
                <a:extLst>
                  <a:ext uri="{FF2B5EF4-FFF2-40B4-BE49-F238E27FC236}">
                    <a16:creationId xmlns:a16="http://schemas.microsoft.com/office/drawing/2014/main" id="{6D26E53F-61E1-4A37-B019-A020DA764D6D}"/>
                  </a:ext>
                </a:extLst>
              </p:cNvPr>
              <p:cNvSpPr/>
              <p:nvPr/>
            </p:nvSpPr>
            <p:spPr>
              <a:xfrm>
                <a:off x="12006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30" name="타원 20629">
                <a:extLst>
                  <a:ext uri="{FF2B5EF4-FFF2-40B4-BE49-F238E27FC236}">
                    <a16:creationId xmlns:a16="http://schemas.microsoft.com/office/drawing/2014/main" id="{33DDB761-D8C1-49F1-AA46-BF02DDAF2E30}"/>
                  </a:ext>
                </a:extLst>
              </p:cNvPr>
              <p:cNvSpPr/>
              <p:nvPr/>
            </p:nvSpPr>
            <p:spPr>
              <a:xfrm>
                <a:off x="13530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31" name="타원 20630">
                <a:extLst>
                  <a:ext uri="{FF2B5EF4-FFF2-40B4-BE49-F238E27FC236}">
                    <a16:creationId xmlns:a16="http://schemas.microsoft.com/office/drawing/2014/main" id="{91978EB4-9CBE-41DB-958C-979FBE91F1FC}"/>
                  </a:ext>
                </a:extLst>
              </p:cNvPr>
              <p:cNvSpPr/>
              <p:nvPr/>
            </p:nvSpPr>
            <p:spPr>
              <a:xfrm>
                <a:off x="15054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32" name="타원 20631">
                <a:extLst>
                  <a:ext uri="{FF2B5EF4-FFF2-40B4-BE49-F238E27FC236}">
                    <a16:creationId xmlns:a16="http://schemas.microsoft.com/office/drawing/2014/main" id="{360037FC-B219-4A17-84B8-4D43F80A0461}"/>
                  </a:ext>
                </a:extLst>
              </p:cNvPr>
              <p:cNvSpPr/>
              <p:nvPr/>
            </p:nvSpPr>
            <p:spPr>
              <a:xfrm>
                <a:off x="16578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33" name="타원 20632">
                <a:extLst>
                  <a:ext uri="{FF2B5EF4-FFF2-40B4-BE49-F238E27FC236}">
                    <a16:creationId xmlns:a16="http://schemas.microsoft.com/office/drawing/2014/main" id="{CD6B9FF9-AD67-4221-9FFB-99DBCC976D5F}"/>
                  </a:ext>
                </a:extLst>
              </p:cNvPr>
              <p:cNvSpPr/>
              <p:nvPr/>
            </p:nvSpPr>
            <p:spPr>
              <a:xfrm>
                <a:off x="18102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34" name="타원 20633">
                <a:extLst>
                  <a:ext uri="{FF2B5EF4-FFF2-40B4-BE49-F238E27FC236}">
                    <a16:creationId xmlns:a16="http://schemas.microsoft.com/office/drawing/2014/main" id="{779328DA-E3C0-42B6-B463-3A7E0280C865}"/>
                  </a:ext>
                </a:extLst>
              </p:cNvPr>
              <p:cNvSpPr/>
              <p:nvPr/>
            </p:nvSpPr>
            <p:spPr>
              <a:xfrm>
                <a:off x="19626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35" name="타원 20634">
                <a:extLst>
                  <a:ext uri="{FF2B5EF4-FFF2-40B4-BE49-F238E27FC236}">
                    <a16:creationId xmlns:a16="http://schemas.microsoft.com/office/drawing/2014/main" id="{1814A213-60B3-4240-B3C9-554D7C20976C}"/>
                  </a:ext>
                </a:extLst>
              </p:cNvPr>
              <p:cNvSpPr/>
              <p:nvPr/>
            </p:nvSpPr>
            <p:spPr>
              <a:xfrm>
                <a:off x="21150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36" name="타원 20635">
                <a:extLst>
                  <a:ext uri="{FF2B5EF4-FFF2-40B4-BE49-F238E27FC236}">
                    <a16:creationId xmlns:a16="http://schemas.microsoft.com/office/drawing/2014/main" id="{B4A861E9-034B-4792-8B1D-E45F3D72EF06}"/>
                  </a:ext>
                </a:extLst>
              </p:cNvPr>
              <p:cNvSpPr/>
              <p:nvPr/>
            </p:nvSpPr>
            <p:spPr>
              <a:xfrm>
                <a:off x="22674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37" name="타원 20636">
                <a:extLst>
                  <a:ext uri="{FF2B5EF4-FFF2-40B4-BE49-F238E27FC236}">
                    <a16:creationId xmlns:a16="http://schemas.microsoft.com/office/drawing/2014/main" id="{FB426D09-1D35-46A6-9710-67230C2D2708}"/>
                  </a:ext>
                </a:extLst>
              </p:cNvPr>
              <p:cNvSpPr/>
              <p:nvPr/>
            </p:nvSpPr>
            <p:spPr>
              <a:xfrm>
                <a:off x="24198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38" name="타원 20637">
                <a:extLst>
                  <a:ext uri="{FF2B5EF4-FFF2-40B4-BE49-F238E27FC236}">
                    <a16:creationId xmlns:a16="http://schemas.microsoft.com/office/drawing/2014/main" id="{315361DF-EB40-4279-BE66-C030A7091E65}"/>
                  </a:ext>
                </a:extLst>
              </p:cNvPr>
              <p:cNvSpPr/>
              <p:nvPr/>
            </p:nvSpPr>
            <p:spPr>
              <a:xfrm>
                <a:off x="25722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39" name="타원 20638">
                <a:extLst>
                  <a:ext uri="{FF2B5EF4-FFF2-40B4-BE49-F238E27FC236}">
                    <a16:creationId xmlns:a16="http://schemas.microsoft.com/office/drawing/2014/main" id="{D122E072-CCFF-46C8-8454-CE301A652CEE}"/>
                  </a:ext>
                </a:extLst>
              </p:cNvPr>
              <p:cNvSpPr/>
              <p:nvPr/>
            </p:nvSpPr>
            <p:spPr>
              <a:xfrm>
                <a:off x="27246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40" name="타원 20639">
                <a:extLst>
                  <a:ext uri="{FF2B5EF4-FFF2-40B4-BE49-F238E27FC236}">
                    <a16:creationId xmlns:a16="http://schemas.microsoft.com/office/drawing/2014/main" id="{9EB2BEA0-AE9B-43EE-9B34-363C3D9CCD3F}"/>
                  </a:ext>
                </a:extLst>
              </p:cNvPr>
              <p:cNvSpPr/>
              <p:nvPr/>
            </p:nvSpPr>
            <p:spPr>
              <a:xfrm>
                <a:off x="28770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41" name="타원 20640">
                <a:extLst>
                  <a:ext uri="{FF2B5EF4-FFF2-40B4-BE49-F238E27FC236}">
                    <a16:creationId xmlns:a16="http://schemas.microsoft.com/office/drawing/2014/main" id="{2485CAD3-2635-43AE-B70C-92745D7AAEA4}"/>
                  </a:ext>
                </a:extLst>
              </p:cNvPr>
              <p:cNvSpPr/>
              <p:nvPr/>
            </p:nvSpPr>
            <p:spPr>
              <a:xfrm>
                <a:off x="30294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42" name="타원 20641">
                <a:extLst>
                  <a:ext uri="{FF2B5EF4-FFF2-40B4-BE49-F238E27FC236}">
                    <a16:creationId xmlns:a16="http://schemas.microsoft.com/office/drawing/2014/main" id="{B9F3AAA4-AAA8-4110-A990-7CAC438572ED}"/>
                  </a:ext>
                </a:extLst>
              </p:cNvPr>
              <p:cNvSpPr/>
              <p:nvPr/>
            </p:nvSpPr>
            <p:spPr>
              <a:xfrm>
                <a:off x="31818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43" name="타원 20642">
                <a:extLst>
                  <a:ext uri="{FF2B5EF4-FFF2-40B4-BE49-F238E27FC236}">
                    <a16:creationId xmlns:a16="http://schemas.microsoft.com/office/drawing/2014/main" id="{D49D0A40-F13D-45C8-B8E2-7F78612BC9CA}"/>
                  </a:ext>
                </a:extLst>
              </p:cNvPr>
              <p:cNvSpPr/>
              <p:nvPr/>
            </p:nvSpPr>
            <p:spPr>
              <a:xfrm>
                <a:off x="33342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44" name="타원 20643">
                <a:extLst>
                  <a:ext uri="{FF2B5EF4-FFF2-40B4-BE49-F238E27FC236}">
                    <a16:creationId xmlns:a16="http://schemas.microsoft.com/office/drawing/2014/main" id="{FE8A80A2-25B1-4A03-BA63-7D8EC09385E8}"/>
                  </a:ext>
                </a:extLst>
              </p:cNvPr>
              <p:cNvSpPr/>
              <p:nvPr/>
            </p:nvSpPr>
            <p:spPr>
              <a:xfrm>
                <a:off x="34866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45" name="타원 20644">
                <a:extLst>
                  <a:ext uri="{FF2B5EF4-FFF2-40B4-BE49-F238E27FC236}">
                    <a16:creationId xmlns:a16="http://schemas.microsoft.com/office/drawing/2014/main" id="{BDCC44E2-80F0-4EAF-A5DE-1533FD2AA30F}"/>
                  </a:ext>
                </a:extLst>
              </p:cNvPr>
              <p:cNvSpPr/>
              <p:nvPr/>
            </p:nvSpPr>
            <p:spPr>
              <a:xfrm>
                <a:off x="36390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46" name="타원 20645">
                <a:extLst>
                  <a:ext uri="{FF2B5EF4-FFF2-40B4-BE49-F238E27FC236}">
                    <a16:creationId xmlns:a16="http://schemas.microsoft.com/office/drawing/2014/main" id="{D2A1323D-D442-4270-8914-1339A89ABBF5}"/>
                  </a:ext>
                </a:extLst>
              </p:cNvPr>
              <p:cNvSpPr/>
              <p:nvPr/>
            </p:nvSpPr>
            <p:spPr>
              <a:xfrm>
                <a:off x="37914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47" name="타원 20646">
                <a:extLst>
                  <a:ext uri="{FF2B5EF4-FFF2-40B4-BE49-F238E27FC236}">
                    <a16:creationId xmlns:a16="http://schemas.microsoft.com/office/drawing/2014/main" id="{8CF07EEC-AE86-47D8-8EAB-EDC81054056E}"/>
                  </a:ext>
                </a:extLst>
              </p:cNvPr>
              <p:cNvSpPr/>
              <p:nvPr/>
            </p:nvSpPr>
            <p:spPr>
              <a:xfrm>
                <a:off x="39438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48" name="타원 20647">
                <a:extLst>
                  <a:ext uri="{FF2B5EF4-FFF2-40B4-BE49-F238E27FC236}">
                    <a16:creationId xmlns:a16="http://schemas.microsoft.com/office/drawing/2014/main" id="{A8EBFFB6-C413-4B45-B6DB-CC69CCB4B10F}"/>
                  </a:ext>
                </a:extLst>
              </p:cNvPr>
              <p:cNvSpPr/>
              <p:nvPr/>
            </p:nvSpPr>
            <p:spPr>
              <a:xfrm>
                <a:off x="40962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49" name="타원 20648">
                <a:extLst>
                  <a:ext uri="{FF2B5EF4-FFF2-40B4-BE49-F238E27FC236}">
                    <a16:creationId xmlns:a16="http://schemas.microsoft.com/office/drawing/2014/main" id="{2B3EDB84-40CA-41AB-BA53-B920F4E2195C}"/>
                  </a:ext>
                </a:extLst>
              </p:cNvPr>
              <p:cNvSpPr/>
              <p:nvPr/>
            </p:nvSpPr>
            <p:spPr>
              <a:xfrm>
                <a:off x="42486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50" name="타원 20649">
                <a:extLst>
                  <a:ext uri="{FF2B5EF4-FFF2-40B4-BE49-F238E27FC236}">
                    <a16:creationId xmlns:a16="http://schemas.microsoft.com/office/drawing/2014/main" id="{A64638A0-0EBF-47D3-A31D-11639E192C62}"/>
                  </a:ext>
                </a:extLst>
              </p:cNvPr>
              <p:cNvSpPr/>
              <p:nvPr/>
            </p:nvSpPr>
            <p:spPr>
              <a:xfrm>
                <a:off x="44010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51" name="타원 20650">
                <a:extLst>
                  <a:ext uri="{FF2B5EF4-FFF2-40B4-BE49-F238E27FC236}">
                    <a16:creationId xmlns:a16="http://schemas.microsoft.com/office/drawing/2014/main" id="{4859EFE4-D349-450A-B463-605501CC2413}"/>
                  </a:ext>
                </a:extLst>
              </p:cNvPr>
              <p:cNvSpPr/>
              <p:nvPr/>
            </p:nvSpPr>
            <p:spPr>
              <a:xfrm>
                <a:off x="45534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52" name="타원 20651">
                <a:extLst>
                  <a:ext uri="{FF2B5EF4-FFF2-40B4-BE49-F238E27FC236}">
                    <a16:creationId xmlns:a16="http://schemas.microsoft.com/office/drawing/2014/main" id="{292CDB4D-7549-4A12-A0FD-3B9D18B4B923}"/>
                  </a:ext>
                </a:extLst>
              </p:cNvPr>
              <p:cNvSpPr/>
              <p:nvPr/>
            </p:nvSpPr>
            <p:spPr>
              <a:xfrm>
                <a:off x="47058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53" name="타원 20652">
                <a:extLst>
                  <a:ext uri="{FF2B5EF4-FFF2-40B4-BE49-F238E27FC236}">
                    <a16:creationId xmlns:a16="http://schemas.microsoft.com/office/drawing/2014/main" id="{BE4EACC3-BAA5-41FF-B797-49F8D0098BC4}"/>
                  </a:ext>
                </a:extLst>
              </p:cNvPr>
              <p:cNvSpPr/>
              <p:nvPr/>
            </p:nvSpPr>
            <p:spPr>
              <a:xfrm>
                <a:off x="48582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54" name="타원 20653">
                <a:extLst>
                  <a:ext uri="{FF2B5EF4-FFF2-40B4-BE49-F238E27FC236}">
                    <a16:creationId xmlns:a16="http://schemas.microsoft.com/office/drawing/2014/main" id="{51269B7E-4491-4126-8D0B-52FA0A8B47BE}"/>
                  </a:ext>
                </a:extLst>
              </p:cNvPr>
              <p:cNvSpPr/>
              <p:nvPr/>
            </p:nvSpPr>
            <p:spPr>
              <a:xfrm>
                <a:off x="50106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55" name="타원 20654">
                <a:extLst>
                  <a:ext uri="{FF2B5EF4-FFF2-40B4-BE49-F238E27FC236}">
                    <a16:creationId xmlns:a16="http://schemas.microsoft.com/office/drawing/2014/main" id="{FA6D323C-D089-4064-833D-A810D79A585D}"/>
                  </a:ext>
                </a:extLst>
              </p:cNvPr>
              <p:cNvSpPr/>
              <p:nvPr/>
            </p:nvSpPr>
            <p:spPr>
              <a:xfrm>
                <a:off x="51630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56" name="타원 20655">
                <a:extLst>
                  <a:ext uri="{FF2B5EF4-FFF2-40B4-BE49-F238E27FC236}">
                    <a16:creationId xmlns:a16="http://schemas.microsoft.com/office/drawing/2014/main" id="{5445BD5A-3C3B-4470-B109-93C5746F62F3}"/>
                  </a:ext>
                </a:extLst>
              </p:cNvPr>
              <p:cNvSpPr/>
              <p:nvPr/>
            </p:nvSpPr>
            <p:spPr>
              <a:xfrm>
                <a:off x="53154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57" name="타원 20656">
                <a:extLst>
                  <a:ext uri="{FF2B5EF4-FFF2-40B4-BE49-F238E27FC236}">
                    <a16:creationId xmlns:a16="http://schemas.microsoft.com/office/drawing/2014/main" id="{5D3F2D85-3CF7-431B-8639-EF1761F7B755}"/>
                  </a:ext>
                </a:extLst>
              </p:cNvPr>
              <p:cNvSpPr/>
              <p:nvPr/>
            </p:nvSpPr>
            <p:spPr>
              <a:xfrm>
                <a:off x="54678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58" name="타원 20657">
                <a:extLst>
                  <a:ext uri="{FF2B5EF4-FFF2-40B4-BE49-F238E27FC236}">
                    <a16:creationId xmlns:a16="http://schemas.microsoft.com/office/drawing/2014/main" id="{1CA5231F-3FC0-48BA-91C5-3CD9C8415D46}"/>
                  </a:ext>
                </a:extLst>
              </p:cNvPr>
              <p:cNvSpPr/>
              <p:nvPr/>
            </p:nvSpPr>
            <p:spPr>
              <a:xfrm>
                <a:off x="5620275" y="73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59" name="타원 20658">
                <a:extLst>
                  <a:ext uri="{FF2B5EF4-FFF2-40B4-BE49-F238E27FC236}">
                    <a16:creationId xmlns:a16="http://schemas.microsoft.com/office/drawing/2014/main" id="{685452D4-5DFE-4909-9D14-F8814FD66255}"/>
                  </a:ext>
                </a:extLst>
              </p:cNvPr>
              <p:cNvSpPr/>
              <p:nvPr/>
            </p:nvSpPr>
            <p:spPr>
              <a:xfrm>
                <a:off x="2862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60" name="타원 20659">
                <a:extLst>
                  <a:ext uri="{FF2B5EF4-FFF2-40B4-BE49-F238E27FC236}">
                    <a16:creationId xmlns:a16="http://schemas.microsoft.com/office/drawing/2014/main" id="{BD4ED104-6583-44B3-82C3-D56D7FA69F0E}"/>
                  </a:ext>
                </a:extLst>
              </p:cNvPr>
              <p:cNvSpPr/>
              <p:nvPr/>
            </p:nvSpPr>
            <p:spPr>
              <a:xfrm>
                <a:off x="4386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61" name="타원 20660">
                <a:extLst>
                  <a:ext uri="{FF2B5EF4-FFF2-40B4-BE49-F238E27FC236}">
                    <a16:creationId xmlns:a16="http://schemas.microsoft.com/office/drawing/2014/main" id="{62181BD4-AEE8-441C-BDAC-387907D778A5}"/>
                  </a:ext>
                </a:extLst>
              </p:cNvPr>
              <p:cNvSpPr/>
              <p:nvPr/>
            </p:nvSpPr>
            <p:spPr>
              <a:xfrm>
                <a:off x="5910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62" name="타원 20661">
                <a:extLst>
                  <a:ext uri="{FF2B5EF4-FFF2-40B4-BE49-F238E27FC236}">
                    <a16:creationId xmlns:a16="http://schemas.microsoft.com/office/drawing/2014/main" id="{6020B187-1511-4F70-B3F3-895DC72C82B7}"/>
                  </a:ext>
                </a:extLst>
              </p:cNvPr>
              <p:cNvSpPr/>
              <p:nvPr/>
            </p:nvSpPr>
            <p:spPr>
              <a:xfrm>
                <a:off x="7434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63" name="타원 20662">
                <a:extLst>
                  <a:ext uri="{FF2B5EF4-FFF2-40B4-BE49-F238E27FC236}">
                    <a16:creationId xmlns:a16="http://schemas.microsoft.com/office/drawing/2014/main" id="{CED8FE88-26FC-40A3-8076-687F16E4C4AD}"/>
                  </a:ext>
                </a:extLst>
              </p:cNvPr>
              <p:cNvSpPr/>
              <p:nvPr/>
            </p:nvSpPr>
            <p:spPr>
              <a:xfrm>
                <a:off x="8958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64" name="타원 20663">
                <a:extLst>
                  <a:ext uri="{FF2B5EF4-FFF2-40B4-BE49-F238E27FC236}">
                    <a16:creationId xmlns:a16="http://schemas.microsoft.com/office/drawing/2014/main" id="{DD2A6BA6-B548-49D8-B94F-01201548DC3B}"/>
                  </a:ext>
                </a:extLst>
              </p:cNvPr>
              <p:cNvSpPr/>
              <p:nvPr/>
            </p:nvSpPr>
            <p:spPr>
              <a:xfrm>
                <a:off x="10482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65" name="타원 20664">
                <a:extLst>
                  <a:ext uri="{FF2B5EF4-FFF2-40B4-BE49-F238E27FC236}">
                    <a16:creationId xmlns:a16="http://schemas.microsoft.com/office/drawing/2014/main" id="{EA74B6C4-BBE4-4BA9-8972-EEBABF7C1253}"/>
                  </a:ext>
                </a:extLst>
              </p:cNvPr>
              <p:cNvSpPr/>
              <p:nvPr/>
            </p:nvSpPr>
            <p:spPr>
              <a:xfrm>
                <a:off x="12006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66" name="타원 20665">
                <a:extLst>
                  <a:ext uri="{FF2B5EF4-FFF2-40B4-BE49-F238E27FC236}">
                    <a16:creationId xmlns:a16="http://schemas.microsoft.com/office/drawing/2014/main" id="{1BEFDC4F-18D1-4CF3-A0D3-D51C0B0B7469}"/>
                  </a:ext>
                </a:extLst>
              </p:cNvPr>
              <p:cNvSpPr/>
              <p:nvPr/>
            </p:nvSpPr>
            <p:spPr>
              <a:xfrm>
                <a:off x="13530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67" name="타원 20666">
                <a:extLst>
                  <a:ext uri="{FF2B5EF4-FFF2-40B4-BE49-F238E27FC236}">
                    <a16:creationId xmlns:a16="http://schemas.microsoft.com/office/drawing/2014/main" id="{5D1F8FA3-FA78-454A-8B72-0BAA0C746F9A}"/>
                  </a:ext>
                </a:extLst>
              </p:cNvPr>
              <p:cNvSpPr/>
              <p:nvPr/>
            </p:nvSpPr>
            <p:spPr>
              <a:xfrm>
                <a:off x="15054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68" name="타원 20667">
                <a:extLst>
                  <a:ext uri="{FF2B5EF4-FFF2-40B4-BE49-F238E27FC236}">
                    <a16:creationId xmlns:a16="http://schemas.microsoft.com/office/drawing/2014/main" id="{87D22B65-9B06-4DBA-ACB0-6CD6C8C15E2A}"/>
                  </a:ext>
                </a:extLst>
              </p:cNvPr>
              <p:cNvSpPr/>
              <p:nvPr/>
            </p:nvSpPr>
            <p:spPr>
              <a:xfrm>
                <a:off x="16578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69" name="타원 20668">
                <a:extLst>
                  <a:ext uri="{FF2B5EF4-FFF2-40B4-BE49-F238E27FC236}">
                    <a16:creationId xmlns:a16="http://schemas.microsoft.com/office/drawing/2014/main" id="{F9D57581-0912-4547-AB9C-22A39824159D}"/>
                  </a:ext>
                </a:extLst>
              </p:cNvPr>
              <p:cNvSpPr/>
              <p:nvPr/>
            </p:nvSpPr>
            <p:spPr>
              <a:xfrm>
                <a:off x="18102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70" name="타원 20669">
                <a:extLst>
                  <a:ext uri="{FF2B5EF4-FFF2-40B4-BE49-F238E27FC236}">
                    <a16:creationId xmlns:a16="http://schemas.microsoft.com/office/drawing/2014/main" id="{9E4CA863-999D-48D1-937B-7082147F8015}"/>
                  </a:ext>
                </a:extLst>
              </p:cNvPr>
              <p:cNvSpPr/>
              <p:nvPr/>
            </p:nvSpPr>
            <p:spPr>
              <a:xfrm>
                <a:off x="19626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71" name="타원 20670">
                <a:extLst>
                  <a:ext uri="{FF2B5EF4-FFF2-40B4-BE49-F238E27FC236}">
                    <a16:creationId xmlns:a16="http://schemas.microsoft.com/office/drawing/2014/main" id="{1B78B9A1-F8A1-4CCD-AD69-D546E398019F}"/>
                  </a:ext>
                </a:extLst>
              </p:cNvPr>
              <p:cNvSpPr/>
              <p:nvPr/>
            </p:nvSpPr>
            <p:spPr>
              <a:xfrm>
                <a:off x="21150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72" name="타원 20671">
                <a:extLst>
                  <a:ext uri="{FF2B5EF4-FFF2-40B4-BE49-F238E27FC236}">
                    <a16:creationId xmlns:a16="http://schemas.microsoft.com/office/drawing/2014/main" id="{888F7DE4-9E5D-4CAB-8026-33B47D7BDD77}"/>
                  </a:ext>
                </a:extLst>
              </p:cNvPr>
              <p:cNvSpPr/>
              <p:nvPr/>
            </p:nvSpPr>
            <p:spPr>
              <a:xfrm>
                <a:off x="22674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73" name="타원 20672">
                <a:extLst>
                  <a:ext uri="{FF2B5EF4-FFF2-40B4-BE49-F238E27FC236}">
                    <a16:creationId xmlns:a16="http://schemas.microsoft.com/office/drawing/2014/main" id="{FB7C38F1-134D-47C8-B99E-F16619690D64}"/>
                  </a:ext>
                </a:extLst>
              </p:cNvPr>
              <p:cNvSpPr/>
              <p:nvPr/>
            </p:nvSpPr>
            <p:spPr>
              <a:xfrm>
                <a:off x="24198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74" name="타원 20673">
                <a:extLst>
                  <a:ext uri="{FF2B5EF4-FFF2-40B4-BE49-F238E27FC236}">
                    <a16:creationId xmlns:a16="http://schemas.microsoft.com/office/drawing/2014/main" id="{567AE54A-9026-42CB-A546-C2782D3BC374}"/>
                  </a:ext>
                </a:extLst>
              </p:cNvPr>
              <p:cNvSpPr/>
              <p:nvPr/>
            </p:nvSpPr>
            <p:spPr>
              <a:xfrm>
                <a:off x="25722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75" name="타원 20674">
                <a:extLst>
                  <a:ext uri="{FF2B5EF4-FFF2-40B4-BE49-F238E27FC236}">
                    <a16:creationId xmlns:a16="http://schemas.microsoft.com/office/drawing/2014/main" id="{3308CC19-98BB-41C9-8FCB-EA5D8FFABF27}"/>
                  </a:ext>
                </a:extLst>
              </p:cNvPr>
              <p:cNvSpPr/>
              <p:nvPr/>
            </p:nvSpPr>
            <p:spPr>
              <a:xfrm>
                <a:off x="27246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76" name="타원 20675">
                <a:extLst>
                  <a:ext uri="{FF2B5EF4-FFF2-40B4-BE49-F238E27FC236}">
                    <a16:creationId xmlns:a16="http://schemas.microsoft.com/office/drawing/2014/main" id="{A4E1DBF1-8FD3-415B-BC85-09301F8C8E95}"/>
                  </a:ext>
                </a:extLst>
              </p:cNvPr>
              <p:cNvSpPr/>
              <p:nvPr/>
            </p:nvSpPr>
            <p:spPr>
              <a:xfrm>
                <a:off x="28770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77" name="타원 20676">
                <a:extLst>
                  <a:ext uri="{FF2B5EF4-FFF2-40B4-BE49-F238E27FC236}">
                    <a16:creationId xmlns:a16="http://schemas.microsoft.com/office/drawing/2014/main" id="{E791850F-FD67-4BA1-83EB-30B779625577}"/>
                  </a:ext>
                </a:extLst>
              </p:cNvPr>
              <p:cNvSpPr/>
              <p:nvPr/>
            </p:nvSpPr>
            <p:spPr>
              <a:xfrm>
                <a:off x="30294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78" name="타원 20677">
                <a:extLst>
                  <a:ext uri="{FF2B5EF4-FFF2-40B4-BE49-F238E27FC236}">
                    <a16:creationId xmlns:a16="http://schemas.microsoft.com/office/drawing/2014/main" id="{ED17CE81-BCA6-47A4-B4A4-678E953134E5}"/>
                  </a:ext>
                </a:extLst>
              </p:cNvPr>
              <p:cNvSpPr/>
              <p:nvPr/>
            </p:nvSpPr>
            <p:spPr>
              <a:xfrm>
                <a:off x="31818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79" name="타원 20678">
                <a:extLst>
                  <a:ext uri="{FF2B5EF4-FFF2-40B4-BE49-F238E27FC236}">
                    <a16:creationId xmlns:a16="http://schemas.microsoft.com/office/drawing/2014/main" id="{E828BB76-F6FB-4D48-9FC1-8B66F43E35D1}"/>
                  </a:ext>
                </a:extLst>
              </p:cNvPr>
              <p:cNvSpPr/>
              <p:nvPr/>
            </p:nvSpPr>
            <p:spPr>
              <a:xfrm>
                <a:off x="33342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80" name="타원 20679">
                <a:extLst>
                  <a:ext uri="{FF2B5EF4-FFF2-40B4-BE49-F238E27FC236}">
                    <a16:creationId xmlns:a16="http://schemas.microsoft.com/office/drawing/2014/main" id="{3A1FD5E4-EBBF-4317-BE90-7B4E21F71EEE}"/>
                  </a:ext>
                </a:extLst>
              </p:cNvPr>
              <p:cNvSpPr/>
              <p:nvPr/>
            </p:nvSpPr>
            <p:spPr>
              <a:xfrm>
                <a:off x="34866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81" name="타원 20680">
                <a:extLst>
                  <a:ext uri="{FF2B5EF4-FFF2-40B4-BE49-F238E27FC236}">
                    <a16:creationId xmlns:a16="http://schemas.microsoft.com/office/drawing/2014/main" id="{94455CF3-A31E-4B47-8F19-88EA00573B78}"/>
                  </a:ext>
                </a:extLst>
              </p:cNvPr>
              <p:cNvSpPr/>
              <p:nvPr/>
            </p:nvSpPr>
            <p:spPr>
              <a:xfrm>
                <a:off x="36390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82" name="타원 20681">
                <a:extLst>
                  <a:ext uri="{FF2B5EF4-FFF2-40B4-BE49-F238E27FC236}">
                    <a16:creationId xmlns:a16="http://schemas.microsoft.com/office/drawing/2014/main" id="{07B4F246-DB1F-46A2-AF8E-86BD4A03F27B}"/>
                  </a:ext>
                </a:extLst>
              </p:cNvPr>
              <p:cNvSpPr/>
              <p:nvPr/>
            </p:nvSpPr>
            <p:spPr>
              <a:xfrm>
                <a:off x="37914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83" name="타원 20682">
                <a:extLst>
                  <a:ext uri="{FF2B5EF4-FFF2-40B4-BE49-F238E27FC236}">
                    <a16:creationId xmlns:a16="http://schemas.microsoft.com/office/drawing/2014/main" id="{6307C560-3F6D-4393-9D81-167DB8805701}"/>
                  </a:ext>
                </a:extLst>
              </p:cNvPr>
              <p:cNvSpPr/>
              <p:nvPr/>
            </p:nvSpPr>
            <p:spPr>
              <a:xfrm>
                <a:off x="39438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84" name="타원 20683">
                <a:extLst>
                  <a:ext uri="{FF2B5EF4-FFF2-40B4-BE49-F238E27FC236}">
                    <a16:creationId xmlns:a16="http://schemas.microsoft.com/office/drawing/2014/main" id="{4104FE43-F27A-42BD-9203-297703B4BA05}"/>
                  </a:ext>
                </a:extLst>
              </p:cNvPr>
              <p:cNvSpPr/>
              <p:nvPr/>
            </p:nvSpPr>
            <p:spPr>
              <a:xfrm>
                <a:off x="40962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85" name="타원 20684">
                <a:extLst>
                  <a:ext uri="{FF2B5EF4-FFF2-40B4-BE49-F238E27FC236}">
                    <a16:creationId xmlns:a16="http://schemas.microsoft.com/office/drawing/2014/main" id="{A4555AD9-C18A-40AB-B2CE-7C6502DF1D54}"/>
                  </a:ext>
                </a:extLst>
              </p:cNvPr>
              <p:cNvSpPr/>
              <p:nvPr/>
            </p:nvSpPr>
            <p:spPr>
              <a:xfrm>
                <a:off x="42486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86" name="타원 20685">
                <a:extLst>
                  <a:ext uri="{FF2B5EF4-FFF2-40B4-BE49-F238E27FC236}">
                    <a16:creationId xmlns:a16="http://schemas.microsoft.com/office/drawing/2014/main" id="{CE962A27-9B97-4715-9B4F-58FCA31C5675}"/>
                  </a:ext>
                </a:extLst>
              </p:cNvPr>
              <p:cNvSpPr/>
              <p:nvPr/>
            </p:nvSpPr>
            <p:spPr>
              <a:xfrm>
                <a:off x="44010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87" name="타원 20686">
                <a:extLst>
                  <a:ext uri="{FF2B5EF4-FFF2-40B4-BE49-F238E27FC236}">
                    <a16:creationId xmlns:a16="http://schemas.microsoft.com/office/drawing/2014/main" id="{B441554E-5678-4A7C-8DEE-3F9622115647}"/>
                  </a:ext>
                </a:extLst>
              </p:cNvPr>
              <p:cNvSpPr/>
              <p:nvPr/>
            </p:nvSpPr>
            <p:spPr>
              <a:xfrm>
                <a:off x="45534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88" name="타원 20687">
                <a:extLst>
                  <a:ext uri="{FF2B5EF4-FFF2-40B4-BE49-F238E27FC236}">
                    <a16:creationId xmlns:a16="http://schemas.microsoft.com/office/drawing/2014/main" id="{9CB689CD-EEAE-4DA9-BE97-19DF67DA2119}"/>
                  </a:ext>
                </a:extLst>
              </p:cNvPr>
              <p:cNvSpPr/>
              <p:nvPr/>
            </p:nvSpPr>
            <p:spPr>
              <a:xfrm>
                <a:off x="47058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89" name="타원 20688">
                <a:extLst>
                  <a:ext uri="{FF2B5EF4-FFF2-40B4-BE49-F238E27FC236}">
                    <a16:creationId xmlns:a16="http://schemas.microsoft.com/office/drawing/2014/main" id="{2AF99A6C-DB32-4814-A8B4-506E0ED6F969}"/>
                  </a:ext>
                </a:extLst>
              </p:cNvPr>
              <p:cNvSpPr/>
              <p:nvPr/>
            </p:nvSpPr>
            <p:spPr>
              <a:xfrm>
                <a:off x="48582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90" name="타원 20689">
                <a:extLst>
                  <a:ext uri="{FF2B5EF4-FFF2-40B4-BE49-F238E27FC236}">
                    <a16:creationId xmlns:a16="http://schemas.microsoft.com/office/drawing/2014/main" id="{39536901-7691-4B86-A15B-5E524A869C41}"/>
                  </a:ext>
                </a:extLst>
              </p:cNvPr>
              <p:cNvSpPr/>
              <p:nvPr/>
            </p:nvSpPr>
            <p:spPr>
              <a:xfrm>
                <a:off x="50106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91" name="타원 20690">
                <a:extLst>
                  <a:ext uri="{FF2B5EF4-FFF2-40B4-BE49-F238E27FC236}">
                    <a16:creationId xmlns:a16="http://schemas.microsoft.com/office/drawing/2014/main" id="{B8A99E78-AB78-4F60-83E9-E86B98F7A3D0}"/>
                  </a:ext>
                </a:extLst>
              </p:cNvPr>
              <p:cNvSpPr/>
              <p:nvPr/>
            </p:nvSpPr>
            <p:spPr>
              <a:xfrm>
                <a:off x="51630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92" name="타원 20691">
                <a:extLst>
                  <a:ext uri="{FF2B5EF4-FFF2-40B4-BE49-F238E27FC236}">
                    <a16:creationId xmlns:a16="http://schemas.microsoft.com/office/drawing/2014/main" id="{03705C36-A68A-44E3-8BB4-75670E3DC300}"/>
                  </a:ext>
                </a:extLst>
              </p:cNvPr>
              <p:cNvSpPr/>
              <p:nvPr/>
            </p:nvSpPr>
            <p:spPr>
              <a:xfrm>
                <a:off x="53154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93" name="타원 20692">
                <a:extLst>
                  <a:ext uri="{FF2B5EF4-FFF2-40B4-BE49-F238E27FC236}">
                    <a16:creationId xmlns:a16="http://schemas.microsoft.com/office/drawing/2014/main" id="{E6D03343-3E2C-48EF-9DCE-4BFBF40AD18E}"/>
                  </a:ext>
                </a:extLst>
              </p:cNvPr>
              <p:cNvSpPr/>
              <p:nvPr/>
            </p:nvSpPr>
            <p:spPr>
              <a:xfrm>
                <a:off x="54678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94" name="타원 20693">
                <a:extLst>
                  <a:ext uri="{FF2B5EF4-FFF2-40B4-BE49-F238E27FC236}">
                    <a16:creationId xmlns:a16="http://schemas.microsoft.com/office/drawing/2014/main" id="{D779D558-B83C-46B9-ABB9-31A59826BF58}"/>
                  </a:ext>
                </a:extLst>
              </p:cNvPr>
              <p:cNvSpPr/>
              <p:nvPr/>
            </p:nvSpPr>
            <p:spPr>
              <a:xfrm>
                <a:off x="5620275" y="88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95" name="타원 20694">
                <a:extLst>
                  <a:ext uri="{FF2B5EF4-FFF2-40B4-BE49-F238E27FC236}">
                    <a16:creationId xmlns:a16="http://schemas.microsoft.com/office/drawing/2014/main" id="{07EB354C-A9E6-48D8-A7D1-BE344F66F72D}"/>
                  </a:ext>
                </a:extLst>
              </p:cNvPr>
              <p:cNvSpPr/>
              <p:nvPr/>
            </p:nvSpPr>
            <p:spPr>
              <a:xfrm>
                <a:off x="2862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96" name="타원 20695">
                <a:extLst>
                  <a:ext uri="{FF2B5EF4-FFF2-40B4-BE49-F238E27FC236}">
                    <a16:creationId xmlns:a16="http://schemas.microsoft.com/office/drawing/2014/main" id="{092FBC20-59FB-423B-B95F-DA1A3F8A1B35}"/>
                  </a:ext>
                </a:extLst>
              </p:cNvPr>
              <p:cNvSpPr/>
              <p:nvPr/>
            </p:nvSpPr>
            <p:spPr>
              <a:xfrm>
                <a:off x="4386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97" name="타원 20696">
                <a:extLst>
                  <a:ext uri="{FF2B5EF4-FFF2-40B4-BE49-F238E27FC236}">
                    <a16:creationId xmlns:a16="http://schemas.microsoft.com/office/drawing/2014/main" id="{9FC45188-EE67-4740-94A0-49838B511C51}"/>
                  </a:ext>
                </a:extLst>
              </p:cNvPr>
              <p:cNvSpPr/>
              <p:nvPr/>
            </p:nvSpPr>
            <p:spPr>
              <a:xfrm>
                <a:off x="5910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98" name="타원 20697">
                <a:extLst>
                  <a:ext uri="{FF2B5EF4-FFF2-40B4-BE49-F238E27FC236}">
                    <a16:creationId xmlns:a16="http://schemas.microsoft.com/office/drawing/2014/main" id="{8D60E1B2-273E-4FAD-B737-FF9815924D5F}"/>
                  </a:ext>
                </a:extLst>
              </p:cNvPr>
              <p:cNvSpPr/>
              <p:nvPr/>
            </p:nvSpPr>
            <p:spPr>
              <a:xfrm>
                <a:off x="7434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99" name="타원 20698">
                <a:extLst>
                  <a:ext uri="{FF2B5EF4-FFF2-40B4-BE49-F238E27FC236}">
                    <a16:creationId xmlns:a16="http://schemas.microsoft.com/office/drawing/2014/main" id="{C08E39C6-2C29-4EE7-ADC9-052154A547EB}"/>
                  </a:ext>
                </a:extLst>
              </p:cNvPr>
              <p:cNvSpPr/>
              <p:nvPr/>
            </p:nvSpPr>
            <p:spPr>
              <a:xfrm>
                <a:off x="8958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00" name="타원 20699">
                <a:extLst>
                  <a:ext uri="{FF2B5EF4-FFF2-40B4-BE49-F238E27FC236}">
                    <a16:creationId xmlns:a16="http://schemas.microsoft.com/office/drawing/2014/main" id="{B466203F-E067-4A1C-8A7B-EDFFC51D3C39}"/>
                  </a:ext>
                </a:extLst>
              </p:cNvPr>
              <p:cNvSpPr/>
              <p:nvPr/>
            </p:nvSpPr>
            <p:spPr>
              <a:xfrm>
                <a:off x="10482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01" name="타원 20700">
                <a:extLst>
                  <a:ext uri="{FF2B5EF4-FFF2-40B4-BE49-F238E27FC236}">
                    <a16:creationId xmlns:a16="http://schemas.microsoft.com/office/drawing/2014/main" id="{4C081FA6-8C7C-4297-AC05-7EA58EC220AE}"/>
                  </a:ext>
                </a:extLst>
              </p:cNvPr>
              <p:cNvSpPr/>
              <p:nvPr/>
            </p:nvSpPr>
            <p:spPr>
              <a:xfrm>
                <a:off x="12006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02" name="타원 20701">
                <a:extLst>
                  <a:ext uri="{FF2B5EF4-FFF2-40B4-BE49-F238E27FC236}">
                    <a16:creationId xmlns:a16="http://schemas.microsoft.com/office/drawing/2014/main" id="{D25D140D-0223-4246-A983-DBC042E4EDB2}"/>
                  </a:ext>
                </a:extLst>
              </p:cNvPr>
              <p:cNvSpPr/>
              <p:nvPr/>
            </p:nvSpPr>
            <p:spPr>
              <a:xfrm>
                <a:off x="13530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03" name="타원 20702">
                <a:extLst>
                  <a:ext uri="{FF2B5EF4-FFF2-40B4-BE49-F238E27FC236}">
                    <a16:creationId xmlns:a16="http://schemas.microsoft.com/office/drawing/2014/main" id="{6D5CD47C-06CF-46C6-B7E6-537D15CC87DB}"/>
                  </a:ext>
                </a:extLst>
              </p:cNvPr>
              <p:cNvSpPr/>
              <p:nvPr/>
            </p:nvSpPr>
            <p:spPr>
              <a:xfrm>
                <a:off x="15054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04" name="타원 20703">
                <a:extLst>
                  <a:ext uri="{FF2B5EF4-FFF2-40B4-BE49-F238E27FC236}">
                    <a16:creationId xmlns:a16="http://schemas.microsoft.com/office/drawing/2014/main" id="{1F994803-448A-47C5-9948-C815017B5BD2}"/>
                  </a:ext>
                </a:extLst>
              </p:cNvPr>
              <p:cNvSpPr/>
              <p:nvPr/>
            </p:nvSpPr>
            <p:spPr>
              <a:xfrm>
                <a:off x="16578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05" name="타원 20704">
                <a:extLst>
                  <a:ext uri="{FF2B5EF4-FFF2-40B4-BE49-F238E27FC236}">
                    <a16:creationId xmlns:a16="http://schemas.microsoft.com/office/drawing/2014/main" id="{55B3BD26-5B09-43F4-86A6-840E9DF42FBA}"/>
                  </a:ext>
                </a:extLst>
              </p:cNvPr>
              <p:cNvSpPr/>
              <p:nvPr/>
            </p:nvSpPr>
            <p:spPr>
              <a:xfrm>
                <a:off x="18102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06" name="타원 20705">
                <a:extLst>
                  <a:ext uri="{FF2B5EF4-FFF2-40B4-BE49-F238E27FC236}">
                    <a16:creationId xmlns:a16="http://schemas.microsoft.com/office/drawing/2014/main" id="{F3B53251-897E-4F4D-8E78-B6443C88301F}"/>
                  </a:ext>
                </a:extLst>
              </p:cNvPr>
              <p:cNvSpPr/>
              <p:nvPr/>
            </p:nvSpPr>
            <p:spPr>
              <a:xfrm>
                <a:off x="19626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07" name="타원 20706">
                <a:extLst>
                  <a:ext uri="{FF2B5EF4-FFF2-40B4-BE49-F238E27FC236}">
                    <a16:creationId xmlns:a16="http://schemas.microsoft.com/office/drawing/2014/main" id="{7E0E16CD-89F3-4BEA-89F5-E592FDB13A33}"/>
                  </a:ext>
                </a:extLst>
              </p:cNvPr>
              <p:cNvSpPr/>
              <p:nvPr/>
            </p:nvSpPr>
            <p:spPr>
              <a:xfrm>
                <a:off x="21150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08" name="타원 20707">
                <a:extLst>
                  <a:ext uri="{FF2B5EF4-FFF2-40B4-BE49-F238E27FC236}">
                    <a16:creationId xmlns:a16="http://schemas.microsoft.com/office/drawing/2014/main" id="{3CF2DE6E-12E1-4A1C-B556-063E40AFD6DD}"/>
                  </a:ext>
                </a:extLst>
              </p:cNvPr>
              <p:cNvSpPr/>
              <p:nvPr/>
            </p:nvSpPr>
            <p:spPr>
              <a:xfrm>
                <a:off x="22674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09" name="타원 20708">
                <a:extLst>
                  <a:ext uri="{FF2B5EF4-FFF2-40B4-BE49-F238E27FC236}">
                    <a16:creationId xmlns:a16="http://schemas.microsoft.com/office/drawing/2014/main" id="{2DD1A409-F5F8-4A7E-834F-D7EE5A8162D5}"/>
                  </a:ext>
                </a:extLst>
              </p:cNvPr>
              <p:cNvSpPr/>
              <p:nvPr/>
            </p:nvSpPr>
            <p:spPr>
              <a:xfrm>
                <a:off x="24198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10" name="타원 20709">
                <a:extLst>
                  <a:ext uri="{FF2B5EF4-FFF2-40B4-BE49-F238E27FC236}">
                    <a16:creationId xmlns:a16="http://schemas.microsoft.com/office/drawing/2014/main" id="{324E4C24-F86F-4378-84E2-3DAD9B27CC48}"/>
                  </a:ext>
                </a:extLst>
              </p:cNvPr>
              <p:cNvSpPr/>
              <p:nvPr/>
            </p:nvSpPr>
            <p:spPr>
              <a:xfrm>
                <a:off x="25722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11" name="타원 20710">
                <a:extLst>
                  <a:ext uri="{FF2B5EF4-FFF2-40B4-BE49-F238E27FC236}">
                    <a16:creationId xmlns:a16="http://schemas.microsoft.com/office/drawing/2014/main" id="{1D0EF93B-AC07-49B0-9971-E03063AE9285}"/>
                  </a:ext>
                </a:extLst>
              </p:cNvPr>
              <p:cNvSpPr/>
              <p:nvPr/>
            </p:nvSpPr>
            <p:spPr>
              <a:xfrm>
                <a:off x="27246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12" name="타원 20711">
                <a:extLst>
                  <a:ext uri="{FF2B5EF4-FFF2-40B4-BE49-F238E27FC236}">
                    <a16:creationId xmlns:a16="http://schemas.microsoft.com/office/drawing/2014/main" id="{829AB4AF-55EA-46FE-B751-FDAF49CED3C3}"/>
                  </a:ext>
                </a:extLst>
              </p:cNvPr>
              <p:cNvSpPr/>
              <p:nvPr/>
            </p:nvSpPr>
            <p:spPr>
              <a:xfrm>
                <a:off x="28770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13" name="타원 20712">
                <a:extLst>
                  <a:ext uri="{FF2B5EF4-FFF2-40B4-BE49-F238E27FC236}">
                    <a16:creationId xmlns:a16="http://schemas.microsoft.com/office/drawing/2014/main" id="{24176181-D175-44C0-BC59-9EF5895C8ED8}"/>
                  </a:ext>
                </a:extLst>
              </p:cNvPr>
              <p:cNvSpPr/>
              <p:nvPr/>
            </p:nvSpPr>
            <p:spPr>
              <a:xfrm>
                <a:off x="30294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14" name="타원 20713">
                <a:extLst>
                  <a:ext uri="{FF2B5EF4-FFF2-40B4-BE49-F238E27FC236}">
                    <a16:creationId xmlns:a16="http://schemas.microsoft.com/office/drawing/2014/main" id="{C51EB2AF-71FD-4B97-BEA6-863102918CBE}"/>
                  </a:ext>
                </a:extLst>
              </p:cNvPr>
              <p:cNvSpPr/>
              <p:nvPr/>
            </p:nvSpPr>
            <p:spPr>
              <a:xfrm>
                <a:off x="31818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15" name="타원 20714">
                <a:extLst>
                  <a:ext uri="{FF2B5EF4-FFF2-40B4-BE49-F238E27FC236}">
                    <a16:creationId xmlns:a16="http://schemas.microsoft.com/office/drawing/2014/main" id="{6B35F538-8A17-49AE-A019-62305A15397B}"/>
                  </a:ext>
                </a:extLst>
              </p:cNvPr>
              <p:cNvSpPr/>
              <p:nvPr/>
            </p:nvSpPr>
            <p:spPr>
              <a:xfrm>
                <a:off x="33342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16" name="타원 20715">
                <a:extLst>
                  <a:ext uri="{FF2B5EF4-FFF2-40B4-BE49-F238E27FC236}">
                    <a16:creationId xmlns:a16="http://schemas.microsoft.com/office/drawing/2014/main" id="{577B9D40-813F-4C03-B2DD-41CC659E0F5C}"/>
                  </a:ext>
                </a:extLst>
              </p:cNvPr>
              <p:cNvSpPr/>
              <p:nvPr/>
            </p:nvSpPr>
            <p:spPr>
              <a:xfrm>
                <a:off x="34866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17" name="타원 20716">
                <a:extLst>
                  <a:ext uri="{FF2B5EF4-FFF2-40B4-BE49-F238E27FC236}">
                    <a16:creationId xmlns:a16="http://schemas.microsoft.com/office/drawing/2014/main" id="{BADBD9D0-1846-4067-B0B1-9C1C4961A561}"/>
                  </a:ext>
                </a:extLst>
              </p:cNvPr>
              <p:cNvSpPr/>
              <p:nvPr/>
            </p:nvSpPr>
            <p:spPr>
              <a:xfrm>
                <a:off x="36390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18" name="타원 20717">
                <a:extLst>
                  <a:ext uri="{FF2B5EF4-FFF2-40B4-BE49-F238E27FC236}">
                    <a16:creationId xmlns:a16="http://schemas.microsoft.com/office/drawing/2014/main" id="{CB5AC19B-043B-4FA9-A13D-916BED5DC529}"/>
                  </a:ext>
                </a:extLst>
              </p:cNvPr>
              <p:cNvSpPr/>
              <p:nvPr/>
            </p:nvSpPr>
            <p:spPr>
              <a:xfrm>
                <a:off x="37914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19" name="타원 20718">
                <a:extLst>
                  <a:ext uri="{FF2B5EF4-FFF2-40B4-BE49-F238E27FC236}">
                    <a16:creationId xmlns:a16="http://schemas.microsoft.com/office/drawing/2014/main" id="{6DA94212-E29F-4053-A9F1-3A8249933277}"/>
                  </a:ext>
                </a:extLst>
              </p:cNvPr>
              <p:cNvSpPr/>
              <p:nvPr/>
            </p:nvSpPr>
            <p:spPr>
              <a:xfrm>
                <a:off x="39438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20" name="타원 20719">
                <a:extLst>
                  <a:ext uri="{FF2B5EF4-FFF2-40B4-BE49-F238E27FC236}">
                    <a16:creationId xmlns:a16="http://schemas.microsoft.com/office/drawing/2014/main" id="{6DB99B64-55A8-496C-833C-F91FE10220C3}"/>
                  </a:ext>
                </a:extLst>
              </p:cNvPr>
              <p:cNvSpPr/>
              <p:nvPr/>
            </p:nvSpPr>
            <p:spPr>
              <a:xfrm>
                <a:off x="40962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21" name="타원 20720">
                <a:extLst>
                  <a:ext uri="{FF2B5EF4-FFF2-40B4-BE49-F238E27FC236}">
                    <a16:creationId xmlns:a16="http://schemas.microsoft.com/office/drawing/2014/main" id="{F99FB964-8002-4382-A6B9-2EE0C662002E}"/>
                  </a:ext>
                </a:extLst>
              </p:cNvPr>
              <p:cNvSpPr/>
              <p:nvPr/>
            </p:nvSpPr>
            <p:spPr>
              <a:xfrm>
                <a:off x="42486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22" name="타원 20721">
                <a:extLst>
                  <a:ext uri="{FF2B5EF4-FFF2-40B4-BE49-F238E27FC236}">
                    <a16:creationId xmlns:a16="http://schemas.microsoft.com/office/drawing/2014/main" id="{FA4D2E6D-C20B-4200-BB6A-D38997619124}"/>
                  </a:ext>
                </a:extLst>
              </p:cNvPr>
              <p:cNvSpPr/>
              <p:nvPr/>
            </p:nvSpPr>
            <p:spPr>
              <a:xfrm>
                <a:off x="44010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23" name="타원 20722">
                <a:extLst>
                  <a:ext uri="{FF2B5EF4-FFF2-40B4-BE49-F238E27FC236}">
                    <a16:creationId xmlns:a16="http://schemas.microsoft.com/office/drawing/2014/main" id="{F46FEC18-23C3-4931-859E-5DC144077ECF}"/>
                  </a:ext>
                </a:extLst>
              </p:cNvPr>
              <p:cNvSpPr/>
              <p:nvPr/>
            </p:nvSpPr>
            <p:spPr>
              <a:xfrm>
                <a:off x="45534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24" name="타원 20723">
                <a:extLst>
                  <a:ext uri="{FF2B5EF4-FFF2-40B4-BE49-F238E27FC236}">
                    <a16:creationId xmlns:a16="http://schemas.microsoft.com/office/drawing/2014/main" id="{69DF3D1A-B392-4C3F-AE6D-E662C66DAE10}"/>
                  </a:ext>
                </a:extLst>
              </p:cNvPr>
              <p:cNvSpPr/>
              <p:nvPr/>
            </p:nvSpPr>
            <p:spPr>
              <a:xfrm>
                <a:off x="47058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25" name="타원 20724">
                <a:extLst>
                  <a:ext uri="{FF2B5EF4-FFF2-40B4-BE49-F238E27FC236}">
                    <a16:creationId xmlns:a16="http://schemas.microsoft.com/office/drawing/2014/main" id="{289B6AA5-C405-45A7-90CD-D073E3F1D90E}"/>
                  </a:ext>
                </a:extLst>
              </p:cNvPr>
              <p:cNvSpPr/>
              <p:nvPr/>
            </p:nvSpPr>
            <p:spPr>
              <a:xfrm>
                <a:off x="48582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26" name="타원 20725">
                <a:extLst>
                  <a:ext uri="{FF2B5EF4-FFF2-40B4-BE49-F238E27FC236}">
                    <a16:creationId xmlns:a16="http://schemas.microsoft.com/office/drawing/2014/main" id="{BFA7F4D8-463B-4FCC-983D-2BE829FCB3E1}"/>
                  </a:ext>
                </a:extLst>
              </p:cNvPr>
              <p:cNvSpPr/>
              <p:nvPr/>
            </p:nvSpPr>
            <p:spPr>
              <a:xfrm>
                <a:off x="50106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27" name="타원 20726">
                <a:extLst>
                  <a:ext uri="{FF2B5EF4-FFF2-40B4-BE49-F238E27FC236}">
                    <a16:creationId xmlns:a16="http://schemas.microsoft.com/office/drawing/2014/main" id="{499D5962-E6A4-4068-A085-C0BE51EDD8D5}"/>
                  </a:ext>
                </a:extLst>
              </p:cNvPr>
              <p:cNvSpPr/>
              <p:nvPr/>
            </p:nvSpPr>
            <p:spPr>
              <a:xfrm>
                <a:off x="51630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28" name="타원 20727">
                <a:extLst>
                  <a:ext uri="{FF2B5EF4-FFF2-40B4-BE49-F238E27FC236}">
                    <a16:creationId xmlns:a16="http://schemas.microsoft.com/office/drawing/2014/main" id="{247CDB6F-5879-40D7-9864-F6BA9C632855}"/>
                  </a:ext>
                </a:extLst>
              </p:cNvPr>
              <p:cNvSpPr/>
              <p:nvPr/>
            </p:nvSpPr>
            <p:spPr>
              <a:xfrm>
                <a:off x="53154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29" name="타원 20728">
                <a:extLst>
                  <a:ext uri="{FF2B5EF4-FFF2-40B4-BE49-F238E27FC236}">
                    <a16:creationId xmlns:a16="http://schemas.microsoft.com/office/drawing/2014/main" id="{B82F7EAD-EC66-4840-A91F-6B2B22EA70B6}"/>
                  </a:ext>
                </a:extLst>
              </p:cNvPr>
              <p:cNvSpPr/>
              <p:nvPr/>
            </p:nvSpPr>
            <p:spPr>
              <a:xfrm>
                <a:off x="54678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30" name="타원 20729">
                <a:extLst>
                  <a:ext uri="{FF2B5EF4-FFF2-40B4-BE49-F238E27FC236}">
                    <a16:creationId xmlns:a16="http://schemas.microsoft.com/office/drawing/2014/main" id="{D09D9B28-5041-401E-83D0-AEE5F757A6C5}"/>
                  </a:ext>
                </a:extLst>
              </p:cNvPr>
              <p:cNvSpPr/>
              <p:nvPr/>
            </p:nvSpPr>
            <p:spPr>
              <a:xfrm>
                <a:off x="5620275" y="104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31" name="타원 20730">
                <a:extLst>
                  <a:ext uri="{FF2B5EF4-FFF2-40B4-BE49-F238E27FC236}">
                    <a16:creationId xmlns:a16="http://schemas.microsoft.com/office/drawing/2014/main" id="{388F0A0D-4820-4C1C-926E-C760C75DA242}"/>
                  </a:ext>
                </a:extLst>
              </p:cNvPr>
              <p:cNvSpPr/>
              <p:nvPr/>
            </p:nvSpPr>
            <p:spPr>
              <a:xfrm>
                <a:off x="2862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32" name="타원 20731">
                <a:extLst>
                  <a:ext uri="{FF2B5EF4-FFF2-40B4-BE49-F238E27FC236}">
                    <a16:creationId xmlns:a16="http://schemas.microsoft.com/office/drawing/2014/main" id="{9F932A83-4616-4F1F-B1DD-97F1E1FF808B}"/>
                  </a:ext>
                </a:extLst>
              </p:cNvPr>
              <p:cNvSpPr/>
              <p:nvPr/>
            </p:nvSpPr>
            <p:spPr>
              <a:xfrm>
                <a:off x="4386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33" name="타원 20732">
                <a:extLst>
                  <a:ext uri="{FF2B5EF4-FFF2-40B4-BE49-F238E27FC236}">
                    <a16:creationId xmlns:a16="http://schemas.microsoft.com/office/drawing/2014/main" id="{0CED302C-F3DC-4B51-9EAC-92E3F4F076D3}"/>
                  </a:ext>
                </a:extLst>
              </p:cNvPr>
              <p:cNvSpPr/>
              <p:nvPr/>
            </p:nvSpPr>
            <p:spPr>
              <a:xfrm>
                <a:off x="5910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34" name="타원 20733">
                <a:extLst>
                  <a:ext uri="{FF2B5EF4-FFF2-40B4-BE49-F238E27FC236}">
                    <a16:creationId xmlns:a16="http://schemas.microsoft.com/office/drawing/2014/main" id="{A7DA35B3-AADF-4193-AA7C-E9DADC99525A}"/>
                  </a:ext>
                </a:extLst>
              </p:cNvPr>
              <p:cNvSpPr/>
              <p:nvPr/>
            </p:nvSpPr>
            <p:spPr>
              <a:xfrm>
                <a:off x="7434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35" name="타원 20734">
                <a:extLst>
                  <a:ext uri="{FF2B5EF4-FFF2-40B4-BE49-F238E27FC236}">
                    <a16:creationId xmlns:a16="http://schemas.microsoft.com/office/drawing/2014/main" id="{166DE9AB-C566-4E03-8BBC-91992E678B1D}"/>
                  </a:ext>
                </a:extLst>
              </p:cNvPr>
              <p:cNvSpPr/>
              <p:nvPr/>
            </p:nvSpPr>
            <p:spPr>
              <a:xfrm>
                <a:off x="8958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36" name="타원 20735">
                <a:extLst>
                  <a:ext uri="{FF2B5EF4-FFF2-40B4-BE49-F238E27FC236}">
                    <a16:creationId xmlns:a16="http://schemas.microsoft.com/office/drawing/2014/main" id="{9A573427-6861-4EE9-8F13-3C9D900CF8AD}"/>
                  </a:ext>
                </a:extLst>
              </p:cNvPr>
              <p:cNvSpPr/>
              <p:nvPr/>
            </p:nvSpPr>
            <p:spPr>
              <a:xfrm>
                <a:off x="10482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37" name="타원 20736">
                <a:extLst>
                  <a:ext uri="{FF2B5EF4-FFF2-40B4-BE49-F238E27FC236}">
                    <a16:creationId xmlns:a16="http://schemas.microsoft.com/office/drawing/2014/main" id="{CBE8F86A-7366-47CC-81AA-3BDAF63522D2}"/>
                  </a:ext>
                </a:extLst>
              </p:cNvPr>
              <p:cNvSpPr/>
              <p:nvPr/>
            </p:nvSpPr>
            <p:spPr>
              <a:xfrm>
                <a:off x="12006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38" name="타원 20737">
                <a:extLst>
                  <a:ext uri="{FF2B5EF4-FFF2-40B4-BE49-F238E27FC236}">
                    <a16:creationId xmlns:a16="http://schemas.microsoft.com/office/drawing/2014/main" id="{F506436B-1F4B-4EBA-AD9F-2FD72762082E}"/>
                  </a:ext>
                </a:extLst>
              </p:cNvPr>
              <p:cNvSpPr/>
              <p:nvPr/>
            </p:nvSpPr>
            <p:spPr>
              <a:xfrm>
                <a:off x="13530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39" name="타원 20738">
                <a:extLst>
                  <a:ext uri="{FF2B5EF4-FFF2-40B4-BE49-F238E27FC236}">
                    <a16:creationId xmlns:a16="http://schemas.microsoft.com/office/drawing/2014/main" id="{EDC0771A-5498-4AB1-A3C4-580D0D7D6FEA}"/>
                  </a:ext>
                </a:extLst>
              </p:cNvPr>
              <p:cNvSpPr/>
              <p:nvPr/>
            </p:nvSpPr>
            <p:spPr>
              <a:xfrm>
                <a:off x="15054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40" name="타원 20739">
                <a:extLst>
                  <a:ext uri="{FF2B5EF4-FFF2-40B4-BE49-F238E27FC236}">
                    <a16:creationId xmlns:a16="http://schemas.microsoft.com/office/drawing/2014/main" id="{15CB24D8-06E4-4A38-803D-1E099DC10FE9}"/>
                  </a:ext>
                </a:extLst>
              </p:cNvPr>
              <p:cNvSpPr/>
              <p:nvPr/>
            </p:nvSpPr>
            <p:spPr>
              <a:xfrm>
                <a:off x="16578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41" name="타원 20740">
                <a:extLst>
                  <a:ext uri="{FF2B5EF4-FFF2-40B4-BE49-F238E27FC236}">
                    <a16:creationId xmlns:a16="http://schemas.microsoft.com/office/drawing/2014/main" id="{9809B39B-59FF-4F0C-9BC5-52B822BAB386}"/>
                  </a:ext>
                </a:extLst>
              </p:cNvPr>
              <p:cNvSpPr/>
              <p:nvPr/>
            </p:nvSpPr>
            <p:spPr>
              <a:xfrm>
                <a:off x="18102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42" name="타원 20741">
                <a:extLst>
                  <a:ext uri="{FF2B5EF4-FFF2-40B4-BE49-F238E27FC236}">
                    <a16:creationId xmlns:a16="http://schemas.microsoft.com/office/drawing/2014/main" id="{2C101D0E-7011-4FD3-B3F3-86431F56A03A}"/>
                  </a:ext>
                </a:extLst>
              </p:cNvPr>
              <p:cNvSpPr/>
              <p:nvPr/>
            </p:nvSpPr>
            <p:spPr>
              <a:xfrm>
                <a:off x="19626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43" name="타원 20742">
                <a:extLst>
                  <a:ext uri="{FF2B5EF4-FFF2-40B4-BE49-F238E27FC236}">
                    <a16:creationId xmlns:a16="http://schemas.microsoft.com/office/drawing/2014/main" id="{3836C0EA-017E-4D36-BEA0-447F3F298B0E}"/>
                  </a:ext>
                </a:extLst>
              </p:cNvPr>
              <p:cNvSpPr/>
              <p:nvPr/>
            </p:nvSpPr>
            <p:spPr>
              <a:xfrm>
                <a:off x="21150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44" name="타원 20743">
                <a:extLst>
                  <a:ext uri="{FF2B5EF4-FFF2-40B4-BE49-F238E27FC236}">
                    <a16:creationId xmlns:a16="http://schemas.microsoft.com/office/drawing/2014/main" id="{C0E0AF83-E5ED-4F87-88A1-283837468B68}"/>
                  </a:ext>
                </a:extLst>
              </p:cNvPr>
              <p:cNvSpPr/>
              <p:nvPr/>
            </p:nvSpPr>
            <p:spPr>
              <a:xfrm>
                <a:off x="22674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45" name="타원 20744">
                <a:extLst>
                  <a:ext uri="{FF2B5EF4-FFF2-40B4-BE49-F238E27FC236}">
                    <a16:creationId xmlns:a16="http://schemas.microsoft.com/office/drawing/2014/main" id="{ADB2CDA1-3E8E-4470-AE79-C62A5C965543}"/>
                  </a:ext>
                </a:extLst>
              </p:cNvPr>
              <p:cNvSpPr/>
              <p:nvPr/>
            </p:nvSpPr>
            <p:spPr>
              <a:xfrm>
                <a:off x="24198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46" name="타원 20745">
                <a:extLst>
                  <a:ext uri="{FF2B5EF4-FFF2-40B4-BE49-F238E27FC236}">
                    <a16:creationId xmlns:a16="http://schemas.microsoft.com/office/drawing/2014/main" id="{45B22B48-E056-432B-879E-512B806E1BF4}"/>
                  </a:ext>
                </a:extLst>
              </p:cNvPr>
              <p:cNvSpPr/>
              <p:nvPr/>
            </p:nvSpPr>
            <p:spPr>
              <a:xfrm>
                <a:off x="25722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47" name="타원 20746">
                <a:extLst>
                  <a:ext uri="{FF2B5EF4-FFF2-40B4-BE49-F238E27FC236}">
                    <a16:creationId xmlns:a16="http://schemas.microsoft.com/office/drawing/2014/main" id="{3F65E71B-1D49-46C8-9820-A39C136A4E5E}"/>
                  </a:ext>
                </a:extLst>
              </p:cNvPr>
              <p:cNvSpPr/>
              <p:nvPr/>
            </p:nvSpPr>
            <p:spPr>
              <a:xfrm>
                <a:off x="27246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48" name="타원 20747">
                <a:extLst>
                  <a:ext uri="{FF2B5EF4-FFF2-40B4-BE49-F238E27FC236}">
                    <a16:creationId xmlns:a16="http://schemas.microsoft.com/office/drawing/2014/main" id="{5F73F6A4-C544-42F8-B640-B30DB9565DCD}"/>
                  </a:ext>
                </a:extLst>
              </p:cNvPr>
              <p:cNvSpPr/>
              <p:nvPr/>
            </p:nvSpPr>
            <p:spPr>
              <a:xfrm>
                <a:off x="28770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49" name="타원 20748">
                <a:extLst>
                  <a:ext uri="{FF2B5EF4-FFF2-40B4-BE49-F238E27FC236}">
                    <a16:creationId xmlns:a16="http://schemas.microsoft.com/office/drawing/2014/main" id="{218FF11B-CC37-4067-A1F5-59E99194399A}"/>
                  </a:ext>
                </a:extLst>
              </p:cNvPr>
              <p:cNvSpPr/>
              <p:nvPr/>
            </p:nvSpPr>
            <p:spPr>
              <a:xfrm>
                <a:off x="30294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50" name="타원 20749">
                <a:extLst>
                  <a:ext uri="{FF2B5EF4-FFF2-40B4-BE49-F238E27FC236}">
                    <a16:creationId xmlns:a16="http://schemas.microsoft.com/office/drawing/2014/main" id="{9E0BE2BA-A199-464F-95D7-FB1700765554}"/>
                  </a:ext>
                </a:extLst>
              </p:cNvPr>
              <p:cNvSpPr/>
              <p:nvPr/>
            </p:nvSpPr>
            <p:spPr>
              <a:xfrm>
                <a:off x="31818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51" name="타원 20750">
                <a:extLst>
                  <a:ext uri="{FF2B5EF4-FFF2-40B4-BE49-F238E27FC236}">
                    <a16:creationId xmlns:a16="http://schemas.microsoft.com/office/drawing/2014/main" id="{E9950837-53DF-4EB8-A76D-A47827512320}"/>
                  </a:ext>
                </a:extLst>
              </p:cNvPr>
              <p:cNvSpPr/>
              <p:nvPr/>
            </p:nvSpPr>
            <p:spPr>
              <a:xfrm>
                <a:off x="33342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52" name="타원 20751">
                <a:extLst>
                  <a:ext uri="{FF2B5EF4-FFF2-40B4-BE49-F238E27FC236}">
                    <a16:creationId xmlns:a16="http://schemas.microsoft.com/office/drawing/2014/main" id="{309FF4C0-203A-41D4-BECC-E563C6AB6124}"/>
                  </a:ext>
                </a:extLst>
              </p:cNvPr>
              <p:cNvSpPr/>
              <p:nvPr/>
            </p:nvSpPr>
            <p:spPr>
              <a:xfrm>
                <a:off x="34866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53" name="타원 20752">
                <a:extLst>
                  <a:ext uri="{FF2B5EF4-FFF2-40B4-BE49-F238E27FC236}">
                    <a16:creationId xmlns:a16="http://schemas.microsoft.com/office/drawing/2014/main" id="{2926A876-22E2-4A64-AA63-D0D6116E3FA7}"/>
                  </a:ext>
                </a:extLst>
              </p:cNvPr>
              <p:cNvSpPr/>
              <p:nvPr/>
            </p:nvSpPr>
            <p:spPr>
              <a:xfrm>
                <a:off x="36390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54" name="타원 20753">
                <a:extLst>
                  <a:ext uri="{FF2B5EF4-FFF2-40B4-BE49-F238E27FC236}">
                    <a16:creationId xmlns:a16="http://schemas.microsoft.com/office/drawing/2014/main" id="{A578F19C-759C-48C5-BDE0-561DBB65FDF7}"/>
                  </a:ext>
                </a:extLst>
              </p:cNvPr>
              <p:cNvSpPr/>
              <p:nvPr/>
            </p:nvSpPr>
            <p:spPr>
              <a:xfrm>
                <a:off x="37914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55" name="타원 20754">
                <a:extLst>
                  <a:ext uri="{FF2B5EF4-FFF2-40B4-BE49-F238E27FC236}">
                    <a16:creationId xmlns:a16="http://schemas.microsoft.com/office/drawing/2014/main" id="{24B69BA6-E372-415D-A49B-7AB38C57736A}"/>
                  </a:ext>
                </a:extLst>
              </p:cNvPr>
              <p:cNvSpPr/>
              <p:nvPr/>
            </p:nvSpPr>
            <p:spPr>
              <a:xfrm>
                <a:off x="39438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56" name="타원 20755">
                <a:extLst>
                  <a:ext uri="{FF2B5EF4-FFF2-40B4-BE49-F238E27FC236}">
                    <a16:creationId xmlns:a16="http://schemas.microsoft.com/office/drawing/2014/main" id="{D05C01C5-D460-4811-BE74-507408789EAC}"/>
                  </a:ext>
                </a:extLst>
              </p:cNvPr>
              <p:cNvSpPr/>
              <p:nvPr/>
            </p:nvSpPr>
            <p:spPr>
              <a:xfrm>
                <a:off x="40962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57" name="타원 20756">
                <a:extLst>
                  <a:ext uri="{FF2B5EF4-FFF2-40B4-BE49-F238E27FC236}">
                    <a16:creationId xmlns:a16="http://schemas.microsoft.com/office/drawing/2014/main" id="{840C9251-13E4-4B28-9781-241F8AEE99AA}"/>
                  </a:ext>
                </a:extLst>
              </p:cNvPr>
              <p:cNvSpPr/>
              <p:nvPr/>
            </p:nvSpPr>
            <p:spPr>
              <a:xfrm>
                <a:off x="42486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58" name="타원 20757">
                <a:extLst>
                  <a:ext uri="{FF2B5EF4-FFF2-40B4-BE49-F238E27FC236}">
                    <a16:creationId xmlns:a16="http://schemas.microsoft.com/office/drawing/2014/main" id="{21D8E601-A04F-47D8-8175-43B8A267FFE9}"/>
                  </a:ext>
                </a:extLst>
              </p:cNvPr>
              <p:cNvSpPr/>
              <p:nvPr/>
            </p:nvSpPr>
            <p:spPr>
              <a:xfrm>
                <a:off x="44010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59" name="타원 20758">
                <a:extLst>
                  <a:ext uri="{FF2B5EF4-FFF2-40B4-BE49-F238E27FC236}">
                    <a16:creationId xmlns:a16="http://schemas.microsoft.com/office/drawing/2014/main" id="{D401D1C4-BC79-4BF7-8979-5F6FCC74748C}"/>
                  </a:ext>
                </a:extLst>
              </p:cNvPr>
              <p:cNvSpPr/>
              <p:nvPr/>
            </p:nvSpPr>
            <p:spPr>
              <a:xfrm>
                <a:off x="45534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60" name="타원 20759">
                <a:extLst>
                  <a:ext uri="{FF2B5EF4-FFF2-40B4-BE49-F238E27FC236}">
                    <a16:creationId xmlns:a16="http://schemas.microsoft.com/office/drawing/2014/main" id="{D40C3F94-C981-4723-A3C2-8F27C07E9426}"/>
                  </a:ext>
                </a:extLst>
              </p:cNvPr>
              <p:cNvSpPr/>
              <p:nvPr/>
            </p:nvSpPr>
            <p:spPr>
              <a:xfrm>
                <a:off x="47058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61" name="타원 20760">
                <a:extLst>
                  <a:ext uri="{FF2B5EF4-FFF2-40B4-BE49-F238E27FC236}">
                    <a16:creationId xmlns:a16="http://schemas.microsoft.com/office/drawing/2014/main" id="{5316DEE8-B0B9-4E1A-A3F8-CB3D92604CFA}"/>
                  </a:ext>
                </a:extLst>
              </p:cNvPr>
              <p:cNvSpPr/>
              <p:nvPr/>
            </p:nvSpPr>
            <p:spPr>
              <a:xfrm>
                <a:off x="48582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62" name="타원 20761">
                <a:extLst>
                  <a:ext uri="{FF2B5EF4-FFF2-40B4-BE49-F238E27FC236}">
                    <a16:creationId xmlns:a16="http://schemas.microsoft.com/office/drawing/2014/main" id="{6CF3C24A-4E76-4AAD-81AE-23D768A7A80B}"/>
                  </a:ext>
                </a:extLst>
              </p:cNvPr>
              <p:cNvSpPr/>
              <p:nvPr/>
            </p:nvSpPr>
            <p:spPr>
              <a:xfrm>
                <a:off x="50106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63" name="타원 20762">
                <a:extLst>
                  <a:ext uri="{FF2B5EF4-FFF2-40B4-BE49-F238E27FC236}">
                    <a16:creationId xmlns:a16="http://schemas.microsoft.com/office/drawing/2014/main" id="{22B32A08-02EB-46F5-8FE4-28EF676CB2B5}"/>
                  </a:ext>
                </a:extLst>
              </p:cNvPr>
              <p:cNvSpPr/>
              <p:nvPr/>
            </p:nvSpPr>
            <p:spPr>
              <a:xfrm>
                <a:off x="51630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64" name="타원 20763">
                <a:extLst>
                  <a:ext uri="{FF2B5EF4-FFF2-40B4-BE49-F238E27FC236}">
                    <a16:creationId xmlns:a16="http://schemas.microsoft.com/office/drawing/2014/main" id="{D16DD62E-27A9-49F4-8782-D75F8DF303CA}"/>
                  </a:ext>
                </a:extLst>
              </p:cNvPr>
              <p:cNvSpPr/>
              <p:nvPr/>
            </p:nvSpPr>
            <p:spPr>
              <a:xfrm>
                <a:off x="53154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65" name="타원 20764">
                <a:extLst>
                  <a:ext uri="{FF2B5EF4-FFF2-40B4-BE49-F238E27FC236}">
                    <a16:creationId xmlns:a16="http://schemas.microsoft.com/office/drawing/2014/main" id="{D9924364-342C-4C1F-90F9-8EDAE54BC0F3}"/>
                  </a:ext>
                </a:extLst>
              </p:cNvPr>
              <p:cNvSpPr/>
              <p:nvPr/>
            </p:nvSpPr>
            <p:spPr>
              <a:xfrm>
                <a:off x="54678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66" name="타원 20765">
                <a:extLst>
                  <a:ext uri="{FF2B5EF4-FFF2-40B4-BE49-F238E27FC236}">
                    <a16:creationId xmlns:a16="http://schemas.microsoft.com/office/drawing/2014/main" id="{24F22E45-22DD-410C-AF47-B7B6D049E4D6}"/>
                  </a:ext>
                </a:extLst>
              </p:cNvPr>
              <p:cNvSpPr/>
              <p:nvPr/>
            </p:nvSpPr>
            <p:spPr>
              <a:xfrm>
                <a:off x="5620275" y="119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67" name="타원 20766">
                <a:extLst>
                  <a:ext uri="{FF2B5EF4-FFF2-40B4-BE49-F238E27FC236}">
                    <a16:creationId xmlns:a16="http://schemas.microsoft.com/office/drawing/2014/main" id="{A13E84EA-6E07-4DC5-A3D0-F2165E0CA262}"/>
                  </a:ext>
                </a:extLst>
              </p:cNvPr>
              <p:cNvSpPr/>
              <p:nvPr/>
            </p:nvSpPr>
            <p:spPr>
              <a:xfrm>
                <a:off x="2862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68" name="타원 20767">
                <a:extLst>
                  <a:ext uri="{FF2B5EF4-FFF2-40B4-BE49-F238E27FC236}">
                    <a16:creationId xmlns:a16="http://schemas.microsoft.com/office/drawing/2014/main" id="{87EEE7A5-C6F0-43DC-ABA5-6CB9BEA05E36}"/>
                  </a:ext>
                </a:extLst>
              </p:cNvPr>
              <p:cNvSpPr/>
              <p:nvPr/>
            </p:nvSpPr>
            <p:spPr>
              <a:xfrm>
                <a:off x="4386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69" name="타원 20768">
                <a:extLst>
                  <a:ext uri="{FF2B5EF4-FFF2-40B4-BE49-F238E27FC236}">
                    <a16:creationId xmlns:a16="http://schemas.microsoft.com/office/drawing/2014/main" id="{404C6965-C6A7-4AB2-9BB3-7381D56384FE}"/>
                  </a:ext>
                </a:extLst>
              </p:cNvPr>
              <p:cNvSpPr/>
              <p:nvPr/>
            </p:nvSpPr>
            <p:spPr>
              <a:xfrm>
                <a:off x="5910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70" name="타원 20769">
                <a:extLst>
                  <a:ext uri="{FF2B5EF4-FFF2-40B4-BE49-F238E27FC236}">
                    <a16:creationId xmlns:a16="http://schemas.microsoft.com/office/drawing/2014/main" id="{C3232006-1BE1-4D4B-A279-94777704EE0C}"/>
                  </a:ext>
                </a:extLst>
              </p:cNvPr>
              <p:cNvSpPr/>
              <p:nvPr/>
            </p:nvSpPr>
            <p:spPr>
              <a:xfrm>
                <a:off x="7434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71" name="타원 20770">
                <a:extLst>
                  <a:ext uri="{FF2B5EF4-FFF2-40B4-BE49-F238E27FC236}">
                    <a16:creationId xmlns:a16="http://schemas.microsoft.com/office/drawing/2014/main" id="{CBBF19FB-4FF6-449F-BEBB-A65F38A8B2D4}"/>
                  </a:ext>
                </a:extLst>
              </p:cNvPr>
              <p:cNvSpPr/>
              <p:nvPr/>
            </p:nvSpPr>
            <p:spPr>
              <a:xfrm>
                <a:off x="8958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72" name="타원 20771">
                <a:extLst>
                  <a:ext uri="{FF2B5EF4-FFF2-40B4-BE49-F238E27FC236}">
                    <a16:creationId xmlns:a16="http://schemas.microsoft.com/office/drawing/2014/main" id="{4D6CCF29-A461-43BD-BA3A-8953998DB017}"/>
                  </a:ext>
                </a:extLst>
              </p:cNvPr>
              <p:cNvSpPr/>
              <p:nvPr/>
            </p:nvSpPr>
            <p:spPr>
              <a:xfrm>
                <a:off x="10482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73" name="타원 20772">
                <a:extLst>
                  <a:ext uri="{FF2B5EF4-FFF2-40B4-BE49-F238E27FC236}">
                    <a16:creationId xmlns:a16="http://schemas.microsoft.com/office/drawing/2014/main" id="{6B4F3EED-EF18-4337-889F-4E169DE8A42C}"/>
                  </a:ext>
                </a:extLst>
              </p:cNvPr>
              <p:cNvSpPr/>
              <p:nvPr/>
            </p:nvSpPr>
            <p:spPr>
              <a:xfrm>
                <a:off x="12006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74" name="타원 20773">
                <a:extLst>
                  <a:ext uri="{FF2B5EF4-FFF2-40B4-BE49-F238E27FC236}">
                    <a16:creationId xmlns:a16="http://schemas.microsoft.com/office/drawing/2014/main" id="{4684B814-338E-4C76-8C32-C6F8BEEBB19E}"/>
                  </a:ext>
                </a:extLst>
              </p:cNvPr>
              <p:cNvSpPr/>
              <p:nvPr/>
            </p:nvSpPr>
            <p:spPr>
              <a:xfrm>
                <a:off x="13530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75" name="타원 20774">
                <a:extLst>
                  <a:ext uri="{FF2B5EF4-FFF2-40B4-BE49-F238E27FC236}">
                    <a16:creationId xmlns:a16="http://schemas.microsoft.com/office/drawing/2014/main" id="{47675269-4420-4DCD-9448-D7FBB45DEDFE}"/>
                  </a:ext>
                </a:extLst>
              </p:cNvPr>
              <p:cNvSpPr/>
              <p:nvPr/>
            </p:nvSpPr>
            <p:spPr>
              <a:xfrm>
                <a:off x="15054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76" name="타원 20775">
                <a:extLst>
                  <a:ext uri="{FF2B5EF4-FFF2-40B4-BE49-F238E27FC236}">
                    <a16:creationId xmlns:a16="http://schemas.microsoft.com/office/drawing/2014/main" id="{BB139D49-010D-4319-B94E-070E7FD78BBD}"/>
                  </a:ext>
                </a:extLst>
              </p:cNvPr>
              <p:cNvSpPr/>
              <p:nvPr/>
            </p:nvSpPr>
            <p:spPr>
              <a:xfrm>
                <a:off x="16578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77" name="타원 20776">
                <a:extLst>
                  <a:ext uri="{FF2B5EF4-FFF2-40B4-BE49-F238E27FC236}">
                    <a16:creationId xmlns:a16="http://schemas.microsoft.com/office/drawing/2014/main" id="{5027ABD1-F98E-4471-A7D0-7FD4D3EF6CEB}"/>
                  </a:ext>
                </a:extLst>
              </p:cNvPr>
              <p:cNvSpPr/>
              <p:nvPr/>
            </p:nvSpPr>
            <p:spPr>
              <a:xfrm>
                <a:off x="18102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78" name="타원 20777">
                <a:extLst>
                  <a:ext uri="{FF2B5EF4-FFF2-40B4-BE49-F238E27FC236}">
                    <a16:creationId xmlns:a16="http://schemas.microsoft.com/office/drawing/2014/main" id="{0443D309-96F7-4C8A-8C08-C93FE9A55C99}"/>
                  </a:ext>
                </a:extLst>
              </p:cNvPr>
              <p:cNvSpPr/>
              <p:nvPr/>
            </p:nvSpPr>
            <p:spPr>
              <a:xfrm>
                <a:off x="19626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79" name="타원 20778">
                <a:extLst>
                  <a:ext uri="{FF2B5EF4-FFF2-40B4-BE49-F238E27FC236}">
                    <a16:creationId xmlns:a16="http://schemas.microsoft.com/office/drawing/2014/main" id="{1D684953-7D70-4D77-98D8-CB3D157027A0}"/>
                  </a:ext>
                </a:extLst>
              </p:cNvPr>
              <p:cNvSpPr/>
              <p:nvPr/>
            </p:nvSpPr>
            <p:spPr>
              <a:xfrm>
                <a:off x="21150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80" name="타원 20779">
                <a:extLst>
                  <a:ext uri="{FF2B5EF4-FFF2-40B4-BE49-F238E27FC236}">
                    <a16:creationId xmlns:a16="http://schemas.microsoft.com/office/drawing/2014/main" id="{9D70F713-F177-492C-9589-8CFD745CA17E}"/>
                  </a:ext>
                </a:extLst>
              </p:cNvPr>
              <p:cNvSpPr/>
              <p:nvPr/>
            </p:nvSpPr>
            <p:spPr>
              <a:xfrm>
                <a:off x="22674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81" name="타원 20780">
                <a:extLst>
                  <a:ext uri="{FF2B5EF4-FFF2-40B4-BE49-F238E27FC236}">
                    <a16:creationId xmlns:a16="http://schemas.microsoft.com/office/drawing/2014/main" id="{217D018B-44C2-474A-902D-7AB6526C6F26}"/>
                  </a:ext>
                </a:extLst>
              </p:cNvPr>
              <p:cNvSpPr/>
              <p:nvPr/>
            </p:nvSpPr>
            <p:spPr>
              <a:xfrm>
                <a:off x="24198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82" name="타원 20781">
                <a:extLst>
                  <a:ext uri="{FF2B5EF4-FFF2-40B4-BE49-F238E27FC236}">
                    <a16:creationId xmlns:a16="http://schemas.microsoft.com/office/drawing/2014/main" id="{7119E144-E806-422C-928F-9875F31D2F1C}"/>
                  </a:ext>
                </a:extLst>
              </p:cNvPr>
              <p:cNvSpPr/>
              <p:nvPr/>
            </p:nvSpPr>
            <p:spPr>
              <a:xfrm>
                <a:off x="25722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83" name="타원 20782">
                <a:extLst>
                  <a:ext uri="{FF2B5EF4-FFF2-40B4-BE49-F238E27FC236}">
                    <a16:creationId xmlns:a16="http://schemas.microsoft.com/office/drawing/2014/main" id="{DF627180-B616-4720-BDEC-DA339668BBBD}"/>
                  </a:ext>
                </a:extLst>
              </p:cNvPr>
              <p:cNvSpPr/>
              <p:nvPr/>
            </p:nvSpPr>
            <p:spPr>
              <a:xfrm>
                <a:off x="27246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84" name="타원 20783">
                <a:extLst>
                  <a:ext uri="{FF2B5EF4-FFF2-40B4-BE49-F238E27FC236}">
                    <a16:creationId xmlns:a16="http://schemas.microsoft.com/office/drawing/2014/main" id="{7510597E-6403-41F1-BF5B-290648F95FAC}"/>
                  </a:ext>
                </a:extLst>
              </p:cNvPr>
              <p:cNvSpPr/>
              <p:nvPr/>
            </p:nvSpPr>
            <p:spPr>
              <a:xfrm>
                <a:off x="28770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85" name="타원 20784">
                <a:extLst>
                  <a:ext uri="{FF2B5EF4-FFF2-40B4-BE49-F238E27FC236}">
                    <a16:creationId xmlns:a16="http://schemas.microsoft.com/office/drawing/2014/main" id="{FCA564FC-17C8-45CD-B5C1-E43BD43BA391}"/>
                  </a:ext>
                </a:extLst>
              </p:cNvPr>
              <p:cNvSpPr/>
              <p:nvPr/>
            </p:nvSpPr>
            <p:spPr>
              <a:xfrm>
                <a:off x="30294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86" name="타원 20785">
                <a:extLst>
                  <a:ext uri="{FF2B5EF4-FFF2-40B4-BE49-F238E27FC236}">
                    <a16:creationId xmlns:a16="http://schemas.microsoft.com/office/drawing/2014/main" id="{CF0B00BC-B52E-4798-8B2D-481E0B2D93B0}"/>
                  </a:ext>
                </a:extLst>
              </p:cNvPr>
              <p:cNvSpPr/>
              <p:nvPr/>
            </p:nvSpPr>
            <p:spPr>
              <a:xfrm>
                <a:off x="31818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87" name="타원 20786">
                <a:extLst>
                  <a:ext uri="{FF2B5EF4-FFF2-40B4-BE49-F238E27FC236}">
                    <a16:creationId xmlns:a16="http://schemas.microsoft.com/office/drawing/2014/main" id="{06AE866B-2B3D-4470-BBE1-74B89235C201}"/>
                  </a:ext>
                </a:extLst>
              </p:cNvPr>
              <p:cNvSpPr/>
              <p:nvPr/>
            </p:nvSpPr>
            <p:spPr>
              <a:xfrm>
                <a:off x="33342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88" name="타원 20787">
                <a:extLst>
                  <a:ext uri="{FF2B5EF4-FFF2-40B4-BE49-F238E27FC236}">
                    <a16:creationId xmlns:a16="http://schemas.microsoft.com/office/drawing/2014/main" id="{816650C3-4B7E-4DFA-9B3B-7E8534727AE2}"/>
                  </a:ext>
                </a:extLst>
              </p:cNvPr>
              <p:cNvSpPr/>
              <p:nvPr/>
            </p:nvSpPr>
            <p:spPr>
              <a:xfrm>
                <a:off x="34866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89" name="타원 20788">
                <a:extLst>
                  <a:ext uri="{FF2B5EF4-FFF2-40B4-BE49-F238E27FC236}">
                    <a16:creationId xmlns:a16="http://schemas.microsoft.com/office/drawing/2014/main" id="{476D3B64-00B9-4EC1-9270-81DC6952643A}"/>
                  </a:ext>
                </a:extLst>
              </p:cNvPr>
              <p:cNvSpPr/>
              <p:nvPr/>
            </p:nvSpPr>
            <p:spPr>
              <a:xfrm>
                <a:off x="36390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90" name="타원 20789">
                <a:extLst>
                  <a:ext uri="{FF2B5EF4-FFF2-40B4-BE49-F238E27FC236}">
                    <a16:creationId xmlns:a16="http://schemas.microsoft.com/office/drawing/2014/main" id="{B72D4EC3-C872-41B3-A495-9F0DC42798E3}"/>
                  </a:ext>
                </a:extLst>
              </p:cNvPr>
              <p:cNvSpPr/>
              <p:nvPr/>
            </p:nvSpPr>
            <p:spPr>
              <a:xfrm>
                <a:off x="37914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91" name="타원 20790">
                <a:extLst>
                  <a:ext uri="{FF2B5EF4-FFF2-40B4-BE49-F238E27FC236}">
                    <a16:creationId xmlns:a16="http://schemas.microsoft.com/office/drawing/2014/main" id="{B7331ACE-4B76-4DF4-8611-3EC786AC683D}"/>
                  </a:ext>
                </a:extLst>
              </p:cNvPr>
              <p:cNvSpPr/>
              <p:nvPr/>
            </p:nvSpPr>
            <p:spPr>
              <a:xfrm>
                <a:off x="39438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92" name="타원 20791">
                <a:extLst>
                  <a:ext uri="{FF2B5EF4-FFF2-40B4-BE49-F238E27FC236}">
                    <a16:creationId xmlns:a16="http://schemas.microsoft.com/office/drawing/2014/main" id="{AF76C461-E57D-4064-BB1D-DDDFF4F3C331}"/>
                  </a:ext>
                </a:extLst>
              </p:cNvPr>
              <p:cNvSpPr/>
              <p:nvPr/>
            </p:nvSpPr>
            <p:spPr>
              <a:xfrm>
                <a:off x="40962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93" name="타원 20792">
                <a:extLst>
                  <a:ext uri="{FF2B5EF4-FFF2-40B4-BE49-F238E27FC236}">
                    <a16:creationId xmlns:a16="http://schemas.microsoft.com/office/drawing/2014/main" id="{CDD4EFD4-CB82-4752-A402-1042B85867D0}"/>
                  </a:ext>
                </a:extLst>
              </p:cNvPr>
              <p:cNvSpPr/>
              <p:nvPr/>
            </p:nvSpPr>
            <p:spPr>
              <a:xfrm>
                <a:off x="42486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94" name="타원 20793">
                <a:extLst>
                  <a:ext uri="{FF2B5EF4-FFF2-40B4-BE49-F238E27FC236}">
                    <a16:creationId xmlns:a16="http://schemas.microsoft.com/office/drawing/2014/main" id="{62AB2A25-5476-4DE9-8993-6A205CBD8DAA}"/>
                  </a:ext>
                </a:extLst>
              </p:cNvPr>
              <p:cNvSpPr/>
              <p:nvPr/>
            </p:nvSpPr>
            <p:spPr>
              <a:xfrm>
                <a:off x="44010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95" name="타원 20794">
                <a:extLst>
                  <a:ext uri="{FF2B5EF4-FFF2-40B4-BE49-F238E27FC236}">
                    <a16:creationId xmlns:a16="http://schemas.microsoft.com/office/drawing/2014/main" id="{F461C17D-DD1B-4265-A667-A551A52BE7F6}"/>
                  </a:ext>
                </a:extLst>
              </p:cNvPr>
              <p:cNvSpPr/>
              <p:nvPr/>
            </p:nvSpPr>
            <p:spPr>
              <a:xfrm>
                <a:off x="45534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96" name="타원 20795">
                <a:extLst>
                  <a:ext uri="{FF2B5EF4-FFF2-40B4-BE49-F238E27FC236}">
                    <a16:creationId xmlns:a16="http://schemas.microsoft.com/office/drawing/2014/main" id="{4EF8087C-98D7-4E6F-A4F1-A2748F1D0D7E}"/>
                  </a:ext>
                </a:extLst>
              </p:cNvPr>
              <p:cNvSpPr/>
              <p:nvPr/>
            </p:nvSpPr>
            <p:spPr>
              <a:xfrm>
                <a:off x="47058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97" name="타원 20796">
                <a:extLst>
                  <a:ext uri="{FF2B5EF4-FFF2-40B4-BE49-F238E27FC236}">
                    <a16:creationId xmlns:a16="http://schemas.microsoft.com/office/drawing/2014/main" id="{B46E99BA-CB1C-4D8A-BA7E-89CCCAB2022D}"/>
                  </a:ext>
                </a:extLst>
              </p:cNvPr>
              <p:cNvSpPr/>
              <p:nvPr/>
            </p:nvSpPr>
            <p:spPr>
              <a:xfrm>
                <a:off x="48582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98" name="타원 20797">
                <a:extLst>
                  <a:ext uri="{FF2B5EF4-FFF2-40B4-BE49-F238E27FC236}">
                    <a16:creationId xmlns:a16="http://schemas.microsoft.com/office/drawing/2014/main" id="{1E12BD70-A3C0-41FF-96FA-BFE792FCC51A}"/>
                  </a:ext>
                </a:extLst>
              </p:cNvPr>
              <p:cNvSpPr/>
              <p:nvPr/>
            </p:nvSpPr>
            <p:spPr>
              <a:xfrm>
                <a:off x="50106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799" name="타원 20798">
                <a:extLst>
                  <a:ext uri="{FF2B5EF4-FFF2-40B4-BE49-F238E27FC236}">
                    <a16:creationId xmlns:a16="http://schemas.microsoft.com/office/drawing/2014/main" id="{45BA33BB-95D7-45BF-B4E6-409FB62F5697}"/>
                  </a:ext>
                </a:extLst>
              </p:cNvPr>
              <p:cNvSpPr/>
              <p:nvPr/>
            </p:nvSpPr>
            <p:spPr>
              <a:xfrm>
                <a:off x="51630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00" name="타원 20799">
                <a:extLst>
                  <a:ext uri="{FF2B5EF4-FFF2-40B4-BE49-F238E27FC236}">
                    <a16:creationId xmlns:a16="http://schemas.microsoft.com/office/drawing/2014/main" id="{22FCDFCA-A6A3-4B87-B010-007D326269F4}"/>
                  </a:ext>
                </a:extLst>
              </p:cNvPr>
              <p:cNvSpPr/>
              <p:nvPr/>
            </p:nvSpPr>
            <p:spPr>
              <a:xfrm>
                <a:off x="53154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01" name="타원 20800">
                <a:extLst>
                  <a:ext uri="{FF2B5EF4-FFF2-40B4-BE49-F238E27FC236}">
                    <a16:creationId xmlns:a16="http://schemas.microsoft.com/office/drawing/2014/main" id="{634BD3A1-1684-4094-8C7B-91FB845651CB}"/>
                  </a:ext>
                </a:extLst>
              </p:cNvPr>
              <p:cNvSpPr/>
              <p:nvPr/>
            </p:nvSpPr>
            <p:spPr>
              <a:xfrm>
                <a:off x="54678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02" name="타원 20801">
                <a:extLst>
                  <a:ext uri="{FF2B5EF4-FFF2-40B4-BE49-F238E27FC236}">
                    <a16:creationId xmlns:a16="http://schemas.microsoft.com/office/drawing/2014/main" id="{D5974E50-C954-4281-8224-63C150B8FA6D}"/>
                  </a:ext>
                </a:extLst>
              </p:cNvPr>
              <p:cNvSpPr/>
              <p:nvPr/>
            </p:nvSpPr>
            <p:spPr>
              <a:xfrm>
                <a:off x="5620275" y="134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03" name="타원 20802">
                <a:extLst>
                  <a:ext uri="{FF2B5EF4-FFF2-40B4-BE49-F238E27FC236}">
                    <a16:creationId xmlns:a16="http://schemas.microsoft.com/office/drawing/2014/main" id="{6D23EDCD-08F0-4745-A7D4-601BB24D7DCA}"/>
                  </a:ext>
                </a:extLst>
              </p:cNvPr>
              <p:cNvSpPr/>
              <p:nvPr/>
            </p:nvSpPr>
            <p:spPr>
              <a:xfrm>
                <a:off x="2862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04" name="타원 20803">
                <a:extLst>
                  <a:ext uri="{FF2B5EF4-FFF2-40B4-BE49-F238E27FC236}">
                    <a16:creationId xmlns:a16="http://schemas.microsoft.com/office/drawing/2014/main" id="{245472F9-E0E7-4FDD-AD22-040E24D9B3D2}"/>
                  </a:ext>
                </a:extLst>
              </p:cNvPr>
              <p:cNvSpPr/>
              <p:nvPr/>
            </p:nvSpPr>
            <p:spPr>
              <a:xfrm>
                <a:off x="4386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05" name="타원 20804">
                <a:extLst>
                  <a:ext uri="{FF2B5EF4-FFF2-40B4-BE49-F238E27FC236}">
                    <a16:creationId xmlns:a16="http://schemas.microsoft.com/office/drawing/2014/main" id="{BDFE4BDF-8EE5-49C5-B9E9-753F7AA24BD0}"/>
                  </a:ext>
                </a:extLst>
              </p:cNvPr>
              <p:cNvSpPr/>
              <p:nvPr/>
            </p:nvSpPr>
            <p:spPr>
              <a:xfrm>
                <a:off x="5910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06" name="타원 20805">
                <a:extLst>
                  <a:ext uri="{FF2B5EF4-FFF2-40B4-BE49-F238E27FC236}">
                    <a16:creationId xmlns:a16="http://schemas.microsoft.com/office/drawing/2014/main" id="{B34F377C-F2E0-4498-8645-E8C973096EDD}"/>
                  </a:ext>
                </a:extLst>
              </p:cNvPr>
              <p:cNvSpPr/>
              <p:nvPr/>
            </p:nvSpPr>
            <p:spPr>
              <a:xfrm>
                <a:off x="7434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07" name="타원 20806">
                <a:extLst>
                  <a:ext uri="{FF2B5EF4-FFF2-40B4-BE49-F238E27FC236}">
                    <a16:creationId xmlns:a16="http://schemas.microsoft.com/office/drawing/2014/main" id="{C3926F04-351D-4F28-8F4F-8429D608B035}"/>
                  </a:ext>
                </a:extLst>
              </p:cNvPr>
              <p:cNvSpPr/>
              <p:nvPr/>
            </p:nvSpPr>
            <p:spPr>
              <a:xfrm>
                <a:off x="8958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08" name="타원 20807">
                <a:extLst>
                  <a:ext uri="{FF2B5EF4-FFF2-40B4-BE49-F238E27FC236}">
                    <a16:creationId xmlns:a16="http://schemas.microsoft.com/office/drawing/2014/main" id="{C77D1532-E589-47DF-B9B7-7CB80CCFA7AD}"/>
                  </a:ext>
                </a:extLst>
              </p:cNvPr>
              <p:cNvSpPr/>
              <p:nvPr/>
            </p:nvSpPr>
            <p:spPr>
              <a:xfrm>
                <a:off x="10482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09" name="타원 20808">
                <a:extLst>
                  <a:ext uri="{FF2B5EF4-FFF2-40B4-BE49-F238E27FC236}">
                    <a16:creationId xmlns:a16="http://schemas.microsoft.com/office/drawing/2014/main" id="{1F3D8281-140E-4869-8533-58EB57EB0827}"/>
                  </a:ext>
                </a:extLst>
              </p:cNvPr>
              <p:cNvSpPr/>
              <p:nvPr/>
            </p:nvSpPr>
            <p:spPr>
              <a:xfrm>
                <a:off x="12006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10" name="타원 20809">
                <a:extLst>
                  <a:ext uri="{FF2B5EF4-FFF2-40B4-BE49-F238E27FC236}">
                    <a16:creationId xmlns:a16="http://schemas.microsoft.com/office/drawing/2014/main" id="{8A482A51-C1DF-4A1C-AE25-C467D824B79A}"/>
                  </a:ext>
                </a:extLst>
              </p:cNvPr>
              <p:cNvSpPr/>
              <p:nvPr/>
            </p:nvSpPr>
            <p:spPr>
              <a:xfrm>
                <a:off x="13530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11" name="타원 20810">
                <a:extLst>
                  <a:ext uri="{FF2B5EF4-FFF2-40B4-BE49-F238E27FC236}">
                    <a16:creationId xmlns:a16="http://schemas.microsoft.com/office/drawing/2014/main" id="{75BE5817-0A09-452F-9673-4220DEAE13DD}"/>
                  </a:ext>
                </a:extLst>
              </p:cNvPr>
              <p:cNvSpPr/>
              <p:nvPr/>
            </p:nvSpPr>
            <p:spPr>
              <a:xfrm>
                <a:off x="15054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12" name="타원 20811">
                <a:extLst>
                  <a:ext uri="{FF2B5EF4-FFF2-40B4-BE49-F238E27FC236}">
                    <a16:creationId xmlns:a16="http://schemas.microsoft.com/office/drawing/2014/main" id="{CE39A0FE-59CA-4E92-B13D-C5F181ED3609}"/>
                  </a:ext>
                </a:extLst>
              </p:cNvPr>
              <p:cNvSpPr/>
              <p:nvPr/>
            </p:nvSpPr>
            <p:spPr>
              <a:xfrm>
                <a:off x="16578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13" name="타원 20812">
                <a:extLst>
                  <a:ext uri="{FF2B5EF4-FFF2-40B4-BE49-F238E27FC236}">
                    <a16:creationId xmlns:a16="http://schemas.microsoft.com/office/drawing/2014/main" id="{D5726667-D46C-41D7-BF6B-B3259FB9E8AD}"/>
                  </a:ext>
                </a:extLst>
              </p:cNvPr>
              <p:cNvSpPr/>
              <p:nvPr/>
            </p:nvSpPr>
            <p:spPr>
              <a:xfrm>
                <a:off x="18102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14" name="타원 20813">
                <a:extLst>
                  <a:ext uri="{FF2B5EF4-FFF2-40B4-BE49-F238E27FC236}">
                    <a16:creationId xmlns:a16="http://schemas.microsoft.com/office/drawing/2014/main" id="{1D7BD51E-D83D-4368-A1CA-EABCC756C879}"/>
                  </a:ext>
                </a:extLst>
              </p:cNvPr>
              <p:cNvSpPr/>
              <p:nvPr/>
            </p:nvSpPr>
            <p:spPr>
              <a:xfrm>
                <a:off x="19626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15" name="타원 20814">
                <a:extLst>
                  <a:ext uri="{FF2B5EF4-FFF2-40B4-BE49-F238E27FC236}">
                    <a16:creationId xmlns:a16="http://schemas.microsoft.com/office/drawing/2014/main" id="{395A57CA-2B74-49BA-8F31-DD7BAD94BE94}"/>
                  </a:ext>
                </a:extLst>
              </p:cNvPr>
              <p:cNvSpPr/>
              <p:nvPr/>
            </p:nvSpPr>
            <p:spPr>
              <a:xfrm>
                <a:off x="21150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16" name="타원 20815">
                <a:extLst>
                  <a:ext uri="{FF2B5EF4-FFF2-40B4-BE49-F238E27FC236}">
                    <a16:creationId xmlns:a16="http://schemas.microsoft.com/office/drawing/2014/main" id="{92FD001B-3D1B-4F93-A91D-DEDF577FD484}"/>
                  </a:ext>
                </a:extLst>
              </p:cNvPr>
              <p:cNvSpPr/>
              <p:nvPr/>
            </p:nvSpPr>
            <p:spPr>
              <a:xfrm>
                <a:off x="22674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17" name="타원 20816">
                <a:extLst>
                  <a:ext uri="{FF2B5EF4-FFF2-40B4-BE49-F238E27FC236}">
                    <a16:creationId xmlns:a16="http://schemas.microsoft.com/office/drawing/2014/main" id="{1825F96C-6FA9-4C1D-8140-EBB513B3CF3A}"/>
                  </a:ext>
                </a:extLst>
              </p:cNvPr>
              <p:cNvSpPr/>
              <p:nvPr/>
            </p:nvSpPr>
            <p:spPr>
              <a:xfrm>
                <a:off x="24198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18" name="타원 20817">
                <a:extLst>
                  <a:ext uri="{FF2B5EF4-FFF2-40B4-BE49-F238E27FC236}">
                    <a16:creationId xmlns:a16="http://schemas.microsoft.com/office/drawing/2014/main" id="{722B255D-7F06-4F36-B1D4-3C1C71AA821C}"/>
                  </a:ext>
                </a:extLst>
              </p:cNvPr>
              <p:cNvSpPr/>
              <p:nvPr/>
            </p:nvSpPr>
            <p:spPr>
              <a:xfrm>
                <a:off x="25722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19" name="타원 20818">
                <a:extLst>
                  <a:ext uri="{FF2B5EF4-FFF2-40B4-BE49-F238E27FC236}">
                    <a16:creationId xmlns:a16="http://schemas.microsoft.com/office/drawing/2014/main" id="{1ACA2DF4-B7D3-4775-9188-912F3367F446}"/>
                  </a:ext>
                </a:extLst>
              </p:cNvPr>
              <p:cNvSpPr/>
              <p:nvPr/>
            </p:nvSpPr>
            <p:spPr>
              <a:xfrm>
                <a:off x="27246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20" name="타원 20819">
                <a:extLst>
                  <a:ext uri="{FF2B5EF4-FFF2-40B4-BE49-F238E27FC236}">
                    <a16:creationId xmlns:a16="http://schemas.microsoft.com/office/drawing/2014/main" id="{1C79790C-C795-4124-92D5-BD4DD16F9F63}"/>
                  </a:ext>
                </a:extLst>
              </p:cNvPr>
              <p:cNvSpPr/>
              <p:nvPr/>
            </p:nvSpPr>
            <p:spPr>
              <a:xfrm>
                <a:off x="28770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21" name="타원 20820">
                <a:extLst>
                  <a:ext uri="{FF2B5EF4-FFF2-40B4-BE49-F238E27FC236}">
                    <a16:creationId xmlns:a16="http://schemas.microsoft.com/office/drawing/2014/main" id="{BEBCAD29-DBFD-46CE-B607-06CF888C29DC}"/>
                  </a:ext>
                </a:extLst>
              </p:cNvPr>
              <p:cNvSpPr/>
              <p:nvPr/>
            </p:nvSpPr>
            <p:spPr>
              <a:xfrm>
                <a:off x="30294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22" name="타원 20821">
                <a:extLst>
                  <a:ext uri="{FF2B5EF4-FFF2-40B4-BE49-F238E27FC236}">
                    <a16:creationId xmlns:a16="http://schemas.microsoft.com/office/drawing/2014/main" id="{345B3033-29A0-4B4A-976C-167F7AEC623F}"/>
                  </a:ext>
                </a:extLst>
              </p:cNvPr>
              <p:cNvSpPr/>
              <p:nvPr/>
            </p:nvSpPr>
            <p:spPr>
              <a:xfrm>
                <a:off x="31818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23" name="타원 20822">
                <a:extLst>
                  <a:ext uri="{FF2B5EF4-FFF2-40B4-BE49-F238E27FC236}">
                    <a16:creationId xmlns:a16="http://schemas.microsoft.com/office/drawing/2014/main" id="{BBEDFDC6-3929-4769-86CA-6C5E632D2F8F}"/>
                  </a:ext>
                </a:extLst>
              </p:cNvPr>
              <p:cNvSpPr/>
              <p:nvPr/>
            </p:nvSpPr>
            <p:spPr>
              <a:xfrm>
                <a:off x="33342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24" name="타원 20823">
                <a:extLst>
                  <a:ext uri="{FF2B5EF4-FFF2-40B4-BE49-F238E27FC236}">
                    <a16:creationId xmlns:a16="http://schemas.microsoft.com/office/drawing/2014/main" id="{DC662F94-7B19-4BE0-B39D-7866F86A0100}"/>
                  </a:ext>
                </a:extLst>
              </p:cNvPr>
              <p:cNvSpPr/>
              <p:nvPr/>
            </p:nvSpPr>
            <p:spPr>
              <a:xfrm>
                <a:off x="34866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25" name="타원 20824">
                <a:extLst>
                  <a:ext uri="{FF2B5EF4-FFF2-40B4-BE49-F238E27FC236}">
                    <a16:creationId xmlns:a16="http://schemas.microsoft.com/office/drawing/2014/main" id="{A3564DA8-A632-4D14-A5C4-73ADA271A958}"/>
                  </a:ext>
                </a:extLst>
              </p:cNvPr>
              <p:cNvSpPr/>
              <p:nvPr/>
            </p:nvSpPr>
            <p:spPr>
              <a:xfrm>
                <a:off x="36390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26" name="타원 20825">
                <a:extLst>
                  <a:ext uri="{FF2B5EF4-FFF2-40B4-BE49-F238E27FC236}">
                    <a16:creationId xmlns:a16="http://schemas.microsoft.com/office/drawing/2014/main" id="{81636B5D-6C9A-42F1-91CF-49ABEDD06F89}"/>
                  </a:ext>
                </a:extLst>
              </p:cNvPr>
              <p:cNvSpPr/>
              <p:nvPr/>
            </p:nvSpPr>
            <p:spPr>
              <a:xfrm>
                <a:off x="37914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27" name="타원 20826">
                <a:extLst>
                  <a:ext uri="{FF2B5EF4-FFF2-40B4-BE49-F238E27FC236}">
                    <a16:creationId xmlns:a16="http://schemas.microsoft.com/office/drawing/2014/main" id="{C9428FB0-E133-4BA4-86C4-330BFD5F7960}"/>
                  </a:ext>
                </a:extLst>
              </p:cNvPr>
              <p:cNvSpPr/>
              <p:nvPr/>
            </p:nvSpPr>
            <p:spPr>
              <a:xfrm>
                <a:off x="39438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28" name="타원 20827">
                <a:extLst>
                  <a:ext uri="{FF2B5EF4-FFF2-40B4-BE49-F238E27FC236}">
                    <a16:creationId xmlns:a16="http://schemas.microsoft.com/office/drawing/2014/main" id="{E629E3BD-047A-49DF-B640-603E6B4BAC5D}"/>
                  </a:ext>
                </a:extLst>
              </p:cNvPr>
              <p:cNvSpPr/>
              <p:nvPr/>
            </p:nvSpPr>
            <p:spPr>
              <a:xfrm>
                <a:off x="40962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29" name="타원 20828">
                <a:extLst>
                  <a:ext uri="{FF2B5EF4-FFF2-40B4-BE49-F238E27FC236}">
                    <a16:creationId xmlns:a16="http://schemas.microsoft.com/office/drawing/2014/main" id="{10B2BBCD-AC90-4F41-A5CD-74F650A19670}"/>
                  </a:ext>
                </a:extLst>
              </p:cNvPr>
              <p:cNvSpPr/>
              <p:nvPr/>
            </p:nvSpPr>
            <p:spPr>
              <a:xfrm>
                <a:off x="42486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30" name="타원 20829">
                <a:extLst>
                  <a:ext uri="{FF2B5EF4-FFF2-40B4-BE49-F238E27FC236}">
                    <a16:creationId xmlns:a16="http://schemas.microsoft.com/office/drawing/2014/main" id="{86232552-1516-4B7B-88A4-E2171F27B3C3}"/>
                  </a:ext>
                </a:extLst>
              </p:cNvPr>
              <p:cNvSpPr/>
              <p:nvPr/>
            </p:nvSpPr>
            <p:spPr>
              <a:xfrm>
                <a:off x="44010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31" name="타원 20830">
                <a:extLst>
                  <a:ext uri="{FF2B5EF4-FFF2-40B4-BE49-F238E27FC236}">
                    <a16:creationId xmlns:a16="http://schemas.microsoft.com/office/drawing/2014/main" id="{D3C7F54A-5C1A-4C4D-BA3A-3D26D22A673D}"/>
                  </a:ext>
                </a:extLst>
              </p:cNvPr>
              <p:cNvSpPr/>
              <p:nvPr/>
            </p:nvSpPr>
            <p:spPr>
              <a:xfrm>
                <a:off x="45534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32" name="타원 20831">
                <a:extLst>
                  <a:ext uri="{FF2B5EF4-FFF2-40B4-BE49-F238E27FC236}">
                    <a16:creationId xmlns:a16="http://schemas.microsoft.com/office/drawing/2014/main" id="{8DE7B47F-3819-42E4-A5AB-55A62D52E0D1}"/>
                  </a:ext>
                </a:extLst>
              </p:cNvPr>
              <p:cNvSpPr/>
              <p:nvPr/>
            </p:nvSpPr>
            <p:spPr>
              <a:xfrm>
                <a:off x="47058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33" name="타원 20832">
                <a:extLst>
                  <a:ext uri="{FF2B5EF4-FFF2-40B4-BE49-F238E27FC236}">
                    <a16:creationId xmlns:a16="http://schemas.microsoft.com/office/drawing/2014/main" id="{C495BDFE-41CD-40F3-B028-D71B079D1D21}"/>
                  </a:ext>
                </a:extLst>
              </p:cNvPr>
              <p:cNvSpPr/>
              <p:nvPr/>
            </p:nvSpPr>
            <p:spPr>
              <a:xfrm>
                <a:off x="48582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34" name="타원 20833">
                <a:extLst>
                  <a:ext uri="{FF2B5EF4-FFF2-40B4-BE49-F238E27FC236}">
                    <a16:creationId xmlns:a16="http://schemas.microsoft.com/office/drawing/2014/main" id="{7C5CBB35-A230-48B1-990A-4FEB0193FF73}"/>
                  </a:ext>
                </a:extLst>
              </p:cNvPr>
              <p:cNvSpPr/>
              <p:nvPr/>
            </p:nvSpPr>
            <p:spPr>
              <a:xfrm>
                <a:off x="50106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35" name="타원 20834">
                <a:extLst>
                  <a:ext uri="{FF2B5EF4-FFF2-40B4-BE49-F238E27FC236}">
                    <a16:creationId xmlns:a16="http://schemas.microsoft.com/office/drawing/2014/main" id="{3FD737B7-499D-4FD9-ACB3-13CF99304CD0}"/>
                  </a:ext>
                </a:extLst>
              </p:cNvPr>
              <p:cNvSpPr/>
              <p:nvPr/>
            </p:nvSpPr>
            <p:spPr>
              <a:xfrm>
                <a:off x="51630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36" name="타원 20835">
                <a:extLst>
                  <a:ext uri="{FF2B5EF4-FFF2-40B4-BE49-F238E27FC236}">
                    <a16:creationId xmlns:a16="http://schemas.microsoft.com/office/drawing/2014/main" id="{F5D27278-3838-4809-8F6F-C6D202CA91AE}"/>
                  </a:ext>
                </a:extLst>
              </p:cNvPr>
              <p:cNvSpPr/>
              <p:nvPr/>
            </p:nvSpPr>
            <p:spPr>
              <a:xfrm>
                <a:off x="53154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37" name="타원 20836">
                <a:extLst>
                  <a:ext uri="{FF2B5EF4-FFF2-40B4-BE49-F238E27FC236}">
                    <a16:creationId xmlns:a16="http://schemas.microsoft.com/office/drawing/2014/main" id="{B815799A-6344-434A-B0D9-7CEE3AED256C}"/>
                  </a:ext>
                </a:extLst>
              </p:cNvPr>
              <p:cNvSpPr/>
              <p:nvPr/>
            </p:nvSpPr>
            <p:spPr>
              <a:xfrm>
                <a:off x="54678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38" name="타원 20837">
                <a:extLst>
                  <a:ext uri="{FF2B5EF4-FFF2-40B4-BE49-F238E27FC236}">
                    <a16:creationId xmlns:a16="http://schemas.microsoft.com/office/drawing/2014/main" id="{7437EA98-41C6-42A0-BDA8-5018F03E20DE}"/>
                  </a:ext>
                </a:extLst>
              </p:cNvPr>
              <p:cNvSpPr/>
              <p:nvPr/>
            </p:nvSpPr>
            <p:spPr>
              <a:xfrm>
                <a:off x="5620275" y="149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39" name="타원 20838">
                <a:extLst>
                  <a:ext uri="{FF2B5EF4-FFF2-40B4-BE49-F238E27FC236}">
                    <a16:creationId xmlns:a16="http://schemas.microsoft.com/office/drawing/2014/main" id="{BCECA965-22A8-45A4-9841-1EBB21A0DAB9}"/>
                  </a:ext>
                </a:extLst>
              </p:cNvPr>
              <p:cNvSpPr/>
              <p:nvPr/>
            </p:nvSpPr>
            <p:spPr>
              <a:xfrm>
                <a:off x="2862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40" name="타원 20839">
                <a:extLst>
                  <a:ext uri="{FF2B5EF4-FFF2-40B4-BE49-F238E27FC236}">
                    <a16:creationId xmlns:a16="http://schemas.microsoft.com/office/drawing/2014/main" id="{5001FD0F-2CC4-49A7-BE86-EED74C835B42}"/>
                  </a:ext>
                </a:extLst>
              </p:cNvPr>
              <p:cNvSpPr/>
              <p:nvPr/>
            </p:nvSpPr>
            <p:spPr>
              <a:xfrm>
                <a:off x="4386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41" name="타원 20840">
                <a:extLst>
                  <a:ext uri="{FF2B5EF4-FFF2-40B4-BE49-F238E27FC236}">
                    <a16:creationId xmlns:a16="http://schemas.microsoft.com/office/drawing/2014/main" id="{6683F14F-99DC-4036-BEC5-01E4E4F83834}"/>
                  </a:ext>
                </a:extLst>
              </p:cNvPr>
              <p:cNvSpPr/>
              <p:nvPr/>
            </p:nvSpPr>
            <p:spPr>
              <a:xfrm>
                <a:off x="5910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42" name="타원 20841">
                <a:extLst>
                  <a:ext uri="{FF2B5EF4-FFF2-40B4-BE49-F238E27FC236}">
                    <a16:creationId xmlns:a16="http://schemas.microsoft.com/office/drawing/2014/main" id="{587F8C52-0ACC-4903-8E14-DC10340E7F6A}"/>
                  </a:ext>
                </a:extLst>
              </p:cNvPr>
              <p:cNvSpPr/>
              <p:nvPr/>
            </p:nvSpPr>
            <p:spPr>
              <a:xfrm>
                <a:off x="7434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43" name="타원 20842">
                <a:extLst>
                  <a:ext uri="{FF2B5EF4-FFF2-40B4-BE49-F238E27FC236}">
                    <a16:creationId xmlns:a16="http://schemas.microsoft.com/office/drawing/2014/main" id="{FE83D9DE-D280-44B1-841E-49C45FE16C28}"/>
                  </a:ext>
                </a:extLst>
              </p:cNvPr>
              <p:cNvSpPr/>
              <p:nvPr/>
            </p:nvSpPr>
            <p:spPr>
              <a:xfrm>
                <a:off x="8958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44" name="타원 20843">
                <a:extLst>
                  <a:ext uri="{FF2B5EF4-FFF2-40B4-BE49-F238E27FC236}">
                    <a16:creationId xmlns:a16="http://schemas.microsoft.com/office/drawing/2014/main" id="{0CE84242-4447-41D5-9558-694F66988D65}"/>
                  </a:ext>
                </a:extLst>
              </p:cNvPr>
              <p:cNvSpPr/>
              <p:nvPr/>
            </p:nvSpPr>
            <p:spPr>
              <a:xfrm>
                <a:off x="10482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45" name="타원 20844">
                <a:extLst>
                  <a:ext uri="{FF2B5EF4-FFF2-40B4-BE49-F238E27FC236}">
                    <a16:creationId xmlns:a16="http://schemas.microsoft.com/office/drawing/2014/main" id="{F0A7047E-E8C0-4C8D-A852-A63F36826BDD}"/>
                  </a:ext>
                </a:extLst>
              </p:cNvPr>
              <p:cNvSpPr/>
              <p:nvPr/>
            </p:nvSpPr>
            <p:spPr>
              <a:xfrm>
                <a:off x="12006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46" name="타원 20845">
                <a:extLst>
                  <a:ext uri="{FF2B5EF4-FFF2-40B4-BE49-F238E27FC236}">
                    <a16:creationId xmlns:a16="http://schemas.microsoft.com/office/drawing/2014/main" id="{F814D1B3-3C2C-4A3E-A188-9DCF0DEF4C9A}"/>
                  </a:ext>
                </a:extLst>
              </p:cNvPr>
              <p:cNvSpPr/>
              <p:nvPr/>
            </p:nvSpPr>
            <p:spPr>
              <a:xfrm>
                <a:off x="13530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47" name="타원 20846">
                <a:extLst>
                  <a:ext uri="{FF2B5EF4-FFF2-40B4-BE49-F238E27FC236}">
                    <a16:creationId xmlns:a16="http://schemas.microsoft.com/office/drawing/2014/main" id="{CD37298E-DF68-4343-A728-3F9F9C593A9F}"/>
                  </a:ext>
                </a:extLst>
              </p:cNvPr>
              <p:cNvSpPr/>
              <p:nvPr/>
            </p:nvSpPr>
            <p:spPr>
              <a:xfrm>
                <a:off x="15054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48" name="타원 20847">
                <a:extLst>
                  <a:ext uri="{FF2B5EF4-FFF2-40B4-BE49-F238E27FC236}">
                    <a16:creationId xmlns:a16="http://schemas.microsoft.com/office/drawing/2014/main" id="{FCEC680A-1F17-401E-9BE8-B67C80ED1A48}"/>
                  </a:ext>
                </a:extLst>
              </p:cNvPr>
              <p:cNvSpPr/>
              <p:nvPr/>
            </p:nvSpPr>
            <p:spPr>
              <a:xfrm>
                <a:off x="16578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49" name="타원 20848">
                <a:extLst>
                  <a:ext uri="{FF2B5EF4-FFF2-40B4-BE49-F238E27FC236}">
                    <a16:creationId xmlns:a16="http://schemas.microsoft.com/office/drawing/2014/main" id="{FD0E3650-DE17-4BD6-81AC-BF10786275D6}"/>
                  </a:ext>
                </a:extLst>
              </p:cNvPr>
              <p:cNvSpPr/>
              <p:nvPr/>
            </p:nvSpPr>
            <p:spPr>
              <a:xfrm>
                <a:off x="18102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50" name="타원 20849">
                <a:extLst>
                  <a:ext uri="{FF2B5EF4-FFF2-40B4-BE49-F238E27FC236}">
                    <a16:creationId xmlns:a16="http://schemas.microsoft.com/office/drawing/2014/main" id="{8135E626-66D9-470F-9DE2-9A5E824F7DC0}"/>
                  </a:ext>
                </a:extLst>
              </p:cNvPr>
              <p:cNvSpPr/>
              <p:nvPr/>
            </p:nvSpPr>
            <p:spPr>
              <a:xfrm>
                <a:off x="19626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51" name="타원 20850">
                <a:extLst>
                  <a:ext uri="{FF2B5EF4-FFF2-40B4-BE49-F238E27FC236}">
                    <a16:creationId xmlns:a16="http://schemas.microsoft.com/office/drawing/2014/main" id="{606E9DD1-B889-4D1F-B2A6-57B12ACBF663}"/>
                  </a:ext>
                </a:extLst>
              </p:cNvPr>
              <p:cNvSpPr/>
              <p:nvPr/>
            </p:nvSpPr>
            <p:spPr>
              <a:xfrm>
                <a:off x="21150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52" name="타원 20851">
                <a:extLst>
                  <a:ext uri="{FF2B5EF4-FFF2-40B4-BE49-F238E27FC236}">
                    <a16:creationId xmlns:a16="http://schemas.microsoft.com/office/drawing/2014/main" id="{1B81305C-93E9-45FB-9563-1B21B3B69B1B}"/>
                  </a:ext>
                </a:extLst>
              </p:cNvPr>
              <p:cNvSpPr/>
              <p:nvPr/>
            </p:nvSpPr>
            <p:spPr>
              <a:xfrm>
                <a:off x="22674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53" name="타원 20852">
                <a:extLst>
                  <a:ext uri="{FF2B5EF4-FFF2-40B4-BE49-F238E27FC236}">
                    <a16:creationId xmlns:a16="http://schemas.microsoft.com/office/drawing/2014/main" id="{C2E22EB3-D3C7-4090-B2A5-3CFBDBDD9D46}"/>
                  </a:ext>
                </a:extLst>
              </p:cNvPr>
              <p:cNvSpPr/>
              <p:nvPr/>
            </p:nvSpPr>
            <p:spPr>
              <a:xfrm>
                <a:off x="24198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54" name="타원 20853">
                <a:extLst>
                  <a:ext uri="{FF2B5EF4-FFF2-40B4-BE49-F238E27FC236}">
                    <a16:creationId xmlns:a16="http://schemas.microsoft.com/office/drawing/2014/main" id="{66ADE68A-AB7D-4AF6-B41D-54DA00922D48}"/>
                  </a:ext>
                </a:extLst>
              </p:cNvPr>
              <p:cNvSpPr/>
              <p:nvPr/>
            </p:nvSpPr>
            <p:spPr>
              <a:xfrm>
                <a:off x="25722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55" name="타원 20854">
                <a:extLst>
                  <a:ext uri="{FF2B5EF4-FFF2-40B4-BE49-F238E27FC236}">
                    <a16:creationId xmlns:a16="http://schemas.microsoft.com/office/drawing/2014/main" id="{AD9FC8E6-D5E1-44D3-9ADE-21B90758033C}"/>
                  </a:ext>
                </a:extLst>
              </p:cNvPr>
              <p:cNvSpPr/>
              <p:nvPr/>
            </p:nvSpPr>
            <p:spPr>
              <a:xfrm>
                <a:off x="27246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56" name="타원 20855">
                <a:extLst>
                  <a:ext uri="{FF2B5EF4-FFF2-40B4-BE49-F238E27FC236}">
                    <a16:creationId xmlns:a16="http://schemas.microsoft.com/office/drawing/2014/main" id="{D3614904-76FA-412C-A9BC-FAD01373DB1D}"/>
                  </a:ext>
                </a:extLst>
              </p:cNvPr>
              <p:cNvSpPr/>
              <p:nvPr/>
            </p:nvSpPr>
            <p:spPr>
              <a:xfrm>
                <a:off x="28770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57" name="타원 20856">
                <a:extLst>
                  <a:ext uri="{FF2B5EF4-FFF2-40B4-BE49-F238E27FC236}">
                    <a16:creationId xmlns:a16="http://schemas.microsoft.com/office/drawing/2014/main" id="{3D729755-4DE7-4968-8A19-1EBD1638CC1B}"/>
                  </a:ext>
                </a:extLst>
              </p:cNvPr>
              <p:cNvSpPr/>
              <p:nvPr/>
            </p:nvSpPr>
            <p:spPr>
              <a:xfrm>
                <a:off x="30294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58" name="타원 20857">
                <a:extLst>
                  <a:ext uri="{FF2B5EF4-FFF2-40B4-BE49-F238E27FC236}">
                    <a16:creationId xmlns:a16="http://schemas.microsoft.com/office/drawing/2014/main" id="{5DC1BE27-9DEF-4DDF-8A54-ACFD200932F1}"/>
                  </a:ext>
                </a:extLst>
              </p:cNvPr>
              <p:cNvSpPr/>
              <p:nvPr/>
            </p:nvSpPr>
            <p:spPr>
              <a:xfrm>
                <a:off x="31818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59" name="타원 20858">
                <a:extLst>
                  <a:ext uri="{FF2B5EF4-FFF2-40B4-BE49-F238E27FC236}">
                    <a16:creationId xmlns:a16="http://schemas.microsoft.com/office/drawing/2014/main" id="{DED8F418-5126-4882-8D13-94AEDD0CD870}"/>
                  </a:ext>
                </a:extLst>
              </p:cNvPr>
              <p:cNvSpPr/>
              <p:nvPr/>
            </p:nvSpPr>
            <p:spPr>
              <a:xfrm>
                <a:off x="33342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60" name="타원 20859">
                <a:extLst>
                  <a:ext uri="{FF2B5EF4-FFF2-40B4-BE49-F238E27FC236}">
                    <a16:creationId xmlns:a16="http://schemas.microsoft.com/office/drawing/2014/main" id="{1D32DC8E-238E-4521-A5BB-46BB1CEF02FB}"/>
                  </a:ext>
                </a:extLst>
              </p:cNvPr>
              <p:cNvSpPr/>
              <p:nvPr/>
            </p:nvSpPr>
            <p:spPr>
              <a:xfrm>
                <a:off x="34866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61" name="타원 20860">
                <a:extLst>
                  <a:ext uri="{FF2B5EF4-FFF2-40B4-BE49-F238E27FC236}">
                    <a16:creationId xmlns:a16="http://schemas.microsoft.com/office/drawing/2014/main" id="{B425CFBD-0B65-4C21-B671-FC3206A487B1}"/>
                  </a:ext>
                </a:extLst>
              </p:cNvPr>
              <p:cNvSpPr/>
              <p:nvPr/>
            </p:nvSpPr>
            <p:spPr>
              <a:xfrm>
                <a:off x="36390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62" name="타원 20861">
                <a:extLst>
                  <a:ext uri="{FF2B5EF4-FFF2-40B4-BE49-F238E27FC236}">
                    <a16:creationId xmlns:a16="http://schemas.microsoft.com/office/drawing/2014/main" id="{CAA4C996-B22A-40D7-8093-DDD269B5B8DF}"/>
                  </a:ext>
                </a:extLst>
              </p:cNvPr>
              <p:cNvSpPr/>
              <p:nvPr/>
            </p:nvSpPr>
            <p:spPr>
              <a:xfrm>
                <a:off x="37914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63" name="타원 20862">
                <a:extLst>
                  <a:ext uri="{FF2B5EF4-FFF2-40B4-BE49-F238E27FC236}">
                    <a16:creationId xmlns:a16="http://schemas.microsoft.com/office/drawing/2014/main" id="{CBE73F60-8922-4653-AC90-4DC7526BCD58}"/>
                  </a:ext>
                </a:extLst>
              </p:cNvPr>
              <p:cNvSpPr/>
              <p:nvPr/>
            </p:nvSpPr>
            <p:spPr>
              <a:xfrm>
                <a:off x="39438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64" name="타원 20863">
                <a:extLst>
                  <a:ext uri="{FF2B5EF4-FFF2-40B4-BE49-F238E27FC236}">
                    <a16:creationId xmlns:a16="http://schemas.microsoft.com/office/drawing/2014/main" id="{428A210C-77F3-4505-A15B-6EE675C9D7A2}"/>
                  </a:ext>
                </a:extLst>
              </p:cNvPr>
              <p:cNvSpPr/>
              <p:nvPr/>
            </p:nvSpPr>
            <p:spPr>
              <a:xfrm>
                <a:off x="40962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65" name="타원 20864">
                <a:extLst>
                  <a:ext uri="{FF2B5EF4-FFF2-40B4-BE49-F238E27FC236}">
                    <a16:creationId xmlns:a16="http://schemas.microsoft.com/office/drawing/2014/main" id="{227349F5-44D1-4552-9023-78CA81B19CD1}"/>
                  </a:ext>
                </a:extLst>
              </p:cNvPr>
              <p:cNvSpPr/>
              <p:nvPr/>
            </p:nvSpPr>
            <p:spPr>
              <a:xfrm>
                <a:off x="42486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66" name="타원 20865">
                <a:extLst>
                  <a:ext uri="{FF2B5EF4-FFF2-40B4-BE49-F238E27FC236}">
                    <a16:creationId xmlns:a16="http://schemas.microsoft.com/office/drawing/2014/main" id="{E27412BE-C662-43B6-88AA-62E3E5E5C281}"/>
                  </a:ext>
                </a:extLst>
              </p:cNvPr>
              <p:cNvSpPr/>
              <p:nvPr/>
            </p:nvSpPr>
            <p:spPr>
              <a:xfrm>
                <a:off x="44010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67" name="타원 20866">
                <a:extLst>
                  <a:ext uri="{FF2B5EF4-FFF2-40B4-BE49-F238E27FC236}">
                    <a16:creationId xmlns:a16="http://schemas.microsoft.com/office/drawing/2014/main" id="{59100CCA-474F-40C6-8EFF-EB3460496087}"/>
                  </a:ext>
                </a:extLst>
              </p:cNvPr>
              <p:cNvSpPr/>
              <p:nvPr/>
            </p:nvSpPr>
            <p:spPr>
              <a:xfrm>
                <a:off x="45534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68" name="타원 20867">
                <a:extLst>
                  <a:ext uri="{FF2B5EF4-FFF2-40B4-BE49-F238E27FC236}">
                    <a16:creationId xmlns:a16="http://schemas.microsoft.com/office/drawing/2014/main" id="{16977035-D82E-4F9C-9365-1958FC583DC7}"/>
                  </a:ext>
                </a:extLst>
              </p:cNvPr>
              <p:cNvSpPr/>
              <p:nvPr/>
            </p:nvSpPr>
            <p:spPr>
              <a:xfrm>
                <a:off x="47058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69" name="타원 20868">
                <a:extLst>
                  <a:ext uri="{FF2B5EF4-FFF2-40B4-BE49-F238E27FC236}">
                    <a16:creationId xmlns:a16="http://schemas.microsoft.com/office/drawing/2014/main" id="{B53C0A53-167B-48E2-8C18-F7E5AF9AA0FB}"/>
                  </a:ext>
                </a:extLst>
              </p:cNvPr>
              <p:cNvSpPr/>
              <p:nvPr/>
            </p:nvSpPr>
            <p:spPr>
              <a:xfrm>
                <a:off x="48582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70" name="타원 20869">
                <a:extLst>
                  <a:ext uri="{FF2B5EF4-FFF2-40B4-BE49-F238E27FC236}">
                    <a16:creationId xmlns:a16="http://schemas.microsoft.com/office/drawing/2014/main" id="{869E46A9-C328-46CC-AFD1-6DA64B4148D5}"/>
                  </a:ext>
                </a:extLst>
              </p:cNvPr>
              <p:cNvSpPr/>
              <p:nvPr/>
            </p:nvSpPr>
            <p:spPr>
              <a:xfrm>
                <a:off x="50106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71" name="타원 20870">
                <a:extLst>
                  <a:ext uri="{FF2B5EF4-FFF2-40B4-BE49-F238E27FC236}">
                    <a16:creationId xmlns:a16="http://schemas.microsoft.com/office/drawing/2014/main" id="{B8A4CF4B-3641-4176-8854-CF88F7E95F06}"/>
                  </a:ext>
                </a:extLst>
              </p:cNvPr>
              <p:cNvSpPr/>
              <p:nvPr/>
            </p:nvSpPr>
            <p:spPr>
              <a:xfrm>
                <a:off x="51630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72" name="타원 20871">
                <a:extLst>
                  <a:ext uri="{FF2B5EF4-FFF2-40B4-BE49-F238E27FC236}">
                    <a16:creationId xmlns:a16="http://schemas.microsoft.com/office/drawing/2014/main" id="{8C22E2D9-C5E4-42D4-A7D9-15B8D9FD098A}"/>
                  </a:ext>
                </a:extLst>
              </p:cNvPr>
              <p:cNvSpPr/>
              <p:nvPr/>
            </p:nvSpPr>
            <p:spPr>
              <a:xfrm>
                <a:off x="53154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73" name="타원 20872">
                <a:extLst>
                  <a:ext uri="{FF2B5EF4-FFF2-40B4-BE49-F238E27FC236}">
                    <a16:creationId xmlns:a16="http://schemas.microsoft.com/office/drawing/2014/main" id="{0B8F30FA-7A79-47A5-82DA-C89F129C9847}"/>
                  </a:ext>
                </a:extLst>
              </p:cNvPr>
              <p:cNvSpPr/>
              <p:nvPr/>
            </p:nvSpPr>
            <p:spPr>
              <a:xfrm>
                <a:off x="54678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74" name="타원 20873">
                <a:extLst>
                  <a:ext uri="{FF2B5EF4-FFF2-40B4-BE49-F238E27FC236}">
                    <a16:creationId xmlns:a16="http://schemas.microsoft.com/office/drawing/2014/main" id="{12AC6A61-9589-4EEE-BC5E-B392CF920B1A}"/>
                  </a:ext>
                </a:extLst>
              </p:cNvPr>
              <p:cNvSpPr/>
              <p:nvPr/>
            </p:nvSpPr>
            <p:spPr>
              <a:xfrm>
                <a:off x="5620275" y="165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75" name="타원 20874">
                <a:extLst>
                  <a:ext uri="{FF2B5EF4-FFF2-40B4-BE49-F238E27FC236}">
                    <a16:creationId xmlns:a16="http://schemas.microsoft.com/office/drawing/2014/main" id="{7C3E51B7-B146-4E59-9226-701C57CB9B09}"/>
                  </a:ext>
                </a:extLst>
              </p:cNvPr>
              <p:cNvSpPr/>
              <p:nvPr/>
            </p:nvSpPr>
            <p:spPr>
              <a:xfrm>
                <a:off x="2862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76" name="타원 20875">
                <a:extLst>
                  <a:ext uri="{FF2B5EF4-FFF2-40B4-BE49-F238E27FC236}">
                    <a16:creationId xmlns:a16="http://schemas.microsoft.com/office/drawing/2014/main" id="{57862C1C-E4CB-468B-95BF-11F4AA1A9F55}"/>
                  </a:ext>
                </a:extLst>
              </p:cNvPr>
              <p:cNvSpPr/>
              <p:nvPr/>
            </p:nvSpPr>
            <p:spPr>
              <a:xfrm>
                <a:off x="4386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77" name="타원 20876">
                <a:extLst>
                  <a:ext uri="{FF2B5EF4-FFF2-40B4-BE49-F238E27FC236}">
                    <a16:creationId xmlns:a16="http://schemas.microsoft.com/office/drawing/2014/main" id="{8BFFA003-F2B4-4A1A-8940-B3C5CA8F2906}"/>
                  </a:ext>
                </a:extLst>
              </p:cNvPr>
              <p:cNvSpPr/>
              <p:nvPr/>
            </p:nvSpPr>
            <p:spPr>
              <a:xfrm>
                <a:off x="5910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78" name="타원 20877">
                <a:extLst>
                  <a:ext uri="{FF2B5EF4-FFF2-40B4-BE49-F238E27FC236}">
                    <a16:creationId xmlns:a16="http://schemas.microsoft.com/office/drawing/2014/main" id="{E579F619-2879-4A88-99C8-25F83F491146}"/>
                  </a:ext>
                </a:extLst>
              </p:cNvPr>
              <p:cNvSpPr/>
              <p:nvPr/>
            </p:nvSpPr>
            <p:spPr>
              <a:xfrm>
                <a:off x="7434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79" name="타원 20878">
                <a:extLst>
                  <a:ext uri="{FF2B5EF4-FFF2-40B4-BE49-F238E27FC236}">
                    <a16:creationId xmlns:a16="http://schemas.microsoft.com/office/drawing/2014/main" id="{D3E66EC0-19EB-4524-9666-A14AD3017612}"/>
                  </a:ext>
                </a:extLst>
              </p:cNvPr>
              <p:cNvSpPr/>
              <p:nvPr/>
            </p:nvSpPr>
            <p:spPr>
              <a:xfrm>
                <a:off x="8958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80" name="타원 20879">
                <a:extLst>
                  <a:ext uri="{FF2B5EF4-FFF2-40B4-BE49-F238E27FC236}">
                    <a16:creationId xmlns:a16="http://schemas.microsoft.com/office/drawing/2014/main" id="{493606EE-EB6B-48CA-9EAB-25076B6146C8}"/>
                  </a:ext>
                </a:extLst>
              </p:cNvPr>
              <p:cNvSpPr/>
              <p:nvPr/>
            </p:nvSpPr>
            <p:spPr>
              <a:xfrm>
                <a:off x="10482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81" name="타원 20880">
                <a:extLst>
                  <a:ext uri="{FF2B5EF4-FFF2-40B4-BE49-F238E27FC236}">
                    <a16:creationId xmlns:a16="http://schemas.microsoft.com/office/drawing/2014/main" id="{964274BF-B02E-4E4B-8DA5-0E1C52DBDDCD}"/>
                  </a:ext>
                </a:extLst>
              </p:cNvPr>
              <p:cNvSpPr/>
              <p:nvPr/>
            </p:nvSpPr>
            <p:spPr>
              <a:xfrm>
                <a:off x="12006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82" name="타원 20881">
                <a:extLst>
                  <a:ext uri="{FF2B5EF4-FFF2-40B4-BE49-F238E27FC236}">
                    <a16:creationId xmlns:a16="http://schemas.microsoft.com/office/drawing/2014/main" id="{4CDEB893-18EB-476E-88B2-93880EFAE5BA}"/>
                  </a:ext>
                </a:extLst>
              </p:cNvPr>
              <p:cNvSpPr/>
              <p:nvPr/>
            </p:nvSpPr>
            <p:spPr>
              <a:xfrm>
                <a:off x="13530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83" name="타원 20882">
                <a:extLst>
                  <a:ext uri="{FF2B5EF4-FFF2-40B4-BE49-F238E27FC236}">
                    <a16:creationId xmlns:a16="http://schemas.microsoft.com/office/drawing/2014/main" id="{9A40A0B9-9DF5-4C2E-BFED-6D7A9FC26F7F}"/>
                  </a:ext>
                </a:extLst>
              </p:cNvPr>
              <p:cNvSpPr/>
              <p:nvPr/>
            </p:nvSpPr>
            <p:spPr>
              <a:xfrm>
                <a:off x="15054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84" name="타원 20883">
                <a:extLst>
                  <a:ext uri="{FF2B5EF4-FFF2-40B4-BE49-F238E27FC236}">
                    <a16:creationId xmlns:a16="http://schemas.microsoft.com/office/drawing/2014/main" id="{A9F8BBCD-8EF9-4303-B9A0-3B153119AFA5}"/>
                  </a:ext>
                </a:extLst>
              </p:cNvPr>
              <p:cNvSpPr/>
              <p:nvPr/>
            </p:nvSpPr>
            <p:spPr>
              <a:xfrm>
                <a:off x="16578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85" name="타원 20884">
                <a:extLst>
                  <a:ext uri="{FF2B5EF4-FFF2-40B4-BE49-F238E27FC236}">
                    <a16:creationId xmlns:a16="http://schemas.microsoft.com/office/drawing/2014/main" id="{7545856F-7BED-460B-AB55-28CDE96E08D1}"/>
                  </a:ext>
                </a:extLst>
              </p:cNvPr>
              <p:cNvSpPr/>
              <p:nvPr/>
            </p:nvSpPr>
            <p:spPr>
              <a:xfrm>
                <a:off x="18102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86" name="타원 20885">
                <a:extLst>
                  <a:ext uri="{FF2B5EF4-FFF2-40B4-BE49-F238E27FC236}">
                    <a16:creationId xmlns:a16="http://schemas.microsoft.com/office/drawing/2014/main" id="{59766662-6C0B-447B-8C62-730FDA23F228}"/>
                  </a:ext>
                </a:extLst>
              </p:cNvPr>
              <p:cNvSpPr/>
              <p:nvPr/>
            </p:nvSpPr>
            <p:spPr>
              <a:xfrm>
                <a:off x="19626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87" name="타원 20886">
                <a:extLst>
                  <a:ext uri="{FF2B5EF4-FFF2-40B4-BE49-F238E27FC236}">
                    <a16:creationId xmlns:a16="http://schemas.microsoft.com/office/drawing/2014/main" id="{9866BF0B-03C9-432B-B73B-291EC72747A7}"/>
                  </a:ext>
                </a:extLst>
              </p:cNvPr>
              <p:cNvSpPr/>
              <p:nvPr/>
            </p:nvSpPr>
            <p:spPr>
              <a:xfrm>
                <a:off x="21150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88" name="타원 20887">
                <a:extLst>
                  <a:ext uri="{FF2B5EF4-FFF2-40B4-BE49-F238E27FC236}">
                    <a16:creationId xmlns:a16="http://schemas.microsoft.com/office/drawing/2014/main" id="{7C0AD964-BBC7-4A9C-B0F9-A3EC26CA21FB}"/>
                  </a:ext>
                </a:extLst>
              </p:cNvPr>
              <p:cNvSpPr/>
              <p:nvPr/>
            </p:nvSpPr>
            <p:spPr>
              <a:xfrm>
                <a:off x="22674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89" name="타원 20888">
                <a:extLst>
                  <a:ext uri="{FF2B5EF4-FFF2-40B4-BE49-F238E27FC236}">
                    <a16:creationId xmlns:a16="http://schemas.microsoft.com/office/drawing/2014/main" id="{C7CE423D-658B-42B4-A38F-0943082E619E}"/>
                  </a:ext>
                </a:extLst>
              </p:cNvPr>
              <p:cNvSpPr/>
              <p:nvPr/>
            </p:nvSpPr>
            <p:spPr>
              <a:xfrm>
                <a:off x="24198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90" name="타원 20889">
                <a:extLst>
                  <a:ext uri="{FF2B5EF4-FFF2-40B4-BE49-F238E27FC236}">
                    <a16:creationId xmlns:a16="http://schemas.microsoft.com/office/drawing/2014/main" id="{B3660D1E-CF26-4D10-A28A-6A04C40C9691}"/>
                  </a:ext>
                </a:extLst>
              </p:cNvPr>
              <p:cNvSpPr/>
              <p:nvPr/>
            </p:nvSpPr>
            <p:spPr>
              <a:xfrm>
                <a:off x="25722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91" name="타원 20890">
                <a:extLst>
                  <a:ext uri="{FF2B5EF4-FFF2-40B4-BE49-F238E27FC236}">
                    <a16:creationId xmlns:a16="http://schemas.microsoft.com/office/drawing/2014/main" id="{DC583EF1-5600-438A-8E11-148A4D684F3F}"/>
                  </a:ext>
                </a:extLst>
              </p:cNvPr>
              <p:cNvSpPr/>
              <p:nvPr/>
            </p:nvSpPr>
            <p:spPr>
              <a:xfrm>
                <a:off x="27246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92" name="타원 20891">
                <a:extLst>
                  <a:ext uri="{FF2B5EF4-FFF2-40B4-BE49-F238E27FC236}">
                    <a16:creationId xmlns:a16="http://schemas.microsoft.com/office/drawing/2014/main" id="{64E5FFB4-CE76-49E7-92B1-CB7FC6A331B1}"/>
                  </a:ext>
                </a:extLst>
              </p:cNvPr>
              <p:cNvSpPr/>
              <p:nvPr/>
            </p:nvSpPr>
            <p:spPr>
              <a:xfrm>
                <a:off x="28770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93" name="타원 20892">
                <a:extLst>
                  <a:ext uri="{FF2B5EF4-FFF2-40B4-BE49-F238E27FC236}">
                    <a16:creationId xmlns:a16="http://schemas.microsoft.com/office/drawing/2014/main" id="{2D035518-D64C-46FC-8D16-BCA38A6AEBAA}"/>
                  </a:ext>
                </a:extLst>
              </p:cNvPr>
              <p:cNvSpPr/>
              <p:nvPr/>
            </p:nvSpPr>
            <p:spPr>
              <a:xfrm>
                <a:off x="30294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94" name="타원 20893">
                <a:extLst>
                  <a:ext uri="{FF2B5EF4-FFF2-40B4-BE49-F238E27FC236}">
                    <a16:creationId xmlns:a16="http://schemas.microsoft.com/office/drawing/2014/main" id="{DDB497AA-4A6A-4213-AB04-17BA68EB381C}"/>
                  </a:ext>
                </a:extLst>
              </p:cNvPr>
              <p:cNvSpPr/>
              <p:nvPr/>
            </p:nvSpPr>
            <p:spPr>
              <a:xfrm>
                <a:off x="31818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95" name="타원 20894">
                <a:extLst>
                  <a:ext uri="{FF2B5EF4-FFF2-40B4-BE49-F238E27FC236}">
                    <a16:creationId xmlns:a16="http://schemas.microsoft.com/office/drawing/2014/main" id="{98EAEC49-09A5-4BF4-9571-60DD76974B36}"/>
                  </a:ext>
                </a:extLst>
              </p:cNvPr>
              <p:cNvSpPr/>
              <p:nvPr/>
            </p:nvSpPr>
            <p:spPr>
              <a:xfrm>
                <a:off x="33342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96" name="타원 20895">
                <a:extLst>
                  <a:ext uri="{FF2B5EF4-FFF2-40B4-BE49-F238E27FC236}">
                    <a16:creationId xmlns:a16="http://schemas.microsoft.com/office/drawing/2014/main" id="{52FE30EF-C8C5-4B12-A6ED-2FA4BCD9B808}"/>
                  </a:ext>
                </a:extLst>
              </p:cNvPr>
              <p:cNvSpPr/>
              <p:nvPr/>
            </p:nvSpPr>
            <p:spPr>
              <a:xfrm>
                <a:off x="34866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97" name="타원 20896">
                <a:extLst>
                  <a:ext uri="{FF2B5EF4-FFF2-40B4-BE49-F238E27FC236}">
                    <a16:creationId xmlns:a16="http://schemas.microsoft.com/office/drawing/2014/main" id="{E38158CA-B6DC-4AC3-AB19-E55B4857C717}"/>
                  </a:ext>
                </a:extLst>
              </p:cNvPr>
              <p:cNvSpPr/>
              <p:nvPr/>
            </p:nvSpPr>
            <p:spPr>
              <a:xfrm>
                <a:off x="36390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98" name="타원 20897">
                <a:extLst>
                  <a:ext uri="{FF2B5EF4-FFF2-40B4-BE49-F238E27FC236}">
                    <a16:creationId xmlns:a16="http://schemas.microsoft.com/office/drawing/2014/main" id="{CE815401-6423-4BA1-9C46-A38C45C31C23}"/>
                  </a:ext>
                </a:extLst>
              </p:cNvPr>
              <p:cNvSpPr/>
              <p:nvPr/>
            </p:nvSpPr>
            <p:spPr>
              <a:xfrm>
                <a:off x="37914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99" name="타원 20898">
                <a:extLst>
                  <a:ext uri="{FF2B5EF4-FFF2-40B4-BE49-F238E27FC236}">
                    <a16:creationId xmlns:a16="http://schemas.microsoft.com/office/drawing/2014/main" id="{CE1FD54E-4EEE-4D07-AD13-8D8C782C59F3}"/>
                  </a:ext>
                </a:extLst>
              </p:cNvPr>
              <p:cNvSpPr/>
              <p:nvPr/>
            </p:nvSpPr>
            <p:spPr>
              <a:xfrm>
                <a:off x="39438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00" name="타원 20899">
                <a:extLst>
                  <a:ext uri="{FF2B5EF4-FFF2-40B4-BE49-F238E27FC236}">
                    <a16:creationId xmlns:a16="http://schemas.microsoft.com/office/drawing/2014/main" id="{F1E456FE-911B-45F7-AD87-F63427C1D6E9}"/>
                  </a:ext>
                </a:extLst>
              </p:cNvPr>
              <p:cNvSpPr/>
              <p:nvPr/>
            </p:nvSpPr>
            <p:spPr>
              <a:xfrm>
                <a:off x="40962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01" name="타원 20900">
                <a:extLst>
                  <a:ext uri="{FF2B5EF4-FFF2-40B4-BE49-F238E27FC236}">
                    <a16:creationId xmlns:a16="http://schemas.microsoft.com/office/drawing/2014/main" id="{13485119-4397-4FD2-AB95-8BF4BB9A6A01}"/>
                  </a:ext>
                </a:extLst>
              </p:cNvPr>
              <p:cNvSpPr/>
              <p:nvPr/>
            </p:nvSpPr>
            <p:spPr>
              <a:xfrm>
                <a:off x="42486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02" name="타원 20901">
                <a:extLst>
                  <a:ext uri="{FF2B5EF4-FFF2-40B4-BE49-F238E27FC236}">
                    <a16:creationId xmlns:a16="http://schemas.microsoft.com/office/drawing/2014/main" id="{3FA68FA3-01E7-4410-9C35-2CBAA75A66B1}"/>
                  </a:ext>
                </a:extLst>
              </p:cNvPr>
              <p:cNvSpPr/>
              <p:nvPr/>
            </p:nvSpPr>
            <p:spPr>
              <a:xfrm>
                <a:off x="44010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03" name="타원 20902">
                <a:extLst>
                  <a:ext uri="{FF2B5EF4-FFF2-40B4-BE49-F238E27FC236}">
                    <a16:creationId xmlns:a16="http://schemas.microsoft.com/office/drawing/2014/main" id="{3F072235-754C-46FA-856D-A0B314096E54}"/>
                  </a:ext>
                </a:extLst>
              </p:cNvPr>
              <p:cNvSpPr/>
              <p:nvPr/>
            </p:nvSpPr>
            <p:spPr>
              <a:xfrm>
                <a:off x="45534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04" name="타원 20903">
                <a:extLst>
                  <a:ext uri="{FF2B5EF4-FFF2-40B4-BE49-F238E27FC236}">
                    <a16:creationId xmlns:a16="http://schemas.microsoft.com/office/drawing/2014/main" id="{8436392D-6D69-4FC1-A28F-B1379B738C7D}"/>
                  </a:ext>
                </a:extLst>
              </p:cNvPr>
              <p:cNvSpPr/>
              <p:nvPr/>
            </p:nvSpPr>
            <p:spPr>
              <a:xfrm>
                <a:off x="47058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05" name="타원 20904">
                <a:extLst>
                  <a:ext uri="{FF2B5EF4-FFF2-40B4-BE49-F238E27FC236}">
                    <a16:creationId xmlns:a16="http://schemas.microsoft.com/office/drawing/2014/main" id="{9295EC34-E99C-4DC6-8798-30C6B0EA0AB0}"/>
                  </a:ext>
                </a:extLst>
              </p:cNvPr>
              <p:cNvSpPr/>
              <p:nvPr/>
            </p:nvSpPr>
            <p:spPr>
              <a:xfrm>
                <a:off x="48582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06" name="타원 20905">
                <a:extLst>
                  <a:ext uri="{FF2B5EF4-FFF2-40B4-BE49-F238E27FC236}">
                    <a16:creationId xmlns:a16="http://schemas.microsoft.com/office/drawing/2014/main" id="{417E5304-D367-4340-BA0F-889B38998A36}"/>
                  </a:ext>
                </a:extLst>
              </p:cNvPr>
              <p:cNvSpPr/>
              <p:nvPr/>
            </p:nvSpPr>
            <p:spPr>
              <a:xfrm>
                <a:off x="50106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07" name="타원 20906">
                <a:extLst>
                  <a:ext uri="{FF2B5EF4-FFF2-40B4-BE49-F238E27FC236}">
                    <a16:creationId xmlns:a16="http://schemas.microsoft.com/office/drawing/2014/main" id="{368AA9B1-413E-4843-B864-ED9008B20986}"/>
                  </a:ext>
                </a:extLst>
              </p:cNvPr>
              <p:cNvSpPr/>
              <p:nvPr/>
            </p:nvSpPr>
            <p:spPr>
              <a:xfrm>
                <a:off x="51630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08" name="타원 20907">
                <a:extLst>
                  <a:ext uri="{FF2B5EF4-FFF2-40B4-BE49-F238E27FC236}">
                    <a16:creationId xmlns:a16="http://schemas.microsoft.com/office/drawing/2014/main" id="{F15EF379-A356-4030-BC5F-1D31EA078105}"/>
                  </a:ext>
                </a:extLst>
              </p:cNvPr>
              <p:cNvSpPr/>
              <p:nvPr/>
            </p:nvSpPr>
            <p:spPr>
              <a:xfrm>
                <a:off x="53154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09" name="타원 20908">
                <a:extLst>
                  <a:ext uri="{FF2B5EF4-FFF2-40B4-BE49-F238E27FC236}">
                    <a16:creationId xmlns:a16="http://schemas.microsoft.com/office/drawing/2014/main" id="{55330A3E-C4E6-4FE8-BC32-CC0A756723DD}"/>
                  </a:ext>
                </a:extLst>
              </p:cNvPr>
              <p:cNvSpPr/>
              <p:nvPr/>
            </p:nvSpPr>
            <p:spPr>
              <a:xfrm>
                <a:off x="54678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10" name="타원 20909">
                <a:extLst>
                  <a:ext uri="{FF2B5EF4-FFF2-40B4-BE49-F238E27FC236}">
                    <a16:creationId xmlns:a16="http://schemas.microsoft.com/office/drawing/2014/main" id="{3BFF84E0-16ED-4CEA-AB63-5058C9259A02}"/>
                  </a:ext>
                </a:extLst>
              </p:cNvPr>
              <p:cNvSpPr/>
              <p:nvPr/>
            </p:nvSpPr>
            <p:spPr>
              <a:xfrm>
                <a:off x="5620275" y="180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11" name="타원 20910">
                <a:extLst>
                  <a:ext uri="{FF2B5EF4-FFF2-40B4-BE49-F238E27FC236}">
                    <a16:creationId xmlns:a16="http://schemas.microsoft.com/office/drawing/2014/main" id="{310ECF84-397E-4008-8ADB-CECE4957BEBD}"/>
                  </a:ext>
                </a:extLst>
              </p:cNvPr>
              <p:cNvSpPr/>
              <p:nvPr/>
            </p:nvSpPr>
            <p:spPr>
              <a:xfrm>
                <a:off x="2862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12" name="타원 20911">
                <a:extLst>
                  <a:ext uri="{FF2B5EF4-FFF2-40B4-BE49-F238E27FC236}">
                    <a16:creationId xmlns:a16="http://schemas.microsoft.com/office/drawing/2014/main" id="{C361EB31-226A-4C2C-966C-8B81677A1697}"/>
                  </a:ext>
                </a:extLst>
              </p:cNvPr>
              <p:cNvSpPr/>
              <p:nvPr/>
            </p:nvSpPr>
            <p:spPr>
              <a:xfrm>
                <a:off x="4386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13" name="타원 20912">
                <a:extLst>
                  <a:ext uri="{FF2B5EF4-FFF2-40B4-BE49-F238E27FC236}">
                    <a16:creationId xmlns:a16="http://schemas.microsoft.com/office/drawing/2014/main" id="{9C4FBFF8-FE3F-411A-BCE0-C8C3FC5EDE42}"/>
                  </a:ext>
                </a:extLst>
              </p:cNvPr>
              <p:cNvSpPr/>
              <p:nvPr/>
            </p:nvSpPr>
            <p:spPr>
              <a:xfrm>
                <a:off x="5910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14" name="타원 20913">
                <a:extLst>
                  <a:ext uri="{FF2B5EF4-FFF2-40B4-BE49-F238E27FC236}">
                    <a16:creationId xmlns:a16="http://schemas.microsoft.com/office/drawing/2014/main" id="{868CBAF5-34BF-42E6-803D-D581DBEA9F6B}"/>
                  </a:ext>
                </a:extLst>
              </p:cNvPr>
              <p:cNvSpPr/>
              <p:nvPr/>
            </p:nvSpPr>
            <p:spPr>
              <a:xfrm>
                <a:off x="7434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15" name="타원 20914">
                <a:extLst>
                  <a:ext uri="{FF2B5EF4-FFF2-40B4-BE49-F238E27FC236}">
                    <a16:creationId xmlns:a16="http://schemas.microsoft.com/office/drawing/2014/main" id="{E6FA3998-25B9-40D1-8264-2A1255EB34E1}"/>
                  </a:ext>
                </a:extLst>
              </p:cNvPr>
              <p:cNvSpPr/>
              <p:nvPr/>
            </p:nvSpPr>
            <p:spPr>
              <a:xfrm>
                <a:off x="8958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16" name="타원 20915">
                <a:extLst>
                  <a:ext uri="{FF2B5EF4-FFF2-40B4-BE49-F238E27FC236}">
                    <a16:creationId xmlns:a16="http://schemas.microsoft.com/office/drawing/2014/main" id="{B1DFED7B-2A4A-4276-9A2C-9D3F4E96F429}"/>
                  </a:ext>
                </a:extLst>
              </p:cNvPr>
              <p:cNvSpPr/>
              <p:nvPr/>
            </p:nvSpPr>
            <p:spPr>
              <a:xfrm>
                <a:off x="10482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17" name="타원 20916">
                <a:extLst>
                  <a:ext uri="{FF2B5EF4-FFF2-40B4-BE49-F238E27FC236}">
                    <a16:creationId xmlns:a16="http://schemas.microsoft.com/office/drawing/2014/main" id="{52484FB4-BC1B-4E66-AAB5-09E11A3F1EC3}"/>
                  </a:ext>
                </a:extLst>
              </p:cNvPr>
              <p:cNvSpPr/>
              <p:nvPr/>
            </p:nvSpPr>
            <p:spPr>
              <a:xfrm>
                <a:off x="12006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18" name="타원 20917">
                <a:extLst>
                  <a:ext uri="{FF2B5EF4-FFF2-40B4-BE49-F238E27FC236}">
                    <a16:creationId xmlns:a16="http://schemas.microsoft.com/office/drawing/2014/main" id="{A1AD7AE6-7BC1-4166-80BE-B80EE5334E46}"/>
                  </a:ext>
                </a:extLst>
              </p:cNvPr>
              <p:cNvSpPr/>
              <p:nvPr/>
            </p:nvSpPr>
            <p:spPr>
              <a:xfrm>
                <a:off x="13530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19" name="타원 20918">
                <a:extLst>
                  <a:ext uri="{FF2B5EF4-FFF2-40B4-BE49-F238E27FC236}">
                    <a16:creationId xmlns:a16="http://schemas.microsoft.com/office/drawing/2014/main" id="{3957D1B8-3552-4E91-BB8A-AA67B9753673}"/>
                  </a:ext>
                </a:extLst>
              </p:cNvPr>
              <p:cNvSpPr/>
              <p:nvPr/>
            </p:nvSpPr>
            <p:spPr>
              <a:xfrm>
                <a:off x="15054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20" name="타원 20919">
                <a:extLst>
                  <a:ext uri="{FF2B5EF4-FFF2-40B4-BE49-F238E27FC236}">
                    <a16:creationId xmlns:a16="http://schemas.microsoft.com/office/drawing/2014/main" id="{C9260CAC-AFE6-48B8-A278-42BA263603AA}"/>
                  </a:ext>
                </a:extLst>
              </p:cNvPr>
              <p:cNvSpPr/>
              <p:nvPr/>
            </p:nvSpPr>
            <p:spPr>
              <a:xfrm>
                <a:off x="16578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21" name="타원 20920">
                <a:extLst>
                  <a:ext uri="{FF2B5EF4-FFF2-40B4-BE49-F238E27FC236}">
                    <a16:creationId xmlns:a16="http://schemas.microsoft.com/office/drawing/2014/main" id="{0C1FD8D3-A35D-4984-ADB3-59D9D1BCF7E7}"/>
                  </a:ext>
                </a:extLst>
              </p:cNvPr>
              <p:cNvSpPr/>
              <p:nvPr/>
            </p:nvSpPr>
            <p:spPr>
              <a:xfrm>
                <a:off x="18102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22" name="타원 20921">
                <a:extLst>
                  <a:ext uri="{FF2B5EF4-FFF2-40B4-BE49-F238E27FC236}">
                    <a16:creationId xmlns:a16="http://schemas.microsoft.com/office/drawing/2014/main" id="{8B153FC8-4209-4287-A983-2F6A66350B94}"/>
                  </a:ext>
                </a:extLst>
              </p:cNvPr>
              <p:cNvSpPr/>
              <p:nvPr/>
            </p:nvSpPr>
            <p:spPr>
              <a:xfrm>
                <a:off x="19626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23" name="타원 20922">
                <a:extLst>
                  <a:ext uri="{FF2B5EF4-FFF2-40B4-BE49-F238E27FC236}">
                    <a16:creationId xmlns:a16="http://schemas.microsoft.com/office/drawing/2014/main" id="{09092FAF-4719-4354-BF3A-13EFEBC2ABA9}"/>
                  </a:ext>
                </a:extLst>
              </p:cNvPr>
              <p:cNvSpPr/>
              <p:nvPr/>
            </p:nvSpPr>
            <p:spPr>
              <a:xfrm>
                <a:off x="21150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24" name="타원 20923">
                <a:extLst>
                  <a:ext uri="{FF2B5EF4-FFF2-40B4-BE49-F238E27FC236}">
                    <a16:creationId xmlns:a16="http://schemas.microsoft.com/office/drawing/2014/main" id="{4505D846-1C33-472B-A851-1368CD028E8C}"/>
                  </a:ext>
                </a:extLst>
              </p:cNvPr>
              <p:cNvSpPr/>
              <p:nvPr/>
            </p:nvSpPr>
            <p:spPr>
              <a:xfrm>
                <a:off x="22674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25" name="타원 20924">
                <a:extLst>
                  <a:ext uri="{FF2B5EF4-FFF2-40B4-BE49-F238E27FC236}">
                    <a16:creationId xmlns:a16="http://schemas.microsoft.com/office/drawing/2014/main" id="{975293E5-7E2F-4DCD-B3A9-625AF9CCB716}"/>
                  </a:ext>
                </a:extLst>
              </p:cNvPr>
              <p:cNvSpPr/>
              <p:nvPr/>
            </p:nvSpPr>
            <p:spPr>
              <a:xfrm>
                <a:off x="24198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26" name="타원 20925">
                <a:extLst>
                  <a:ext uri="{FF2B5EF4-FFF2-40B4-BE49-F238E27FC236}">
                    <a16:creationId xmlns:a16="http://schemas.microsoft.com/office/drawing/2014/main" id="{603467A8-7D53-41C1-AD1A-9B68065B34B1}"/>
                  </a:ext>
                </a:extLst>
              </p:cNvPr>
              <p:cNvSpPr/>
              <p:nvPr/>
            </p:nvSpPr>
            <p:spPr>
              <a:xfrm>
                <a:off x="25722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27" name="타원 20926">
                <a:extLst>
                  <a:ext uri="{FF2B5EF4-FFF2-40B4-BE49-F238E27FC236}">
                    <a16:creationId xmlns:a16="http://schemas.microsoft.com/office/drawing/2014/main" id="{D65C23BD-3BF8-4350-B1A4-2D78475E315E}"/>
                  </a:ext>
                </a:extLst>
              </p:cNvPr>
              <p:cNvSpPr/>
              <p:nvPr/>
            </p:nvSpPr>
            <p:spPr>
              <a:xfrm>
                <a:off x="27246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28" name="타원 20927">
                <a:extLst>
                  <a:ext uri="{FF2B5EF4-FFF2-40B4-BE49-F238E27FC236}">
                    <a16:creationId xmlns:a16="http://schemas.microsoft.com/office/drawing/2014/main" id="{FCAE8B41-1170-48E2-B7D3-0B86AAC664FA}"/>
                  </a:ext>
                </a:extLst>
              </p:cNvPr>
              <p:cNvSpPr/>
              <p:nvPr/>
            </p:nvSpPr>
            <p:spPr>
              <a:xfrm>
                <a:off x="28770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29" name="타원 20928">
                <a:extLst>
                  <a:ext uri="{FF2B5EF4-FFF2-40B4-BE49-F238E27FC236}">
                    <a16:creationId xmlns:a16="http://schemas.microsoft.com/office/drawing/2014/main" id="{F38C3231-3758-4905-8131-B28B16BD1228}"/>
                  </a:ext>
                </a:extLst>
              </p:cNvPr>
              <p:cNvSpPr/>
              <p:nvPr/>
            </p:nvSpPr>
            <p:spPr>
              <a:xfrm>
                <a:off x="30294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30" name="타원 20929">
                <a:extLst>
                  <a:ext uri="{FF2B5EF4-FFF2-40B4-BE49-F238E27FC236}">
                    <a16:creationId xmlns:a16="http://schemas.microsoft.com/office/drawing/2014/main" id="{9FEC4CDA-C7C5-48BD-9342-2534A415D466}"/>
                  </a:ext>
                </a:extLst>
              </p:cNvPr>
              <p:cNvSpPr/>
              <p:nvPr/>
            </p:nvSpPr>
            <p:spPr>
              <a:xfrm>
                <a:off x="31818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31" name="타원 20930">
                <a:extLst>
                  <a:ext uri="{FF2B5EF4-FFF2-40B4-BE49-F238E27FC236}">
                    <a16:creationId xmlns:a16="http://schemas.microsoft.com/office/drawing/2014/main" id="{5B5D5928-ED5F-407C-89A2-A2E32282CAAC}"/>
                  </a:ext>
                </a:extLst>
              </p:cNvPr>
              <p:cNvSpPr/>
              <p:nvPr/>
            </p:nvSpPr>
            <p:spPr>
              <a:xfrm>
                <a:off x="33342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32" name="타원 20931">
                <a:extLst>
                  <a:ext uri="{FF2B5EF4-FFF2-40B4-BE49-F238E27FC236}">
                    <a16:creationId xmlns:a16="http://schemas.microsoft.com/office/drawing/2014/main" id="{5D65BBAE-6B49-49FA-8C11-13694925F428}"/>
                  </a:ext>
                </a:extLst>
              </p:cNvPr>
              <p:cNvSpPr/>
              <p:nvPr/>
            </p:nvSpPr>
            <p:spPr>
              <a:xfrm>
                <a:off x="34866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33" name="타원 20932">
                <a:extLst>
                  <a:ext uri="{FF2B5EF4-FFF2-40B4-BE49-F238E27FC236}">
                    <a16:creationId xmlns:a16="http://schemas.microsoft.com/office/drawing/2014/main" id="{7D9B4857-63CA-4826-93DB-68E6F6A341B5}"/>
                  </a:ext>
                </a:extLst>
              </p:cNvPr>
              <p:cNvSpPr/>
              <p:nvPr/>
            </p:nvSpPr>
            <p:spPr>
              <a:xfrm>
                <a:off x="36390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34" name="타원 20933">
                <a:extLst>
                  <a:ext uri="{FF2B5EF4-FFF2-40B4-BE49-F238E27FC236}">
                    <a16:creationId xmlns:a16="http://schemas.microsoft.com/office/drawing/2014/main" id="{5A8D184D-8599-46B0-B5A9-D75283787F47}"/>
                  </a:ext>
                </a:extLst>
              </p:cNvPr>
              <p:cNvSpPr/>
              <p:nvPr/>
            </p:nvSpPr>
            <p:spPr>
              <a:xfrm>
                <a:off x="37914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35" name="타원 20934">
                <a:extLst>
                  <a:ext uri="{FF2B5EF4-FFF2-40B4-BE49-F238E27FC236}">
                    <a16:creationId xmlns:a16="http://schemas.microsoft.com/office/drawing/2014/main" id="{C9F45986-33E8-4DE9-9388-65518DF3BCD0}"/>
                  </a:ext>
                </a:extLst>
              </p:cNvPr>
              <p:cNvSpPr/>
              <p:nvPr/>
            </p:nvSpPr>
            <p:spPr>
              <a:xfrm>
                <a:off x="39438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36" name="타원 20935">
                <a:extLst>
                  <a:ext uri="{FF2B5EF4-FFF2-40B4-BE49-F238E27FC236}">
                    <a16:creationId xmlns:a16="http://schemas.microsoft.com/office/drawing/2014/main" id="{BFBE0F57-910A-4278-915B-7583DEFE4BE5}"/>
                  </a:ext>
                </a:extLst>
              </p:cNvPr>
              <p:cNvSpPr/>
              <p:nvPr/>
            </p:nvSpPr>
            <p:spPr>
              <a:xfrm>
                <a:off x="40962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37" name="타원 20936">
                <a:extLst>
                  <a:ext uri="{FF2B5EF4-FFF2-40B4-BE49-F238E27FC236}">
                    <a16:creationId xmlns:a16="http://schemas.microsoft.com/office/drawing/2014/main" id="{F998A9C7-94B6-4900-B8B5-F87AA311AE8F}"/>
                  </a:ext>
                </a:extLst>
              </p:cNvPr>
              <p:cNvSpPr/>
              <p:nvPr/>
            </p:nvSpPr>
            <p:spPr>
              <a:xfrm>
                <a:off x="42486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38" name="타원 20937">
                <a:extLst>
                  <a:ext uri="{FF2B5EF4-FFF2-40B4-BE49-F238E27FC236}">
                    <a16:creationId xmlns:a16="http://schemas.microsoft.com/office/drawing/2014/main" id="{D578CB27-8164-489F-BA8E-32732C6A8F63}"/>
                  </a:ext>
                </a:extLst>
              </p:cNvPr>
              <p:cNvSpPr/>
              <p:nvPr/>
            </p:nvSpPr>
            <p:spPr>
              <a:xfrm>
                <a:off x="44010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39" name="타원 20938">
                <a:extLst>
                  <a:ext uri="{FF2B5EF4-FFF2-40B4-BE49-F238E27FC236}">
                    <a16:creationId xmlns:a16="http://schemas.microsoft.com/office/drawing/2014/main" id="{B2810102-384B-4BFF-B729-66F8C31E0B3F}"/>
                  </a:ext>
                </a:extLst>
              </p:cNvPr>
              <p:cNvSpPr/>
              <p:nvPr/>
            </p:nvSpPr>
            <p:spPr>
              <a:xfrm>
                <a:off x="45534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40" name="타원 20939">
                <a:extLst>
                  <a:ext uri="{FF2B5EF4-FFF2-40B4-BE49-F238E27FC236}">
                    <a16:creationId xmlns:a16="http://schemas.microsoft.com/office/drawing/2014/main" id="{9D072A76-F0C8-45B2-9177-37B0B9D3325D}"/>
                  </a:ext>
                </a:extLst>
              </p:cNvPr>
              <p:cNvSpPr/>
              <p:nvPr/>
            </p:nvSpPr>
            <p:spPr>
              <a:xfrm>
                <a:off x="47058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41" name="타원 20940">
                <a:extLst>
                  <a:ext uri="{FF2B5EF4-FFF2-40B4-BE49-F238E27FC236}">
                    <a16:creationId xmlns:a16="http://schemas.microsoft.com/office/drawing/2014/main" id="{FD6B731E-D308-4C29-980C-511C590BA0BD}"/>
                  </a:ext>
                </a:extLst>
              </p:cNvPr>
              <p:cNvSpPr/>
              <p:nvPr/>
            </p:nvSpPr>
            <p:spPr>
              <a:xfrm>
                <a:off x="48582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42" name="타원 20941">
                <a:extLst>
                  <a:ext uri="{FF2B5EF4-FFF2-40B4-BE49-F238E27FC236}">
                    <a16:creationId xmlns:a16="http://schemas.microsoft.com/office/drawing/2014/main" id="{2B4F2AF7-A836-4BF7-A0DB-9A716675B6AC}"/>
                  </a:ext>
                </a:extLst>
              </p:cNvPr>
              <p:cNvSpPr/>
              <p:nvPr/>
            </p:nvSpPr>
            <p:spPr>
              <a:xfrm>
                <a:off x="50106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43" name="타원 20942">
                <a:extLst>
                  <a:ext uri="{FF2B5EF4-FFF2-40B4-BE49-F238E27FC236}">
                    <a16:creationId xmlns:a16="http://schemas.microsoft.com/office/drawing/2014/main" id="{6D1B8066-BDC5-4A70-8E2A-CF38CD7F88A4}"/>
                  </a:ext>
                </a:extLst>
              </p:cNvPr>
              <p:cNvSpPr/>
              <p:nvPr/>
            </p:nvSpPr>
            <p:spPr>
              <a:xfrm>
                <a:off x="51630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44" name="타원 20943">
                <a:extLst>
                  <a:ext uri="{FF2B5EF4-FFF2-40B4-BE49-F238E27FC236}">
                    <a16:creationId xmlns:a16="http://schemas.microsoft.com/office/drawing/2014/main" id="{858357E9-12DC-466F-8FC7-31AF52305155}"/>
                  </a:ext>
                </a:extLst>
              </p:cNvPr>
              <p:cNvSpPr/>
              <p:nvPr/>
            </p:nvSpPr>
            <p:spPr>
              <a:xfrm>
                <a:off x="53154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45" name="타원 20944">
                <a:extLst>
                  <a:ext uri="{FF2B5EF4-FFF2-40B4-BE49-F238E27FC236}">
                    <a16:creationId xmlns:a16="http://schemas.microsoft.com/office/drawing/2014/main" id="{72A762D3-16D3-41B3-88A3-027E2A4E58CC}"/>
                  </a:ext>
                </a:extLst>
              </p:cNvPr>
              <p:cNvSpPr/>
              <p:nvPr/>
            </p:nvSpPr>
            <p:spPr>
              <a:xfrm>
                <a:off x="54678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46" name="타원 20945">
                <a:extLst>
                  <a:ext uri="{FF2B5EF4-FFF2-40B4-BE49-F238E27FC236}">
                    <a16:creationId xmlns:a16="http://schemas.microsoft.com/office/drawing/2014/main" id="{CB0E7E20-E4CE-4302-A6DB-612083C4F2B6}"/>
                  </a:ext>
                </a:extLst>
              </p:cNvPr>
              <p:cNvSpPr/>
              <p:nvPr/>
            </p:nvSpPr>
            <p:spPr>
              <a:xfrm>
                <a:off x="5620275" y="195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47" name="타원 20946">
                <a:extLst>
                  <a:ext uri="{FF2B5EF4-FFF2-40B4-BE49-F238E27FC236}">
                    <a16:creationId xmlns:a16="http://schemas.microsoft.com/office/drawing/2014/main" id="{6D376534-DF7A-40AA-B0DD-B0E1FFE06007}"/>
                  </a:ext>
                </a:extLst>
              </p:cNvPr>
              <p:cNvSpPr/>
              <p:nvPr/>
            </p:nvSpPr>
            <p:spPr>
              <a:xfrm>
                <a:off x="2862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48" name="타원 20947">
                <a:extLst>
                  <a:ext uri="{FF2B5EF4-FFF2-40B4-BE49-F238E27FC236}">
                    <a16:creationId xmlns:a16="http://schemas.microsoft.com/office/drawing/2014/main" id="{844B35BB-02EE-4D1B-8A59-5DBB2B687E37}"/>
                  </a:ext>
                </a:extLst>
              </p:cNvPr>
              <p:cNvSpPr/>
              <p:nvPr/>
            </p:nvSpPr>
            <p:spPr>
              <a:xfrm>
                <a:off x="4386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49" name="타원 20948">
                <a:extLst>
                  <a:ext uri="{FF2B5EF4-FFF2-40B4-BE49-F238E27FC236}">
                    <a16:creationId xmlns:a16="http://schemas.microsoft.com/office/drawing/2014/main" id="{E1F51DC8-0CAF-4949-914F-85C06E44C15A}"/>
                  </a:ext>
                </a:extLst>
              </p:cNvPr>
              <p:cNvSpPr/>
              <p:nvPr/>
            </p:nvSpPr>
            <p:spPr>
              <a:xfrm>
                <a:off x="5910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50" name="타원 20949">
                <a:extLst>
                  <a:ext uri="{FF2B5EF4-FFF2-40B4-BE49-F238E27FC236}">
                    <a16:creationId xmlns:a16="http://schemas.microsoft.com/office/drawing/2014/main" id="{396B2080-B412-4746-8EF8-63E79CF7E791}"/>
                  </a:ext>
                </a:extLst>
              </p:cNvPr>
              <p:cNvSpPr/>
              <p:nvPr/>
            </p:nvSpPr>
            <p:spPr>
              <a:xfrm>
                <a:off x="7434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51" name="타원 20950">
                <a:extLst>
                  <a:ext uri="{FF2B5EF4-FFF2-40B4-BE49-F238E27FC236}">
                    <a16:creationId xmlns:a16="http://schemas.microsoft.com/office/drawing/2014/main" id="{78A66266-B602-4C22-8086-3A9873F9CAB8}"/>
                  </a:ext>
                </a:extLst>
              </p:cNvPr>
              <p:cNvSpPr/>
              <p:nvPr/>
            </p:nvSpPr>
            <p:spPr>
              <a:xfrm>
                <a:off x="8958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52" name="타원 20951">
                <a:extLst>
                  <a:ext uri="{FF2B5EF4-FFF2-40B4-BE49-F238E27FC236}">
                    <a16:creationId xmlns:a16="http://schemas.microsoft.com/office/drawing/2014/main" id="{1449D3CC-4E35-457A-BF49-C21CD53AF47F}"/>
                  </a:ext>
                </a:extLst>
              </p:cNvPr>
              <p:cNvSpPr/>
              <p:nvPr/>
            </p:nvSpPr>
            <p:spPr>
              <a:xfrm>
                <a:off x="10482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53" name="타원 20952">
                <a:extLst>
                  <a:ext uri="{FF2B5EF4-FFF2-40B4-BE49-F238E27FC236}">
                    <a16:creationId xmlns:a16="http://schemas.microsoft.com/office/drawing/2014/main" id="{85061016-151E-4060-A86F-24238CEF48D9}"/>
                  </a:ext>
                </a:extLst>
              </p:cNvPr>
              <p:cNvSpPr/>
              <p:nvPr/>
            </p:nvSpPr>
            <p:spPr>
              <a:xfrm>
                <a:off x="12006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54" name="타원 20953">
                <a:extLst>
                  <a:ext uri="{FF2B5EF4-FFF2-40B4-BE49-F238E27FC236}">
                    <a16:creationId xmlns:a16="http://schemas.microsoft.com/office/drawing/2014/main" id="{74EB8F7B-B741-4120-922E-C4C01433C490}"/>
                  </a:ext>
                </a:extLst>
              </p:cNvPr>
              <p:cNvSpPr/>
              <p:nvPr/>
            </p:nvSpPr>
            <p:spPr>
              <a:xfrm>
                <a:off x="13530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55" name="타원 20954">
                <a:extLst>
                  <a:ext uri="{FF2B5EF4-FFF2-40B4-BE49-F238E27FC236}">
                    <a16:creationId xmlns:a16="http://schemas.microsoft.com/office/drawing/2014/main" id="{62C21731-E52A-4364-8B6C-63CB3720A2FE}"/>
                  </a:ext>
                </a:extLst>
              </p:cNvPr>
              <p:cNvSpPr/>
              <p:nvPr/>
            </p:nvSpPr>
            <p:spPr>
              <a:xfrm>
                <a:off x="15054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56" name="타원 20955">
                <a:extLst>
                  <a:ext uri="{FF2B5EF4-FFF2-40B4-BE49-F238E27FC236}">
                    <a16:creationId xmlns:a16="http://schemas.microsoft.com/office/drawing/2014/main" id="{C5F9F90B-7873-48F6-8510-E79695E32BCD}"/>
                  </a:ext>
                </a:extLst>
              </p:cNvPr>
              <p:cNvSpPr/>
              <p:nvPr/>
            </p:nvSpPr>
            <p:spPr>
              <a:xfrm>
                <a:off x="16578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57" name="타원 20956">
                <a:extLst>
                  <a:ext uri="{FF2B5EF4-FFF2-40B4-BE49-F238E27FC236}">
                    <a16:creationId xmlns:a16="http://schemas.microsoft.com/office/drawing/2014/main" id="{A156D3E0-76BD-4141-8E48-9CF0C61DB4E7}"/>
                  </a:ext>
                </a:extLst>
              </p:cNvPr>
              <p:cNvSpPr/>
              <p:nvPr/>
            </p:nvSpPr>
            <p:spPr>
              <a:xfrm>
                <a:off x="18102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58" name="타원 20957">
                <a:extLst>
                  <a:ext uri="{FF2B5EF4-FFF2-40B4-BE49-F238E27FC236}">
                    <a16:creationId xmlns:a16="http://schemas.microsoft.com/office/drawing/2014/main" id="{AFB33841-81ED-4A3A-9625-AE342FB9151F}"/>
                  </a:ext>
                </a:extLst>
              </p:cNvPr>
              <p:cNvSpPr/>
              <p:nvPr/>
            </p:nvSpPr>
            <p:spPr>
              <a:xfrm>
                <a:off x="19626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59" name="타원 20958">
                <a:extLst>
                  <a:ext uri="{FF2B5EF4-FFF2-40B4-BE49-F238E27FC236}">
                    <a16:creationId xmlns:a16="http://schemas.microsoft.com/office/drawing/2014/main" id="{0DAE8CF0-E0E5-425D-9AA3-5004E93270D5}"/>
                  </a:ext>
                </a:extLst>
              </p:cNvPr>
              <p:cNvSpPr/>
              <p:nvPr/>
            </p:nvSpPr>
            <p:spPr>
              <a:xfrm>
                <a:off x="21150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60" name="타원 20959">
                <a:extLst>
                  <a:ext uri="{FF2B5EF4-FFF2-40B4-BE49-F238E27FC236}">
                    <a16:creationId xmlns:a16="http://schemas.microsoft.com/office/drawing/2014/main" id="{04DB895A-883E-44DE-B39C-5B2ACBC484B2}"/>
                  </a:ext>
                </a:extLst>
              </p:cNvPr>
              <p:cNvSpPr/>
              <p:nvPr/>
            </p:nvSpPr>
            <p:spPr>
              <a:xfrm>
                <a:off x="22674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61" name="타원 20960">
                <a:extLst>
                  <a:ext uri="{FF2B5EF4-FFF2-40B4-BE49-F238E27FC236}">
                    <a16:creationId xmlns:a16="http://schemas.microsoft.com/office/drawing/2014/main" id="{A06B4B58-C629-4435-A5B4-02490D414F2E}"/>
                  </a:ext>
                </a:extLst>
              </p:cNvPr>
              <p:cNvSpPr/>
              <p:nvPr/>
            </p:nvSpPr>
            <p:spPr>
              <a:xfrm>
                <a:off x="24198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62" name="타원 20961">
                <a:extLst>
                  <a:ext uri="{FF2B5EF4-FFF2-40B4-BE49-F238E27FC236}">
                    <a16:creationId xmlns:a16="http://schemas.microsoft.com/office/drawing/2014/main" id="{FE9D8916-735A-47E1-A270-8DC07E7D5BE1}"/>
                  </a:ext>
                </a:extLst>
              </p:cNvPr>
              <p:cNvSpPr/>
              <p:nvPr/>
            </p:nvSpPr>
            <p:spPr>
              <a:xfrm>
                <a:off x="25722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63" name="타원 20962">
                <a:extLst>
                  <a:ext uri="{FF2B5EF4-FFF2-40B4-BE49-F238E27FC236}">
                    <a16:creationId xmlns:a16="http://schemas.microsoft.com/office/drawing/2014/main" id="{F6ECECA2-6962-4618-BE64-4CFBD92A65CC}"/>
                  </a:ext>
                </a:extLst>
              </p:cNvPr>
              <p:cNvSpPr/>
              <p:nvPr/>
            </p:nvSpPr>
            <p:spPr>
              <a:xfrm>
                <a:off x="27246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64" name="타원 20963">
                <a:extLst>
                  <a:ext uri="{FF2B5EF4-FFF2-40B4-BE49-F238E27FC236}">
                    <a16:creationId xmlns:a16="http://schemas.microsoft.com/office/drawing/2014/main" id="{033E51D4-E861-4799-B8EA-962096777A97}"/>
                  </a:ext>
                </a:extLst>
              </p:cNvPr>
              <p:cNvSpPr/>
              <p:nvPr/>
            </p:nvSpPr>
            <p:spPr>
              <a:xfrm>
                <a:off x="28770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65" name="타원 20964">
                <a:extLst>
                  <a:ext uri="{FF2B5EF4-FFF2-40B4-BE49-F238E27FC236}">
                    <a16:creationId xmlns:a16="http://schemas.microsoft.com/office/drawing/2014/main" id="{0E9CBD32-C052-4F64-A533-54BFEEBCC57F}"/>
                  </a:ext>
                </a:extLst>
              </p:cNvPr>
              <p:cNvSpPr/>
              <p:nvPr/>
            </p:nvSpPr>
            <p:spPr>
              <a:xfrm>
                <a:off x="30294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66" name="타원 20965">
                <a:extLst>
                  <a:ext uri="{FF2B5EF4-FFF2-40B4-BE49-F238E27FC236}">
                    <a16:creationId xmlns:a16="http://schemas.microsoft.com/office/drawing/2014/main" id="{841AE1F3-57EE-48CD-BBB2-F4EAA20D4B6E}"/>
                  </a:ext>
                </a:extLst>
              </p:cNvPr>
              <p:cNvSpPr/>
              <p:nvPr/>
            </p:nvSpPr>
            <p:spPr>
              <a:xfrm>
                <a:off x="31818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67" name="타원 20966">
                <a:extLst>
                  <a:ext uri="{FF2B5EF4-FFF2-40B4-BE49-F238E27FC236}">
                    <a16:creationId xmlns:a16="http://schemas.microsoft.com/office/drawing/2014/main" id="{B28CE66C-1115-41DE-A22C-302AC39AC8AF}"/>
                  </a:ext>
                </a:extLst>
              </p:cNvPr>
              <p:cNvSpPr/>
              <p:nvPr/>
            </p:nvSpPr>
            <p:spPr>
              <a:xfrm>
                <a:off x="33342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68" name="타원 20967">
                <a:extLst>
                  <a:ext uri="{FF2B5EF4-FFF2-40B4-BE49-F238E27FC236}">
                    <a16:creationId xmlns:a16="http://schemas.microsoft.com/office/drawing/2014/main" id="{AFE6CAD6-BC53-4928-8BAB-41DB6C5AB917}"/>
                  </a:ext>
                </a:extLst>
              </p:cNvPr>
              <p:cNvSpPr/>
              <p:nvPr/>
            </p:nvSpPr>
            <p:spPr>
              <a:xfrm>
                <a:off x="34866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69" name="타원 20968">
                <a:extLst>
                  <a:ext uri="{FF2B5EF4-FFF2-40B4-BE49-F238E27FC236}">
                    <a16:creationId xmlns:a16="http://schemas.microsoft.com/office/drawing/2014/main" id="{04838910-89C5-400D-B1B7-04143BCAAA02}"/>
                  </a:ext>
                </a:extLst>
              </p:cNvPr>
              <p:cNvSpPr/>
              <p:nvPr/>
            </p:nvSpPr>
            <p:spPr>
              <a:xfrm>
                <a:off x="36390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70" name="타원 20969">
                <a:extLst>
                  <a:ext uri="{FF2B5EF4-FFF2-40B4-BE49-F238E27FC236}">
                    <a16:creationId xmlns:a16="http://schemas.microsoft.com/office/drawing/2014/main" id="{31DD49AE-7CCC-4479-892B-6711276C7258}"/>
                  </a:ext>
                </a:extLst>
              </p:cNvPr>
              <p:cNvSpPr/>
              <p:nvPr/>
            </p:nvSpPr>
            <p:spPr>
              <a:xfrm>
                <a:off x="37914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71" name="타원 20970">
                <a:extLst>
                  <a:ext uri="{FF2B5EF4-FFF2-40B4-BE49-F238E27FC236}">
                    <a16:creationId xmlns:a16="http://schemas.microsoft.com/office/drawing/2014/main" id="{55AB39C6-198B-4EEB-9A70-96D869480697}"/>
                  </a:ext>
                </a:extLst>
              </p:cNvPr>
              <p:cNvSpPr/>
              <p:nvPr/>
            </p:nvSpPr>
            <p:spPr>
              <a:xfrm>
                <a:off x="39438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72" name="타원 20971">
                <a:extLst>
                  <a:ext uri="{FF2B5EF4-FFF2-40B4-BE49-F238E27FC236}">
                    <a16:creationId xmlns:a16="http://schemas.microsoft.com/office/drawing/2014/main" id="{83B587E1-1902-4EA5-AD7C-4AF5463AEEE8}"/>
                  </a:ext>
                </a:extLst>
              </p:cNvPr>
              <p:cNvSpPr/>
              <p:nvPr/>
            </p:nvSpPr>
            <p:spPr>
              <a:xfrm>
                <a:off x="40962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73" name="타원 20972">
                <a:extLst>
                  <a:ext uri="{FF2B5EF4-FFF2-40B4-BE49-F238E27FC236}">
                    <a16:creationId xmlns:a16="http://schemas.microsoft.com/office/drawing/2014/main" id="{38CFD023-6A11-4358-BA82-4D0E019ACFE8}"/>
                  </a:ext>
                </a:extLst>
              </p:cNvPr>
              <p:cNvSpPr/>
              <p:nvPr/>
            </p:nvSpPr>
            <p:spPr>
              <a:xfrm>
                <a:off x="42486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74" name="타원 20973">
                <a:extLst>
                  <a:ext uri="{FF2B5EF4-FFF2-40B4-BE49-F238E27FC236}">
                    <a16:creationId xmlns:a16="http://schemas.microsoft.com/office/drawing/2014/main" id="{4399F90E-E02E-4B00-AD8E-4A85906EDF48}"/>
                  </a:ext>
                </a:extLst>
              </p:cNvPr>
              <p:cNvSpPr/>
              <p:nvPr/>
            </p:nvSpPr>
            <p:spPr>
              <a:xfrm>
                <a:off x="44010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75" name="타원 20974">
                <a:extLst>
                  <a:ext uri="{FF2B5EF4-FFF2-40B4-BE49-F238E27FC236}">
                    <a16:creationId xmlns:a16="http://schemas.microsoft.com/office/drawing/2014/main" id="{0AB625AA-335E-4E89-8789-1B7F290869B5}"/>
                  </a:ext>
                </a:extLst>
              </p:cNvPr>
              <p:cNvSpPr/>
              <p:nvPr/>
            </p:nvSpPr>
            <p:spPr>
              <a:xfrm>
                <a:off x="45534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76" name="타원 20975">
                <a:extLst>
                  <a:ext uri="{FF2B5EF4-FFF2-40B4-BE49-F238E27FC236}">
                    <a16:creationId xmlns:a16="http://schemas.microsoft.com/office/drawing/2014/main" id="{F564D37C-2E3E-4067-A9DD-8ED15DE3BB97}"/>
                  </a:ext>
                </a:extLst>
              </p:cNvPr>
              <p:cNvSpPr/>
              <p:nvPr/>
            </p:nvSpPr>
            <p:spPr>
              <a:xfrm>
                <a:off x="47058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77" name="타원 20976">
                <a:extLst>
                  <a:ext uri="{FF2B5EF4-FFF2-40B4-BE49-F238E27FC236}">
                    <a16:creationId xmlns:a16="http://schemas.microsoft.com/office/drawing/2014/main" id="{201481D9-8885-49B5-9A7D-EE216AC0D600}"/>
                  </a:ext>
                </a:extLst>
              </p:cNvPr>
              <p:cNvSpPr/>
              <p:nvPr/>
            </p:nvSpPr>
            <p:spPr>
              <a:xfrm>
                <a:off x="48582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78" name="타원 20977">
                <a:extLst>
                  <a:ext uri="{FF2B5EF4-FFF2-40B4-BE49-F238E27FC236}">
                    <a16:creationId xmlns:a16="http://schemas.microsoft.com/office/drawing/2014/main" id="{A1EDDBA4-49C0-4C5C-A9E6-97CFBA6CD330}"/>
                  </a:ext>
                </a:extLst>
              </p:cNvPr>
              <p:cNvSpPr/>
              <p:nvPr/>
            </p:nvSpPr>
            <p:spPr>
              <a:xfrm>
                <a:off x="50106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79" name="타원 20978">
                <a:extLst>
                  <a:ext uri="{FF2B5EF4-FFF2-40B4-BE49-F238E27FC236}">
                    <a16:creationId xmlns:a16="http://schemas.microsoft.com/office/drawing/2014/main" id="{08D1EED0-20AC-4A83-960C-9A67FEF6002D}"/>
                  </a:ext>
                </a:extLst>
              </p:cNvPr>
              <p:cNvSpPr/>
              <p:nvPr/>
            </p:nvSpPr>
            <p:spPr>
              <a:xfrm>
                <a:off x="51630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80" name="타원 20979">
                <a:extLst>
                  <a:ext uri="{FF2B5EF4-FFF2-40B4-BE49-F238E27FC236}">
                    <a16:creationId xmlns:a16="http://schemas.microsoft.com/office/drawing/2014/main" id="{C2B511BF-DA1D-49BC-BF39-1DE711AABDDC}"/>
                  </a:ext>
                </a:extLst>
              </p:cNvPr>
              <p:cNvSpPr/>
              <p:nvPr/>
            </p:nvSpPr>
            <p:spPr>
              <a:xfrm>
                <a:off x="53154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81" name="타원 20980">
                <a:extLst>
                  <a:ext uri="{FF2B5EF4-FFF2-40B4-BE49-F238E27FC236}">
                    <a16:creationId xmlns:a16="http://schemas.microsoft.com/office/drawing/2014/main" id="{A185FFF8-234D-4150-86A0-D74C64FCBBF1}"/>
                  </a:ext>
                </a:extLst>
              </p:cNvPr>
              <p:cNvSpPr/>
              <p:nvPr/>
            </p:nvSpPr>
            <p:spPr>
              <a:xfrm>
                <a:off x="54678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82" name="타원 20981">
                <a:extLst>
                  <a:ext uri="{FF2B5EF4-FFF2-40B4-BE49-F238E27FC236}">
                    <a16:creationId xmlns:a16="http://schemas.microsoft.com/office/drawing/2014/main" id="{638C2AD6-0ACF-4EFC-9A9C-7E487A88799B}"/>
                  </a:ext>
                </a:extLst>
              </p:cNvPr>
              <p:cNvSpPr/>
              <p:nvPr/>
            </p:nvSpPr>
            <p:spPr>
              <a:xfrm>
                <a:off x="5620275" y="210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83" name="타원 20982">
                <a:extLst>
                  <a:ext uri="{FF2B5EF4-FFF2-40B4-BE49-F238E27FC236}">
                    <a16:creationId xmlns:a16="http://schemas.microsoft.com/office/drawing/2014/main" id="{2500EBEF-33A3-4058-80BA-99F913AC1A7E}"/>
                  </a:ext>
                </a:extLst>
              </p:cNvPr>
              <p:cNvSpPr/>
              <p:nvPr/>
            </p:nvSpPr>
            <p:spPr>
              <a:xfrm>
                <a:off x="2862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84" name="타원 20983">
                <a:extLst>
                  <a:ext uri="{FF2B5EF4-FFF2-40B4-BE49-F238E27FC236}">
                    <a16:creationId xmlns:a16="http://schemas.microsoft.com/office/drawing/2014/main" id="{AB4E2D03-F9B5-4CA0-9879-E37858E6DC00}"/>
                  </a:ext>
                </a:extLst>
              </p:cNvPr>
              <p:cNvSpPr/>
              <p:nvPr/>
            </p:nvSpPr>
            <p:spPr>
              <a:xfrm>
                <a:off x="4386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85" name="타원 20984">
                <a:extLst>
                  <a:ext uri="{FF2B5EF4-FFF2-40B4-BE49-F238E27FC236}">
                    <a16:creationId xmlns:a16="http://schemas.microsoft.com/office/drawing/2014/main" id="{05149312-E3BA-4195-B346-D7D84F2FB601}"/>
                  </a:ext>
                </a:extLst>
              </p:cNvPr>
              <p:cNvSpPr/>
              <p:nvPr/>
            </p:nvSpPr>
            <p:spPr>
              <a:xfrm>
                <a:off x="5910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86" name="타원 20985">
                <a:extLst>
                  <a:ext uri="{FF2B5EF4-FFF2-40B4-BE49-F238E27FC236}">
                    <a16:creationId xmlns:a16="http://schemas.microsoft.com/office/drawing/2014/main" id="{4D9C81CB-8091-4307-849F-9236D6B28A76}"/>
                  </a:ext>
                </a:extLst>
              </p:cNvPr>
              <p:cNvSpPr/>
              <p:nvPr/>
            </p:nvSpPr>
            <p:spPr>
              <a:xfrm>
                <a:off x="7434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87" name="타원 20986">
                <a:extLst>
                  <a:ext uri="{FF2B5EF4-FFF2-40B4-BE49-F238E27FC236}">
                    <a16:creationId xmlns:a16="http://schemas.microsoft.com/office/drawing/2014/main" id="{24D05951-1248-4721-B211-5C7909FBAD54}"/>
                  </a:ext>
                </a:extLst>
              </p:cNvPr>
              <p:cNvSpPr/>
              <p:nvPr/>
            </p:nvSpPr>
            <p:spPr>
              <a:xfrm>
                <a:off x="8958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88" name="타원 20987">
                <a:extLst>
                  <a:ext uri="{FF2B5EF4-FFF2-40B4-BE49-F238E27FC236}">
                    <a16:creationId xmlns:a16="http://schemas.microsoft.com/office/drawing/2014/main" id="{4D7E68D8-86C1-4845-9EA0-B63F1F907C13}"/>
                  </a:ext>
                </a:extLst>
              </p:cNvPr>
              <p:cNvSpPr/>
              <p:nvPr/>
            </p:nvSpPr>
            <p:spPr>
              <a:xfrm>
                <a:off x="10482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89" name="타원 20988">
                <a:extLst>
                  <a:ext uri="{FF2B5EF4-FFF2-40B4-BE49-F238E27FC236}">
                    <a16:creationId xmlns:a16="http://schemas.microsoft.com/office/drawing/2014/main" id="{10F1B58E-E8D0-49C1-9200-C43367B9BE07}"/>
                  </a:ext>
                </a:extLst>
              </p:cNvPr>
              <p:cNvSpPr/>
              <p:nvPr/>
            </p:nvSpPr>
            <p:spPr>
              <a:xfrm>
                <a:off x="12006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90" name="타원 20989">
                <a:extLst>
                  <a:ext uri="{FF2B5EF4-FFF2-40B4-BE49-F238E27FC236}">
                    <a16:creationId xmlns:a16="http://schemas.microsoft.com/office/drawing/2014/main" id="{0F116365-5D1B-4D86-889C-0462949F9B23}"/>
                  </a:ext>
                </a:extLst>
              </p:cNvPr>
              <p:cNvSpPr/>
              <p:nvPr/>
            </p:nvSpPr>
            <p:spPr>
              <a:xfrm>
                <a:off x="13530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91" name="타원 20990">
                <a:extLst>
                  <a:ext uri="{FF2B5EF4-FFF2-40B4-BE49-F238E27FC236}">
                    <a16:creationId xmlns:a16="http://schemas.microsoft.com/office/drawing/2014/main" id="{DD9042AA-60F4-46FD-BA74-68D56D01D439}"/>
                  </a:ext>
                </a:extLst>
              </p:cNvPr>
              <p:cNvSpPr/>
              <p:nvPr/>
            </p:nvSpPr>
            <p:spPr>
              <a:xfrm>
                <a:off x="15054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92" name="타원 20991">
                <a:extLst>
                  <a:ext uri="{FF2B5EF4-FFF2-40B4-BE49-F238E27FC236}">
                    <a16:creationId xmlns:a16="http://schemas.microsoft.com/office/drawing/2014/main" id="{F8339F33-7AAC-494A-B7C2-8320E1A3B4DF}"/>
                  </a:ext>
                </a:extLst>
              </p:cNvPr>
              <p:cNvSpPr/>
              <p:nvPr/>
            </p:nvSpPr>
            <p:spPr>
              <a:xfrm>
                <a:off x="16578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93" name="타원 20992">
                <a:extLst>
                  <a:ext uri="{FF2B5EF4-FFF2-40B4-BE49-F238E27FC236}">
                    <a16:creationId xmlns:a16="http://schemas.microsoft.com/office/drawing/2014/main" id="{E451D726-93A2-42C5-8586-D114C7F26DB6}"/>
                  </a:ext>
                </a:extLst>
              </p:cNvPr>
              <p:cNvSpPr/>
              <p:nvPr/>
            </p:nvSpPr>
            <p:spPr>
              <a:xfrm>
                <a:off x="18102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94" name="타원 20993">
                <a:extLst>
                  <a:ext uri="{FF2B5EF4-FFF2-40B4-BE49-F238E27FC236}">
                    <a16:creationId xmlns:a16="http://schemas.microsoft.com/office/drawing/2014/main" id="{5D8241C7-957F-4361-A631-8262D005C6FF}"/>
                  </a:ext>
                </a:extLst>
              </p:cNvPr>
              <p:cNvSpPr/>
              <p:nvPr/>
            </p:nvSpPr>
            <p:spPr>
              <a:xfrm>
                <a:off x="19626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95" name="타원 20994">
                <a:extLst>
                  <a:ext uri="{FF2B5EF4-FFF2-40B4-BE49-F238E27FC236}">
                    <a16:creationId xmlns:a16="http://schemas.microsoft.com/office/drawing/2014/main" id="{20F9F5C6-2DA3-457B-99C3-B2B63AD52376}"/>
                  </a:ext>
                </a:extLst>
              </p:cNvPr>
              <p:cNvSpPr/>
              <p:nvPr/>
            </p:nvSpPr>
            <p:spPr>
              <a:xfrm>
                <a:off x="21150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96" name="타원 20995">
                <a:extLst>
                  <a:ext uri="{FF2B5EF4-FFF2-40B4-BE49-F238E27FC236}">
                    <a16:creationId xmlns:a16="http://schemas.microsoft.com/office/drawing/2014/main" id="{BF945984-13CC-4738-B8AE-E7547FE2852A}"/>
                  </a:ext>
                </a:extLst>
              </p:cNvPr>
              <p:cNvSpPr/>
              <p:nvPr/>
            </p:nvSpPr>
            <p:spPr>
              <a:xfrm>
                <a:off x="22674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97" name="타원 20996">
                <a:extLst>
                  <a:ext uri="{FF2B5EF4-FFF2-40B4-BE49-F238E27FC236}">
                    <a16:creationId xmlns:a16="http://schemas.microsoft.com/office/drawing/2014/main" id="{F9B3BB1A-F1CB-4F8E-BDFA-2CD5866AC8BD}"/>
                  </a:ext>
                </a:extLst>
              </p:cNvPr>
              <p:cNvSpPr/>
              <p:nvPr/>
            </p:nvSpPr>
            <p:spPr>
              <a:xfrm>
                <a:off x="24198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98" name="타원 20997">
                <a:extLst>
                  <a:ext uri="{FF2B5EF4-FFF2-40B4-BE49-F238E27FC236}">
                    <a16:creationId xmlns:a16="http://schemas.microsoft.com/office/drawing/2014/main" id="{27218784-B836-434F-A039-965AAA6E797C}"/>
                  </a:ext>
                </a:extLst>
              </p:cNvPr>
              <p:cNvSpPr/>
              <p:nvPr/>
            </p:nvSpPr>
            <p:spPr>
              <a:xfrm>
                <a:off x="25722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99" name="타원 20998">
                <a:extLst>
                  <a:ext uri="{FF2B5EF4-FFF2-40B4-BE49-F238E27FC236}">
                    <a16:creationId xmlns:a16="http://schemas.microsoft.com/office/drawing/2014/main" id="{ABAB9DFF-DEA7-450E-BB2C-801F7A15BA0B}"/>
                  </a:ext>
                </a:extLst>
              </p:cNvPr>
              <p:cNvSpPr/>
              <p:nvPr/>
            </p:nvSpPr>
            <p:spPr>
              <a:xfrm>
                <a:off x="27246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00" name="타원 20999">
                <a:extLst>
                  <a:ext uri="{FF2B5EF4-FFF2-40B4-BE49-F238E27FC236}">
                    <a16:creationId xmlns:a16="http://schemas.microsoft.com/office/drawing/2014/main" id="{CD88D3D3-786F-4E6D-AF7E-F0715046A23A}"/>
                  </a:ext>
                </a:extLst>
              </p:cNvPr>
              <p:cNvSpPr/>
              <p:nvPr/>
            </p:nvSpPr>
            <p:spPr>
              <a:xfrm>
                <a:off x="28770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01" name="타원 21000">
                <a:extLst>
                  <a:ext uri="{FF2B5EF4-FFF2-40B4-BE49-F238E27FC236}">
                    <a16:creationId xmlns:a16="http://schemas.microsoft.com/office/drawing/2014/main" id="{A25888A7-17CC-42F2-9D1A-2763327FAFEF}"/>
                  </a:ext>
                </a:extLst>
              </p:cNvPr>
              <p:cNvSpPr/>
              <p:nvPr/>
            </p:nvSpPr>
            <p:spPr>
              <a:xfrm>
                <a:off x="30294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02" name="타원 21001">
                <a:extLst>
                  <a:ext uri="{FF2B5EF4-FFF2-40B4-BE49-F238E27FC236}">
                    <a16:creationId xmlns:a16="http://schemas.microsoft.com/office/drawing/2014/main" id="{B9497F81-BDAF-4AB9-B698-2C0EFBC76082}"/>
                  </a:ext>
                </a:extLst>
              </p:cNvPr>
              <p:cNvSpPr/>
              <p:nvPr/>
            </p:nvSpPr>
            <p:spPr>
              <a:xfrm>
                <a:off x="31818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03" name="타원 21002">
                <a:extLst>
                  <a:ext uri="{FF2B5EF4-FFF2-40B4-BE49-F238E27FC236}">
                    <a16:creationId xmlns:a16="http://schemas.microsoft.com/office/drawing/2014/main" id="{2626F0EA-475E-4132-B3D4-26260AF96F27}"/>
                  </a:ext>
                </a:extLst>
              </p:cNvPr>
              <p:cNvSpPr/>
              <p:nvPr/>
            </p:nvSpPr>
            <p:spPr>
              <a:xfrm>
                <a:off x="33342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04" name="타원 21003">
                <a:extLst>
                  <a:ext uri="{FF2B5EF4-FFF2-40B4-BE49-F238E27FC236}">
                    <a16:creationId xmlns:a16="http://schemas.microsoft.com/office/drawing/2014/main" id="{BCBA9BEC-6D20-4178-A33C-93CF49F38783}"/>
                  </a:ext>
                </a:extLst>
              </p:cNvPr>
              <p:cNvSpPr/>
              <p:nvPr/>
            </p:nvSpPr>
            <p:spPr>
              <a:xfrm>
                <a:off x="34866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05" name="타원 21004">
                <a:extLst>
                  <a:ext uri="{FF2B5EF4-FFF2-40B4-BE49-F238E27FC236}">
                    <a16:creationId xmlns:a16="http://schemas.microsoft.com/office/drawing/2014/main" id="{AD0D9963-3222-4803-A608-3B9ABF4E2C94}"/>
                  </a:ext>
                </a:extLst>
              </p:cNvPr>
              <p:cNvSpPr/>
              <p:nvPr/>
            </p:nvSpPr>
            <p:spPr>
              <a:xfrm>
                <a:off x="36390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06" name="타원 21005">
                <a:extLst>
                  <a:ext uri="{FF2B5EF4-FFF2-40B4-BE49-F238E27FC236}">
                    <a16:creationId xmlns:a16="http://schemas.microsoft.com/office/drawing/2014/main" id="{D1137964-3A4E-4965-B031-90B0C1157AC3}"/>
                  </a:ext>
                </a:extLst>
              </p:cNvPr>
              <p:cNvSpPr/>
              <p:nvPr/>
            </p:nvSpPr>
            <p:spPr>
              <a:xfrm>
                <a:off x="37914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07" name="타원 21006">
                <a:extLst>
                  <a:ext uri="{FF2B5EF4-FFF2-40B4-BE49-F238E27FC236}">
                    <a16:creationId xmlns:a16="http://schemas.microsoft.com/office/drawing/2014/main" id="{8B196F4B-C3E5-4CFF-A296-F44E590FD43A}"/>
                  </a:ext>
                </a:extLst>
              </p:cNvPr>
              <p:cNvSpPr/>
              <p:nvPr/>
            </p:nvSpPr>
            <p:spPr>
              <a:xfrm>
                <a:off x="39438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08" name="타원 21007">
                <a:extLst>
                  <a:ext uri="{FF2B5EF4-FFF2-40B4-BE49-F238E27FC236}">
                    <a16:creationId xmlns:a16="http://schemas.microsoft.com/office/drawing/2014/main" id="{540AD938-05DF-4640-B438-2350767E187A}"/>
                  </a:ext>
                </a:extLst>
              </p:cNvPr>
              <p:cNvSpPr/>
              <p:nvPr/>
            </p:nvSpPr>
            <p:spPr>
              <a:xfrm>
                <a:off x="40962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09" name="타원 21008">
                <a:extLst>
                  <a:ext uri="{FF2B5EF4-FFF2-40B4-BE49-F238E27FC236}">
                    <a16:creationId xmlns:a16="http://schemas.microsoft.com/office/drawing/2014/main" id="{79844A32-40BE-456E-9622-18DD229C20A3}"/>
                  </a:ext>
                </a:extLst>
              </p:cNvPr>
              <p:cNvSpPr/>
              <p:nvPr/>
            </p:nvSpPr>
            <p:spPr>
              <a:xfrm>
                <a:off x="42486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10" name="타원 21009">
                <a:extLst>
                  <a:ext uri="{FF2B5EF4-FFF2-40B4-BE49-F238E27FC236}">
                    <a16:creationId xmlns:a16="http://schemas.microsoft.com/office/drawing/2014/main" id="{AD9100FD-2FD5-483B-8CC9-5C7AF17A7088}"/>
                  </a:ext>
                </a:extLst>
              </p:cNvPr>
              <p:cNvSpPr/>
              <p:nvPr/>
            </p:nvSpPr>
            <p:spPr>
              <a:xfrm>
                <a:off x="44010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11" name="타원 21010">
                <a:extLst>
                  <a:ext uri="{FF2B5EF4-FFF2-40B4-BE49-F238E27FC236}">
                    <a16:creationId xmlns:a16="http://schemas.microsoft.com/office/drawing/2014/main" id="{E02F6BC5-D489-4509-A996-F38DCAB31B9E}"/>
                  </a:ext>
                </a:extLst>
              </p:cNvPr>
              <p:cNvSpPr/>
              <p:nvPr/>
            </p:nvSpPr>
            <p:spPr>
              <a:xfrm>
                <a:off x="45534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12" name="타원 21011">
                <a:extLst>
                  <a:ext uri="{FF2B5EF4-FFF2-40B4-BE49-F238E27FC236}">
                    <a16:creationId xmlns:a16="http://schemas.microsoft.com/office/drawing/2014/main" id="{46D4468C-4C70-4D21-9D70-5BD94B342F04}"/>
                  </a:ext>
                </a:extLst>
              </p:cNvPr>
              <p:cNvSpPr/>
              <p:nvPr/>
            </p:nvSpPr>
            <p:spPr>
              <a:xfrm>
                <a:off x="47058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13" name="타원 21012">
                <a:extLst>
                  <a:ext uri="{FF2B5EF4-FFF2-40B4-BE49-F238E27FC236}">
                    <a16:creationId xmlns:a16="http://schemas.microsoft.com/office/drawing/2014/main" id="{0511BF53-415A-4B02-857E-F7E9EEE9BFAF}"/>
                  </a:ext>
                </a:extLst>
              </p:cNvPr>
              <p:cNvSpPr/>
              <p:nvPr/>
            </p:nvSpPr>
            <p:spPr>
              <a:xfrm>
                <a:off x="48582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14" name="타원 21013">
                <a:extLst>
                  <a:ext uri="{FF2B5EF4-FFF2-40B4-BE49-F238E27FC236}">
                    <a16:creationId xmlns:a16="http://schemas.microsoft.com/office/drawing/2014/main" id="{1CC20DE3-FB55-4A7D-925C-6D31CA00E1A6}"/>
                  </a:ext>
                </a:extLst>
              </p:cNvPr>
              <p:cNvSpPr/>
              <p:nvPr/>
            </p:nvSpPr>
            <p:spPr>
              <a:xfrm>
                <a:off x="50106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15" name="타원 21014">
                <a:extLst>
                  <a:ext uri="{FF2B5EF4-FFF2-40B4-BE49-F238E27FC236}">
                    <a16:creationId xmlns:a16="http://schemas.microsoft.com/office/drawing/2014/main" id="{089F30B2-2F68-47CF-8E0A-10E97B21B1AB}"/>
                  </a:ext>
                </a:extLst>
              </p:cNvPr>
              <p:cNvSpPr/>
              <p:nvPr/>
            </p:nvSpPr>
            <p:spPr>
              <a:xfrm>
                <a:off x="51630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16" name="타원 21015">
                <a:extLst>
                  <a:ext uri="{FF2B5EF4-FFF2-40B4-BE49-F238E27FC236}">
                    <a16:creationId xmlns:a16="http://schemas.microsoft.com/office/drawing/2014/main" id="{0277BF91-86CB-4BAE-B765-97BBBE9D8D30}"/>
                  </a:ext>
                </a:extLst>
              </p:cNvPr>
              <p:cNvSpPr/>
              <p:nvPr/>
            </p:nvSpPr>
            <p:spPr>
              <a:xfrm>
                <a:off x="53154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17" name="타원 21016">
                <a:extLst>
                  <a:ext uri="{FF2B5EF4-FFF2-40B4-BE49-F238E27FC236}">
                    <a16:creationId xmlns:a16="http://schemas.microsoft.com/office/drawing/2014/main" id="{6EACEC58-085B-44CF-9953-4C9E437CA12F}"/>
                  </a:ext>
                </a:extLst>
              </p:cNvPr>
              <p:cNvSpPr/>
              <p:nvPr/>
            </p:nvSpPr>
            <p:spPr>
              <a:xfrm>
                <a:off x="54678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18" name="타원 21017">
                <a:extLst>
                  <a:ext uri="{FF2B5EF4-FFF2-40B4-BE49-F238E27FC236}">
                    <a16:creationId xmlns:a16="http://schemas.microsoft.com/office/drawing/2014/main" id="{27F580EF-CDFF-44E8-AAB2-04AEB1D2E982}"/>
                  </a:ext>
                </a:extLst>
              </p:cNvPr>
              <p:cNvSpPr/>
              <p:nvPr/>
            </p:nvSpPr>
            <p:spPr>
              <a:xfrm>
                <a:off x="5620275" y="226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19" name="타원 21018">
                <a:extLst>
                  <a:ext uri="{FF2B5EF4-FFF2-40B4-BE49-F238E27FC236}">
                    <a16:creationId xmlns:a16="http://schemas.microsoft.com/office/drawing/2014/main" id="{18FA3A25-8654-4121-947E-531856AD70A2}"/>
                  </a:ext>
                </a:extLst>
              </p:cNvPr>
              <p:cNvSpPr/>
              <p:nvPr/>
            </p:nvSpPr>
            <p:spPr>
              <a:xfrm>
                <a:off x="2862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20" name="타원 21019">
                <a:extLst>
                  <a:ext uri="{FF2B5EF4-FFF2-40B4-BE49-F238E27FC236}">
                    <a16:creationId xmlns:a16="http://schemas.microsoft.com/office/drawing/2014/main" id="{196D565A-ADAE-4C14-A3A0-3EB6F2C58FB5}"/>
                  </a:ext>
                </a:extLst>
              </p:cNvPr>
              <p:cNvSpPr/>
              <p:nvPr/>
            </p:nvSpPr>
            <p:spPr>
              <a:xfrm>
                <a:off x="4386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21" name="타원 21020">
                <a:extLst>
                  <a:ext uri="{FF2B5EF4-FFF2-40B4-BE49-F238E27FC236}">
                    <a16:creationId xmlns:a16="http://schemas.microsoft.com/office/drawing/2014/main" id="{DE26057B-F73C-46A0-8BAF-FD21DD9349FF}"/>
                  </a:ext>
                </a:extLst>
              </p:cNvPr>
              <p:cNvSpPr/>
              <p:nvPr/>
            </p:nvSpPr>
            <p:spPr>
              <a:xfrm>
                <a:off x="5910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22" name="타원 21021">
                <a:extLst>
                  <a:ext uri="{FF2B5EF4-FFF2-40B4-BE49-F238E27FC236}">
                    <a16:creationId xmlns:a16="http://schemas.microsoft.com/office/drawing/2014/main" id="{D1B7CC35-D9A2-4713-AB86-FFA71A60E559}"/>
                  </a:ext>
                </a:extLst>
              </p:cNvPr>
              <p:cNvSpPr/>
              <p:nvPr/>
            </p:nvSpPr>
            <p:spPr>
              <a:xfrm>
                <a:off x="7434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23" name="타원 21022">
                <a:extLst>
                  <a:ext uri="{FF2B5EF4-FFF2-40B4-BE49-F238E27FC236}">
                    <a16:creationId xmlns:a16="http://schemas.microsoft.com/office/drawing/2014/main" id="{1C299C18-53F5-49EA-B2DA-66B6E7CFCDA1}"/>
                  </a:ext>
                </a:extLst>
              </p:cNvPr>
              <p:cNvSpPr/>
              <p:nvPr/>
            </p:nvSpPr>
            <p:spPr>
              <a:xfrm>
                <a:off x="8958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24" name="타원 21023">
                <a:extLst>
                  <a:ext uri="{FF2B5EF4-FFF2-40B4-BE49-F238E27FC236}">
                    <a16:creationId xmlns:a16="http://schemas.microsoft.com/office/drawing/2014/main" id="{02B86A11-03CE-46F8-B56D-B6795DED5983}"/>
                  </a:ext>
                </a:extLst>
              </p:cNvPr>
              <p:cNvSpPr/>
              <p:nvPr/>
            </p:nvSpPr>
            <p:spPr>
              <a:xfrm>
                <a:off x="10482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25" name="타원 21024">
                <a:extLst>
                  <a:ext uri="{FF2B5EF4-FFF2-40B4-BE49-F238E27FC236}">
                    <a16:creationId xmlns:a16="http://schemas.microsoft.com/office/drawing/2014/main" id="{0E272CC3-AD79-4561-9955-56D651734183}"/>
                  </a:ext>
                </a:extLst>
              </p:cNvPr>
              <p:cNvSpPr/>
              <p:nvPr/>
            </p:nvSpPr>
            <p:spPr>
              <a:xfrm>
                <a:off x="12006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26" name="타원 21025">
                <a:extLst>
                  <a:ext uri="{FF2B5EF4-FFF2-40B4-BE49-F238E27FC236}">
                    <a16:creationId xmlns:a16="http://schemas.microsoft.com/office/drawing/2014/main" id="{B42AEBFA-2C8C-4A6E-85CC-B36F21F4CFD5}"/>
                  </a:ext>
                </a:extLst>
              </p:cNvPr>
              <p:cNvSpPr/>
              <p:nvPr/>
            </p:nvSpPr>
            <p:spPr>
              <a:xfrm>
                <a:off x="13530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27" name="타원 21026">
                <a:extLst>
                  <a:ext uri="{FF2B5EF4-FFF2-40B4-BE49-F238E27FC236}">
                    <a16:creationId xmlns:a16="http://schemas.microsoft.com/office/drawing/2014/main" id="{CC2D0C32-E69F-447E-AC93-D15D80C2578F}"/>
                  </a:ext>
                </a:extLst>
              </p:cNvPr>
              <p:cNvSpPr/>
              <p:nvPr/>
            </p:nvSpPr>
            <p:spPr>
              <a:xfrm>
                <a:off x="15054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28" name="타원 21027">
                <a:extLst>
                  <a:ext uri="{FF2B5EF4-FFF2-40B4-BE49-F238E27FC236}">
                    <a16:creationId xmlns:a16="http://schemas.microsoft.com/office/drawing/2014/main" id="{5D374AD7-4B73-44AE-B0D0-E26BEF8DABC0}"/>
                  </a:ext>
                </a:extLst>
              </p:cNvPr>
              <p:cNvSpPr/>
              <p:nvPr/>
            </p:nvSpPr>
            <p:spPr>
              <a:xfrm>
                <a:off x="16578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29" name="타원 21028">
                <a:extLst>
                  <a:ext uri="{FF2B5EF4-FFF2-40B4-BE49-F238E27FC236}">
                    <a16:creationId xmlns:a16="http://schemas.microsoft.com/office/drawing/2014/main" id="{4FE6F678-5245-4888-899F-FBBA90657FED}"/>
                  </a:ext>
                </a:extLst>
              </p:cNvPr>
              <p:cNvSpPr/>
              <p:nvPr/>
            </p:nvSpPr>
            <p:spPr>
              <a:xfrm>
                <a:off x="18102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30" name="타원 21029">
                <a:extLst>
                  <a:ext uri="{FF2B5EF4-FFF2-40B4-BE49-F238E27FC236}">
                    <a16:creationId xmlns:a16="http://schemas.microsoft.com/office/drawing/2014/main" id="{D90122A1-9C41-4E5D-8476-0DB58A743704}"/>
                  </a:ext>
                </a:extLst>
              </p:cNvPr>
              <p:cNvSpPr/>
              <p:nvPr/>
            </p:nvSpPr>
            <p:spPr>
              <a:xfrm>
                <a:off x="19626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31" name="타원 21030">
                <a:extLst>
                  <a:ext uri="{FF2B5EF4-FFF2-40B4-BE49-F238E27FC236}">
                    <a16:creationId xmlns:a16="http://schemas.microsoft.com/office/drawing/2014/main" id="{1C3B5C0F-15FA-4E27-AD79-80566ED1EC7E}"/>
                  </a:ext>
                </a:extLst>
              </p:cNvPr>
              <p:cNvSpPr/>
              <p:nvPr/>
            </p:nvSpPr>
            <p:spPr>
              <a:xfrm>
                <a:off x="21150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32" name="타원 21031">
                <a:extLst>
                  <a:ext uri="{FF2B5EF4-FFF2-40B4-BE49-F238E27FC236}">
                    <a16:creationId xmlns:a16="http://schemas.microsoft.com/office/drawing/2014/main" id="{89B5DFD4-68A6-4869-8297-7DFCACC79D59}"/>
                  </a:ext>
                </a:extLst>
              </p:cNvPr>
              <p:cNvSpPr/>
              <p:nvPr/>
            </p:nvSpPr>
            <p:spPr>
              <a:xfrm>
                <a:off x="22674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33" name="타원 21032">
                <a:extLst>
                  <a:ext uri="{FF2B5EF4-FFF2-40B4-BE49-F238E27FC236}">
                    <a16:creationId xmlns:a16="http://schemas.microsoft.com/office/drawing/2014/main" id="{C8F44718-7E51-4DA1-8940-15C93F2D2A00}"/>
                  </a:ext>
                </a:extLst>
              </p:cNvPr>
              <p:cNvSpPr/>
              <p:nvPr/>
            </p:nvSpPr>
            <p:spPr>
              <a:xfrm>
                <a:off x="24198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34" name="타원 21033">
                <a:extLst>
                  <a:ext uri="{FF2B5EF4-FFF2-40B4-BE49-F238E27FC236}">
                    <a16:creationId xmlns:a16="http://schemas.microsoft.com/office/drawing/2014/main" id="{7FA29EAD-C346-4E51-81FE-59BB636EA92C}"/>
                  </a:ext>
                </a:extLst>
              </p:cNvPr>
              <p:cNvSpPr/>
              <p:nvPr/>
            </p:nvSpPr>
            <p:spPr>
              <a:xfrm>
                <a:off x="25722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35" name="타원 21034">
                <a:extLst>
                  <a:ext uri="{FF2B5EF4-FFF2-40B4-BE49-F238E27FC236}">
                    <a16:creationId xmlns:a16="http://schemas.microsoft.com/office/drawing/2014/main" id="{C4F672C7-AFFA-4BDD-B8A0-71608F40C2EE}"/>
                  </a:ext>
                </a:extLst>
              </p:cNvPr>
              <p:cNvSpPr/>
              <p:nvPr/>
            </p:nvSpPr>
            <p:spPr>
              <a:xfrm>
                <a:off x="27246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36" name="타원 21035">
                <a:extLst>
                  <a:ext uri="{FF2B5EF4-FFF2-40B4-BE49-F238E27FC236}">
                    <a16:creationId xmlns:a16="http://schemas.microsoft.com/office/drawing/2014/main" id="{E3921C50-27F8-402A-B639-88BCD1529A2C}"/>
                  </a:ext>
                </a:extLst>
              </p:cNvPr>
              <p:cNvSpPr/>
              <p:nvPr/>
            </p:nvSpPr>
            <p:spPr>
              <a:xfrm>
                <a:off x="28770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37" name="타원 21036">
                <a:extLst>
                  <a:ext uri="{FF2B5EF4-FFF2-40B4-BE49-F238E27FC236}">
                    <a16:creationId xmlns:a16="http://schemas.microsoft.com/office/drawing/2014/main" id="{D3613D98-FAF5-4E4E-9ED2-ECD2DD0FFFF3}"/>
                  </a:ext>
                </a:extLst>
              </p:cNvPr>
              <p:cNvSpPr/>
              <p:nvPr/>
            </p:nvSpPr>
            <p:spPr>
              <a:xfrm>
                <a:off x="30294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38" name="타원 21037">
                <a:extLst>
                  <a:ext uri="{FF2B5EF4-FFF2-40B4-BE49-F238E27FC236}">
                    <a16:creationId xmlns:a16="http://schemas.microsoft.com/office/drawing/2014/main" id="{0599727D-8D3A-49A7-B537-9AE98D5CBEB0}"/>
                  </a:ext>
                </a:extLst>
              </p:cNvPr>
              <p:cNvSpPr/>
              <p:nvPr/>
            </p:nvSpPr>
            <p:spPr>
              <a:xfrm>
                <a:off x="31818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39" name="타원 21038">
                <a:extLst>
                  <a:ext uri="{FF2B5EF4-FFF2-40B4-BE49-F238E27FC236}">
                    <a16:creationId xmlns:a16="http://schemas.microsoft.com/office/drawing/2014/main" id="{BC35FCFB-5640-4F6B-8687-DEA26CE06174}"/>
                  </a:ext>
                </a:extLst>
              </p:cNvPr>
              <p:cNvSpPr/>
              <p:nvPr/>
            </p:nvSpPr>
            <p:spPr>
              <a:xfrm>
                <a:off x="33342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40" name="타원 21039">
                <a:extLst>
                  <a:ext uri="{FF2B5EF4-FFF2-40B4-BE49-F238E27FC236}">
                    <a16:creationId xmlns:a16="http://schemas.microsoft.com/office/drawing/2014/main" id="{1681F7FD-D9CC-4225-9D3E-82893932B811}"/>
                  </a:ext>
                </a:extLst>
              </p:cNvPr>
              <p:cNvSpPr/>
              <p:nvPr/>
            </p:nvSpPr>
            <p:spPr>
              <a:xfrm>
                <a:off x="34866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41" name="타원 21040">
                <a:extLst>
                  <a:ext uri="{FF2B5EF4-FFF2-40B4-BE49-F238E27FC236}">
                    <a16:creationId xmlns:a16="http://schemas.microsoft.com/office/drawing/2014/main" id="{B130DBCC-C52C-45D3-9499-9BB5E7708E57}"/>
                  </a:ext>
                </a:extLst>
              </p:cNvPr>
              <p:cNvSpPr/>
              <p:nvPr/>
            </p:nvSpPr>
            <p:spPr>
              <a:xfrm>
                <a:off x="36390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42" name="타원 21041">
                <a:extLst>
                  <a:ext uri="{FF2B5EF4-FFF2-40B4-BE49-F238E27FC236}">
                    <a16:creationId xmlns:a16="http://schemas.microsoft.com/office/drawing/2014/main" id="{0B965A04-BE6D-4E46-85D8-19850A21C043}"/>
                  </a:ext>
                </a:extLst>
              </p:cNvPr>
              <p:cNvSpPr/>
              <p:nvPr/>
            </p:nvSpPr>
            <p:spPr>
              <a:xfrm>
                <a:off x="37914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43" name="타원 21042">
                <a:extLst>
                  <a:ext uri="{FF2B5EF4-FFF2-40B4-BE49-F238E27FC236}">
                    <a16:creationId xmlns:a16="http://schemas.microsoft.com/office/drawing/2014/main" id="{A28E0A02-0048-4592-AE69-A3FED3BA5151}"/>
                  </a:ext>
                </a:extLst>
              </p:cNvPr>
              <p:cNvSpPr/>
              <p:nvPr/>
            </p:nvSpPr>
            <p:spPr>
              <a:xfrm>
                <a:off x="39438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44" name="타원 21043">
                <a:extLst>
                  <a:ext uri="{FF2B5EF4-FFF2-40B4-BE49-F238E27FC236}">
                    <a16:creationId xmlns:a16="http://schemas.microsoft.com/office/drawing/2014/main" id="{03AF7835-BB07-433A-B852-E2585DC1F271}"/>
                  </a:ext>
                </a:extLst>
              </p:cNvPr>
              <p:cNvSpPr/>
              <p:nvPr/>
            </p:nvSpPr>
            <p:spPr>
              <a:xfrm>
                <a:off x="40962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45" name="타원 21044">
                <a:extLst>
                  <a:ext uri="{FF2B5EF4-FFF2-40B4-BE49-F238E27FC236}">
                    <a16:creationId xmlns:a16="http://schemas.microsoft.com/office/drawing/2014/main" id="{1E80D646-E5E4-448D-A1AC-F38F2CD0228F}"/>
                  </a:ext>
                </a:extLst>
              </p:cNvPr>
              <p:cNvSpPr/>
              <p:nvPr/>
            </p:nvSpPr>
            <p:spPr>
              <a:xfrm>
                <a:off x="42486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46" name="타원 21045">
                <a:extLst>
                  <a:ext uri="{FF2B5EF4-FFF2-40B4-BE49-F238E27FC236}">
                    <a16:creationId xmlns:a16="http://schemas.microsoft.com/office/drawing/2014/main" id="{7CFF61F5-29B6-4666-A046-A6A2F9F80351}"/>
                  </a:ext>
                </a:extLst>
              </p:cNvPr>
              <p:cNvSpPr/>
              <p:nvPr/>
            </p:nvSpPr>
            <p:spPr>
              <a:xfrm>
                <a:off x="44010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47" name="타원 21046">
                <a:extLst>
                  <a:ext uri="{FF2B5EF4-FFF2-40B4-BE49-F238E27FC236}">
                    <a16:creationId xmlns:a16="http://schemas.microsoft.com/office/drawing/2014/main" id="{63D07A0E-C904-4E88-BA0E-AB6D9C7FFE24}"/>
                  </a:ext>
                </a:extLst>
              </p:cNvPr>
              <p:cNvSpPr/>
              <p:nvPr/>
            </p:nvSpPr>
            <p:spPr>
              <a:xfrm>
                <a:off x="45534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48" name="타원 21047">
                <a:extLst>
                  <a:ext uri="{FF2B5EF4-FFF2-40B4-BE49-F238E27FC236}">
                    <a16:creationId xmlns:a16="http://schemas.microsoft.com/office/drawing/2014/main" id="{9C97C17D-B3AE-42DD-A0F5-7A03CAF6B73D}"/>
                  </a:ext>
                </a:extLst>
              </p:cNvPr>
              <p:cNvSpPr/>
              <p:nvPr/>
            </p:nvSpPr>
            <p:spPr>
              <a:xfrm>
                <a:off x="47058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49" name="타원 21048">
                <a:extLst>
                  <a:ext uri="{FF2B5EF4-FFF2-40B4-BE49-F238E27FC236}">
                    <a16:creationId xmlns:a16="http://schemas.microsoft.com/office/drawing/2014/main" id="{C70CD5D2-D871-4073-840C-4C79B924602C}"/>
                  </a:ext>
                </a:extLst>
              </p:cNvPr>
              <p:cNvSpPr/>
              <p:nvPr/>
            </p:nvSpPr>
            <p:spPr>
              <a:xfrm>
                <a:off x="48582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50" name="타원 21049">
                <a:extLst>
                  <a:ext uri="{FF2B5EF4-FFF2-40B4-BE49-F238E27FC236}">
                    <a16:creationId xmlns:a16="http://schemas.microsoft.com/office/drawing/2014/main" id="{8C0542A0-8392-4E96-8DEC-43742C88D850}"/>
                  </a:ext>
                </a:extLst>
              </p:cNvPr>
              <p:cNvSpPr/>
              <p:nvPr/>
            </p:nvSpPr>
            <p:spPr>
              <a:xfrm>
                <a:off x="50106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51" name="타원 21050">
                <a:extLst>
                  <a:ext uri="{FF2B5EF4-FFF2-40B4-BE49-F238E27FC236}">
                    <a16:creationId xmlns:a16="http://schemas.microsoft.com/office/drawing/2014/main" id="{94734760-AADD-44D0-BA75-12ABE08F8780}"/>
                  </a:ext>
                </a:extLst>
              </p:cNvPr>
              <p:cNvSpPr/>
              <p:nvPr/>
            </p:nvSpPr>
            <p:spPr>
              <a:xfrm>
                <a:off x="51630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52" name="타원 21051">
                <a:extLst>
                  <a:ext uri="{FF2B5EF4-FFF2-40B4-BE49-F238E27FC236}">
                    <a16:creationId xmlns:a16="http://schemas.microsoft.com/office/drawing/2014/main" id="{C61B50D5-CAA1-4B63-9F4A-B8106221C0BC}"/>
                  </a:ext>
                </a:extLst>
              </p:cNvPr>
              <p:cNvSpPr/>
              <p:nvPr/>
            </p:nvSpPr>
            <p:spPr>
              <a:xfrm>
                <a:off x="53154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53" name="타원 21052">
                <a:extLst>
                  <a:ext uri="{FF2B5EF4-FFF2-40B4-BE49-F238E27FC236}">
                    <a16:creationId xmlns:a16="http://schemas.microsoft.com/office/drawing/2014/main" id="{B2B866E0-2DB2-44EB-8F41-3A38C3983232}"/>
                  </a:ext>
                </a:extLst>
              </p:cNvPr>
              <p:cNvSpPr/>
              <p:nvPr/>
            </p:nvSpPr>
            <p:spPr>
              <a:xfrm>
                <a:off x="54678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54" name="타원 21053">
                <a:extLst>
                  <a:ext uri="{FF2B5EF4-FFF2-40B4-BE49-F238E27FC236}">
                    <a16:creationId xmlns:a16="http://schemas.microsoft.com/office/drawing/2014/main" id="{85835783-ED14-49CF-B0C8-39C1ABCFD870}"/>
                  </a:ext>
                </a:extLst>
              </p:cNvPr>
              <p:cNvSpPr/>
              <p:nvPr/>
            </p:nvSpPr>
            <p:spPr>
              <a:xfrm>
                <a:off x="5620275" y="241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55" name="타원 21054">
                <a:extLst>
                  <a:ext uri="{FF2B5EF4-FFF2-40B4-BE49-F238E27FC236}">
                    <a16:creationId xmlns:a16="http://schemas.microsoft.com/office/drawing/2014/main" id="{45092967-C631-4C28-8B66-66C44253F19B}"/>
                  </a:ext>
                </a:extLst>
              </p:cNvPr>
              <p:cNvSpPr/>
              <p:nvPr/>
            </p:nvSpPr>
            <p:spPr>
              <a:xfrm>
                <a:off x="2862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56" name="타원 21055">
                <a:extLst>
                  <a:ext uri="{FF2B5EF4-FFF2-40B4-BE49-F238E27FC236}">
                    <a16:creationId xmlns:a16="http://schemas.microsoft.com/office/drawing/2014/main" id="{A95AF9C8-8708-4686-B848-53C12F60B902}"/>
                  </a:ext>
                </a:extLst>
              </p:cNvPr>
              <p:cNvSpPr/>
              <p:nvPr/>
            </p:nvSpPr>
            <p:spPr>
              <a:xfrm>
                <a:off x="4386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57" name="타원 21056">
                <a:extLst>
                  <a:ext uri="{FF2B5EF4-FFF2-40B4-BE49-F238E27FC236}">
                    <a16:creationId xmlns:a16="http://schemas.microsoft.com/office/drawing/2014/main" id="{1E7BBD36-D850-4886-A2BE-D713B5BA2E8C}"/>
                  </a:ext>
                </a:extLst>
              </p:cNvPr>
              <p:cNvSpPr/>
              <p:nvPr/>
            </p:nvSpPr>
            <p:spPr>
              <a:xfrm>
                <a:off x="5910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58" name="타원 21057">
                <a:extLst>
                  <a:ext uri="{FF2B5EF4-FFF2-40B4-BE49-F238E27FC236}">
                    <a16:creationId xmlns:a16="http://schemas.microsoft.com/office/drawing/2014/main" id="{A980A016-0DA0-4EE3-BCF8-CFCFE6C67D79}"/>
                  </a:ext>
                </a:extLst>
              </p:cNvPr>
              <p:cNvSpPr/>
              <p:nvPr/>
            </p:nvSpPr>
            <p:spPr>
              <a:xfrm>
                <a:off x="7434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59" name="타원 21058">
                <a:extLst>
                  <a:ext uri="{FF2B5EF4-FFF2-40B4-BE49-F238E27FC236}">
                    <a16:creationId xmlns:a16="http://schemas.microsoft.com/office/drawing/2014/main" id="{048904DB-1CF5-4F2C-96B8-5B29B81ABDBA}"/>
                  </a:ext>
                </a:extLst>
              </p:cNvPr>
              <p:cNvSpPr/>
              <p:nvPr/>
            </p:nvSpPr>
            <p:spPr>
              <a:xfrm>
                <a:off x="8958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60" name="타원 21059">
                <a:extLst>
                  <a:ext uri="{FF2B5EF4-FFF2-40B4-BE49-F238E27FC236}">
                    <a16:creationId xmlns:a16="http://schemas.microsoft.com/office/drawing/2014/main" id="{9C55E060-888D-48E8-9D04-75EEAA08879D}"/>
                  </a:ext>
                </a:extLst>
              </p:cNvPr>
              <p:cNvSpPr/>
              <p:nvPr/>
            </p:nvSpPr>
            <p:spPr>
              <a:xfrm>
                <a:off x="10482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61" name="타원 21060">
                <a:extLst>
                  <a:ext uri="{FF2B5EF4-FFF2-40B4-BE49-F238E27FC236}">
                    <a16:creationId xmlns:a16="http://schemas.microsoft.com/office/drawing/2014/main" id="{00CD3124-9367-4787-937B-CB6C70087D46}"/>
                  </a:ext>
                </a:extLst>
              </p:cNvPr>
              <p:cNvSpPr/>
              <p:nvPr/>
            </p:nvSpPr>
            <p:spPr>
              <a:xfrm>
                <a:off x="12006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62" name="타원 21061">
                <a:extLst>
                  <a:ext uri="{FF2B5EF4-FFF2-40B4-BE49-F238E27FC236}">
                    <a16:creationId xmlns:a16="http://schemas.microsoft.com/office/drawing/2014/main" id="{335B6E15-CADC-43D0-8A63-CBB936F7CCE7}"/>
                  </a:ext>
                </a:extLst>
              </p:cNvPr>
              <p:cNvSpPr/>
              <p:nvPr/>
            </p:nvSpPr>
            <p:spPr>
              <a:xfrm>
                <a:off x="13530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63" name="타원 21062">
                <a:extLst>
                  <a:ext uri="{FF2B5EF4-FFF2-40B4-BE49-F238E27FC236}">
                    <a16:creationId xmlns:a16="http://schemas.microsoft.com/office/drawing/2014/main" id="{A4B0D2FC-A09E-4B74-8D17-45136984E584}"/>
                  </a:ext>
                </a:extLst>
              </p:cNvPr>
              <p:cNvSpPr/>
              <p:nvPr/>
            </p:nvSpPr>
            <p:spPr>
              <a:xfrm>
                <a:off x="15054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64" name="타원 21063">
                <a:extLst>
                  <a:ext uri="{FF2B5EF4-FFF2-40B4-BE49-F238E27FC236}">
                    <a16:creationId xmlns:a16="http://schemas.microsoft.com/office/drawing/2014/main" id="{EBFA9918-3203-4876-B796-2BA1D1929A41}"/>
                  </a:ext>
                </a:extLst>
              </p:cNvPr>
              <p:cNvSpPr/>
              <p:nvPr/>
            </p:nvSpPr>
            <p:spPr>
              <a:xfrm>
                <a:off x="16578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65" name="타원 21064">
                <a:extLst>
                  <a:ext uri="{FF2B5EF4-FFF2-40B4-BE49-F238E27FC236}">
                    <a16:creationId xmlns:a16="http://schemas.microsoft.com/office/drawing/2014/main" id="{46E37D88-A8C5-4E18-8332-B1818D93C7C9}"/>
                  </a:ext>
                </a:extLst>
              </p:cNvPr>
              <p:cNvSpPr/>
              <p:nvPr/>
            </p:nvSpPr>
            <p:spPr>
              <a:xfrm>
                <a:off x="18102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66" name="타원 21065">
                <a:extLst>
                  <a:ext uri="{FF2B5EF4-FFF2-40B4-BE49-F238E27FC236}">
                    <a16:creationId xmlns:a16="http://schemas.microsoft.com/office/drawing/2014/main" id="{289ACEAF-D657-4743-BF84-71AF59A0EA72}"/>
                  </a:ext>
                </a:extLst>
              </p:cNvPr>
              <p:cNvSpPr/>
              <p:nvPr/>
            </p:nvSpPr>
            <p:spPr>
              <a:xfrm>
                <a:off x="19626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67" name="타원 21066">
                <a:extLst>
                  <a:ext uri="{FF2B5EF4-FFF2-40B4-BE49-F238E27FC236}">
                    <a16:creationId xmlns:a16="http://schemas.microsoft.com/office/drawing/2014/main" id="{ACFD3700-C93C-4BD5-AB13-14C8D26D8FA9}"/>
                  </a:ext>
                </a:extLst>
              </p:cNvPr>
              <p:cNvSpPr/>
              <p:nvPr/>
            </p:nvSpPr>
            <p:spPr>
              <a:xfrm>
                <a:off x="21150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68" name="타원 21067">
                <a:extLst>
                  <a:ext uri="{FF2B5EF4-FFF2-40B4-BE49-F238E27FC236}">
                    <a16:creationId xmlns:a16="http://schemas.microsoft.com/office/drawing/2014/main" id="{5B928835-4C47-47F7-99AD-D98E6F0FE74D}"/>
                  </a:ext>
                </a:extLst>
              </p:cNvPr>
              <p:cNvSpPr/>
              <p:nvPr/>
            </p:nvSpPr>
            <p:spPr>
              <a:xfrm>
                <a:off x="22674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69" name="타원 21068">
                <a:extLst>
                  <a:ext uri="{FF2B5EF4-FFF2-40B4-BE49-F238E27FC236}">
                    <a16:creationId xmlns:a16="http://schemas.microsoft.com/office/drawing/2014/main" id="{86D600D2-EC1A-473A-9D8A-C54233E678CF}"/>
                  </a:ext>
                </a:extLst>
              </p:cNvPr>
              <p:cNvSpPr/>
              <p:nvPr/>
            </p:nvSpPr>
            <p:spPr>
              <a:xfrm>
                <a:off x="24198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70" name="타원 21069">
                <a:extLst>
                  <a:ext uri="{FF2B5EF4-FFF2-40B4-BE49-F238E27FC236}">
                    <a16:creationId xmlns:a16="http://schemas.microsoft.com/office/drawing/2014/main" id="{2D38BE28-E098-4020-A00E-E5E20CAA1E76}"/>
                  </a:ext>
                </a:extLst>
              </p:cNvPr>
              <p:cNvSpPr/>
              <p:nvPr/>
            </p:nvSpPr>
            <p:spPr>
              <a:xfrm>
                <a:off x="25722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71" name="타원 21070">
                <a:extLst>
                  <a:ext uri="{FF2B5EF4-FFF2-40B4-BE49-F238E27FC236}">
                    <a16:creationId xmlns:a16="http://schemas.microsoft.com/office/drawing/2014/main" id="{F0880755-D119-41A7-977E-DD82E84830FA}"/>
                  </a:ext>
                </a:extLst>
              </p:cNvPr>
              <p:cNvSpPr/>
              <p:nvPr/>
            </p:nvSpPr>
            <p:spPr>
              <a:xfrm>
                <a:off x="27246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72" name="타원 21071">
                <a:extLst>
                  <a:ext uri="{FF2B5EF4-FFF2-40B4-BE49-F238E27FC236}">
                    <a16:creationId xmlns:a16="http://schemas.microsoft.com/office/drawing/2014/main" id="{60C31027-A31D-458C-A12F-51D4A8271564}"/>
                  </a:ext>
                </a:extLst>
              </p:cNvPr>
              <p:cNvSpPr/>
              <p:nvPr/>
            </p:nvSpPr>
            <p:spPr>
              <a:xfrm>
                <a:off x="28770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73" name="타원 21072">
                <a:extLst>
                  <a:ext uri="{FF2B5EF4-FFF2-40B4-BE49-F238E27FC236}">
                    <a16:creationId xmlns:a16="http://schemas.microsoft.com/office/drawing/2014/main" id="{280B360D-AB41-4964-8BC7-5F2A19355A21}"/>
                  </a:ext>
                </a:extLst>
              </p:cNvPr>
              <p:cNvSpPr/>
              <p:nvPr/>
            </p:nvSpPr>
            <p:spPr>
              <a:xfrm>
                <a:off x="30294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74" name="타원 21073">
                <a:extLst>
                  <a:ext uri="{FF2B5EF4-FFF2-40B4-BE49-F238E27FC236}">
                    <a16:creationId xmlns:a16="http://schemas.microsoft.com/office/drawing/2014/main" id="{07400630-31A4-4BFE-BE93-CA0BAB4B5A44}"/>
                  </a:ext>
                </a:extLst>
              </p:cNvPr>
              <p:cNvSpPr/>
              <p:nvPr/>
            </p:nvSpPr>
            <p:spPr>
              <a:xfrm>
                <a:off x="31818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75" name="타원 21074">
                <a:extLst>
                  <a:ext uri="{FF2B5EF4-FFF2-40B4-BE49-F238E27FC236}">
                    <a16:creationId xmlns:a16="http://schemas.microsoft.com/office/drawing/2014/main" id="{47EDD091-6C4D-4F93-9401-0548C292DE93}"/>
                  </a:ext>
                </a:extLst>
              </p:cNvPr>
              <p:cNvSpPr/>
              <p:nvPr/>
            </p:nvSpPr>
            <p:spPr>
              <a:xfrm>
                <a:off x="33342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76" name="타원 21075">
                <a:extLst>
                  <a:ext uri="{FF2B5EF4-FFF2-40B4-BE49-F238E27FC236}">
                    <a16:creationId xmlns:a16="http://schemas.microsoft.com/office/drawing/2014/main" id="{E4ED23F2-C809-43D9-81FF-51D5B5D829D6}"/>
                  </a:ext>
                </a:extLst>
              </p:cNvPr>
              <p:cNvSpPr/>
              <p:nvPr/>
            </p:nvSpPr>
            <p:spPr>
              <a:xfrm>
                <a:off x="34866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77" name="타원 21076">
                <a:extLst>
                  <a:ext uri="{FF2B5EF4-FFF2-40B4-BE49-F238E27FC236}">
                    <a16:creationId xmlns:a16="http://schemas.microsoft.com/office/drawing/2014/main" id="{7883F93F-3BBE-4E47-9CD7-E3495F0A5C75}"/>
                  </a:ext>
                </a:extLst>
              </p:cNvPr>
              <p:cNvSpPr/>
              <p:nvPr/>
            </p:nvSpPr>
            <p:spPr>
              <a:xfrm>
                <a:off x="36390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78" name="타원 21077">
                <a:extLst>
                  <a:ext uri="{FF2B5EF4-FFF2-40B4-BE49-F238E27FC236}">
                    <a16:creationId xmlns:a16="http://schemas.microsoft.com/office/drawing/2014/main" id="{8BA48EF0-184F-447E-B64A-8AFCDF9C301E}"/>
                  </a:ext>
                </a:extLst>
              </p:cNvPr>
              <p:cNvSpPr/>
              <p:nvPr/>
            </p:nvSpPr>
            <p:spPr>
              <a:xfrm>
                <a:off x="37914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79" name="타원 21078">
                <a:extLst>
                  <a:ext uri="{FF2B5EF4-FFF2-40B4-BE49-F238E27FC236}">
                    <a16:creationId xmlns:a16="http://schemas.microsoft.com/office/drawing/2014/main" id="{E60C585D-AA1A-4582-A568-E4218A07D919}"/>
                  </a:ext>
                </a:extLst>
              </p:cNvPr>
              <p:cNvSpPr/>
              <p:nvPr/>
            </p:nvSpPr>
            <p:spPr>
              <a:xfrm>
                <a:off x="39438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80" name="타원 21079">
                <a:extLst>
                  <a:ext uri="{FF2B5EF4-FFF2-40B4-BE49-F238E27FC236}">
                    <a16:creationId xmlns:a16="http://schemas.microsoft.com/office/drawing/2014/main" id="{8FC7F14E-8C0F-4FD1-B67A-ED9D55112CB6}"/>
                  </a:ext>
                </a:extLst>
              </p:cNvPr>
              <p:cNvSpPr/>
              <p:nvPr/>
            </p:nvSpPr>
            <p:spPr>
              <a:xfrm>
                <a:off x="40962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81" name="타원 21080">
                <a:extLst>
                  <a:ext uri="{FF2B5EF4-FFF2-40B4-BE49-F238E27FC236}">
                    <a16:creationId xmlns:a16="http://schemas.microsoft.com/office/drawing/2014/main" id="{6D72C555-12B4-4BCA-A7C2-F81EF52DF2DE}"/>
                  </a:ext>
                </a:extLst>
              </p:cNvPr>
              <p:cNvSpPr/>
              <p:nvPr/>
            </p:nvSpPr>
            <p:spPr>
              <a:xfrm>
                <a:off x="42486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82" name="타원 21081">
                <a:extLst>
                  <a:ext uri="{FF2B5EF4-FFF2-40B4-BE49-F238E27FC236}">
                    <a16:creationId xmlns:a16="http://schemas.microsoft.com/office/drawing/2014/main" id="{AA9DA090-7F33-4AA9-A5CD-85509876BB3A}"/>
                  </a:ext>
                </a:extLst>
              </p:cNvPr>
              <p:cNvSpPr/>
              <p:nvPr/>
            </p:nvSpPr>
            <p:spPr>
              <a:xfrm>
                <a:off x="44010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83" name="타원 21082">
                <a:extLst>
                  <a:ext uri="{FF2B5EF4-FFF2-40B4-BE49-F238E27FC236}">
                    <a16:creationId xmlns:a16="http://schemas.microsoft.com/office/drawing/2014/main" id="{45B5AB53-DB88-4308-8D22-D454A2BF10D9}"/>
                  </a:ext>
                </a:extLst>
              </p:cNvPr>
              <p:cNvSpPr/>
              <p:nvPr/>
            </p:nvSpPr>
            <p:spPr>
              <a:xfrm>
                <a:off x="45534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84" name="타원 21083">
                <a:extLst>
                  <a:ext uri="{FF2B5EF4-FFF2-40B4-BE49-F238E27FC236}">
                    <a16:creationId xmlns:a16="http://schemas.microsoft.com/office/drawing/2014/main" id="{A2FF6002-6CDA-4F4A-A15F-4795BA1444E1}"/>
                  </a:ext>
                </a:extLst>
              </p:cNvPr>
              <p:cNvSpPr/>
              <p:nvPr/>
            </p:nvSpPr>
            <p:spPr>
              <a:xfrm>
                <a:off x="47058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85" name="타원 21084">
                <a:extLst>
                  <a:ext uri="{FF2B5EF4-FFF2-40B4-BE49-F238E27FC236}">
                    <a16:creationId xmlns:a16="http://schemas.microsoft.com/office/drawing/2014/main" id="{5192C85C-3B23-4193-931A-7E6DC9F6CD5B}"/>
                  </a:ext>
                </a:extLst>
              </p:cNvPr>
              <p:cNvSpPr/>
              <p:nvPr/>
            </p:nvSpPr>
            <p:spPr>
              <a:xfrm>
                <a:off x="48582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86" name="타원 21085">
                <a:extLst>
                  <a:ext uri="{FF2B5EF4-FFF2-40B4-BE49-F238E27FC236}">
                    <a16:creationId xmlns:a16="http://schemas.microsoft.com/office/drawing/2014/main" id="{1FA7C4DD-8C65-4465-A7D6-9E2DE47D2E5F}"/>
                  </a:ext>
                </a:extLst>
              </p:cNvPr>
              <p:cNvSpPr/>
              <p:nvPr/>
            </p:nvSpPr>
            <p:spPr>
              <a:xfrm>
                <a:off x="50106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87" name="타원 21086">
                <a:extLst>
                  <a:ext uri="{FF2B5EF4-FFF2-40B4-BE49-F238E27FC236}">
                    <a16:creationId xmlns:a16="http://schemas.microsoft.com/office/drawing/2014/main" id="{1B532614-3614-41A9-BEDD-1F849EF8D72C}"/>
                  </a:ext>
                </a:extLst>
              </p:cNvPr>
              <p:cNvSpPr/>
              <p:nvPr/>
            </p:nvSpPr>
            <p:spPr>
              <a:xfrm>
                <a:off x="51630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88" name="타원 21087">
                <a:extLst>
                  <a:ext uri="{FF2B5EF4-FFF2-40B4-BE49-F238E27FC236}">
                    <a16:creationId xmlns:a16="http://schemas.microsoft.com/office/drawing/2014/main" id="{B087DB2B-9853-4367-BDB5-5D978975DC6E}"/>
                  </a:ext>
                </a:extLst>
              </p:cNvPr>
              <p:cNvSpPr/>
              <p:nvPr/>
            </p:nvSpPr>
            <p:spPr>
              <a:xfrm>
                <a:off x="53154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89" name="타원 21088">
                <a:extLst>
                  <a:ext uri="{FF2B5EF4-FFF2-40B4-BE49-F238E27FC236}">
                    <a16:creationId xmlns:a16="http://schemas.microsoft.com/office/drawing/2014/main" id="{DC5F05B6-3BF0-43BD-B32B-DDE27414FDF8}"/>
                  </a:ext>
                </a:extLst>
              </p:cNvPr>
              <p:cNvSpPr/>
              <p:nvPr/>
            </p:nvSpPr>
            <p:spPr>
              <a:xfrm>
                <a:off x="54678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90" name="타원 21089">
                <a:extLst>
                  <a:ext uri="{FF2B5EF4-FFF2-40B4-BE49-F238E27FC236}">
                    <a16:creationId xmlns:a16="http://schemas.microsoft.com/office/drawing/2014/main" id="{D4A899D4-31D4-4113-9D34-247483FB34B0}"/>
                  </a:ext>
                </a:extLst>
              </p:cNvPr>
              <p:cNvSpPr/>
              <p:nvPr/>
            </p:nvSpPr>
            <p:spPr>
              <a:xfrm>
                <a:off x="5620275" y="256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91" name="타원 21090">
                <a:extLst>
                  <a:ext uri="{FF2B5EF4-FFF2-40B4-BE49-F238E27FC236}">
                    <a16:creationId xmlns:a16="http://schemas.microsoft.com/office/drawing/2014/main" id="{18FBD434-8510-4798-AE13-6B207181C46A}"/>
                  </a:ext>
                </a:extLst>
              </p:cNvPr>
              <p:cNvSpPr/>
              <p:nvPr/>
            </p:nvSpPr>
            <p:spPr>
              <a:xfrm>
                <a:off x="2862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92" name="타원 21091">
                <a:extLst>
                  <a:ext uri="{FF2B5EF4-FFF2-40B4-BE49-F238E27FC236}">
                    <a16:creationId xmlns:a16="http://schemas.microsoft.com/office/drawing/2014/main" id="{181703BD-7483-4ED3-8435-C02A33C58E09}"/>
                  </a:ext>
                </a:extLst>
              </p:cNvPr>
              <p:cNvSpPr/>
              <p:nvPr/>
            </p:nvSpPr>
            <p:spPr>
              <a:xfrm>
                <a:off x="4386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93" name="타원 21092">
                <a:extLst>
                  <a:ext uri="{FF2B5EF4-FFF2-40B4-BE49-F238E27FC236}">
                    <a16:creationId xmlns:a16="http://schemas.microsoft.com/office/drawing/2014/main" id="{EF4CC4F7-CF9D-42B8-8C88-B9491FEF05FE}"/>
                  </a:ext>
                </a:extLst>
              </p:cNvPr>
              <p:cNvSpPr/>
              <p:nvPr/>
            </p:nvSpPr>
            <p:spPr>
              <a:xfrm>
                <a:off x="5910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94" name="타원 21093">
                <a:extLst>
                  <a:ext uri="{FF2B5EF4-FFF2-40B4-BE49-F238E27FC236}">
                    <a16:creationId xmlns:a16="http://schemas.microsoft.com/office/drawing/2014/main" id="{AE012491-88C5-4FDD-81AE-1D39CC50E6EA}"/>
                  </a:ext>
                </a:extLst>
              </p:cNvPr>
              <p:cNvSpPr/>
              <p:nvPr/>
            </p:nvSpPr>
            <p:spPr>
              <a:xfrm>
                <a:off x="7434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95" name="타원 21094">
                <a:extLst>
                  <a:ext uri="{FF2B5EF4-FFF2-40B4-BE49-F238E27FC236}">
                    <a16:creationId xmlns:a16="http://schemas.microsoft.com/office/drawing/2014/main" id="{1C88EE30-A859-4DCF-B422-CA2A224A55DD}"/>
                  </a:ext>
                </a:extLst>
              </p:cNvPr>
              <p:cNvSpPr/>
              <p:nvPr/>
            </p:nvSpPr>
            <p:spPr>
              <a:xfrm>
                <a:off x="8958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96" name="타원 21095">
                <a:extLst>
                  <a:ext uri="{FF2B5EF4-FFF2-40B4-BE49-F238E27FC236}">
                    <a16:creationId xmlns:a16="http://schemas.microsoft.com/office/drawing/2014/main" id="{3E995DAB-72CC-4215-83A5-617620857BE1}"/>
                  </a:ext>
                </a:extLst>
              </p:cNvPr>
              <p:cNvSpPr/>
              <p:nvPr/>
            </p:nvSpPr>
            <p:spPr>
              <a:xfrm>
                <a:off x="10482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97" name="타원 21096">
                <a:extLst>
                  <a:ext uri="{FF2B5EF4-FFF2-40B4-BE49-F238E27FC236}">
                    <a16:creationId xmlns:a16="http://schemas.microsoft.com/office/drawing/2014/main" id="{B342EF18-6AFD-4C0C-A688-C8922272F212}"/>
                  </a:ext>
                </a:extLst>
              </p:cNvPr>
              <p:cNvSpPr/>
              <p:nvPr/>
            </p:nvSpPr>
            <p:spPr>
              <a:xfrm>
                <a:off x="12006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98" name="타원 21097">
                <a:extLst>
                  <a:ext uri="{FF2B5EF4-FFF2-40B4-BE49-F238E27FC236}">
                    <a16:creationId xmlns:a16="http://schemas.microsoft.com/office/drawing/2014/main" id="{71FCC46A-5DA3-4169-83E7-E04BD10F5847}"/>
                  </a:ext>
                </a:extLst>
              </p:cNvPr>
              <p:cNvSpPr/>
              <p:nvPr/>
            </p:nvSpPr>
            <p:spPr>
              <a:xfrm>
                <a:off x="13530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99" name="타원 21098">
                <a:extLst>
                  <a:ext uri="{FF2B5EF4-FFF2-40B4-BE49-F238E27FC236}">
                    <a16:creationId xmlns:a16="http://schemas.microsoft.com/office/drawing/2014/main" id="{60C285DF-2413-4878-94A9-364911E9D39D}"/>
                  </a:ext>
                </a:extLst>
              </p:cNvPr>
              <p:cNvSpPr/>
              <p:nvPr/>
            </p:nvSpPr>
            <p:spPr>
              <a:xfrm>
                <a:off x="15054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00" name="타원 21099">
                <a:extLst>
                  <a:ext uri="{FF2B5EF4-FFF2-40B4-BE49-F238E27FC236}">
                    <a16:creationId xmlns:a16="http://schemas.microsoft.com/office/drawing/2014/main" id="{8EF96822-2EFB-4E26-8DDA-24F59127DEA1}"/>
                  </a:ext>
                </a:extLst>
              </p:cNvPr>
              <p:cNvSpPr/>
              <p:nvPr/>
            </p:nvSpPr>
            <p:spPr>
              <a:xfrm>
                <a:off x="16578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01" name="타원 21100">
                <a:extLst>
                  <a:ext uri="{FF2B5EF4-FFF2-40B4-BE49-F238E27FC236}">
                    <a16:creationId xmlns:a16="http://schemas.microsoft.com/office/drawing/2014/main" id="{B82DDFB9-0730-455B-BAAF-2CB088255F35}"/>
                  </a:ext>
                </a:extLst>
              </p:cNvPr>
              <p:cNvSpPr/>
              <p:nvPr/>
            </p:nvSpPr>
            <p:spPr>
              <a:xfrm>
                <a:off x="18102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02" name="타원 21101">
                <a:extLst>
                  <a:ext uri="{FF2B5EF4-FFF2-40B4-BE49-F238E27FC236}">
                    <a16:creationId xmlns:a16="http://schemas.microsoft.com/office/drawing/2014/main" id="{7436E715-E547-4753-9CD4-1621463BF755}"/>
                  </a:ext>
                </a:extLst>
              </p:cNvPr>
              <p:cNvSpPr/>
              <p:nvPr/>
            </p:nvSpPr>
            <p:spPr>
              <a:xfrm>
                <a:off x="19626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03" name="타원 21102">
                <a:extLst>
                  <a:ext uri="{FF2B5EF4-FFF2-40B4-BE49-F238E27FC236}">
                    <a16:creationId xmlns:a16="http://schemas.microsoft.com/office/drawing/2014/main" id="{6687BF85-66F2-4CEA-8888-7AFF2421A591}"/>
                  </a:ext>
                </a:extLst>
              </p:cNvPr>
              <p:cNvSpPr/>
              <p:nvPr/>
            </p:nvSpPr>
            <p:spPr>
              <a:xfrm>
                <a:off x="21150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04" name="타원 21103">
                <a:extLst>
                  <a:ext uri="{FF2B5EF4-FFF2-40B4-BE49-F238E27FC236}">
                    <a16:creationId xmlns:a16="http://schemas.microsoft.com/office/drawing/2014/main" id="{B1108408-24BD-41B5-9672-E3AF8AA75A2F}"/>
                  </a:ext>
                </a:extLst>
              </p:cNvPr>
              <p:cNvSpPr/>
              <p:nvPr/>
            </p:nvSpPr>
            <p:spPr>
              <a:xfrm>
                <a:off x="22674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05" name="타원 21104">
                <a:extLst>
                  <a:ext uri="{FF2B5EF4-FFF2-40B4-BE49-F238E27FC236}">
                    <a16:creationId xmlns:a16="http://schemas.microsoft.com/office/drawing/2014/main" id="{F59A3EF3-6B0A-4025-9F51-CC9CE578D7A1}"/>
                  </a:ext>
                </a:extLst>
              </p:cNvPr>
              <p:cNvSpPr/>
              <p:nvPr/>
            </p:nvSpPr>
            <p:spPr>
              <a:xfrm>
                <a:off x="24198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06" name="타원 21105">
                <a:extLst>
                  <a:ext uri="{FF2B5EF4-FFF2-40B4-BE49-F238E27FC236}">
                    <a16:creationId xmlns:a16="http://schemas.microsoft.com/office/drawing/2014/main" id="{D9B7BAF8-9CEE-430F-A074-8AA136D28272}"/>
                  </a:ext>
                </a:extLst>
              </p:cNvPr>
              <p:cNvSpPr/>
              <p:nvPr/>
            </p:nvSpPr>
            <p:spPr>
              <a:xfrm>
                <a:off x="25722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07" name="타원 21106">
                <a:extLst>
                  <a:ext uri="{FF2B5EF4-FFF2-40B4-BE49-F238E27FC236}">
                    <a16:creationId xmlns:a16="http://schemas.microsoft.com/office/drawing/2014/main" id="{4ACD0C0D-2BE0-44D6-95DC-4F1B147FF5DE}"/>
                  </a:ext>
                </a:extLst>
              </p:cNvPr>
              <p:cNvSpPr/>
              <p:nvPr/>
            </p:nvSpPr>
            <p:spPr>
              <a:xfrm>
                <a:off x="27246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08" name="타원 21107">
                <a:extLst>
                  <a:ext uri="{FF2B5EF4-FFF2-40B4-BE49-F238E27FC236}">
                    <a16:creationId xmlns:a16="http://schemas.microsoft.com/office/drawing/2014/main" id="{059061C3-6386-4F43-B600-B94F12A4C2C9}"/>
                  </a:ext>
                </a:extLst>
              </p:cNvPr>
              <p:cNvSpPr/>
              <p:nvPr/>
            </p:nvSpPr>
            <p:spPr>
              <a:xfrm>
                <a:off x="28770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09" name="타원 21108">
                <a:extLst>
                  <a:ext uri="{FF2B5EF4-FFF2-40B4-BE49-F238E27FC236}">
                    <a16:creationId xmlns:a16="http://schemas.microsoft.com/office/drawing/2014/main" id="{85E6D1D8-F1D9-4727-964E-7481777677D6}"/>
                  </a:ext>
                </a:extLst>
              </p:cNvPr>
              <p:cNvSpPr/>
              <p:nvPr/>
            </p:nvSpPr>
            <p:spPr>
              <a:xfrm>
                <a:off x="30294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10" name="타원 21109">
                <a:extLst>
                  <a:ext uri="{FF2B5EF4-FFF2-40B4-BE49-F238E27FC236}">
                    <a16:creationId xmlns:a16="http://schemas.microsoft.com/office/drawing/2014/main" id="{64DD036B-13C7-4C64-B871-8F30DE688B16}"/>
                  </a:ext>
                </a:extLst>
              </p:cNvPr>
              <p:cNvSpPr/>
              <p:nvPr/>
            </p:nvSpPr>
            <p:spPr>
              <a:xfrm>
                <a:off x="31818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11" name="타원 21110">
                <a:extLst>
                  <a:ext uri="{FF2B5EF4-FFF2-40B4-BE49-F238E27FC236}">
                    <a16:creationId xmlns:a16="http://schemas.microsoft.com/office/drawing/2014/main" id="{77073061-5D6C-4680-800F-BADEFFA1D7BA}"/>
                  </a:ext>
                </a:extLst>
              </p:cNvPr>
              <p:cNvSpPr/>
              <p:nvPr/>
            </p:nvSpPr>
            <p:spPr>
              <a:xfrm>
                <a:off x="33342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12" name="타원 21111">
                <a:extLst>
                  <a:ext uri="{FF2B5EF4-FFF2-40B4-BE49-F238E27FC236}">
                    <a16:creationId xmlns:a16="http://schemas.microsoft.com/office/drawing/2014/main" id="{0F43209D-EE7E-4582-97ED-A23D2D6F1AB5}"/>
                  </a:ext>
                </a:extLst>
              </p:cNvPr>
              <p:cNvSpPr/>
              <p:nvPr/>
            </p:nvSpPr>
            <p:spPr>
              <a:xfrm>
                <a:off x="34866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13" name="타원 21112">
                <a:extLst>
                  <a:ext uri="{FF2B5EF4-FFF2-40B4-BE49-F238E27FC236}">
                    <a16:creationId xmlns:a16="http://schemas.microsoft.com/office/drawing/2014/main" id="{45A194C6-EE31-4248-BD0C-5F12CE93977D}"/>
                  </a:ext>
                </a:extLst>
              </p:cNvPr>
              <p:cNvSpPr/>
              <p:nvPr/>
            </p:nvSpPr>
            <p:spPr>
              <a:xfrm>
                <a:off x="36390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14" name="타원 21113">
                <a:extLst>
                  <a:ext uri="{FF2B5EF4-FFF2-40B4-BE49-F238E27FC236}">
                    <a16:creationId xmlns:a16="http://schemas.microsoft.com/office/drawing/2014/main" id="{C7ED4786-D48C-41E8-84D3-861EE9CF6C27}"/>
                  </a:ext>
                </a:extLst>
              </p:cNvPr>
              <p:cNvSpPr/>
              <p:nvPr/>
            </p:nvSpPr>
            <p:spPr>
              <a:xfrm>
                <a:off x="37914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15" name="타원 21114">
                <a:extLst>
                  <a:ext uri="{FF2B5EF4-FFF2-40B4-BE49-F238E27FC236}">
                    <a16:creationId xmlns:a16="http://schemas.microsoft.com/office/drawing/2014/main" id="{CB0C0FC5-8AD7-4EC3-84B0-0D2FA9B74330}"/>
                  </a:ext>
                </a:extLst>
              </p:cNvPr>
              <p:cNvSpPr/>
              <p:nvPr/>
            </p:nvSpPr>
            <p:spPr>
              <a:xfrm>
                <a:off x="39438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16" name="타원 21115">
                <a:extLst>
                  <a:ext uri="{FF2B5EF4-FFF2-40B4-BE49-F238E27FC236}">
                    <a16:creationId xmlns:a16="http://schemas.microsoft.com/office/drawing/2014/main" id="{89B74527-8CAC-4C33-879C-B4F97EC03863}"/>
                  </a:ext>
                </a:extLst>
              </p:cNvPr>
              <p:cNvSpPr/>
              <p:nvPr/>
            </p:nvSpPr>
            <p:spPr>
              <a:xfrm>
                <a:off x="40962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17" name="타원 21116">
                <a:extLst>
                  <a:ext uri="{FF2B5EF4-FFF2-40B4-BE49-F238E27FC236}">
                    <a16:creationId xmlns:a16="http://schemas.microsoft.com/office/drawing/2014/main" id="{0E4850B4-8886-4DCA-A86F-923CBB95A509}"/>
                  </a:ext>
                </a:extLst>
              </p:cNvPr>
              <p:cNvSpPr/>
              <p:nvPr/>
            </p:nvSpPr>
            <p:spPr>
              <a:xfrm>
                <a:off x="42486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18" name="타원 21117">
                <a:extLst>
                  <a:ext uri="{FF2B5EF4-FFF2-40B4-BE49-F238E27FC236}">
                    <a16:creationId xmlns:a16="http://schemas.microsoft.com/office/drawing/2014/main" id="{A09AAD7B-99CA-4D3D-926E-1636BD7EA688}"/>
                  </a:ext>
                </a:extLst>
              </p:cNvPr>
              <p:cNvSpPr/>
              <p:nvPr/>
            </p:nvSpPr>
            <p:spPr>
              <a:xfrm>
                <a:off x="44010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19" name="타원 21118">
                <a:extLst>
                  <a:ext uri="{FF2B5EF4-FFF2-40B4-BE49-F238E27FC236}">
                    <a16:creationId xmlns:a16="http://schemas.microsoft.com/office/drawing/2014/main" id="{904FBADC-0AC4-4D78-997F-2C17FA58D257}"/>
                  </a:ext>
                </a:extLst>
              </p:cNvPr>
              <p:cNvSpPr/>
              <p:nvPr/>
            </p:nvSpPr>
            <p:spPr>
              <a:xfrm>
                <a:off x="45534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20" name="타원 21119">
                <a:extLst>
                  <a:ext uri="{FF2B5EF4-FFF2-40B4-BE49-F238E27FC236}">
                    <a16:creationId xmlns:a16="http://schemas.microsoft.com/office/drawing/2014/main" id="{53F1387E-F3F5-499E-8857-B22578A37531}"/>
                  </a:ext>
                </a:extLst>
              </p:cNvPr>
              <p:cNvSpPr/>
              <p:nvPr/>
            </p:nvSpPr>
            <p:spPr>
              <a:xfrm>
                <a:off x="47058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21" name="타원 21120">
                <a:extLst>
                  <a:ext uri="{FF2B5EF4-FFF2-40B4-BE49-F238E27FC236}">
                    <a16:creationId xmlns:a16="http://schemas.microsoft.com/office/drawing/2014/main" id="{FF0A42A0-B329-4BC9-B7CF-D7475DF5198C}"/>
                  </a:ext>
                </a:extLst>
              </p:cNvPr>
              <p:cNvSpPr/>
              <p:nvPr/>
            </p:nvSpPr>
            <p:spPr>
              <a:xfrm>
                <a:off x="48582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22" name="타원 21121">
                <a:extLst>
                  <a:ext uri="{FF2B5EF4-FFF2-40B4-BE49-F238E27FC236}">
                    <a16:creationId xmlns:a16="http://schemas.microsoft.com/office/drawing/2014/main" id="{60077A84-2672-45C9-B6FB-A44E60D88B4F}"/>
                  </a:ext>
                </a:extLst>
              </p:cNvPr>
              <p:cNvSpPr/>
              <p:nvPr/>
            </p:nvSpPr>
            <p:spPr>
              <a:xfrm>
                <a:off x="50106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23" name="타원 21122">
                <a:extLst>
                  <a:ext uri="{FF2B5EF4-FFF2-40B4-BE49-F238E27FC236}">
                    <a16:creationId xmlns:a16="http://schemas.microsoft.com/office/drawing/2014/main" id="{23631BFE-3E50-493E-94F1-86F1EDB46035}"/>
                  </a:ext>
                </a:extLst>
              </p:cNvPr>
              <p:cNvSpPr/>
              <p:nvPr/>
            </p:nvSpPr>
            <p:spPr>
              <a:xfrm>
                <a:off x="51630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24" name="타원 21123">
                <a:extLst>
                  <a:ext uri="{FF2B5EF4-FFF2-40B4-BE49-F238E27FC236}">
                    <a16:creationId xmlns:a16="http://schemas.microsoft.com/office/drawing/2014/main" id="{64BBDEFE-BDC9-48A5-82BC-C68C0AF012F6}"/>
                  </a:ext>
                </a:extLst>
              </p:cNvPr>
              <p:cNvSpPr/>
              <p:nvPr/>
            </p:nvSpPr>
            <p:spPr>
              <a:xfrm>
                <a:off x="53154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25" name="타원 21124">
                <a:extLst>
                  <a:ext uri="{FF2B5EF4-FFF2-40B4-BE49-F238E27FC236}">
                    <a16:creationId xmlns:a16="http://schemas.microsoft.com/office/drawing/2014/main" id="{2BD131FD-15F5-4B0B-AAB9-1C1B61AC1CA2}"/>
                  </a:ext>
                </a:extLst>
              </p:cNvPr>
              <p:cNvSpPr/>
              <p:nvPr/>
            </p:nvSpPr>
            <p:spPr>
              <a:xfrm>
                <a:off x="54678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26" name="타원 21125">
                <a:extLst>
                  <a:ext uri="{FF2B5EF4-FFF2-40B4-BE49-F238E27FC236}">
                    <a16:creationId xmlns:a16="http://schemas.microsoft.com/office/drawing/2014/main" id="{238FF97F-903F-448F-A73B-4065D7866B97}"/>
                  </a:ext>
                </a:extLst>
              </p:cNvPr>
              <p:cNvSpPr/>
              <p:nvPr/>
            </p:nvSpPr>
            <p:spPr>
              <a:xfrm>
                <a:off x="5620275" y="271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27" name="타원 21126">
                <a:extLst>
                  <a:ext uri="{FF2B5EF4-FFF2-40B4-BE49-F238E27FC236}">
                    <a16:creationId xmlns:a16="http://schemas.microsoft.com/office/drawing/2014/main" id="{39FAC5E7-CE02-45AF-AEF4-632EEA53B5BF}"/>
                  </a:ext>
                </a:extLst>
              </p:cNvPr>
              <p:cNvSpPr/>
              <p:nvPr/>
            </p:nvSpPr>
            <p:spPr>
              <a:xfrm>
                <a:off x="2862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28" name="타원 21127">
                <a:extLst>
                  <a:ext uri="{FF2B5EF4-FFF2-40B4-BE49-F238E27FC236}">
                    <a16:creationId xmlns:a16="http://schemas.microsoft.com/office/drawing/2014/main" id="{88F23083-C433-4C6C-9309-266F08679141}"/>
                  </a:ext>
                </a:extLst>
              </p:cNvPr>
              <p:cNvSpPr/>
              <p:nvPr/>
            </p:nvSpPr>
            <p:spPr>
              <a:xfrm>
                <a:off x="4386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29" name="타원 21128">
                <a:extLst>
                  <a:ext uri="{FF2B5EF4-FFF2-40B4-BE49-F238E27FC236}">
                    <a16:creationId xmlns:a16="http://schemas.microsoft.com/office/drawing/2014/main" id="{BC5AEF8F-7DE1-4664-BA91-E202607A1558}"/>
                  </a:ext>
                </a:extLst>
              </p:cNvPr>
              <p:cNvSpPr/>
              <p:nvPr/>
            </p:nvSpPr>
            <p:spPr>
              <a:xfrm>
                <a:off x="5910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30" name="타원 21129">
                <a:extLst>
                  <a:ext uri="{FF2B5EF4-FFF2-40B4-BE49-F238E27FC236}">
                    <a16:creationId xmlns:a16="http://schemas.microsoft.com/office/drawing/2014/main" id="{FB48C23B-DA8D-4DEA-8E99-45EC68727DA8}"/>
                  </a:ext>
                </a:extLst>
              </p:cNvPr>
              <p:cNvSpPr/>
              <p:nvPr/>
            </p:nvSpPr>
            <p:spPr>
              <a:xfrm>
                <a:off x="7434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31" name="타원 21130">
                <a:extLst>
                  <a:ext uri="{FF2B5EF4-FFF2-40B4-BE49-F238E27FC236}">
                    <a16:creationId xmlns:a16="http://schemas.microsoft.com/office/drawing/2014/main" id="{7EF120F9-EB49-468B-8095-3726C495501B}"/>
                  </a:ext>
                </a:extLst>
              </p:cNvPr>
              <p:cNvSpPr/>
              <p:nvPr/>
            </p:nvSpPr>
            <p:spPr>
              <a:xfrm>
                <a:off x="8958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32" name="타원 21131">
                <a:extLst>
                  <a:ext uri="{FF2B5EF4-FFF2-40B4-BE49-F238E27FC236}">
                    <a16:creationId xmlns:a16="http://schemas.microsoft.com/office/drawing/2014/main" id="{335DFA85-2D32-4B95-A1D3-BA21BCE741B5}"/>
                  </a:ext>
                </a:extLst>
              </p:cNvPr>
              <p:cNvSpPr/>
              <p:nvPr/>
            </p:nvSpPr>
            <p:spPr>
              <a:xfrm>
                <a:off x="10482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33" name="타원 21132">
                <a:extLst>
                  <a:ext uri="{FF2B5EF4-FFF2-40B4-BE49-F238E27FC236}">
                    <a16:creationId xmlns:a16="http://schemas.microsoft.com/office/drawing/2014/main" id="{1540271C-2138-4EA0-800D-9ACAB500EC92}"/>
                  </a:ext>
                </a:extLst>
              </p:cNvPr>
              <p:cNvSpPr/>
              <p:nvPr/>
            </p:nvSpPr>
            <p:spPr>
              <a:xfrm>
                <a:off x="12006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34" name="타원 21133">
                <a:extLst>
                  <a:ext uri="{FF2B5EF4-FFF2-40B4-BE49-F238E27FC236}">
                    <a16:creationId xmlns:a16="http://schemas.microsoft.com/office/drawing/2014/main" id="{63914CF2-E8C4-4B41-B7E2-21162B771AA3}"/>
                  </a:ext>
                </a:extLst>
              </p:cNvPr>
              <p:cNvSpPr/>
              <p:nvPr/>
            </p:nvSpPr>
            <p:spPr>
              <a:xfrm>
                <a:off x="13530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35" name="타원 21134">
                <a:extLst>
                  <a:ext uri="{FF2B5EF4-FFF2-40B4-BE49-F238E27FC236}">
                    <a16:creationId xmlns:a16="http://schemas.microsoft.com/office/drawing/2014/main" id="{44AA168A-054E-48BD-BF7A-9C0BF0DC3BBA}"/>
                  </a:ext>
                </a:extLst>
              </p:cNvPr>
              <p:cNvSpPr/>
              <p:nvPr/>
            </p:nvSpPr>
            <p:spPr>
              <a:xfrm>
                <a:off x="15054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36" name="타원 21135">
                <a:extLst>
                  <a:ext uri="{FF2B5EF4-FFF2-40B4-BE49-F238E27FC236}">
                    <a16:creationId xmlns:a16="http://schemas.microsoft.com/office/drawing/2014/main" id="{9362F30B-63D1-4B37-A1A4-4571200E90BC}"/>
                  </a:ext>
                </a:extLst>
              </p:cNvPr>
              <p:cNvSpPr/>
              <p:nvPr/>
            </p:nvSpPr>
            <p:spPr>
              <a:xfrm>
                <a:off x="16578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37" name="타원 21136">
                <a:extLst>
                  <a:ext uri="{FF2B5EF4-FFF2-40B4-BE49-F238E27FC236}">
                    <a16:creationId xmlns:a16="http://schemas.microsoft.com/office/drawing/2014/main" id="{A795F9DD-EB97-4327-ADFB-07926EAF7386}"/>
                  </a:ext>
                </a:extLst>
              </p:cNvPr>
              <p:cNvSpPr/>
              <p:nvPr/>
            </p:nvSpPr>
            <p:spPr>
              <a:xfrm>
                <a:off x="18102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38" name="타원 21137">
                <a:extLst>
                  <a:ext uri="{FF2B5EF4-FFF2-40B4-BE49-F238E27FC236}">
                    <a16:creationId xmlns:a16="http://schemas.microsoft.com/office/drawing/2014/main" id="{506C46D1-4F6B-4C03-B126-1F47100881AD}"/>
                  </a:ext>
                </a:extLst>
              </p:cNvPr>
              <p:cNvSpPr/>
              <p:nvPr/>
            </p:nvSpPr>
            <p:spPr>
              <a:xfrm>
                <a:off x="19626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39" name="타원 21138">
                <a:extLst>
                  <a:ext uri="{FF2B5EF4-FFF2-40B4-BE49-F238E27FC236}">
                    <a16:creationId xmlns:a16="http://schemas.microsoft.com/office/drawing/2014/main" id="{9B355A5B-BF1D-4FDC-983B-702D418A41E9}"/>
                  </a:ext>
                </a:extLst>
              </p:cNvPr>
              <p:cNvSpPr/>
              <p:nvPr/>
            </p:nvSpPr>
            <p:spPr>
              <a:xfrm>
                <a:off x="21150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40" name="타원 21139">
                <a:extLst>
                  <a:ext uri="{FF2B5EF4-FFF2-40B4-BE49-F238E27FC236}">
                    <a16:creationId xmlns:a16="http://schemas.microsoft.com/office/drawing/2014/main" id="{81BC4392-365D-4342-A40C-669298800020}"/>
                  </a:ext>
                </a:extLst>
              </p:cNvPr>
              <p:cNvSpPr/>
              <p:nvPr/>
            </p:nvSpPr>
            <p:spPr>
              <a:xfrm>
                <a:off x="22674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41" name="타원 21140">
                <a:extLst>
                  <a:ext uri="{FF2B5EF4-FFF2-40B4-BE49-F238E27FC236}">
                    <a16:creationId xmlns:a16="http://schemas.microsoft.com/office/drawing/2014/main" id="{FA757599-83EF-461F-9BA1-F58F64640D45}"/>
                  </a:ext>
                </a:extLst>
              </p:cNvPr>
              <p:cNvSpPr/>
              <p:nvPr/>
            </p:nvSpPr>
            <p:spPr>
              <a:xfrm>
                <a:off x="24198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42" name="타원 21141">
                <a:extLst>
                  <a:ext uri="{FF2B5EF4-FFF2-40B4-BE49-F238E27FC236}">
                    <a16:creationId xmlns:a16="http://schemas.microsoft.com/office/drawing/2014/main" id="{9F3AE605-55EE-4A43-BAEB-BE2AC3EFAE40}"/>
                  </a:ext>
                </a:extLst>
              </p:cNvPr>
              <p:cNvSpPr/>
              <p:nvPr/>
            </p:nvSpPr>
            <p:spPr>
              <a:xfrm>
                <a:off x="25722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43" name="타원 21142">
                <a:extLst>
                  <a:ext uri="{FF2B5EF4-FFF2-40B4-BE49-F238E27FC236}">
                    <a16:creationId xmlns:a16="http://schemas.microsoft.com/office/drawing/2014/main" id="{242FD961-A946-4589-990C-45843BDF2207}"/>
                  </a:ext>
                </a:extLst>
              </p:cNvPr>
              <p:cNvSpPr/>
              <p:nvPr/>
            </p:nvSpPr>
            <p:spPr>
              <a:xfrm>
                <a:off x="27246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44" name="타원 21143">
                <a:extLst>
                  <a:ext uri="{FF2B5EF4-FFF2-40B4-BE49-F238E27FC236}">
                    <a16:creationId xmlns:a16="http://schemas.microsoft.com/office/drawing/2014/main" id="{2C614184-28F9-40FA-98AF-5CFAF674AD10}"/>
                  </a:ext>
                </a:extLst>
              </p:cNvPr>
              <p:cNvSpPr/>
              <p:nvPr/>
            </p:nvSpPr>
            <p:spPr>
              <a:xfrm>
                <a:off x="28770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45" name="타원 21144">
                <a:extLst>
                  <a:ext uri="{FF2B5EF4-FFF2-40B4-BE49-F238E27FC236}">
                    <a16:creationId xmlns:a16="http://schemas.microsoft.com/office/drawing/2014/main" id="{8D0253F0-7EB8-4DFC-90A4-AE66A46EDD39}"/>
                  </a:ext>
                </a:extLst>
              </p:cNvPr>
              <p:cNvSpPr/>
              <p:nvPr/>
            </p:nvSpPr>
            <p:spPr>
              <a:xfrm>
                <a:off x="30294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46" name="타원 21145">
                <a:extLst>
                  <a:ext uri="{FF2B5EF4-FFF2-40B4-BE49-F238E27FC236}">
                    <a16:creationId xmlns:a16="http://schemas.microsoft.com/office/drawing/2014/main" id="{AC72C7B1-0F19-4771-AA37-E10B25B5652E}"/>
                  </a:ext>
                </a:extLst>
              </p:cNvPr>
              <p:cNvSpPr/>
              <p:nvPr/>
            </p:nvSpPr>
            <p:spPr>
              <a:xfrm>
                <a:off x="31818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47" name="타원 21146">
                <a:extLst>
                  <a:ext uri="{FF2B5EF4-FFF2-40B4-BE49-F238E27FC236}">
                    <a16:creationId xmlns:a16="http://schemas.microsoft.com/office/drawing/2014/main" id="{B17151FF-3AB7-4A1B-BD36-04FE8B1008AE}"/>
                  </a:ext>
                </a:extLst>
              </p:cNvPr>
              <p:cNvSpPr/>
              <p:nvPr/>
            </p:nvSpPr>
            <p:spPr>
              <a:xfrm>
                <a:off x="33342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48" name="타원 21147">
                <a:extLst>
                  <a:ext uri="{FF2B5EF4-FFF2-40B4-BE49-F238E27FC236}">
                    <a16:creationId xmlns:a16="http://schemas.microsoft.com/office/drawing/2014/main" id="{12A241E8-7F05-4A02-853A-F2AC41080ED6}"/>
                  </a:ext>
                </a:extLst>
              </p:cNvPr>
              <p:cNvSpPr/>
              <p:nvPr/>
            </p:nvSpPr>
            <p:spPr>
              <a:xfrm>
                <a:off x="34866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49" name="타원 21148">
                <a:extLst>
                  <a:ext uri="{FF2B5EF4-FFF2-40B4-BE49-F238E27FC236}">
                    <a16:creationId xmlns:a16="http://schemas.microsoft.com/office/drawing/2014/main" id="{053893BC-9F84-47DB-8DC1-2C5AF9D7031F}"/>
                  </a:ext>
                </a:extLst>
              </p:cNvPr>
              <p:cNvSpPr/>
              <p:nvPr/>
            </p:nvSpPr>
            <p:spPr>
              <a:xfrm>
                <a:off x="36390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50" name="타원 21149">
                <a:extLst>
                  <a:ext uri="{FF2B5EF4-FFF2-40B4-BE49-F238E27FC236}">
                    <a16:creationId xmlns:a16="http://schemas.microsoft.com/office/drawing/2014/main" id="{E7856A21-32A4-47DD-B0DE-14AD768A1A55}"/>
                  </a:ext>
                </a:extLst>
              </p:cNvPr>
              <p:cNvSpPr/>
              <p:nvPr/>
            </p:nvSpPr>
            <p:spPr>
              <a:xfrm>
                <a:off x="37914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51" name="타원 21150">
                <a:extLst>
                  <a:ext uri="{FF2B5EF4-FFF2-40B4-BE49-F238E27FC236}">
                    <a16:creationId xmlns:a16="http://schemas.microsoft.com/office/drawing/2014/main" id="{04401EFD-774F-4329-8462-28C9C407DC0A}"/>
                  </a:ext>
                </a:extLst>
              </p:cNvPr>
              <p:cNvSpPr/>
              <p:nvPr/>
            </p:nvSpPr>
            <p:spPr>
              <a:xfrm>
                <a:off x="39438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52" name="타원 21151">
                <a:extLst>
                  <a:ext uri="{FF2B5EF4-FFF2-40B4-BE49-F238E27FC236}">
                    <a16:creationId xmlns:a16="http://schemas.microsoft.com/office/drawing/2014/main" id="{789C8054-F834-4AE5-A85E-E70DFCC8B4B9}"/>
                  </a:ext>
                </a:extLst>
              </p:cNvPr>
              <p:cNvSpPr/>
              <p:nvPr/>
            </p:nvSpPr>
            <p:spPr>
              <a:xfrm>
                <a:off x="40962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53" name="타원 21152">
                <a:extLst>
                  <a:ext uri="{FF2B5EF4-FFF2-40B4-BE49-F238E27FC236}">
                    <a16:creationId xmlns:a16="http://schemas.microsoft.com/office/drawing/2014/main" id="{DFAB16AD-DF36-49F0-9208-12DB957CFA44}"/>
                  </a:ext>
                </a:extLst>
              </p:cNvPr>
              <p:cNvSpPr/>
              <p:nvPr/>
            </p:nvSpPr>
            <p:spPr>
              <a:xfrm>
                <a:off x="42486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54" name="타원 21153">
                <a:extLst>
                  <a:ext uri="{FF2B5EF4-FFF2-40B4-BE49-F238E27FC236}">
                    <a16:creationId xmlns:a16="http://schemas.microsoft.com/office/drawing/2014/main" id="{DA508DD9-5B13-4A67-9CE1-14A9A327D355}"/>
                  </a:ext>
                </a:extLst>
              </p:cNvPr>
              <p:cNvSpPr/>
              <p:nvPr/>
            </p:nvSpPr>
            <p:spPr>
              <a:xfrm>
                <a:off x="44010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55" name="타원 21154">
                <a:extLst>
                  <a:ext uri="{FF2B5EF4-FFF2-40B4-BE49-F238E27FC236}">
                    <a16:creationId xmlns:a16="http://schemas.microsoft.com/office/drawing/2014/main" id="{B2E93C83-E88F-4215-B338-E3FE95493A71}"/>
                  </a:ext>
                </a:extLst>
              </p:cNvPr>
              <p:cNvSpPr/>
              <p:nvPr/>
            </p:nvSpPr>
            <p:spPr>
              <a:xfrm>
                <a:off x="45534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56" name="타원 21155">
                <a:extLst>
                  <a:ext uri="{FF2B5EF4-FFF2-40B4-BE49-F238E27FC236}">
                    <a16:creationId xmlns:a16="http://schemas.microsoft.com/office/drawing/2014/main" id="{66907532-8060-4CCD-BCAB-A84EEA72A001}"/>
                  </a:ext>
                </a:extLst>
              </p:cNvPr>
              <p:cNvSpPr/>
              <p:nvPr/>
            </p:nvSpPr>
            <p:spPr>
              <a:xfrm>
                <a:off x="47058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57" name="타원 21156">
                <a:extLst>
                  <a:ext uri="{FF2B5EF4-FFF2-40B4-BE49-F238E27FC236}">
                    <a16:creationId xmlns:a16="http://schemas.microsoft.com/office/drawing/2014/main" id="{ACC0711E-6356-4469-A0A6-4A6E5596BCBB}"/>
                  </a:ext>
                </a:extLst>
              </p:cNvPr>
              <p:cNvSpPr/>
              <p:nvPr/>
            </p:nvSpPr>
            <p:spPr>
              <a:xfrm>
                <a:off x="48582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58" name="타원 21157">
                <a:extLst>
                  <a:ext uri="{FF2B5EF4-FFF2-40B4-BE49-F238E27FC236}">
                    <a16:creationId xmlns:a16="http://schemas.microsoft.com/office/drawing/2014/main" id="{3E862755-C9CF-484D-8809-7BE07DB623C0}"/>
                  </a:ext>
                </a:extLst>
              </p:cNvPr>
              <p:cNvSpPr/>
              <p:nvPr/>
            </p:nvSpPr>
            <p:spPr>
              <a:xfrm>
                <a:off x="50106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59" name="타원 21158">
                <a:extLst>
                  <a:ext uri="{FF2B5EF4-FFF2-40B4-BE49-F238E27FC236}">
                    <a16:creationId xmlns:a16="http://schemas.microsoft.com/office/drawing/2014/main" id="{317E28EB-9693-43E8-83D3-BC0950B3E48F}"/>
                  </a:ext>
                </a:extLst>
              </p:cNvPr>
              <p:cNvSpPr/>
              <p:nvPr/>
            </p:nvSpPr>
            <p:spPr>
              <a:xfrm>
                <a:off x="51630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60" name="타원 21159">
                <a:extLst>
                  <a:ext uri="{FF2B5EF4-FFF2-40B4-BE49-F238E27FC236}">
                    <a16:creationId xmlns:a16="http://schemas.microsoft.com/office/drawing/2014/main" id="{9FCBEE0A-8028-47D2-B260-36D9614AB5D7}"/>
                  </a:ext>
                </a:extLst>
              </p:cNvPr>
              <p:cNvSpPr/>
              <p:nvPr/>
            </p:nvSpPr>
            <p:spPr>
              <a:xfrm>
                <a:off x="53154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61" name="타원 21160">
                <a:extLst>
                  <a:ext uri="{FF2B5EF4-FFF2-40B4-BE49-F238E27FC236}">
                    <a16:creationId xmlns:a16="http://schemas.microsoft.com/office/drawing/2014/main" id="{62DB5C8D-AED7-4407-BFAE-8DA1E7DD49CF}"/>
                  </a:ext>
                </a:extLst>
              </p:cNvPr>
              <p:cNvSpPr/>
              <p:nvPr/>
            </p:nvSpPr>
            <p:spPr>
              <a:xfrm>
                <a:off x="54678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62" name="타원 21161">
                <a:extLst>
                  <a:ext uri="{FF2B5EF4-FFF2-40B4-BE49-F238E27FC236}">
                    <a16:creationId xmlns:a16="http://schemas.microsoft.com/office/drawing/2014/main" id="{77034969-FED9-41B8-B04E-8768C8EB48C9}"/>
                  </a:ext>
                </a:extLst>
              </p:cNvPr>
              <p:cNvSpPr/>
              <p:nvPr/>
            </p:nvSpPr>
            <p:spPr>
              <a:xfrm>
                <a:off x="5620275" y="286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63" name="타원 21162">
                <a:extLst>
                  <a:ext uri="{FF2B5EF4-FFF2-40B4-BE49-F238E27FC236}">
                    <a16:creationId xmlns:a16="http://schemas.microsoft.com/office/drawing/2014/main" id="{825090B9-3BAF-4493-9CB3-417429D78896}"/>
                  </a:ext>
                </a:extLst>
              </p:cNvPr>
              <p:cNvSpPr/>
              <p:nvPr/>
            </p:nvSpPr>
            <p:spPr>
              <a:xfrm>
                <a:off x="2862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64" name="타원 21163">
                <a:extLst>
                  <a:ext uri="{FF2B5EF4-FFF2-40B4-BE49-F238E27FC236}">
                    <a16:creationId xmlns:a16="http://schemas.microsoft.com/office/drawing/2014/main" id="{303F587A-194F-4E6C-94E3-10D1CFF1B2F4}"/>
                  </a:ext>
                </a:extLst>
              </p:cNvPr>
              <p:cNvSpPr/>
              <p:nvPr/>
            </p:nvSpPr>
            <p:spPr>
              <a:xfrm>
                <a:off x="4386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65" name="타원 21164">
                <a:extLst>
                  <a:ext uri="{FF2B5EF4-FFF2-40B4-BE49-F238E27FC236}">
                    <a16:creationId xmlns:a16="http://schemas.microsoft.com/office/drawing/2014/main" id="{459051A4-8D33-4299-AF79-C7CE834FCD99}"/>
                  </a:ext>
                </a:extLst>
              </p:cNvPr>
              <p:cNvSpPr/>
              <p:nvPr/>
            </p:nvSpPr>
            <p:spPr>
              <a:xfrm>
                <a:off x="5910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66" name="타원 21165">
                <a:extLst>
                  <a:ext uri="{FF2B5EF4-FFF2-40B4-BE49-F238E27FC236}">
                    <a16:creationId xmlns:a16="http://schemas.microsoft.com/office/drawing/2014/main" id="{D012D7E5-F45A-4337-970B-48976A60DA88}"/>
                  </a:ext>
                </a:extLst>
              </p:cNvPr>
              <p:cNvSpPr/>
              <p:nvPr/>
            </p:nvSpPr>
            <p:spPr>
              <a:xfrm>
                <a:off x="7434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67" name="타원 21166">
                <a:extLst>
                  <a:ext uri="{FF2B5EF4-FFF2-40B4-BE49-F238E27FC236}">
                    <a16:creationId xmlns:a16="http://schemas.microsoft.com/office/drawing/2014/main" id="{B0D611A2-9AF4-4B9F-BDB8-3D59E4B45DF8}"/>
                  </a:ext>
                </a:extLst>
              </p:cNvPr>
              <p:cNvSpPr/>
              <p:nvPr/>
            </p:nvSpPr>
            <p:spPr>
              <a:xfrm>
                <a:off x="8958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68" name="타원 21167">
                <a:extLst>
                  <a:ext uri="{FF2B5EF4-FFF2-40B4-BE49-F238E27FC236}">
                    <a16:creationId xmlns:a16="http://schemas.microsoft.com/office/drawing/2014/main" id="{7305B7A2-1F39-4902-ACE9-115FB3079E21}"/>
                  </a:ext>
                </a:extLst>
              </p:cNvPr>
              <p:cNvSpPr/>
              <p:nvPr/>
            </p:nvSpPr>
            <p:spPr>
              <a:xfrm>
                <a:off x="10482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69" name="타원 21168">
                <a:extLst>
                  <a:ext uri="{FF2B5EF4-FFF2-40B4-BE49-F238E27FC236}">
                    <a16:creationId xmlns:a16="http://schemas.microsoft.com/office/drawing/2014/main" id="{F53C7A0F-AD2A-4766-89FA-2DEC36D91455}"/>
                  </a:ext>
                </a:extLst>
              </p:cNvPr>
              <p:cNvSpPr/>
              <p:nvPr/>
            </p:nvSpPr>
            <p:spPr>
              <a:xfrm>
                <a:off x="12006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70" name="타원 21169">
                <a:extLst>
                  <a:ext uri="{FF2B5EF4-FFF2-40B4-BE49-F238E27FC236}">
                    <a16:creationId xmlns:a16="http://schemas.microsoft.com/office/drawing/2014/main" id="{1EB70989-80F3-4E2E-B007-55CD194B199D}"/>
                  </a:ext>
                </a:extLst>
              </p:cNvPr>
              <p:cNvSpPr/>
              <p:nvPr/>
            </p:nvSpPr>
            <p:spPr>
              <a:xfrm>
                <a:off x="13530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71" name="타원 21170">
                <a:extLst>
                  <a:ext uri="{FF2B5EF4-FFF2-40B4-BE49-F238E27FC236}">
                    <a16:creationId xmlns:a16="http://schemas.microsoft.com/office/drawing/2014/main" id="{C0AAC39A-F988-48AA-8E5C-3B2C76F4B5D3}"/>
                  </a:ext>
                </a:extLst>
              </p:cNvPr>
              <p:cNvSpPr/>
              <p:nvPr/>
            </p:nvSpPr>
            <p:spPr>
              <a:xfrm>
                <a:off x="15054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72" name="타원 21171">
                <a:extLst>
                  <a:ext uri="{FF2B5EF4-FFF2-40B4-BE49-F238E27FC236}">
                    <a16:creationId xmlns:a16="http://schemas.microsoft.com/office/drawing/2014/main" id="{FCCE74F3-64D9-4415-AE21-68D0D78005E4}"/>
                  </a:ext>
                </a:extLst>
              </p:cNvPr>
              <p:cNvSpPr/>
              <p:nvPr/>
            </p:nvSpPr>
            <p:spPr>
              <a:xfrm>
                <a:off x="16578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73" name="타원 21172">
                <a:extLst>
                  <a:ext uri="{FF2B5EF4-FFF2-40B4-BE49-F238E27FC236}">
                    <a16:creationId xmlns:a16="http://schemas.microsoft.com/office/drawing/2014/main" id="{961BCED1-F49E-4261-A2B3-D632BA87C9EC}"/>
                  </a:ext>
                </a:extLst>
              </p:cNvPr>
              <p:cNvSpPr/>
              <p:nvPr/>
            </p:nvSpPr>
            <p:spPr>
              <a:xfrm>
                <a:off x="18102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74" name="타원 21173">
                <a:extLst>
                  <a:ext uri="{FF2B5EF4-FFF2-40B4-BE49-F238E27FC236}">
                    <a16:creationId xmlns:a16="http://schemas.microsoft.com/office/drawing/2014/main" id="{BC9A6F54-E5C7-4011-91D8-B7A1D83888FE}"/>
                  </a:ext>
                </a:extLst>
              </p:cNvPr>
              <p:cNvSpPr/>
              <p:nvPr/>
            </p:nvSpPr>
            <p:spPr>
              <a:xfrm>
                <a:off x="19626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75" name="타원 21174">
                <a:extLst>
                  <a:ext uri="{FF2B5EF4-FFF2-40B4-BE49-F238E27FC236}">
                    <a16:creationId xmlns:a16="http://schemas.microsoft.com/office/drawing/2014/main" id="{629F4333-30B4-4556-B7E9-62BA312F6F2A}"/>
                  </a:ext>
                </a:extLst>
              </p:cNvPr>
              <p:cNvSpPr/>
              <p:nvPr/>
            </p:nvSpPr>
            <p:spPr>
              <a:xfrm>
                <a:off x="21150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76" name="타원 21175">
                <a:extLst>
                  <a:ext uri="{FF2B5EF4-FFF2-40B4-BE49-F238E27FC236}">
                    <a16:creationId xmlns:a16="http://schemas.microsoft.com/office/drawing/2014/main" id="{CB2EC6ED-B475-41B3-A53A-1468515D2F1E}"/>
                  </a:ext>
                </a:extLst>
              </p:cNvPr>
              <p:cNvSpPr/>
              <p:nvPr/>
            </p:nvSpPr>
            <p:spPr>
              <a:xfrm>
                <a:off x="22674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77" name="타원 21176">
                <a:extLst>
                  <a:ext uri="{FF2B5EF4-FFF2-40B4-BE49-F238E27FC236}">
                    <a16:creationId xmlns:a16="http://schemas.microsoft.com/office/drawing/2014/main" id="{5D8E8C9F-3B40-4217-8625-3D192066FAF1}"/>
                  </a:ext>
                </a:extLst>
              </p:cNvPr>
              <p:cNvSpPr/>
              <p:nvPr/>
            </p:nvSpPr>
            <p:spPr>
              <a:xfrm>
                <a:off x="24198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78" name="타원 21177">
                <a:extLst>
                  <a:ext uri="{FF2B5EF4-FFF2-40B4-BE49-F238E27FC236}">
                    <a16:creationId xmlns:a16="http://schemas.microsoft.com/office/drawing/2014/main" id="{9B61AD66-B849-48FE-9B28-37ED27AFE605}"/>
                  </a:ext>
                </a:extLst>
              </p:cNvPr>
              <p:cNvSpPr/>
              <p:nvPr/>
            </p:nvSpPr>
            <p:spPr>
              <a:xfrm>
                <a:off x="25722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79" name="타원 21178">
                <a:extLst>
                  <a:ext uri="{FF2B5EF4-FFF2-40B4-BE49-F238E27FC236}">
                    <a16:creationId xmlns:a16="http://schemas.microsoft.com/office/drawing/2014/main" id="{D398005B-D19B-4448-AA1A-3E1F55C6412C}"/>
                  </a:ext>
                </a:extLst>
              </p:cNvPr>
              <p:cNvSpPr/>
              <p:nvPr/>
            </p:nvSpPr>
            <p:spPr>
              <a:xfrm>
                <a:off x="27246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80" name="타원 21179">
                <a:extLst>
                  <a:ext uri="{FF2B5EF4-FFF2-40B4-BE49-F238E27FC236}">
                    <a16:creationId xmlns:a16="http://schemas.microsoft.com/office/drawing/2014/main" id="{D9A65CF7-46DE-4D13-A06E-55505F7A27D1}"/>
                  </a:ext>
                </a:extLst>
              </p:cNvPr>
              <p:cNvSpPr/>
              <p:nvPr/>
            </p:nvSpPr>
            <p:spPr>
              <a:xfrm>
                <a:off x="28770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81" name="타원 21180">
                <a:extLst>
                  <a:ext uri="{FF2B5EF4-FFF2-40B4-BE49-F238E27FC236}">
                    <a16:creationId xmlns:a16="http://schemas.microsoft.com/office/drawing/2014/main" id="{89505048-4197-44A7-9F79-7E47F445B033}"/>
                  </a:ext>
                </a:extLst>
              </p:cNvPr>
              <p:cNvSpPr/>
              <p:nvPr/>
            </p:nvSpPr>
            <p:spPr>
              <a:xfrm>
                <a:off x="30294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82" name="타원 21181">
                <a:extLst>
                  <a:ext uri="{FF2B5EF4-FFF2-40B4-BE49-F238E27FC236}">
                    <a16:creationId xmlns:a16="http://schemas.microsoft.com/office/drawing/2014/main" id="{D8FAA4DF-3304-44F2-AE31-5A3CEBE94D1B}"/>
                  </a:ext>
                </a:extLst>
              </p:cNvPr>
              <p:cNvSpPr/>
              <p:nvPr/>
            </p:nvSpPr>
            <p:spPr>
              <a:xfrm>
                <a:off x="31818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83" name="타원 21182">
                <a:extLst>
                  <a:ext uri="{FF2B5EF4-FFF2-40B4-BE49-F238E27FC236}">
                    <a16:creationId xmlns:a16="http://schemas.microsoft.com/office/drawing/2014/main" id="{8A638B25-13D2-4A4C-89F7-915D080E6E3B}"/>
                  </a:ext>
                </a:extLst>
              </p:cNvPr>
              <p:cNvSpPr/>
              <p:nvPr/>
            </p:nvSpPr>
            <p:spPr>
              <a:xfrm>
                <a:off x="33342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84" name="타원 21183">
                <a:extLst>
                  <a:ext uri="{FF2B5EF4-FFF2-40B4-BE49-F238E27FC236}">
                    <a16:creationId xmlns:a16="http://schemas.microsoft.com/office/drawing/2014/main" id="{8EF83587-D64F-44FF-8D1B-BD1FBC5D3CA3}"/>
                  </a:ext>
                </a:extLst>
              </p:cNvPr>
              <p:cNvSpPr/>
              <p:nvPr/>
            </p:nvSpPr>
            <p:spPr>
              <a:xfrm>
                <a:off x="34866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85" name="타원 21184">
                <a:extLst>
                  <a:ext uri="{FF2B5EF4-FFF2-40B4-BE49-F238E27FC236}">
                    <a16:creationId xmlns:a16="http://schemas.microsoft.com/office/drawing/2014/main" id="{7347CADB-3542-4EFF-9FF0-1B37C8EDE681}"/>
                  </a:ext>
                </a:extLst>
              </p:cNvPr>
              <p:cNvSpPr/>
              <p:nvPr/>
            </p:nvSpPr>
            <p:spPr>
              <a:xfrm>
                <a:off x="36390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86" name="타원 21185">
                <a:extLst>
                  <a:ext uri="{FF2B5EF4-FFF2-40B4-BE49-F238E27FC236}">
                    <a16:creationId xmlns:a16="http://schemas.microsoft.com/office/drawing/2014/main" id="{CE590E6D-BC68-4013-B7D1-806EB25085F1}"/>
                  </a:ext>
                </a:extLst>
              </p:cNvPr>
              <p:cNvSpPr/>
              <p:nvPr/>
            </p:nvSpPr>
            <p:spPr>
              <a:xfrm>
                <a:off x="37914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87" name="타원 21186">
                <a:extLst>
                  <a:ext uri="{FF2B5EF4-FFF2-40B4-BE49-F238E27FC236}">
                    <a16:creationId xmlns:a16="http://schemas.microsoft.com/office/drawing/2014/main" id="{44731062-ADC1-4D05-A91F-EE73EF2021CA}"/>
                  </a:ext>
                </a:extLst>
              </p:cNvPr>
              <p:cNvSpPr/>
              <p:nvPr/>
            </p:nvSpPr>
            <p:spPr>
              <a:xfrm>
                <a:off x="39438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88" name="타원 21187">
                <a:extLst>
                  <a:ext uri="{FF2B5EF4-FFF2-40B4-BE49-F238E27FC236}">
                    <a16:creationId xmlns:a16="http://schemas.microsoft.com/office/drawing/2014/main" id="{F4D395AF-B151-4DED-93E0-6D7985662118}"/>
                  </a:ext>
                </a:extLst>
              </p:cNvPr>
              <p:cNvSpPr/>
              <p:nvPr/>
            </p:nvSpPr>
            <p:spPr>
              <a:xfrm>
                <a:off x="40962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89" name="타원 21188">
                <a:extLst>
                  <a:ext uri="{FF2B5EF4-FFF2-40B4-BE49-F238E27FC236}">
                    <a16:creationId xmlns:a16="http://schemas.microsoft.com/office/drawing/2014/main" id="{EA3B3C35-B204-4CBB-B2D2-95A6EEA408A5}"/>
                  </a:ext>
                </a:extLst>
              </p:cNvPr>
              <p:cNvSpPr/>
              <p:nvPr/>
            </p:nvSpPr>
            <p:spPr>
              <a:xfrm>
                <a:off x="42486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90" name="타원 21189">
                <a:extLst>
                  <a:ext uri="{FF2B5EF4-FFF2-40B4-BE49-F238E27FC236}">
                    <a16:creationId xmlns:a16="http://schemas.microsoft.com/office/drawing/2014/main" id="{F7F463BD-8117-4F8D-AFCC-3E40FA629520}"/>
                  </a:ext>
                </a:extLst>
              </p:cNvPr>
              <p:cNvSpPr/>
              <p:nvPr/>
            </p:nvSpPr>
            <p:spPr>
              <a:xfrm>
                <a:off x="44010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91" name="타원 21190">
                <a:extLst>
                  <a:ext uri="{FF2B5EF4-FFF2-40B4-BE49-F238E27FC236}">
                    <a16:creationId xmlns:a16="http://schemas.microsoft.com/office/drawing/2014/main" id="{601DE8D5-A220-4A17-8A79-256AC6324C96}"/>
                  </a:ext>
                </a:extLst>
              </p:cNvPr>
              <p:cNvSpPr/>
              <p:nvPr/>
            </p:nvSpPr>
            <p:spPr>
              <a:xfrm>
                <a:off x="45534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92" name="타원 21191">
                <a:extLst>
                  <a:ext uri="{FF2B5EF4-FFF2-40B4-BE49-F238E27FC236}">
                    <a16:creationId xmlns:a16="http://schemas.microsoft.com/office/drawing/2014/main" id="{26E9B82D-5C37-4DEC-861A-B20D9FA6C59A}"/>
                  </a:ext>
                </a:extLst>
              </p:cNvPr>
              <p:cNvSpPr/>
              <p:nvPr/>
            </p:nvSpPr>
            <p:spPr>
              <a:xfrm>
                <a:off x="47058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93" name="타원 21192">
                <a:extLst>
                  <a:ext uri="{FF2B5EF4-FFF2-40B4-BE49-F238E27FC236}">
                    <a16:creationId xmlns:a16="http://schemas.microsoft.com/office/drawing/2014/main" id="{116E079C-A726-44C0-B761-AD36B5D30EF8}"/>
                  </a:ext>
                </a:extLst>
              </p:cNvPr>
              <p:cNvSpPr/>
              <p:nvPr/>
            </p:nvSpPr>
            <p:spPr>
              <a:xfrm>
                <a:off x="48582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94" name="타원 21193">
                <a:extLst>
                  <a:ext uri="{FF2B5EF4-FFF2-40B4-BE49-F238E27FC236}">
                    <a16:creationId xmlns:a16="http://schemas.microsoft.com/office/drawing/2014/main" id="{A1417A0D-887B-478C-AC38-106EFBAC42DC}"/>
                  </a:ext>
                </a:extLst>
              </p:cNvPr>
              <p:cNvSpPr/>
              <p:nvPr/>
            </p:nvSpPr>
            <p:spPr>
              <a:xfrm>
                <a:off x="50106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95" name="타원 21194">
                <a:extLst>
                  <a:ext uri="{FF2B5EF4-FFF2-40B4-BE49-F238E27FC236}">
                    <a16:creationId xmlns:a16="http://schemas.microsoft.com/office/drawing/2014/main" id="{816C7A6C-3325-434A-8F08-9EE91118AB64}"/>
                  </a:ext>
                </a:extLst>
              </p:cNvPr>
              <p:cNvSpPr/>
              <p:nvPr/>
            </p:nvSpPr>
            <p:spPr>
              <a:xfrm>
                <a:off x="51630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96" name="타원 21195">
                <a:extLst>
                  <a:ext uri="{FF2B5EF4-FFF2-40B4-BE49-F238E27FC236}">
                    <a16:creationId xmlns:a16="http://schemas.microsoft.com/office/drawing/2014/main" id="{087D0CA7-7D5D-43AA-A1DE-F85576CC9845}"/>
                  </a:ext>
                </a:extLst>
              </p:cNvPr>
              <p:cNvSpPr/>
              <p:nvPr/>
            </p:nvSpPr>
            <p:spPr>
              <a:xfrm>
                <a:off x="53154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97" name="타원 21196">
                <a:extLst>
                  <a:ext uri="{FF2B5EF4-FFF2-40B4-BE49-F238E27FC236}">
                    <a16:creationId xmlns:a16="http://schemas.microsoft.com/office/drawing/2014/main" id="{FFD17AAE-4822-4FC6-A52E-9ED71A23A0D0}"/>
                  </a:ext>
                </a:extLst>
              </p:cNvPr>
              <p:cNvSpPr/>
              <p:nvPr/>
            </p:nvSpPr>
            <p:spPr>
              <a:xfrm>
                <a:off x="54678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98" name="타원 21197">
                <a:extLst>
                  <a:ext uri="{FF2B5EF4-FFF2-40B4-BE49-F238E27FC236}">
                    <a16:creationId xmlns:a16="http://schemas.microsoft.com/office/drawing/2014/main" id="{52EC3900-F60B-459B-89CE-08D391F7557A}"/>
                  </a:ext>
                </a:extLst>
              </p:cNvPr>
              <p:cNvSpPr/>
              <p:nvPr/>
            </p:nvSpPr>
            <p:spPr>
              <a:xfrm>
                <a:off x="5620275" y="302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199" name="타원 21198">
                <a:extLst>
                  <a:ext uri="{FF2B5EF4-FFF2-40B4-BE49-F238E27FC236}">
                    <a16:creationId xmlns:a16="http://schemas.microsoft.com/office/drawing/2014/main" id="{02337CA1-7058-448D-9BA6-14BE9E9F353D}"/>
                  </a:ext>
                </a:extLst>
              </p:cNvPr>
              <p:cNvSpPr/>
              <p:nvPr/>
            </p:nvSpPr>
            <p:spPr>
              <a:xfrm>
                <a:off x="2862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00" name="타원 21199">
                <a:extLst>
                  <a:ext uri="{FF2B5EF4-FFF2-40B4-BE49-F238E27FC236}">
                    <a16:creationId xmlns:a16="http://schemas.microsoft.com/office/drawing/2014/main" id="{63959DED-5F4E-47CF-A6C0-7111BED59DF1}"/>
                  </a:ext>
                </a:extLst>
              </p:cNvPr>
              <p:cNvSpPr/>
              <p:nvPr/>
            </p:nvSpPr>
            <p:spPr>
              <a:xfrm>
                <a:off x="4386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01" name="타원 21200">
                <a:extLst>
                  <a:ext uri="{FF2B5EF4-FFF2-40B4-BE49-F238E27FC236}">
                    <a16:creationId xmlns:a16="http://schemas.microsoft.com/office/drawing/2014/main" id="{BCF01D89-8A40-4FFD-918C-9A0FF3FE687A}"/>
                  </a:ext>
                </a:extLst>
              </p:cNvPr>
              <p:cNvSpPr/>
              <p:nvPr/>
            </p:nvSpPr>
            <p:spPr>
              <a:xfrm>
                <a:off x="5910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02" name="타원 21201">
                <a:extLst>
                  <a:ext uri="{FF2B5EF4-FFF2-40B4-BE49-F238E27FC236}">
                    <a16:creationId xmlns:a16="http://schemas.microsoft.com/office/drawing/2014/main" id="{50E7738D-702B-4B1F-9879-95817AA211C1}"/>
                  </a:ext>
                </a:extLst>
              </p:cNvPr>
              <p:cNvSpPr/>
              <p:nvPr/>
            </p:nvSpPr>
            <p:spPr>
              <a:xfrm>
                <a:off x="7434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03" name="타원 21202">
                <a:extLst>
                  <a:ext uri="{FF2B5EF4-FFF2-40B4-BE49-F238E27FC236}">
                    <a16:creationId xmlns:a16="http://schemas.microsoft.com/office/drawing/2014/main" id="{5D8E45AC-0B66-40E9-88BE-559F3F53F135}"/>
                  </a:ext>
                </a:extLst>
              </p:cNvPr>
              <p:cNvSpPr/>
              <p:nvPr/>
            </p:nvSpPr>
            <p:spPr>
              <a:xfrm>
                <a:off x="8958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04" name="타원 21203">
                <a:extLst>
                  <a:ext uri="{FF2B5EF4-FFF2-40B4-BE49-F238E27FC236}">
                    <a16:creationId xmlns:a16="http://schemas.microsoft.com/office/drawing/2014/main" id="{FCDFB3C8-402A-4666-AACA-38EF00E7A682}"/>
                  </a:ext>
                </a:extLst>
              </p:cNvPr>
              <p:cNvSpPr/>
              <p:nvPr/>
            </p:nvSpPr>
            <p:spPr>
              <a:xfrm>
                <a:off x="10482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05" name="타원 21204">
                <a:extLst>
                  <a:ext uri="{FF2B5EF4-FFF2-40B4-BE49-F238E27FC236}">
                    <a16:creationId xmlns:a16="http://schemas.microsoft.com/office/drawing/2014/main" id="{E952B4A8-7EE1-4897-8D5D-80E5A4A47708}"/>
                  </a:ext>
                </a:extLst>
              </p:cNvPr>
              <p:cNvSpPr/>
              <p:nvPr/>
            </p:nvSpPr>
            <p:spPr>
              <a:xfrm>
                <a:off x="12006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06" name="타원 21205">
                <a:extLst>
                  <a:ext uri="{FF2B5EF4-FFF2-40B4-BE49-F238E27FC236}">
                    <a16:creationId xmlns:a16="http://schemas.microsoft.com/office/drawing/2014/main" id="{28917B63-CC34-490F-BE28-51A30F477E49}"/>
                  </a:ext>
                </a:extLst>
              </p:cNvPr>
              <p:cNvSpPr/>
              <p:nvPr/>
            </p:nvSpPr>
            <p:spPr>
              <a:xfrm>
                <a:off x="13530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07" name="타원 21206">
                <a:extLst>
                  <a:ext uri="{FF2B5EF4-FFF2-40B4-BE49-F238E27FC236}">
                    <a16:creationId xmlns:a16="http://schemas.microsoft.com/office/drawing/2014/main" id="{23BA569A-43F6-4FAC-BED2-E6B793D1EF58}"/>
                  </a:ext>
                </a:extLst>
              </p:cNvPr>
              <p:cNvSpPr/>
              <p:nvPr/>
            </p:nvSpPr>
            <p:spPr>
              <a:xfrm>
                <a:off x="15054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08" name="타원 21207">
                <a:extLst>
                  <a:ext uri="{FF2B5EF4-FFF2-40B4-BE49-F238E27FC236}">
                    <a16:creationId xmlns:a16="http://schemas.microsoft.com/office/drawing/2014/main" id="{A5F1D3CC-44E5-4BDF-946A-264FF1D82BBF}"/>
                  </a:ext>
                </a:extLst>
              </p:cNvPr>
              <p:cNvSpPr/>
              <p:nvPr/>
            </p:nvSpPr>
            <p:spPr>
              <a:xfrm>
                <a:off x="16578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09" name="타원 21208">
                <a:extLst>
                  <a:ext uri="{FF2B5EF4-FFF2-40B4-BE49-F238E27FC236}">
                    <a16:creationId xmlns:a16="http://schemas.microsoft.com/office/drawing/2014/main" id="{FA3FE28C-79AB-4471-AD2D-019233D39886}"/>
                  </a:ext>
                </a:extLst>
              </p:cNvPr>
              <p:cNvSpPr/>
              <p:nvPr/>
            </p:nvSpPr>
            <p:spPr>
              <a:xfrm>
                <a:off x="18102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10" name="타원 21209">
                <a:extLst>
                  <a:ext uri="{FF2B5EF4-FFF2-40B4-BE49-F238E27FC236}">
                    <a16:creationId xmlns:a16="http://schemas.microsoft.com/office/drawing/2014/main" id="{616EE989-AB9E-4FF6-91DE-DBE6ECD3A79C}"/>
                  </a:ext>
                </a:extLst>
              </p:cNvPr>
              <p:cNvSpPr/>
              <p:nvPr/>
            </p:nvSpPr>
            <p:spPr>
              <a:xfrm>
                <a:off x="19626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11" name="타원 21210">
                <a:extLst>
                  <a:ext uri="{FF2B5EF4-FFF2-40B4-BE49-F238E27FC236}">
                    <a16:creationId xmlns:a16="http://schemas.microsoft.com/office/drawing/2014/main" id="{E336E455-2833-48BF-9534-5293285BC549}"/>
                  </a:ext>
                </a:extLst>
              </p:cNvPr>
              <p:cNvSpPr/>
              <p:nvPr/>
            </p:nvSpPr>
            <p:spPr>
              <a:xfrm>
                <a:off x="21150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12" name="타원 21211">
                <a:extLst>
                  <a:ext uri="{FF2B5EF4-FFF2-40B4-BE49-F238E27FC236}">
                    <a16:creationId xmlns:a16="http://schemas.microsoft.com/office/drawing/2014/main" id="{331D6E90-0BE8-4653-B25D-F1AE1EA2D958}"/>
                  </a:ext>
                </a:extLst>
              </p:cNvPr>
              <p:cNvSpPr/>
              <p:nvPr/>
            </p:nvSpPr>
            <p:spPr>
              <a:xfrm>
                <a:off x="22674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13" name="타원 21212">
                <a:extLst>
                  <a:ext uri="{FF2B5EF4-FFF2-40B4-BE49-F238E27FC236}">
                    <a16:creationId xmlns:a16="http://schemas.microsoft.com/office/drawing/2014/main" id="{FB880701-59F8-479F-8041-283D2A514AFE}"/>
                  </a:ext>
                </a:extLst>
              </p:cNvPr>
              <p:cNvSpPr/>
              <p:nvPr/>
            </p:nvSpPr>
            <p:spPr>
              <a:xfrm>
                <a:off x="24198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14" name="타원 21213">
                <a:extLst>
                  <a:ext uri="{FF2B5EF4-FFF2-40B4-BE49-F238E27FC236}">
                    <a16:creationId xmlns:a16="http://schemas.microsoft.com/office/drawing/2014/main" id="{ED09779C-204B-4B2F-AF1A-C44815786B15}"/>
                  </a:ext>
                </a:extLst>
              </p:cNvPr>
              <p:cNvSpPr/>
              <p:nvPr/>
            </p:nvSpPr>
            <p:spPr>
              <a:xfrm>
                <a:off x="25722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15" name="타원 21214">
                <a:extLst>
                  <a:ext uri="{FF2B5EF4-FFF2-40B4-BE49-F238E27FC236}">
                    <a16:creationId xmlns:a16="http://schemas.microsoft.com/office/drawing/2014/main" id="{7F2F98BD-1C85-4A46-9DBE-6A7BE9CDDCD6}"/>
                  </a:ext>
                </a:extLst>
              </p:cNvPr>
              <p:cNvSpPr/>
              <p:nvPr/>
            </p:nvSpPr>
            <p:spPr>
              <a:xfrm>
                <a:off x="27246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16" name="타원 21215">
                <a:extLst>
                  <a:ext uri="{FF2B5EF4-FFF2-40B4-BE49-F238E27FC236}">
                    <a16:creationId xmlns:a16="http://schemas.microsoft.com/office/drawing/2014/main" id="{CE47B80A-53E7-4B60-973E-90C2ABD67384}"/>
                  </a:ext>
                </a:extLst>
              </p:cNvPr>
              <p:cNvSpPr/>
              <p:nvPr/>
            </p:nvSpPr>
            <p:spPr>
              <a:xfrm>
                <a:off x="28770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17" name="타원 21216">
                <a:extLst>
                  <a:ext uri="{FF2B5EF4-FFF2-40B4-BE49-F238E27FC236}">
                    <a16:creationId xmlns:a16="http://schemas.microsoft.com/office/drawing/2014/main" id="{BBD44C82-63CA-4DE6-9522-7CE06E541E8E}"/>
                  </a:ext>
                </a:extLst>
              </p:cNvPr>
              <p:cNvSpPr/>
              <p:nvPr/>
            </p:nvSpPr>
            <p:spPr>
              <a:xfrm>
                <a:off x="30294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18" name="타원 21217">
                <a:extLst>
                  <a:ext uri="{FF2B5EF4-FFF2-40B4-BE49-F238E27FC236}">
                    <a16:creationId xmlns:a16="http://schemas.microsoft.com/office/drawing/2014/main" id="{2DBBEBFF-6D17-4F44-AA21-FD257BECD1A8}"/>
                  </a:ext>
                </a:extLst>
              </p:cNvPr>
              <p:cNvSpPr/>
              <p:nvPr/>
            </p:nvSpPr>
            <p:spPr>
              <a:xfrm>
                <a:off x="31818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19" name="타원 21218">
                <a:extLst>
                  <a:ext uri="{FF2B5EF4-FFF2-40B4-BE49-F238E27FC236}">
                    <a16:creationId xmlns:a16="http://schemas.microsoft.com/office/drawing/2014/main" id="{13641921-E4A6-4EAF-BF4D-D77BD1AA7512}"/>
                  </a:ext>
                </a:extLst>
              </p:cNvPr>
              <p:cNvSpPr/>
              <p:nvPr/>
            </p:nvSpPr>
            <p:spPr>
              <a:xfrm>
                <a:off x="33342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20" name="타원 21219">
                <a:extLst>
                  <a:ext uri="{FF2B5EF4-FFF2-40B4-BE49-F238E27FC236}">
                    <a16:creationId xmlns:a16="http://schemas.microsoft.com/office/drawing/2014/main" id="{992A075B-4E11-4539-97D1-083B1E6DFFF1}"/>
                  </a:ext>
                </a:extLst>
              </p:cNvPr>
              <p:cNvSpPr/>
              <p:nvPr/>
            </p:nvSpPr>
            <p:spPr>
              <a:xfrm>
                <a:off x="34866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21" name="타원 21220">
                <a:extLst>
                  <a:ext uri="{FF2B5EF4-FFF2-40B4-BE49-F238E27FC236}">
                    <a16:creationId xmlns:a16="http://schemas.microsoft.com/office/drawing/2014/main" id="{EB438747-8DC4-49B3-82A8-206717A356E8}"/>
                  </a:ext>
                </a:extLst>
              </p:cNvPr>
              <p:cNvSpPr/>
              <p:nvPr/>
            </p:nvSpPr>
            <p:spPr>
              <a:xfrm>
                <a:off x="36390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22" name="타원 21221">
                <a:extLst>
                  <a:ext uri="{FF2B5EF4-FFF2-40B4-BE49-F238E27FC236}">
                    <a16:creationId xmlns:a16="http://schemas.microsoft.com/office/drawing/2014/main" id="{D4D7DE02-E202-4921-B5BB-10D98D0FD062}"/>
                  </a:ext>
                </a:extLst>
              </p:cNvPr>
              <p:cNvSpPr/>
              <p:nvPr/>
            </p:nvSpPr>
            <p:spPr>
              <a:xfrm>
                <a:off x="37914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23" name="타원 21222">
                <a:extLst>
                  <a:ext uri="{FF2B5EF4-FFF2-40B4-BE49-F238E27FC236}">
                    <a16:creationId xmlns:a16="http://schemas.microsoft.com/office/drawing/2014/main" id="{215144F1-B4BF-4F84-ABB7-529F13F00B99}"/>
                  </a:ext>
                </a:extLst>
              </p:cNvPr>
              <p:cNvSpPr/>
              <p:nvPr/>
            </p:nvSpPr>
            <p:spPr>
              <a:xfrm>
                <a:off x="39438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24" name="타원 21223">
                <a:extLst>
                  <a:ext uri="{FF2B5EF4-FFF2-40B4-BE49-F238E27FC236}">
                    <a16:creationId xmlns:a16="http://schemas.microsoft.com/office/drawing/2014/main" id="{8B93CB61-BACF-441F-84F1-2B85A36EB059}"/>
                  </a:ext>
                </a:extLst>
              </p:cNvPr>
              <p:cNvSpPr/>
              <p:nvPr/>
            </p:nvSpPr>
            <p:spPr>
              <a:xfrm>
                <a:off x="40962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25" name="타원 21224">
                <a:extLst>
                  <a:ext uri="{FF2B5EF4-FFF2-40B4-BE49-F238E27FC236}">
                    <a16:creationId xmlns:a16="http://schemas.microsoft.com/office/drawing/2014/main" id="{FE646A4E-4501-4C8F-AA01-D15292002F45}"/>
                  </a:ext>
                </a:extLst>
              </p:cNvPr>
              <p:cNvSpPr/>
              <p:nvPr/>
            </p:nvSpPr>
            <p:spPr>
              <a:xfrm>
                <a:off x="42486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26" name="타원 21225">
                <a:extLst>
                  <a:ext uri="{FF2B5EF4-FFF2-40B4-BE49-F238E27FC236}">
                    <a16:creationId xmlns:a16="http://schemas.microsoft.com/office/drawing/2014/main" id="{94424F44-001F-4F32-B522-6C4A4EADD400}"/>
                  </a:ext>
                </a:extLst>
              </p:cNvPr>
              <p:cNvSpPr/>
              <p:nvPr/>
            </p:nvSpPr>
            <p:spPr>
              <a:xfrm>
                <a:off x="44010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27" name="타원 21226">
                <a:extLst>
                  <a:ext uri="{FF2B5EF4-FFF2-40B4-BE49-F238E27FC236}">
                    <a16:creationId xmlns:a16="http://schemas.microsoft.com/office/drawing/2014/main" id="{BD4F5AC1-8D30-44C7-A478-B3121CF11CB9}"/>
                  </a:ext>
                </a:extLst>
              </p:cNvPr>
              <p:cNvSpPr/>
              <p:nvPr/>
            </p:nvSpPr>
            <p:spPr>
              <a:xfrm>
                <a:off x="45534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28" name="타원 21227">
                <a:extLst>
                  <a:ext uri="{FF2B5EF4-FFF2-40B4-BE49-F238E27FC236}">
                    <a16:creationId xmlns:a16="http://schemas.microsoft.com/office/drawing/2014/main" id="{E0951AB6-057D-45B8-8AF2-38C0385E0584}"/>
                  </a:ext>
                </a:extLst>
              </p:cNvPr>
              <p:cNvSpPr/>
              <p:nvPr/>
            </p:nvSpPr>
            <p:spPr>
              <a:xfrm>
                <a:off x="47058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29" name="타원 21228">
                <a:extLst>
                  <a:ext uri="{FF2B5EF4-FFF2-40B4-BE49-F238E27FC236}">
                    <a16:creationId xmlns:a16="http://schemas.microsoft.com/office/drawing/2014/main" id="{70A28207-AB31-4889-86A8-D6CB7E2DADDB}"/>
                  </a:ext>
                </a:extLst>
              </p:cNvPr>
              <p:cNvSpPr/>
              <p:nvPr/>
            </p:nvSpPr>
            <p:spPr>
              <a:xfrm>
                <a:off x="48582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30" name="타원 21229">
                <a:extLst>
                  <a:ext uri="{FF2B5EF4-FFF2-40B4-BE49-F238E27FC236}">
                    <a16:creationId xmlns:a16="http://schemas.microsoft.com/office/drawing/2014/main" id="{D69359CD-28B9-4277-8A9D-59F9D34BA4DF}"/>
                  </a:ext>
                </a:extLst>
              </p:cNvPr>
              <p:cNvSpPr/>
              <p:nvPr/>
            </p:nvSpPr>
            <p:spPr>
              <a:xfrm>
                <a:off x="50106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31" name="타원 21230">
                <a:extLst>
                  <a:ext uri="{FF2B5EF4-FFF2-40B4-BE49-F238E27FC236}">
                    <a16:creationId xmlns:a16="http://schemas.microsoft.com/office/drawing/2014/main" id="{68766FD8-70C4-4CF9-9699-12B1398BED4B}"/>
                  </a:ext>
                </a:extLst>
              </p:cNvPr>
              <p:cNvSpPr/>
              <p:nvPr/>
            </p:nvSpPr>
            <p:spPr>
              <a:xfrm>
                <a:off x="51630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32" name="타원 21231">
                <a:extLst>
                  <a:ext uri="{FF2B5EF4-FFF2-40B4-BE49-F238E27FC236}">
                    <a16:creationId xmlns:a16="http://schemas.microsoft.com/office/drawing/2014/main" id="{F57BCB28-0FAE-4173-B174-FF82A052EFD5}"/>
                  </a:ext>
                </a:extLst>
              </p:cNvPr>
              <p:cNvSpPr/>
              <p:nvPr/>
            </p:nvSpPr>
            <p:spPr>
              <a:xfrm>
                <a:off x="53154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33" name="타원 21232">
                <a:extLst>
                  <a:ext uri="{FF2B5EF4-FFF2-40B4-BE49-F238E27FC236}">
                    <a16:creationId xmlns:a16="http://schemas.microsoft.com/office/drawing/2014/main" id="{01615054-B6E3-44F7-B5B0-733F7ACF60D1}"/>
                  </a:ext>
                </a:extLst>
              </p:cNvPr>
              <p:cNvSpPr/>
              <p:nvPr/>
            </p:nvSpPr>
            <p:spPr>
              <a:xfrm>
                <a:off x="54678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34" name="타원 21233">
                <a:extLst>
                  <a:ext uri="{FF2B5EF4-FFF2-40B4-BE49-F238E27FC236}">
                    <a16:creationId xmlns:a16="http://schemas.microsoft.com/office/drawing/2014/main" id="{878E33B8-B1F1-409D-AE5A-79DD59F3C700}"/>
                  </a:ext>
                </a:extLst>
              </p:cNvPr>
              <p:cNvSpPr/>
              <p:nvPr/>
            </p:nvSpPr>
            <p:spPr>
              <a:xfrm>
                <a:off x="5620275" y="317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35" name="타원 21234">
                <a:extLst>
                  <a:ext uri="{FF2B5EF4-FFF2-40B4-BE49-F238E27FC236}">
                    <a16:creationId xmlns:a16="http://schemas.microsoft.com/office/drawing/2014/main" id="{485E8503-105B-4028-883C-96A27468F0A8}"/>
                  </a:ext>
                </a:extLst>
              </p:cNvPr>
              <p:cNvSpPr/>
              <p:nvPr/>
            </p:nvSpPr>
            <p:spPr>
              <a:xfrm>
                <a:off x="2862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36" name="타원 21235">
                <a:extLst>
                  <a:ext uri="{FF2B5EF4-FFF2-40B4-BE49-F238E27FC236}">
                    <a16:creationId xmlns:a16="http://schemas.microsoft.com/office/drawing/2014/main" id="{78675F31-5CF1-489F-B6D6-C56D3AF2DBDE}"/>
                  </a:ext>
                </a:extLst>
              </p:cNvPr>
              <p:cNvSpPr/>
              <p:nvPr/>
            </p:nvSpPr>
            <p:spPr>
              <a:xfrm>
                <a:off x="4386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37" name="타원 21236">
                <a:extLst>
                  <a:ext uri="{FF2B5EF4-FFF2-40B4-BE49-F238E27FC236}">
                    <a16:creationId xmlns:a16="http://schemas.microsoft.com/office/drawing/2014/main" id="{D20CDE60-D2FE-41C9-853E-DF6446AC7B59}"/>
                  </a:ext>
                </a:extLst>
              </p:cNvPr>
              <p:cNvSpPr/>
              <p:nvPr/>
            </p:nvSpPr>
            <p:spPr>
              <a:xfrm>
                <a:off x="5910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38" name="타원 21237">
                <a:extLst>
                  <a:ext uri="{FF2B5EF4-FFF2-40B4-BE49-F238E27FC236}">
                    <a16:creationId xmlns:a16="http://schemas.microsoft.com/office/drawing/2014/main" id="{49A3C3D9-552C-492A-B0D1-9FB7B94F8982}"/>
                  </a:ext>
                </a:extLst>
              </p:cNvPr>
              <p:cNvSpPr/>
              <p:nvPr/>
            </p:nvSpPr>
            <p:spPr>
              <a:xfrm>
                <a:off x="7434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39" name="타원 21238">
                <a:extLst>
                  <a:ext uri="{FF2B5EF4-FFF2-40B4-BE49-F238E27FC236}">
                    <a16:creationId xmlns:a16="http://schemas.microsoft.com/office/drawing/2014/main" id="{FE0495C9-D7E0-4A5A-8096-484B504AE97E}"/>
                  </a:ext>
                </a:extLst>
              </p:cNvPr>
              <p:cNvSpPr/>
              <p:nvPr/>
            </p:nvSpPr>
            <p:spPr>
              <a:xfrm>
                <a:off x="8958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40" name="타원 21239">
                <a:extLst>
                  <a:ext uri="{FF2B5EF4-FFF2-40B4-BE49-F238E27FC236}">
                    <a16:creationId xmlns:a16="http://schemas.microsoft.com/office/drawing/2014/main" id="{7548C032-8294-4D04-B473-423EF72E39EC}"/>
                  </a:ext>
                </a:extLst>
              </p:cNvPr>
              <p:cNvSpPr/>
              <p:nvPr/>
            </p:nvSpPr>
            <p:spPr>
              <a:xfrm>
                <a:off x="10482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41" name="타원 21240">
                <a:extLst>
                  <a:ext uri="{FF2B5EF4-FFF2-40B4-BE49-F238E27FC236}">
                    <a16:creationId xmlns:a16="http://schemas.microsoft.com/office/drawing/2014/main" id="{39E1CA9D-4562-4F2E-A997-16F2F770F45C}"/>
                  </a:ext>
                </a:extLst>
              </p:cNvPr>
              <p:cNvSpPr/>
              <p:nvPr/>
            </p:nvSpPr>
            <p:spPr>
              <a:xfrm>
                <a:off x="12006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42" name="타원 21241">
                <a:extLst>
                  <a:ext uri="{FF2B5EF4-FFF2-40B4-BE49-F238E27FC236}">
                    <a16:creationId xmlns:a16="http://schemas.microsoft.com/office/drawing/2014/main" id="{6BDE1800-4C71-4D3E-8E5B-17EE7C6C46AB}"/>
                  </a:ext>
                </a:extLst>
              </p:cNvPr>
              <p:cNvSpPr/>
              <p:nvPr/>
            </p:nvSpPr>
            <p:spPr>
              <a:xfrm>
                <a:off x="13530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43" name="타원 21242">
                <a:extLst>
                  <a:ext uri="{FF2B5EF4-FFF2-40B4-BE49-F238E27FC236}">
                    <a16:creationId xmlns:a16="http://schemas.microsoft.com/office/drawing/2014/main" id="{DEA2EB11-1C35-4065-881E-9CBF68DC3504}"/>
                  </a:ext>
                </a:extLst>
              </p:cNvPr>
              <p:cNvSpPr/>
              <p:nvPr/>
            </p:nvSpPr>
            <p:spPr>
              <a:xfrm>
                <a:off x="15054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44" name="타원 21243">
                <a:extLst>
                  <a:ext uri="{FF2B5EF4-FFF2-40B4-BE49-F238E27FC236}">
                    <a16:creationId xmlns:a16="http://schemas.microsoft.com/office/drawing/2014/main" id="{FBF8F882-B046-418D-ACDC-413A7E417353}"/>
                  </a:ext>
                </a:extLst>
              </p:cNvPr>
              <p:cNvSpPr/>
              <p:nvPr/>
            </p:nvSpPr>
            <p:spPr>
              <a:xfrm>
                <a:off x="16578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45" name="타원 21244">
                <a:extLst>
                  <a:ext uri="{FF2B5EF4-FFF2-40B4-BE49-F238E27FC236}">
                    <a16:creationId xmlns:a16="http://schemas.microsoft.com/office/drawing/2014/main" id="{BAFD401D-BB76-4C09-93F2-2D46C17A4007}"/>
                  </a:ext>
                </a:extLst>
              </p:cNvPr>
              <p:cNvSpPr/>
              <p:nvPr/>
            </p:nvSpPr>
            <p:spPr>
              <a:xfrm>
                <a:off x="18102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46" name="타원 21245">
                <a:extLst>
                  <a:ext uri="{FF2B5EF4-FFF2-40B4-BE49-F238E27FC236}">
                    <a16:creationId xmlns:a16="http://schemas.microsoft.com/office/drawing/2014/main" id="{90B0D298-B352-47FC-9EE7-C8F729A06719}"/>
                  </a:ext>
                </a:extLst>
              </p:cNvPr>
              <p:cNvSpPr/>
              <p:nvPr/>
            </p:nvSpPr>
            <p:spPr>
              <a:xfrm>
                <a:off x="19626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47" name="타원 21246">
                <a:extLst>
                  <a:ext uri="{FF2B5EF4-FFF2-40B4-BE49-F238E27FC236}">
                    <a16:creationId xmlns:a16="http://schemas.microsoft.com/office/drawing/2014/main" id="{34A3F6CA-2571-4462-B4CE-DD4BE5D9DB26}"/>
                  </a:ext>
                </a:extLst>
              </p:cNvPr>
              <p:cNvSpPr/>
              <p:nvPr/>
            </p:nvSpPr>
            <p:spPr>
              <a:xfrm>
                <a:off x="21150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48" name="타원 21247">
                <a:extLst>
                  <a:ext uri="{FF2B5EF4-FFF2-40B4-BE49-F238E27FC236}">
                    <a16:creationId xmlns:a16="http://schemas.microsoft.com/office/drawing/2014/main" id="{4934A142-D87B-4564-9A14-837A342A0CB2}"/>
                  </a:ext>
                </a:extLst>
              </p:cNvPr>
              <p:cNvSpPr/>
              <p:nvPr/>
            </p:nvSpPr>
            <p:spPr>
              <a:xfrm>
                <a:off x="22674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49" name="타원 21248">
                <a:extLst>
                  <a:ext uri="{FF2B5EF4-FFF2-40B4-BE49-F238E27FC236}">
                    <a16:creationId xmlns:a16="http://schemas.microsoft.com/office/drawing/2014/main" id="{6D92AF96-9A91-489E-8467-F8193EC9792A}"/>
                  </a:ext>
                </a:extLst>
              </p:cNvPr>
              <p:cNvSpPr/>
              <p:nvPr/>
            </p:nvSpPr>
            <p:spPr>
              <a:xfrm>
                <a:off x="24198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50" name="타원 21249">
                <a:extLst>
                  <a:ext uri="{FF2B5EF4-FFF2-40B4-BE49-F238E27FC236}">
                    <a16:creationId xmlns:a16="http://schemas.microsoft.com/office/drawing/2014/main" id="{E539EA1D-17CC-4E5A-A6C5-005FF2ACC673}"/>
                  </a:ext>
                </a:extLst>
              </p:cNvPr>
              <p:cNvSpPr/>
              <p:nvPr/>
            </p:nvSpPr>
            <p:spPr>
              <a:xfrm>
                <a:off x="25722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51" name="타원 21250">
                <a:extLst>
                  <a:ext uri="{FF2B5EF4-FFF2-40B4-BE49-F238E27FC236}">
                    <a16:creationId xmlns:a16="http://schemas.microsoft.com/office/drawing/2014/main" id="{632034F8-4DF3-4B77-8CC1-387A2B802ACF}"/>
                  </a:ext>
                </a:extLst>
              </p:cNvPr>
              <p:cNvSpPr/>
              <p:nvPr/>
            </p:nvSpPr>
            <p:spPr>
              <a:xfrm>
                <a:off x="27246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52" name="타원 21251">
                <a:extLst>
                  <a:ext uri="{FF2B5EF4-FFF2-40B4-BE49-F238E27FC236}">
                    <a16:creationId xmlns:a16="http://schemas.microsoft.com/office/drawing/2014/main" id="{BD940E90-9E78-4EEA-A79F-9CA5B5114C2E}"/>
                  </a:ext>
                </a:extLst>
              </p:cNvPr>
              <p:cNvSpPr/>
              <p:nvPr/>
            </p:nvSpPr>
            <p:spPr>
              <a:xfrm>
                <a:off x="28770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53" name="타원 21252">
                <a:extLst>
                  <a:ext uri="{FF2B5EF4-FFF2-40B4-BE49-F238E27FC236}">
                    <a16:creationId xmlns:a16="http://schemas.microsoft.com/office/drawing/2014/main" id="{BB86FCC6-89CE-4F66-81D3-10B24A44CA13}"/>
                  </a:ext>
                </a:extLst>
              </p:cNvPr>
              <p:cNvSpPr/>
              <p:nvPr/>
            </p:nvSpPr>
            <p:spPr>
              <a:xfrm>
                <a:off x="30294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54" name="타원 21253">
                <a:extLst>
                  <a:ext uri="{FF2B5EF4-FFF2-40B4-BE49-F238E27FC236}">
                    <a16:creationId xmlns:a16="http://schemas.microsoft.com/office/drawing/2014/main" id="{2DB9B915-2937-4A27-8444-860267D11CD4}"/>
                  </a:ext>
                </a:extLst>
              </p:cNvPr>
              <p:cNvSpPr/>
              <p:nvPr/>
            </p:nvSpPr>
            <p:spPr>
              <a:xfrm>
                <a:off x="31818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55" name="타원 21254">
                <a:extLst>
                  <a:ext uri="{FF2B5EF4-FFF2-40B4-BE49-F238E27FC236}">
                    <a16:creationId xmlns:a16="http://schemas.microsoft.com/office/drawing/2014/main" id="{D373198E-BDA4-4ABE-877C-E87B466CD91D}"/>
                  </a:ext>
                </a:extLst>
              </p:cNvPr>
              <p:cNvSpPr/>
              <p:nvPr/>
            </p:nvSpPr>
            <p:spPr>
              <a:xfrm>
                <a:off x="33342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56" name="타원 21255">
                <a:extLst>
                  <a:ext uri="{FF2B5EF4-FFF2-40B4-BE49-F238E27FC236}">
                    <a16:creationId xmlns:a16="http://schemas.microsoft.com/office/drawing/2014/main" id="{0E579F39-CBE1-4902-8F21-02BD84240AA3}"/>
                  </a:ext>
                </a:extLst>
              </p:cNvPr>
              <p:cNvSpPr/>
              <p:nvPr/>
            </p:nvSpPr>
            <p:spPr>
              <a:xfrm>
                <a:off x="34866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57" name="타원 21256">
                <a:extLst>
                  <a:ext uri="{FF2B5EF4-FFF2-40B4-BE49-F238E27FC236}">
                    <a16:creationId xmlns:a16="http://schemas.microsoft.com/office/drawing/2014/main" id="{F7FEB565-71FF-4787-A9AA-E8AD21A2B853}"/>
                  </a:ext>
                </a:extLst>
              </p:cNvPr>
              <p:cNvSpPr/>
              <p:nvPr/>
            </p:nvSpPr>
            <p:spPr>
              <a:xfrm>
                <a:off x="36390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58" name="타원 21257">
                <a:extLst>
                  <a:ext uri="{FF2B5EF4-FFF2-40B4-BE49-F238E27FC236}">
                    <a16:creationId xmlns:a16="http://schemas.microsoft.com/office/drawing/2014/main" id="{F0834A47-9FCA-405D-AC61-F32C3CB6FFE6}"/>
                  </a:ext>
                </a:extLst>
              </p:cNvPr>
              <p:cNvSpPr/>
              <p:nvPr/>
            </p:nvSpPr>
            <p:spPr>
              <a:xfrm>
                <a:off x="37914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59" name="타원 21258">
                <a:extLst>
                  <a:ext uri="{FF2B5EF4-FFF2-40B4-BE49-F238E27FC236}">
                    <a16:creationId xmlns:a16="http://schemas.microsoft.com/office/drawing/2014/main" id="{C4AE5839-ED93-46C0-B732-061F020BC40B}"/>
                  </a:ext>
                </a:extLst>
              </p:cNvPr>
              <p:cNvSpPr/>
              <p:nvPr/>
            </p:nvSpPr>
            <p:spPr>
              <a:xfrm>
                <a:off x="39438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60" name="타원 21259">
                <a:extLst>
                  <a:ext uri="{FF2B5EF4-FFF2-40B4-BE49-F238E27FC236}">
                    <a16:creationId xmlns:a16="http://schemas.microsoft.com/office/drawing/2014/main" id="{3FB74B82-767D-4474-962D-E439177300AD}"/>
                  </a:ext>
                </a:extLst>
              </p:cNvPr>
              <p:cNvSpPr/>
              <p:nvPr/>
            </p:nvSpPr>
            <p:spPr>
              <a:xfrm>
                <a:off x="40962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61" name="타원 21260">
                <a:extLst>
                  <a:ext uri="{FF2B5EF4-FFF2-40B4-BE49-F238E27FC236}">
                    <a16:creationId xmlns:a16="http://schemas.microsoft.com/office/drawing/2014/main" id="{84F8EC6D-B001-4BCD-92FB-1BCB49A2BE5C}"/>
                  </a:ext>
                </a:extLst>
              </p:cNvPr>
              <p:cNvSpPr/>
              <p:nvPr/>
            </p:nvSpPr>
            <p:spPr>
              <a:xfrm>
                <a:off x="42486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62" name="타원 21261">
                <a:extLst>
                  <a:ext uri="{FF2B5EF4-FFF2-40B4-BE49-F238E27FC236}">
                    <a16:creationId xmlns:a16="http://schemas.microsoft.com/office/drawing/2014/main" id="{12CFC291-B5B6-4919-A58A-A6E1FBDE6F08}"/>
                  </a:ext>
                </a:extLst>
              </p:cNvPr>
              <p:cNvSpPr/>
              <p:nvPr/>
            </p:nvSpPr>
            <p:spPr>
              <a:xfrm>
                <a:off x="44010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63" name="타원 21262">
                <a:extLst>
                  <a:ext uri="{FF2B5EF4-FFF2-40B4-BE49-F238E27FC236}">
                    <a16:creationId xmlns:a16="http://schemas.microsoft.com/office/drawing/2014/main" id="{C9524DBB-702F-405A-8343-C9CE401EDFA9}"/>
                  </a:ext>
                </a:extLst>
              </p:cNvPr>
              <p:cNvSpPr/>
              <p:nvPr/>
            </p:nvSpPr>
            <p:spPr>
              <a:xfrm>
                <a:off x="45534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64" name="타원 21263">
                <a:extLst>
                  <a:ext uri="{FF2B5EF4-FFF2-40B4-BE49-F238E27FC236}">
                    <a16:creationId xmlns:a16="http://schemas.microsoft.com/office/drawing/2014/main" id="{E35A589B-70B8-4DB3-970D-4127E3901D10}"/>
                  </a:ext>
                </a:extLst>
              </p:cNvPr>
              <p:cNvSpPr/>
              <p:nvPr/>
            </p:nvSpPr>
            <p:spPr>
              <a:xfrm>
                <a:off x="47058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65" name="타원 21264">
                <a:extLst>
                  <a:ext uri="{FF2B5EF4-FFF2-40B4-BE49-F238E27FC236}">
                    <a16:creationId xmlns:a16="http://schemas.microsoft.com/office/drawing/2014/main" id="{6713B40E-2A69-46D0-97CD-6FA71E213148}"/>
                  </a:ext>
                </a:extLst>
              </p:cNvPr>
              <p:cNvSpPr/>
              <p:nvPr/>
            </p:nvSpPr>
            <p:spPr>
              <a:xfrm>
                <a:off x="48582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66" name="타원 21265">
                <a:extLst>
                  <a:ext uri="{FF2B5EF4-FFF2-40B4-BE49-F238E27FC236}">
                    <a16:creationId xmlns:a16="http://schemas.microsoft.com/office/drawing/2014/main" id="{BDA36B3C-09EE-45E0-AF3B-11F41A3D3854}"/>
                  </a:ext>
                </a:extLst>
              </p:cNvPr>
              <p:cNvSpPr/>
              <p:nvPr/>
            </p:nvSpPr>
            <p:spPr>
              <a:xfrm>
                <a:off x="50106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67" name="타원 21266">
                <a:extLst>
                  <a:ext uri="{FF2B5EF4-FFF2-40B4-BE49-F238E27FC236}">
                    <a16:creationId xmlns:a16="http://schemas.microsoft.com/office/drawing/2014/main" id="{3E075CDE-A25B-465D-B439-9D57CEA99B8F}"/>
                  </a:ext>
                </a:extLst>
              </p:cNvPr>
              <p:cNvSpPr/>
              <p:nvPr/>
            </p:nvSpPr>
            <p:spPr>
              <a:xfrm>
                <a:off x="51630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68" name="타원 21267">
                <a:extLst>
                  <a:ext uri="{FF2B5EF4-FFF2-40B4-BE49-F238E27FC236}">
                    <a16:creationId xmlns:a16="http://schemas.microsoft.com/office/drawing/2014/main" id="{F321ABB6-E016-4BAE-B5F6-8A2A7F8C6E57}"/>
                  </a:ext>
                </a:extLst>
              </p:cNvPr>
              <p:cNvSpPr/>
              <p:nvPr/>
            </p:nvSpPr>
            <p:spPr>
              <a:xfrm>
                <a:off x="53154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69" name="타원 21268">
                <a:extLst>
                  <a:ext uri="{FF2B5EF4-FFF2-40B4-BE49-F238E27FC236}">
                    <a16:creationId xmlns:a16="http://schemas.microsoft.com/office/drawing/2014/main" id="{AB92C583-CEFD-43D1-A1A0-7415135A6EF8}"/>
                  </a:ext>
                </a:extLst>
              </p:cNvPr>
              <p:cNvSpPr/>
              <p:nvPr/>
            </p:nvSpPr>
            <p:spPr>
              <a:xfrm>
                <a:off x="54678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70" name="타원 21269">
                <a:extLst>
                  <a:ext uri="{FF2B5EF4-FFF2-40B4-BE49-F238E27FC236}">
                    <a16:creationId xmlns:a16="http://schemas.microsoft.com/office/drawing/2014/main" id="{8DAC3D5C-A935-4BDF-BCA0-DDBFEF6CE692}"/>
                  </a:ext>
                </a:extLst>
              </p:cNvPr>
              <p:cNvSpPr/>
              <p:nvPr/>
            </p:nvSpPr>
            <p:spPr>
              <a:xfrm>
                <a:off x="5620275" y="332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71" name="타원 21270">
                <a:extLst>
                  <a:ext uri="{FF2B5EF4-FFF2-40B4-BE49-F238E27FC236}">
                    <a16:creationId xmlns:a16="http://schemas.microsoft.com/office/drawing/2014/main" id="{5B6DCDDA-EE29-42F2-9BDA-8EC79F61F0BF}"/>
                  </a:ext>
                </a:extLst>
              </p:cNvPr>
              <p:cNvSpPr/>
              <p:nvPr/>
            </p:nvSpPr>
            <p:spPr>
              <a:xfrm>
                <a:off x="2862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72" name="타원 21271">
                <a:extLst>
                  <a:ext uri="{FF2B5EF4-FFF2-40B4-BE49-F238E27FC236}">
                    <a16:creationId xmlns:a16="http://schemas.microsoft.com/office/drawing/2014/main" id="{61E5A49E-428A-4BFA-811B-ABE70F8634CD}"/>
                  </a:ext>
                </a:extLst>
              </p:cNvPr>
              <p:cNvSpPr/>
              <p:nvPr/>
            </p:nvSpPr>
            <p:spPr>
              <a:xfrm>
                <a:off x="4386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73" name="타원 21272">
                <a:extLst>
                  <a:ext uri="{FF2B5EF4-FFF2-40B4-BE49-F238E27FC236}">
                    <a16:creationId xmlns:a16="http://schemas.microsoft.com/office/drawing/2014/main" id="{35AA5B86-EDF1-4D16-A041-686A5C6B6093}"/>
                  </a:ext>
                </a:extLst>
              </p:cNvPr>
              <p:cNvSpPr/>
              <p:nvPr/>
            </p:nvSpPr>
            <p:spPr>
              <a:xfrm>
                <a:off x="5910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74" name="타원 21273">
                <a:extLst>
                  <a:ext uri="{FF2B5EF4-FFF2-40B4-BE49-F238E27FC236}">
                    <a16:creationId xmlns:a16="http://schemas.microsoft.com/office/drawing/2014/main" id="{E9ED7BA3-F620-4B79-B7D7-30F674EC3547}"/>
                  </a:ext>
                </a:extLst>
              </p:cNvPr>
              <p:cNvSpPr/>
              <p:nvPr/>
            </p:nvSpPr>
            <p:spPr>
              <a:xfrm>
                <a:off x="7434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75" name="타원 21274">
                <a:extLst>
                  <a:ext uri="{FF2B5EF4-FFF2-40B4-BE49-F238E27FC236}">
                    <a16:creationId xmlns:a16="http://schemas.microsoft.com/office/drawing/2014/main" id="{26F397BD-E21B-4A30-A861-42FDEF3E6236}"/>
                  </a:ext>
                </a:extLst>
              </p:cNvPr>
              <p:cNvSpPr/>
              <p:nvPr/>
            </p:nvSpPr>
            <p:spPr>
              <a:xfrm>
                <a:off x="8958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76" name="타원 21275">
                <a:extLst>
                  <a:ext uri="{FF2B5EF4-FFF2-40B4-BE49-F238E27FC236}">
                    <a16:creationId xmlns:a16="http://schemas.microsoft.com/office/drawing/2014/main" id="{AB1E19DD-1175-491B-8D9E-4CA423E61105}"/>
                  </a:ext>
                </a:extLst>
              </p:cNvPr>
              <p:cNvSpPr/>
              <p:nvPr/>
            </p:nvSpPr>
            <p:spPr>
              <a:xfrm>
                <a:off x="10482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77" name="타원 21276">
                <a:extLst>
                  <a:ext uri="{FF2B5EF4-FFF2-40B4-BE49-F238E27FC236}">
                    <a16:creationId xmlns:a16="http://schemas.microsoft.com/office/drawing/2014/main" id="{ACFDC8B3-BD3C-4B8D-88D8-BC0C1071C87D}"/>
                  </a:ext>
                </a:extLst>
              </p:cNvPr>
              <p:cNvSpPr/>
              <p:nvPr/>
            </p:nvSpPr>
            <p:spPr>
              <a:xfrm>
                <a:off x="12006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78" name="타원 21277">
                <a:extLst>
                  <a:ext uri="{FF2B5EF4-FFF2-40B4-BE49-F238E27FC236}">
                    <a16:creationId xmlns:a16="http://schemas.microsoft.com/office/drawing/2014/main" id="{606B051C-2ACC-4DAB-B229-08E458032A49}"/>
                  </a:ext>
                </a:extLst>
              </p:cNvPr>
              <p:cNvSpPr/>
              <p:nvPr/>
            </p:nvSpPr>
            <p:spPr>
              <a:xfrm>
                <a:off x="13530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79" name="타원 21278">
                <a:extLst>
                  <a:ext uri="{FF2B5EF4-FFF2-40B4-BE49-F238E27FC236}">
                    <a16:creationId xmlns:a16="http://schemas.microsoft.com/office/drawing/2014/main" id="{A92017C0-AF95-4AA8-82F2-7CFDC1279A33}"/>
                  </a:ext>
                </a:extLst>
              </p:cNvPr>
              <p:cNvSpPr/>
              <p:nvPr/>
            </p:nvSpPr>
            <p:spPr>
              <a:xfrm>
                <a:off x="15054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80" name="타원 21279">
                <a:extLst>
                  <a:ext uri="{FF2B5EF4-FFF2-40B4-BE49-F238E27FC236}">
                    <a16:creationId xmlns:a16="http://schemas.microsoft.com/office/drawing/2014/main" id="{4E022C1B-F8D0-436F-8DDF-39B9F572B981}"/>
                  </a:ext>
                </a:extLst>
              </p:cNvPr>
              <p:cNvSpPr/>
              <p:nvPr/>
            </p:nvSpPr>
            <p:spPr>
              <a:xfrm>
                <a:off x="16578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81" name="타원 21280">
                <a:extLst>
                  <a:ext uri="{FF2B5EF4-FFF2-40B4-BE49-F238E27FC236}">
                    <a16:creationId xmlns:a16="http://schemas.microsoft.com/office/drawing/2014/main" id="{3174E271-E11D-44B2-84EF-B15D2D7AC454}"/>
                  </a:ext>
                </a:extLst>
              </p:cNvPr>
              <p:cNvSpPr/>
              <p:nvPr/>
            </p:nvSpPr>
            <p:spPr>
              <a:xfrm>
                <a:off x="18102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82" name="타원 21281">
                <a:extLst>
                  <a:ext uri="{FF2B5EF4-FFF2-40B4-BE49-F238E27FC236}">
                    <a16:creationId xmlns:a16="http://schemas.microsoft.com/office/drawing/2014/main" id="{DD19B41C-B12A-4827-B008-39EA2B3003F5}"/>
                  </a:ext>
                </a:extLst>
              </p:cNvPr>
              <p:cNvSpPr/>
              <p:nvPr/>
            </p:nvSpPr>
            <p:spPr>
              <a:xfrm>
                <a:off x="19626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83" name="타원 21282">
                <a:extLst>
                  <a:ext uri="{FF2B5EF4-FFF2-40B4-BE49-F238E27FC236}">
                    <a16:creationId xmlns:a16="http://schemas.microsoft.com/office/drawing/2014/main" id="{3C60A6A9-B574-4BFB-B2C4-40C4FF1C5722}"/>
                  </a:ext>
                </a:extLst>
              </p:cNvPr>
              <p:cNvSpPr/>
              <p:nvPr/>
            </p:nvSpPr>
            <p:spPr>
              <a:xfrm>
                <a:off x="21150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84" name="타원 21283">
                <a:extLst>
                  <a:ext uri="{FF2B5EF4-FFF2-40B4-BE49-F238E27FC236}">
                    <a16:creationId xmlns:a16="http://schemas.microsoft.com/office/drawing/2014/main" id="{41343207-2E66-426A-A87A-6BB469B2935F}"/>
                  </a:ext>
                </a:extLst>
              </p:cNvPr>
              <p:cNvSpPr/>
              <p:nvPr/>
            </p:nvSpPr>
            <p:spPr>
              <a:xfrm>
                <a:off x="22674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85" name="타원 21284">
                <a:extLst>
                  <a:ext uri="{FF2B5EF4-FFF2-40B4-BE49-F238E27FC236}">
                    <a16:creationId xmlns:a16="http://schemas.microsoft.com/office/drawing/2014/main" id="{896F8D44-D577-482E-9CDA-3F5FFBD6C10B}"/>
                  </a:ext>
                </a:extLst>
              </p:cNvPr>
              <p:cNvSpPr/>
              <p:nvPr/>
            </p:nvSpPr>
            <p:spPr>
              <a:xfrm>
                <a:off x="24198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86" name="타원 21285">
                <a:extLst>
                  <a:ext uri="{FF2B5EF4-FFF2-40B4-BE49-F238E27FC236}">
                    <a16:creationId xmlns:a16="http://schemas.microsoft.com/office/drawing/2014/main" id="{D4195EE4-53DD-4EC4-9932-BFD77BD42462}"/>
                  </a:ext>
                </a:extLst>
              </p:cNvPr>
              <p:cNvSpPr/>
              <p:nvPr/>
            </p:nvSpPr>
            <p:spPr>
              <a:xfrm>
                <a:off x="25722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87" name="타원 21286">
                <a:extLst>
                  <a:ext uri="{FF2B5EF4-FFF2-40B4-BE49-F238E27FC236}">
                    <a16:creationId xmlns:a16="http://schemas.microsoft.com/office/drawing/2014/main" id="{31BB9214-4C03-4B71-8930-914DD7FC73E5}"/>
                  </a:ext>
                </a:extLst>
              </p:cNvPr>
              <p:cNvSpPr/>
              <p:nvPr/>
            </p:nvSpPr>
            <p:spPr>
              <a:xfrm>
                <a:off x="27246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88" name="타원 21287">
                <a:extLst>
                  <a:ext uri="{FF2B5EF4-FFF2-40B4-BE49-F238E27FC236}">
                    <a16:creationId xmlns:a16="http://schemas.microsoft.com/office/drawing/2014/main" id="{ADE82255-720C-416A-811F-FF8B9F5289AA}"/>
                  </a:ext>
                </a:extLst>
              </p:cNvPr>
              <p:cNvSpPr/>
              <p:nvPr/>
            </p:nvSpPr>
            <p:spPr>
              <a:xfrm>
                <a:off x="28770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89" name="타원 21288">
                <a:extLst>
                  <a:ext uri="{FF2B5EF4-FFF2-40B4-BE49-F238E27FC236}">
                    <a16:creationId xmlns:a16="http://schemas.microsoft.com/office/drawing/2014/main" id="{41EF4C83-156C-4CF0-BF62-CF73014A5050}"/>
                  </a:ext>
                </a:extLst>
              </p:cNvPr>
              <p:cNvSpPr/>
              <p:nvPr/>
            </p:nvSpPr>
            <p:spPr>
              <a:xfrm>
                <a:off x="30294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90" name="타원 21289">
                <a:extLst>
                  <a:ext uri="{FF2B5EF4-FFF2-40B4-BE49-F238E27FC236}">
                    <a16:creationId xmlns:a16="http://schemas.microsoft.com/office/drawing/2014/main" id="{4E9B90A8-BB0F-449E-AE88-3BE2AEBFBA53}"/>
                  </a:ext>
                </a:extLst>
              </p:cNvPr>
              <p:cNvSpPr/>
              <p:nvPr/>
            </p:nvSpPr>
            <p:spPr>
              <a:xfrm>
                <a:off x="31818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91" name="타원 21290">
                <a:extLst>
                  <a:ext uri="{FF2B5EF4-FFF2-40B4-BE49-F238E27FC236}">
                    <a16:creationId xmlns:a16="http://schemas.microsoft.com/office/drawing/2014/main" id="{F2918DEC-67AE-4B34-8B1D-655BC84E9AA0}"/>
                  </a:ext>
                </a:extLst>
              </p:cNvPr>
              <p:cNvSpPr/>
              <p:nvPr/>
            </p:nvSpPr>
            <p:spPr>
              <a:xfrm>
                <a:off x="33342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92" name="타원 21291">
                <a:extLst>
                  <a:ext uri="{FF2B5EF4-FFF2-40B4-BE49-F238E27FC236}">
                    <a16:creationId xmlns:a16="http://schemas.microsoft.com/office/drawing/2014/main" id="{E73EAD59-A8E0-482C-9461-D4DFCB438D77}"/>
                  </a:ext>
                </a:extLst>
              </p:cNvPr>
              <p:cNvSpPr/>
              <p:nvPr/>
            </p:nvSpPr>
            <p:spPr>
              <a:xfrm>
                <a:off x="34866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93" name="타원 21292">
                <a:extLst>
                  <a:ext uri="{FF2B5EF4-FFF2-40B4-BE49-F238E27FC236}">
                    <a16:creationId xmlns:a16="http://schemas.microsoft.com/office/drawing/2014/main" id="{DB66EBC1-7579-4FEC-AD9C-C9D1560A5796}"/>
                  </a:ext>
                </a:extLst>
              </p:cNvPr>
              <p:cNvSpPr/>
              <p:nvPr/>
            </p:nvSpPr>
            <p:spPr>
              <a:xfrm>
                <a:off x="36390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94" name="타원 21293">
                <a:extLst>
                  <a:ext uri="{FF2B5EF4-FFF2-40B4-BE49-F238E27FC236}">
                    <a16:creationId xmlns:a16="http://schemas.microsoft.com/office/drawing/2014/main" id="{31DB9A81-F872-4349-AA6B-C4F0582984B2}"/>
                  </a:ext>
                </a:extLst>
              </p:cNvPr>
              <p:cNvSpPr/>
              <p:nvPr/>
            </p:nvSpPr>
            <p:spPr>
              <a:xfrm>
                <a:off x="37914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95" name="타원 21294">
                <a:extLst>
                  <a:ext uri="{FF2B5EF4-FFF2-40B4-BE49-F238E27FC236}">
                    <a16:creationId xmlns:a16="http://schemas.microsoft.com/office/drawing/2014/main" id="{2BDAAA4A-A6EF-4DC0-AADE-A8C483F313EF}"/>
                  </a:ext>
                </a:extLst>
              </p:cNvPr>
              <p:cNvSpPr/>
              <p:nvPr/>
            </p:nvSpPr>
            <p:spPr>
              <a:xfrm>
                <a:off x="39438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96" name="타원 21295">
                <a:extLst>
                  <a:ext uri="{FF2B5EF4-FFF2-40B4-BE49-F238E27FC236}">
                    <a16:creationId xmlns:a16="http://schemas.microsoft.com/office/drawing/2014/main" id="{31018431-616C-4FED-88E3-18508CF567B8}"/>
                  </a:ext>
                </a:extLst>
              </p:cNvPr>
              <p:cNvSpPr/>
              <p:nvPr/>
            </p:nvSpPr>
            <p:spPr>
              <a:xfrm>
                <a:off x="40962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97" name="타원 21296">
                <a:extLst>
                  <a:ext uri="{FF2B5EF4-FFF2-40B4-BE49-F238E27FC236}">
                    <a16:creationId xmlns:a16="http://schemas.microsoft.com/office/drawing/2014/main" id="{504FB323-FD82-493A-890A-F66C4F18D65A}"/>
                  </a:ext>
                </a:extLst>
              </p:cNvPr>
              <p:cNvSpPr/>
              <p:nvPr/>
            </p:nvSpPr>
            <p:spPr>
              <a:xfrm>
                <a:off x="42486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98" name="타원 21297">
                <a:extLst>
                  <a:ext uri="{FF2B5EF4-FFF2-40B4-BE49-F238E27FC236}">
                    <a16:creationId xmlns:a16="http://schemas.microsoft.com/office/drawing/2014/main" id="{D5BC6F0D-690B-4FD2-ABEE-30F6BF412598}"/>
                  </a:ext>
                </a:extLst>
              </p:cNvPr>
              <p:cNvSpPr/>
              <p:nvPr/>
            </p:nvSpPr>
            <p:spPr>
              <a:xfrm>
                <a:off x="44010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99" name="타원 21298">
                <a:extLst>
                  <a:ext uri="{FF2B5EF4-FFF2-40B4-BE49-F238E27FC236}">
                    <a16:creationId xmlns:a16="http://schemas.microsoft.com/office/drawing/2014/main" id="{019E475C-AFF7-4382-832B-EAE89EF1CE69}"/>
                  </a:ext>
                </a:extLst>
              </p:cNvPr>
              <p:cNvSpPr/>
              <p:nvPr/>
            </p:nvSpPr>
            <p:spPr>
              <a:xfrm>
                <a:off x="45534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00" name="타원 21299">
                <a:extLst>
                  <a:ext uri="{FF2B5EF4-FFF2-40B4-BE49-F238E27FC236}">
                    <a16:creationId xmlns:a16="http://schemas.microsoft.com/office/drawing/2014/main" id="{8D493056-E01F-4754-8490-62B1E3629F71}"/>
                  </a:ext>
                </a:extLst>
              </p:cNvPr>
              <p:cNvSpPr/>
              <p:nvPr/>
            </p:nvSpPr>
            <p:spPr>
              <a:xfrm>
                <a:off x="47058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01" name="타원 21300">
                <a:extLst>
                  <a:ext uri="{FF2B5EF4-FFF2-40B4-BE49-F238E27FC236}">
                    <a16:creationId xmlns:a16="http://schemas.microsoft.com/office/drawing/2014/main" id="{6BEFA0BD-90FF-4A71-8A8E-A9E6B6DCFA6D}"/>
                  </a:ext>
                </a:extLst>
              </p:cNvPr>
              <p:cNvSpPr/>
              <p:nvPr/>
            </p:nvSpPr>
            <p:spPr>
              <a:xfrm>
                <a:off x="48582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02" name="타원 21301">
                <a:extLst>
                  <a:ext uri="{FF2B5EF4-FFF2-40B4-BE49-F238E27FC236}">
                    <a16:creationId xmlns:a16="http://schemas.microsoft.com/office/drawing/2014/main" id="{1FF2C967-FD17-4458-A5AF-9E0D3F85766F}"/>
                  </a:ext>
                </a:extLst>
              </p:cNvPr>
              <p:cNvSpPr/>
              <p:nvPr/>
            </p:nvSpPr>
            <p:spPr>
              <a:xfrm>
                <a:off x="50106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03" name="타원 21302">
                <a:extLst>
                  <a:ext uri="{FF2B5EF4-FFF2-40B4-BE49-F238E27FC236}">
                    <a16:creationId xmlns:a16="http://schemas.microsoft.com/office/drawing/2014/main" id="{16C5BF8C-88FA-4AB8-92BE-2F992B496551}"/>
                  </a:ext>
                </a:extLst>
              </p:cNvPr>
              <p:cNvSpPr/>
              <p:nvPr/>
            </p:nvSpPr>
            <p:spPr>
              <a:xfrm>
                <a:off x="51630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04" name="타원 21303">
                <a:extLst>
                  <a:ext uri="{FF2B5EF4-FFF2-40B4-BE49-F238E27FC236}">
                    <a16:creationId xmlns:a16="http://schemas.microsoft.com/office/drawing/2014/main" id="{074CAF6D-B2A9-4EA7-9825-77C35EF9CCF0}"/>
                  </a:ext>
                </a:extLst>
              </p:cNvPr>
              <p:cNvSpPr/>
              <p:nvPr/>
            </p:nvSpPr>
            <p:spPr>
              <a:xfrm>
                <a:off x="53154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05" name="타원 21304">
                <a:extLst>
                  <a:ext uri="{FF2B5EF4-FFF2-40B4-BE49-F238E27FC236}">
                    <a16:creationId xmlns:a16="http://schemas.microsoft.com/office/drawing/2014/main" id="{D9ECFDE8-7BC7-4995-B987-6125F27C8758}"/>
                  </a:ext>
                </a:extLst>
              </p:cNvPr>
              <p:cNvSpPr/>
              <p:nvPr/>
            </p:nvSpPr>
            <p:spPr>
              <a:xfrm>
                <a:off x="54678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06" name="타원 21305">
                <a:extLst>
                  <a:ext uri="{FF2B5EF4-FFF2-40B4-BE49-F238E27FC236}">
                    <a16:creationId xmlns:a16="http://schemas.microsoft.com/office/drawing/2014/main" id="{46485D7C-5209-4B79-9F8F-FC1EF832BFD9}"/>
                  </a:ext>
                </a:extLst>
              </p:cNvPr>
              <p:cNvSpPr/>
              <p:nvPr/>
            </p:nvSpPr>
            <p:spPr>
              <a:xfrm>
                <a:off x="5620275" y="347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07" name="타원 21306">
                <a:extLst>
                  <a:ext uri="{FF2B5EF4-FFF2-40B4-BE49-F238E27FC236}">
                    <a16:creationId xmlns:a16="http://schemas.microsoft.com/office/drawing/2014/main" id="{9725DBD5-8876-47F3-B1CD-6A3D2C59D7B8}"/>
                  </a:ext>
                </a:extLst>
              </p:cNvPr>
              <p:cNvSpPr/>
              <p:nvPr/>
            </p:nvSpPr>
            <p:spPr>
              <a:xfrm>
                <a:off x="2862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08" name="타원 21307">
                <a:extLst>
                  <a:ext uri="{FF2B5EF4-FFF2-40B4-BE49-F238E27FC236}">
                    <a16:creationId xmlns:a16="http://schemas.microsoft.com/office/drawing/2014/main" id="{70D115EC-06FB-48D7-B803-67541EA5B803}"/>
                  </a:ext>
                </a:extLst>
              </p:cNvPr>
              <p:cNvSpPr/>
              <p:nvPr/>
            </p:nvSpPr>
            <p:spPr>
              <a:xfrm>
                <a:off x="4386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09" name="타원 21308">
                <a:extLst>
                  <a:ext uri="{FF2B5EF4-FFF2-40B4-BE49-F238E27FC236}">
                    <a16:creationId xmlns:a16="http://schemas.microsoft.com/office/drawing/2014/main" id="{47C2BF26-2963-4380-A268-E1927B11A87E}"/>
                  </a:ext>
                </a:extLst>
              </p:cNvPr>
              <p:cNvSpPr/>
              <p:nvPr/>
            </p:nvSpPr>
            <p:spPr>
              <a:xfrm>
                <a:off x="5910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10" name="타원 21309">
                <a:extLst>
                  <a:ext uri="{FF2B5EF4-FFF2-40B4-BE49-F238E27FC236}">
                    <a16:creationId xmlns:a16="http://schemas.microsoft.com/office/drawing/2014/main" id="{7EA376D9-3609-4FCA-B3E1-14FEACDC0DA5}"/>
                  </a:ext>
                </a:extLst>
              </p:cNvPr>
              <p:cNvSpPr/>
              <p:nvPr/>
            </p:nvSpPr>
            <p:spPr>
              <a:xfrm>
                <a:off x="7434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11" name="타원 21310">
                <a:extLst>
                  <a:ext uri="{FF2B5EF4-FFF2-40B4-BE49-F238E27FC236}">
                    <a16:creationId xmlns:a16="http://schemas.microsoft.com/office/drawing/2014/main" id="{2891E541-4801-4203-8C68-63FA11959723}"/>
                  </a:ext>
                </a:extLst>
              </p:cNvPr>
              <p:cNvSpPr/>
              <p:nvPr/>
            </p:nvSpPr>
            <p:spPr>
              <a:xfrm>
                <a:off x="8958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12" name="타원 21311">
                <a:extLst>
                  <a:ext uri="{FF2B5EF4-FFF2-40B4-BE49-F238E27FC236}">
                    <a16:creationId xmlns:a16="http://schemas.microsoft.com/office/drawing/2014/main" id="{946AD14F-3787-4E8B-A978-2BF69FE25DE6}"/>
                  </a:ext>
                </a:extLst>
              </p:cNvPr>
              <p:cNvSpPr/>
              <p:nvPr/>
            </p:nvSpPr>
            <p:spPr>
              <a:xfrm>
                <a:off x="10482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13" name="타원 21312">
                <a:extLst>
                  <a:ext uri="{FF2B5EF4-FFF2-40B4-BE49-F238E27FC236}">
                    <a16:creationId xmlns:a16="http://schemas.microsoft.com/office/drawing/2014/main" id="{80D0EF5D-ADDA-4428-A8D7-6B4BA24633B3}"/>
                  </a:ext>
                </a:extLst>
              </p:cNvPr>
              <p:cNvSpPr/>
              <p:nvPr/>
            </p:nvSpPr>
            <p:spPr>
              <a:xfrm>
                <a:off x="12006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14" name="타원 21313">
                <a:extLst>
                  <a:ext uri="{FF2B5EF4-FFF2-40B4-BE49-F238E27FC236}">
                    <a16:creationId xmlns:a16="http://schemas.microsoft.com/office/drawing/2014/main" id="{FC589087-75A2-4D65-B2E8-9FE9E4A48EF4}"/>
                  </a:ext>
                </a:extLst>
              </p:cNvPr>
              <p:cNvSpPr/>
              <p:nvPr/>
            </p:nvSpPr>
            <p:spPr>
              <a:xfrm>
                <a:off x="13530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15" name="타원 21314">
                <a:extLst>
                  <a:ext uri="{FF2B5EF4-FFF2-40B4-BE49-F238E27FC236}">
                    <a16:creationId xmlns:a16="http://schemas.microsoft.com/office/drawing/2014/main" id="{BA1711F7-F267-40DE-93CF-199E06FBAFFC}"/>
                  </a:ext>
                </a:extLst>
              </p:cNvPr>
              <p:cNvSpPr/>
              <p:nvPr/>
            </p:nvSpPr>
            <p:spPr>
              <a:xfrm>
                <a:off x="15054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16" name="타원 21315">
                <a:extLst>
                  <a:ext uri="{FF2B5EF4-FFF2-40B4-BE49-F238E27FC236}">
                    <a16:creationId xmlns:a16="http://schemas.microsoft.com/office/drawing/2014/main" id="{D659AA20-D48B-40E5-9133-05CA51A596DF}"/>
                  </a:ext>
                </a:extLst>
              </p:cNvPr>
              <p:cNvSpPr/>
              <p:nvPr/>
            </p:nvSpPr>
            <p:spPr>
              <a:xfrm>
                <a:off x="16578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17" name="타원 21316">
                <a:extLst>
                  <a:ext uri="{FF2B5EF4-FFF2-40B4-BE49-F238E27FC236}">
                    <a16:creationId xmlns:a16="http://schemas.microsoft.com/office/drawing/2014/main" id="{DB5ED0A9-8306-4895-8CB3-7FF75AB6BE0B}"/>
                  </a:ext>
                </a:extLst>
              </p:cNvPr>
              <p:cNvSpPr/>
              <p:nvPr/>
            </p:nvSpPr>
            <p:spPr>
              <a:xfrm>
                <a:off x="18102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18" name="타원 21317">
                <a:extLst>
                  <a:ext uri="{FF2B5EF4-FFF2-40B4-BE49-F238E27FC236}">
                    <a16:creationId xmlns:a16="http://schemas.microsoft.com/office/drawing/2014/main" id="{C29D01EC-F7EF-495C-B6C7-563F6829364F}"/>
                  </a:ext>
                </a:extLst>
              </p:cNvPr>
              <p:cNvSpPr/>
              <p:nvPr/>
            </p:nvSpPr>
            <p:spPr>
              <a:xfrm>
                <a:off x="19626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19" name="타원 21318">
                <a:extLst>
                  <a:ext uri="{FF2B5EF4-FFF2-40B4-BE49-F238E27FC236}">
                    <a16:creationId xmlns:a16="http://schemas.microsoft.com/office/drawing/2014/main" id="{666EED2F-EDF6-4159-AD35-F0C8F16E5A19}"/>
                  </a:ext>
                </a:extLst>
              </p:cNvPr>
              <p:cNvSpPr/>
              <p:nvPr/>
            </p:nvSpPr>
            <p:spPr>
              <a:xfrm>
                <a:off x="21150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20" name="타원 21319">
                <a:extLst>
                  <a:ext uri="{FF2B5EF4-FFF2-40B4-BE49-F238E27FC236}">
                    <a16:creationId xmlns:a16="http://schemas.microsoft.com/office/drawing/2014/main" id="{5959982C-4009-45FE-9DA3-6B756F55272E}"/>
                  </a:ext>
                </a:extLst>
              </p:cNvPr>
              <p:cNvSpPr/>
              <p:nvPr/>
            </p:nvSpPr>
            <p:spPr>
              <a:xfrm>
                <a:off x="22674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21" name="타원 21320">
                <a:extLst>
                  <a:ext uri="{FF2B5EF4-FFF2-40B4-BE49-F238E27FC236}">
                    <a16:creationId xmlns:a16="http://schemas.microsoft.com/office/drawing/2014/main" id="{39673C6A-4063-4F5C-BED0-EE7DB87486D8}"/>
                  </a:ext>
                </a:extLst>
              </p:cNvPr>
              <p:cNvSpPr/>
              <p:nvPr/>
            </p:nvSpPr>
            <p:spPr>
              <a:xfrm>
                <a:off x="24198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22" name="타원 21321">
                <a:extLst>
                  <a:ext uri="{FF2B5EF4-FFF2-40B4-BE49-F238E27FC236}">
                    <a16:creationId xmlns:a16="http://schemas.microsoft.com/office/drawing/2014/main" id="{266E2A4F-FC1A-4403-8591-3E5AB93441AA}"/>
                  </a:ext>
                </a:extLst>
              </p:cNvPr>
              <p:cNvSpPr/>
              <p:nvPr/>
            </p:nvSpPr>
            <p:spPr>
              <a:xfrm>
                <a:off x="25722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23" name="타원 21322">
                <a:extLst>
                  <a:ext uri="{FF2B5EF4-FFF2-40B4-BE49-F238E27FC236}">
                    <a16:creationId xmlns:a16="http://schemas.microsoft.com/office/drawing/2014/main" id="{4830B6AB-A054-4D59-A373-098AE1210B42}"/>
                  </a:ext>
                </a:extLst>
              </p:cNvPr>
              <p:cNvSpPr/>
              <p:nvPr/>
            </p:nvSpPr>
            <p:spPr>
              <a:xfrm>
                <a:off x="27246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24" name="타원 21323">
                <a:extLst>
                  <a:ext uri="{FF2B5EF4-FFF2-40B4-BE49-F238E27FC236}">
                    <a16:creationId xmlns:a16="http://schemas.microsoft.com/office/drawing/2014/main" id="{D70D6632-CB7E-46C8-9FF7-846A9C0CA872}"/>
                  </a:ext>
                </a:extLst>
              </p:cNvPr>
              <p:cNvSpPr/>
              <p:nvPr/>
            </p:nvSpPr>
            <p:spPr>
              <a:xfrm>
                <a:off x="28770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25" name="타원 21324">
                <a:extLst>
                  <a:ext uri="{FF2B5EF4-FFF2-40B4-BE49-F238E27FC236}">
                    <a16:creationId xmlns:a16="http://schemas.microsoft.com/office/drawing/2014/main" id="{9C930ED1-7B47-4DEC-99ED-229859E86398}"/>
                  </a:ext>
                </a:extLst>
              </p:cNvPr>
              <p:cNvSpPr/>
              <p:nvPr/>
            </p:nvSpPr>
            <p:spPr>
              <a:xfrm>
                <a:off x="30294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26" name="타원 21325">
                <a:extLst>
                  <a:ext uri="{FF2B5EF4-FFF2-40B4-BE49-F238E27FC236}">
                    <a16:creationId xmlns:a16="http://schemas.microsoft.com/office/drawing/2014/main" id="{7BC75178-F123-463A-A860-B9E4EAC0DF99}"/>
                  </a:ext>
                </a:extLst>
              </p:cNvPr>
              <p:cNvSpPr/>
              <p:nvPr/>
            </p:nvSpPr>
            <p:spPr>
              <a:xfrm>
                <a:off x="31818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27" name="타원 21326">
                <a:extLst>
                  <a:ext uri="{FF2B5EF4-FFF2-40B4-BE49-F238E27FC236}">
                    <a16:creationId xmlns:a16="http://schemas.microsoft.com/office/drawing/2014/main" id="{08A295E6-D696-45AA-8C91-70169DAEC981}"/>
                  </a:ext>
                </a:extLst>
              </p:cNvPr>
              <p:cNvSpPr/>
              <p:nvPr/>
            </p:nvSpPr>
            <p:spPr>
              <a:xfrm>
                <a:off x="33342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28" name="타원 21327">
                <a:extLst>
                  <a:ext uri="{FF2B5EF4-FFF2-40B4-BE49-F238E27FC236}">
                    <a16:creationId xmlns:a16="http://schemas.microsoft.com/office/drawing/2014/main" id="{02C839DD-BBA4-4069-BF3F-F4609495DBE7}"/>
                  </a:ext>
                </a:extLst>
              </p:cNvPr>
              <p:cNvSpPr/>
              <p:nvPr/>
            </p:nvSpPr>
            <p:spPr>
              <a:xfrm>
                <a:off x="34866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29" name="타원 21328">
                <a:extLst>
                  <a:ext uri="{FF2B5EF4-FFF2-40B4-BE49-F238E27FC236}">
                    <a16:creationId xmlns:a16="http://schemas.microsoft.com/office/drawing/2014/main" id="{485ECC54-25CA-4E0B-AF91-72479C7D5BDF}"/>
                  </a:ext>
                </a:extLst>
              </p:cNvPr>
              <p:cNvSpPr/>
              <p:nvPr/>
            </p:nvSpPr>
            <p:spPr>
              <a:xfrm>
                <a:off x="36390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30" name="타원 21329">
                <a:extLst>
                  <a:ext uri="{FF2B5EF4-FFF2-40B4-BE49-F238E27FC236}">
                    <a16:creationId xmlns:a16="http://schemas.microsoft.com/office/drawing/2014/main" id="{64B7B8AC-0CEA-46F2-911E-19C54D7157C8}"/>
                  </a:ext>
                </a:extLst>
              </p:cNvPr>
              <p:cNvSpPr/>
              <p:nvPr/>
            </p:nvSpPr>
            <p:spPr>
              <a:xfrm>
                <a:off x="37914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31" name="타원 21330">
                <a:extLst>
                  <a:ext uri="{FF2B5EF4-FFF2-40B4-BE49-F238E27FC236}">
                    <a16:creationId xmlns:a16="http://schemas.microsoft.com/office/drawing/2014/main" id="{67861534-49B4-40C3-BB83-9F4C8E0C0C74}"/>
                  </a:ext>
                </a:extLst>
              </p:cNvPr>
              <p:cNvSpPr/>
              <p:nvPr/>
            </p:nvSpPr>
            <p:spPr>
              <a:xfrm>
                <a:off x="39438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32" name="타원 21331">
                <a:extLst>
                  <a:ext uri="{FF2B5EF4-FFF2-40B4-BE49-F238E27FC236}">
                    <a16:creationId xmlns:a16="http://schemas.microsoft.com/office/drawing/2014/main" id="{2E33C53A-94F0-4AE6-89F9-2811F24E27FC}"/>
                  </a:ext>
                </a:extLst>
              </p:cNvPr>
              <p:cNvSpPr/>
              <p:nvPr/>
            </p:nvSpPr>
            <p:spPr>
              <a:xfrm>
                <a:off x="40962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33" name="타원 21332">
                <a:extLst>
                  <a:ext uri="{FF2B5EF4-FFF2-40B4-BE49-F238E27FC236}">
                    <a16:creationId xmlns:a16="http://schemas.microsoft.com/office/drawing/2014/main" id="{6C2D1C3C-19A8-40A1-9256-17F4A8E64456}"/>
                  </a:ext>
                </a:extLst>
              </p:cNvPr>
              <p:cNvSpPr/>
              <p:nvPr/>
            </p:nvSpPr>
            <p:spPr>
              <a:xfrm>
                <a:off x="42486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34" name="타원 21333">
                <a:extLst>
                  <a:ext uri="{FF2B5EF4-FFF2-40B4-BE49-F238E27FC236}">
                    <a16:creationId xmlns:a16="http://schemas.microsoft.com/office/drawing/2014/main" id="{CDB6EDC8-FF8A-4CB6-94EF-25EC280591AF}"/>
                  </a:ext>
                </a:extLst>
              </p:cNvPr>
              <p:cNvSpPr/>
              <p:nvPr/>
            </p:nvSpPr>
            <p:spPr>
              <a:xfrm>
                <a:off x="44010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35" name="타원 21334">
                <a:extLst>
                  <a:ext uri="{FF2B5EF4-FFF2-40B4-BE49-F238E27FC236}">
                    <a16:creationId xmlns:a16="http://schemas.microsoft.com/office/drawing/2014/main" id="{44F9C48F-396E-437C-B919-5E31BCD49A21}"/>
                  </a:ext>
                </a:extLst>
              </p:cNvPr>
              <p:cNvSpPr/>
              <p:nvPr/>
            </p:nvSpPr>
            <p:spPr>
              <a:xfrm>
                <a:off x="45534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36" name="타원 21335">
                <a:extLst>
                  <a:ext uri="{FF2B5EF4-FFF2-40B4-BE49-F238E27FC236}">
                    <a16:creationId xmlns:a16="http://schemas.microsoft.com/office/drawing/2014/main" id="{95E68165-982A-4C11-9AC5-E6237D4A7FBE}"/>
                  </a:ext>
                </a:extLst>
              </p:cNvPr>
              <p:cNvSpPr/>
              <p:nvPr/>
            </p:nvSpPr>
            <p:spPr>
              <a:xfrm>
                <a:off x="47058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37" name="타원 21336">
                <a:extLst>
                  <a:ext uri="{FF2B5EF4-FFF2-40B4-BE49-F238E27FC236}">
                    <a16:creationId xmlns:a16="http://schemas.microsoft.com/office/drawing/2014/main" id="{184E9B64-9339-4F88-A2AE-9F618886A8EB}"/>
                  </a:ext>
                </a:extLst>
              </p:cNvPr>
              <p:cNvSpPr/>
              <p:nvPr/>
            </p:nvSpPr>
            <p:spPr>
              <a:xfrm>
                <a:off x="48582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38" name="타원 21337">
                <a:extLst>
                  <a:ext uri="{FF2B5EF4-FFF2-40B4-BE49-F238E27FC236}">
                    <a16:creationId xmlns:a16="http://schemas.microsoft.com/office/drawing/2014/main" id="{AB06CD31-6529-4F97-9607-804AD1A29FD5}"/>
                  </a:ext>
                </a:extLst>
              </p:cNvPr>
              <p:cNvSpPr/>
              <p:nvPr/>
            </p:nvSpPr>
            <p:spPr>
              <a:xfrm>
                <a:off x="50106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39" name="타원 21338">
                <a:extLst>
                  <a:ext uri="{FF2B5EF4-FFF2-40B4-BE49-F238E27FC236}">
                    <a16:creationId xmlns:a16="http://schemas.microsoft.com/office/drawing/2014/main" id="{FBFCCF84-FA82-4CB6-AF60-74199052D981}"/>
                  </a:ext>
                </a:extLst>
              </p:cNvPr>
              <p:cNvSpPr/>
              <p:nvPr/>
            </p:nvSpPr>
            <p:spPr>
              <a:xfrm>
                <a:off x="51630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40" name="타원 21339">
                <a:extLst>
                  <a:ext uri="{FF2B5EF4-FFF2-40B4-BE49-F238E27FC236}">
                    <a16:creationId xmlns:a16="http://schemas.microsoft.com/office/drawing/2014/main" id="{BD4D77CF-7174-47B6-89FF-27386EF2BEDC}"/>
                  </a:ext>
                </a:extLst>
              </p:cNvPr>
              <p:cNvSpPr/>
              <p:nvPr/>
            </p:nvSpPr>
            <p:spPr>
              <a:xfrm>
                <a:off x="53154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41" name="타원 21340">
                <a:extLst>
                  <a:ext uri="{FF2B5EF4-FFF2-40B4-BE49-F238E27FC236}">
                    <a16:creationId xmlns:a16="http://schemas.microsoft.com/office/drawing/2014/main" id="{4F579850-8FA3-4029-B7F4-451599F65574}"/>
                  </a:ext>
                </a:extLst>
              </p:cNvPr>
              <p:cNvSpPr/>
              <p:nvPr/>
            </p:nvSpPr>
            <p:spPr>
              <a:xfrm>
                <a:off x="54678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42" name="타원 21341">
                <a:extLst>
                  <a:ext uri="{FF2B5EF4-FFF2-40B4-BE49-F238E27FC236}">
                    <a16:creationId xmlns:a16="http://schemas.microsoft.com/office/drawing/2014/main" id="{9E8EF94A-CB08-49F9-BCDC-E521A32BC175}"/>
                  </a:ext>
                </a:extLst>
              </p:cNvPr>
              <p:cNvSpPr/>
              <p:nvPr/>
            </p:nvSpPr>
            <p:spPr>
              <a:xfrm>
                <a:off x="5620275" y="363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43" name="타원 21342">
                <a:extLst>
                  <a:ext uri="{FF2B5EF4-FFF2-40B4-BE49-F238E27FC236}">
                    <a16:creationId xmlns:a16="http://schemas.microsoft.com/office/drawing/2014/main" id="{641C7546-E107-44E2-8351-1C1A3581C6AD}"/>
                  </a:ext>
                </a:extLst>
              </p:cNvPr>
              <p:cNvSpPr/>
              <p:nvPr/>
            </p:nvSpPr>
            <p:spPr>
              <a:xfrm>
                <a:off x="2862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44" name="타원 21343">
                <a:extLst>
                  <a:ext uri="{FF2B5EF4-FFF2-40B4-BE49-F238E27FC236}">
                    <a16:creationId xmlns:a16="http://schemas.microsoft.com/office/drawing/2014/main" id="{645D2A16-B190-4A7E-9B3C-7C4E00DB9263}"/>
                  </a:ext>
                </a:extLst>
              </p:cNvPr>
              <p:cNvSpPr/>
              <p:nvPr/>
            </p:nvSpPr>
            <p:spPr>
              <a:xfrm>
                <a:off x="4386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45" name="타원 21344">
                <a:extLst>
                  <a:ext uri="{FF2B5EF4-FFF2-40B4-BE49-F238E27FC236}">
                    <a16:creationId xmlns:a16="http://schemas.microsoft.com/office/drawing/2014/main" id="{CFDC9D0A-ED8B-4645-A145-6231E9AF0AB0}"/>
                  </a:ext>
                </a:extLst>
              </p:cNvPr>
              <p:cNvSpPr/>
              <p:nvPr/>
            </p:nvSpPr>
            <p:spPr>
              <a:xfrm>
                <a:off x="5910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46" name="타원 21345">
                <a:extLst>
                  <a:ext uri="{FF2B5EF4-FFF2-40B4-BE49-F238E27FC236}">
                    <a16:creationId xmlns:a16="http://schemas.microsoft.com/office/drawing/2014/main" id="{F2E69075-BF68-48C7-BC91-1A6372412F80}"/>
                  </a:ext>
                </a:extLst>
              </p:cNvPr>
              <p:cNvSpPr/>
              <p:nvPr/>
            </p:nvSpPr>
            <p:spPr>
              <a:xfrm>
                <a:off x="7434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47" name="타원 21346">
                <a:extLst>
                  <a:ext uri="{FF2B5EF4-FFF2-40B4-BE49-F238E27FC236}">
                    <a16:creationId xmlns:a16="http://schemas.microsoft.com/office/drawing/2014/main" id="{ECF660D4-0458-4AF2-B15E-228867B9EFD2}"/>
                  </a:ext>
                </a:extLst>
              </p:cNvPr>
              <p:cNvSpPr/>
              <p:nvPr/>
            </p:nvSpPr>
            <p:spPr>
              <a:xfrm>
                <a:off x="8958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48" name="타원 21347">
                <a:extLst>
                  <a:ext uri="{FF2B5EF4-FFF2-40B4-BE49-F238E27FC236}">
                    <a16:creationId xmlns:a16="http://schemas.microsoft.com/office/drawing/2014/main" id="{35081804-19CE-4951-8D97-9AFD00407E26}"/>
                  </a:ext>
                </a:extLst>
              </p:cNvPr>
              <p:cNvSpPr/>
              <p:nvPr/>
            </p:nvSpPr>
            <p:spPr>
              <a:xfrm>
                <a:off x="10482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49" name="타원 21348">
                <a:extLst>
                  <a:ext uri="{FF2B5EF4-FFF2-40B4-BE49-F238E27FC236}">
                    <a16:creationId xmlns:a16="http://schemas.microsoft.com/office/drawing/2014/main" id="{D60436F4-3D47-44AD-AE14-C41BB450854F}"/>
                  </a:ext>
                </a:extLst>
              </p:cNvPr>
              <p:cNvSpPr/>
              <p:nvPr/>
            </p:nvSpPr>
            <p:spPr>
              <a:xfrm>
                <a:off x="12006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50" name="타원 21349">
                <a:extLst>
                  <a:ext uri="{FF2B5EF4-FFF2-40B4-BE49-F238E27FC236}">
                    <a16:creationId xmlns:a16="http://schemas.microsoft.com/office/drawing/2014/main" id="{2918C42B-019D-474F-A551-E1605841F900}"/>
                  </a:ext>
                </a:extLst>
              </p:cNvPr>
              <p:cNvSpPr/>
              <p:nvPr/>
            </p:nvSpPr>
            <p:spPr>
              <a:xfrm>
                <a:off x="13530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51" name="타원 21350">
                <a:extLst>
                  <a:ext uri="{FF2B5EF4-FFF2-40B4-BE49-F238E27FC236}">
                    <a16:creationId xmlns:a16="http://schemas.microsoft.com/office/drawing/2014/main" id="{DC617874-1128-4EF1-8548-A80AC8372524}"/>
                  </a:ext>
                </a:extLst>
              </p:cNvPr>
              <p:cNvSpPr/>
              <p:nvPr/>
            </p:nvSpPr>
            <p:spPr>
              <a:xfrm>
                <a:off x="15054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52" name="타원 21351">
                <a:extLst>
                  <a:ext uri="{FF2B5EF4-FFF2-40B4-BE49-F238E27FC236}">
                    <a16:creationId xmlns:a16="http://schemas.microsoft.com/office/drawing/2014/main" id="{88F9AE92-FE8B-4CCD-9C4D-6E60B68489D7}"/>
                  </a:ext>
                </a:extLst>
              </p:cNvPr>
              <p:cNvSpPr/>
              <p:nvPr/>
            </p:nvSpPr>
            <p:spPr>
              <a:xfrm>
                <a:off x="16578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53" name="타원 21352">
                <a:extLst>
                  <a:ext uri="{FF2B5EF4-FFF2-40B4-BE49-F238E27FC236}">
                    <a16:creationId xmlns:a16="http://schemas.microsoft.com/office/drawing/2014/main" id="{06845E74-3E72-409E-A705-96B60DDEB324}"/>
                  </a:ext>
                </a:extLst>
              </p:cNvPr>
              <p:cNvSpPr/>
              <p:nvPr/>
            </p:nvSpPr>
            <p:spPr>
              <a:xfrm>
                <a:off x="18102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54" name="타원 21353">
                <a:extLst>
                  <a:ext uri="{FF2B5EF4-FFF2-40B4-BE49-F238E27FC236}">
                    <a16:creationId xmlns:a16="http://schemas.microsoft.com/office/drawing/2014/main" id="{984F62A2-3FEC-4ADB-90AE-F43D5111B04D}"/>
                  </a:ext>
                </a:extLst>
              </p:cNvPr>
              <p:cNvSpPr/>
              <p:nvPr/>
            </p:nvSpPr>
            <p:spPr>
              <a:xfrm>
                <a:off x="19626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55" name="타원 21354">
                <a:extLst>
                  <a:ext uri="{FF2B5EF4-FFF2-40B4-BE49-F238E27FC236}">
                    <a16:creationId xmlns:a16="http://schemas.microsoft.com/office/drawing/2014/main" id="{90BE6354-7837-46A3-8C82-1694EC91EACA}"/>
                  </a:ext>
                </a:extLst>
              </p:cNvPr>
              <p:cNvSpPr/>
              <p:nvPr/>
            </p:nvSpPr>
            <p:spPr>
              <a:xfrm>
                <a:off x="21150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56" name="타원 21355">
                <a:extLst>
                  <a:ext uri="{FF2B5EF4-FFF2-40B4-BE49-F238E27FC236}">
                    <a16:creationId xmlns:a16="http://schemas.microsoft.com/office/drawing/2014/main" id="{3B22749B-05B7-41CF-AD8C-8A4B2E853878}"/>
                  </a:ext>
                </a:extLst>
              </p:cNvPr>
              <p:cNvSpPr/>
              <p:nvPr/>
            </p:nvSpPr>
            <p:spPr>
              <a:xfrm>
                <a:off x="22674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57" name="타원 21356">
                <a:extLst>
                  <a:ext uri="{FF2B5EF4-FFF2-40B4-BE49-F238E27FC236}">
                    <a16:creationId xmlns:a16="http://schemas.microsoft.com/office/drawing/2014/main" id="{6658FC28-CEEC-407A-AC4F-455F7C01765E}"/>
                  </a:ext>
                </a:extLst>
              </p:cNvPr>
              <p:cNvSpPr/>
              <p:nvPr/>
            </p:nvSpPr>
            <p:spPr>
              <a:xfrm>
                <a:off x="24198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58" name="타원 21357">
                <a:extLst>
                  <a:ext uri="{FF2B5EF4-FFF2-40B4-BE49-F238E27FC236}">
                    <a16:creationId xmlns:a16="http://schemas.microsoft.com/office/drawing/2014/main" id="{7CCDF8EC-7E93-4B8A-A17E-C20F1DC1A6ED}"/>
                  </a:ext>
                </a:extLst>
              </p:cNvPr>
              <p:cNvSpPr/>
              <p:nvPr/>
            </p:nvSpPr>
            <p:spPr>
              <a:xfrm>
                <a:off x="25722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59" name="타원 21358">
                <a:extLst>
                  <a:ext uri="{FF2B5EF4-FFF2-40B4-BE49-F238E27FC236}">
                    <a16:creationId xmlns:a16="http://schemas.microsoft.com/office/drawing/2014/main" id="{C4816BA7-31C5-4C8D-A1F3-EBE17F1FBCC8}"/>
                  </a:ext>
                </a:extLst>
              </p:cNvPr>
              <p:cNvSpPr/>
              <p:nvPr/>
            </p:nvSpPr>
            <p:spPr>
              <a:xfrm>
                <a:off x="27246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60" name="타원 21359">
                <a:extLst>
                  <a:ext uri="{FF2B5EF4-FFF2-40B4-BE49-F238E27FC236}">
                    <a16:creationId xmlns:a16="http://schemas.microsoft.com/office/drawing/2014/main" id="{D576675F-4D81-4F13-A491-9FFA09FC3AD1}"/>
                  </a:ext>
                </a:extLst>
              </p:cNvPr>
              <p:cNvSpPr/>
              <p:nvPr/>
            </p:nvSpPr>
            <p:spPr>
              <a:xfrm>
                <a:off x="28770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61" name="타원 21360">
                <a:extLst>
                  <a:ext uri="{FF2B5EF4-FFF2-40B4-BE49-F238E27FC236}">
                    <a16:creationId xmlns:a16="http://schemas.microsoft.com/office/drawing/2014/main" id="{668289CF-0952-4594-BDA4-23F102F4BC12}"/>
                  </a:ext>
                </a:extLst>
              </p:cNvPr>
              <p:cNvSpPr/>
              <p:nvPr/>
            </p:nvSpPr>
            <p:spPr>
              <a:xfrm>
                <a:off x="30294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62" name="타원 21361">
                <a:extLst>
                  <a:ext uri="{FF2B5EF4-FFF2-40B4-BE49-F238E27FC236}">
                    <a16:creationId xmlns:a16="http://schemas.microsoft.com/office/drawing/2014/main" id="{957A3849-FE17-4D47-B6E0-405FDD1E851C}"/>
                  </a:ext>
                </a:extLst>
              </p:cNvPr>
              <p:cNvSpPr/>
              <p:nvPr/>
            </p:nvSpPr>
            <p:spPr>
              <a:xfrm>
                <a:off x="31818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63" name="타원 21362">
                <a:extLst>
                  <a:ext uri="{FF2B5EF4-FFF2-40B4-BE49-F238E27FC236}">
                    <a16:creationId xmlns:a16="http://schemas.microsoft.com/office/drawing/2014/main" id="{8057B252-61EF-4DEC-973C-BB4AA5780C1D}"/>
                  </a:ext>
                </a:extLst>
              </p:cNvPr>
              <p:cNvSpPr/>
              <p:nvPr/>
            </p:nvSpPr>
            <p:spPr>
              <a:xfrm>
                <a:off x="33342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64" name="타원 21363">
                <a:extLst>
                  <a:ext uri="{FF2B5EF4-FFF2-40B4-BE49-F238E27FC236}">
                    <a16:creationId xmlns:a16="http://schemas.microsoft.com/office/drawing/2014/main" id="{9B31453E-6685-456E-A415-F2E8FB197CD1}"/>
                  </a:ext>
                </a:extLst>
              </p:cNvPr>
              <p:cNvSpPr/>
              <p:nvPr/>
            </p:nvSpPr>
            <p:spPr>
              <a:xfrm>
                <a:off x="34866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65" name="타원 21364">
                <a:extLst>
                  <a:ext uri="{FF2B5EF4-FFF2-40B4-BE49-F238E27FC236}">
                    <a16:creationId xmlns:a16="http://schemas.microsoft.com/office/drawing/2014/main" id="{A5F0C2B5-8A4B-4462-A87E-6AE9AD3AD61A}"/>
                  </a:ext>
                </a:extLst>
              </p:cNvPr>
              <p:cNvSpPr/>
              <p:nvPr/>
            </p:nvSpPr>
            <p:spPr>
              <a:xfrm>
                <a:off x="36390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66" name="타원 21365">
                <a:extLst>
                  <a:ext uri="{FF2B5EF4-FFF2-40B4-BE49-F238E27FC236}">
                    <a16:creationId xmlns:a16="http://schemas.microsoft.com/office/drawing/2014/main" id="{8A885A97-4113-40B0-8D74-F69B206BADF9}"/>
                  </a:ext>
                </a:extLst>
              </p:cNvPr>
              <p:cNvSpPr/>
              <p:nvPr/>
            </p:nvSpPr>
            <p:spPr>
              <a:xfrm>
                <a:off x="37914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67" name="타원 21366">
                <a:extLst>
                  <a:ext uri="{FF2B5EF4-FFF2-40B4-BE49-F238E27FC236}">
                    <a16:creationId xmlns:a16="http://schemas.microsoft.com/office/drawing/2014/main" id="{2A81C430-C181-4E4C-801F-48251A0FD6A0}"/>
                  </a:ext>
                </a:extLst>
              </p:cNvPr>
              <p:cNvSpPr/>
              <p:nvPr/>
            </p:nvSpPr>
            <p:spPr>
              <a:xfrm>
                <a:off x="39438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68" name="타원 21367">
                <a:extLst>
                  <a:ext uri="{FF2B5EF4-FFF2-40B4-BE49-F238E27FC236}">
                    <a16:creationId xmlns:a16="http://schemas.microsoft.com/office/drawing/2014/main" id="{FA61CA40-9E99-4F64-8712-97DF2A40A987}"/>
                  </a:ext>
                </a:extLst>
              </p:cNvPr>
              <p:cNvSpPr/>
              <p:nvPr/>
            </p:nvSpPr>
            <p:spPr>
              <a:xfrm>
                <a:off x="40962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69" name="타원 21368">
                <a:extLst>
                  <a:ext uri="{FF2B5EF4-FFF2-40B4-BE49-F238E27FC236}">
                    <a16:creationId xmlns:a16="http://schemas.microsoft.com/office/drawing/2014/main" id="{9673BB14-FB3A-4149-8F2C-E11D1A93FA3E}"/>
                  </a:ext>
                </a:extLst>
              </p:cNvPr>
              <p:cNvSpPr/>
              <p:nvPr/>
            </p:nvSpPr>
            <p:spPr>
              <a:xfrm>
                <a:off x="42486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70" name="타원 21369">
                <a:extLst>
                  <a:ext uri="{FF2B5EF4-FFF2-40B4-BE49-F238E27FC236}">
                    <a16:creationId xmlns:a16="http://schemas.microsoft.com/office/drawing/2014/main" id="{4A7F938B-970A-43CE-88EE-3DA0CCD8397D}"/>
                  </a:ext>
                </a:extLst>
              </p:cNvPr>
              <p:cNvSpPr/>
              <p:nvPr/>
            </p:nvSpPr>
            <p:spPr>
              <a:xfrm>
                <a:off x="44010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71" name="타원 21370">
                <a:extLst>
                  <a:ext uri="{FF2B5EF4-FFF2-40B4-BE49-F238E27FC236}">
                    <a16:creationId xmlns:a16="http://schemas.microsoft.com/office/drawing/2014/main" id="{9F595BA8-CAB5-4C4F-B95D-E0F8C9B3FC12}"/>
                  </a:ext>
                </a:extLst>
              </p:cNvPr>
              <p:cNvSpPr/>
              <p:nvPr/>
            </p:nvSpPr>
            <p:spPr>
              <a:xfrm>
                <a:off x="45534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72" name="타원 21371">
                <a:extLst>
                  <a:ext uri="{FF2B5EF4-FFF2-40B4-BE49-F238E27FC236}">
                    <a16:creationId xmlns:a16="http://schemas.microsoft.com/office/drawing/2014/main" id="{9E289221-12DE-4C09-AA00-AF8126194035}"/>
                  </a:ext>
                </a:extLst>
              </p:cNvPr>
              <p:cNvSpPr/>
              <p:nvPr/>
            </p:nvSpPr>
            <p:spPr>
              <a:xfrm>
                <a:off x="47058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73" name="타원 21372">
                <a:extLst>
                  <a:ext uri="{FF2B5EF4-FFF2-40B4-BE49-F238E27FC236}">
                    <a16:creationId xmlns:a16="http://schemas.microsoft.com/office/drawing/2014/main" id="{96A34953-E1B1-4DDB-920D-478F2E37E5E1}"/>
                  </a:ext>
                </a:extLst>
              </p:cNvPr>
              <p:cNvSpPr/>
              <p:nvPr/>
            </p:nvSpPr>
            <p:spPr>
              <a:xfrm>
                <a:off x="48582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74" name="타원 21373">
                <a:extLst>
                  <a:ext uri="{FF2B5EF4-FFF2-40B4-BE49-F238E27FC236}">
                    <a16:creationId xmlns:a16="http://schemas.microsoft.com/office/drawing/2014/main" id="{C3BD3660-F501-41DC-BB6F-F4191D5135B6}"/>
                  </a:ext>
                </a:extLst>
              </p:cNvPr>
              <p:cNvSpPr/>
              <p:nvPr/>
            </p:nvSpPr>
            <p:spPr>
              <a:xfrm>
                <a:off x="50106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75" name="타원 21374">
                <a:extLst>
                  <a:ext uri="{FF2B5EF4-FFF2-40B4-BE49-F238E27FC236}">
                    <a16:creationId xmlns:a16="http://schemas.microsoft.com/office/drawing/2014/main" id="{2FDBF0AF-A55F-4DB8-805A-604879C07F5C}"/>
                  </a:ext>
                </a:extLst>
              </p:cNvPr>
              <p:cNvSpPr/>
              <p:nvPr/>
            </p:nvSpPr>
            <p:spPr>
              <a:xfrm>
                <a:off x="51630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76" name="타원 21375">
                <a:extLst>
                  <a:ext uri="{FF2B5EF4-FFF2-40B4-BE49-F238E27FC236}">
                    <a16:creationId xmlns:a16="http://schemas.microsoft.com/office/drawing/2014/main" id="{0105E67A-9010-472D-8DD9-E60B81543E1C}"/>
                  </a:ext>
                </a:extLst>
              </p:cNvPr>
              <p:cNvSpPr/>
              <p:nvPr/>
            </p:nvSpPr>
            <p:spPr>
              <a:xfrm>
                <a:off x="53154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77" name="타원 21376">
                <a:extLst>
                  <a:ext uri="{FF2B5EF4-FFF2-40B4-BE49-F238E27FC236}">
                    <a16:creationId xmlns:a16="http://schemas.microsoft.com/office/drawing/2014/main" id="{DF9FD140-F55C-46FC-BD0B-91159DA05A8B}"/>
                  </a:ext>
                </a:extLst>
              </p:cNvPr>
              <p:cNvSpPr/>
              <p:nvPr/>
            </p:nvSpPr>
            <p:spPr>
              <a:xfrm>
                <a:off x="54678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78" name="타원 21377">
                <a:extLst>
                  <a:ext uri="{FF2B5EF4-FFF2-40B4-BE49-F238E27FC236}">
                    <a16:creationId xmlns:a16="http://schemas.microsoft.com/office/drawing/2014/main" id="{CD0EDEB6-7793-4BE8-86D3-69270D9EB18A}"/>
                  </a:ext>
                </a:extLst>
              </p:cNvPr>
              <p:cNvSpPr/>
              <p:nvPr/>
            </p:nvSpPr>
            <p:spPr>
              <a:xfrm>
                <a:off x="5620275" y="3784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79" name="타원 21378">
                <a:extLst>
                  <a:ext uri="{FF2B5EF4-FFF2-40B4-BE49-F238E27FC236}">
                    <a16:creationId xmlns:a16="http://schemas.microsoft.com/office/drawing/2014/main" id="{A9BCA51F-28E5-4CFC-8948-D117C438D516}"/>
                  </a:ext>
                </a:extLst>
              </p:cNvPr>
              <p:cNvSpPr/>
              <p:nvPr/>
            </p:nvSpPr>
            <p:spPr>
              <a:xfrm>
                <a:off x="2862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80" name="타원 21379">
                <a:extLst>
                  <a:ext uri="{FF2B5EF4-FFF2-40B4-BE49-F238E27FC236}">
                    <a16:creationId xmlns:a16="http://schemas.microsoft.com/office/drawing/2014/main" id="{805D8E6B-50A7-4460-AC8B-6FA748853425}"/>
                  </a:ext>
                </a:extLst>
              </p:cNvPr>
              <p:cNvSpPr/>
              <p:nvPr/>
            </p:nvSpPr>
            <p:spPr>
              <a:xfrm>
                <a:off x="4386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81" name="타원 21380">
                <a:extLst>
                  <a:ext uri="{FF2B5EF4-FFF2-40B4-BE49-F238E27FC236}">
                    <a16:creationId xmlns:a16="http://schemas.microsoft.com/office/drawing/2014/main" id="{365B21A5-B036-4F9A-819A-73C7518DDA66}"/>
                  </a:ext>
                </a:extLst>
              </p:cNvPr>
              <p:cNvSpPr/>
              <p:nvPr/>
            </p:nvSpPr>
            <p:spPr>
              <a:xfrm>
                <a:off x="5910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82" name="타원 21381">
                <a:extLst>
                  <a:ext uri="{FF2B5EF4-FFF2-40B4-BE49-F238E27FC236}">
                    <a16:creationId xmlns:a16="http://schemas.microsoft.com/office/drawing/2014/main" id="{1C5C4832-C1FD-4065-827F-D4046B4F7286}"/>
                  </a:ext>
                </a:extLst>
              </p:cNvPr>
              <p:cNvSpPr/>
              <p:nvPr/>
            </p:nvSpPr>
            <p:spPr>
              <a:xfrm>
                <a:off x="7434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83" name="타원 21382">
                <a:extLst>
                  <a:ext uri="{FF2B5EF4-FFF2-40B4-BE49-F238E27FC236}">
                    <a16:creationId xmlns:a16="http://schemas.microsoft.com/office/drawing/2014/main" id="{6A30A8FC-4F85-47BF-802B-EE05503827D0}"/>
                  </a:ext>
                </a:extLst>
              </p:cNvPr>
              <p:cNvSpPr/>
              <p:nvPr/>
            </p:nvSpPr>
            <p:spPr>
              <a:xfrm>
                <a:off x="8958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84" name="타원 21383">
                <a:extLst>
                  <a:ext uri="{FF2B5EF4-FFF2-40B4-BE49-F238E27FC236}">
                    <a16:creationId xmlns:a16="http://schemas.microsoft.com/office/drawing/2014/main" id="{E1B396EF-2F71-42CA-A345-584E8A2561D8}"/>
                  </a:ext>
                </a:extLst>
              </p:cNvPr>
              <p:cNvSpPr/>
              <p:nvPr/>
            </p:nvSpPr>
            <p:spPr>
              <a:xfrm>
                <a:off x="10482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85" name="타원 21384">
                <a:extLst>
                  <a:ext uri="{FF2B5EF4-FFF2-40B4-BE49-F238E27FC236}">
                    <a16:creationId xmlns:a16="http://schemas.microsoft.com/office/drawing/2014/main" id="{D8FB2314-013B-4AC7-A50B-0B31EED0F22F}"/>
                  </a:ext>
                </a:extLst>
              </p:cNvPr>
              <p:cNvSpPr/>
              <p:nvPr/>
            </p:nvSpPr>
            <p:spPr>
              <a:xfrm>
                <a:off x="12006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86" name="타원 21385">
                <a:extLst>
                  <a:ext uri="{FF2B5EF4-FFF2-40B4-BE49-F238E27FC236}">
                    <a16:creationId xmlns:a16="http://schemas.microsoft.com/office/drawing/2014/main" id="{4C283997-CBB5-43A1-BB48-5F5099619877}"/>
                  </a:ext>
                </a:extLst>
              </p:cNvPr>
              <p:cNvSpPr/>
              <p:nvPr/>
            </p:nvSpPr>
            <p:spPr>
              <a:xfrm>
                <a:off x="13530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87" name="타원 21386">
                <a:extLst>
                  <a:ext uri="{FF2B5EF4-FFF2-40B4-BE49-F238E27FC236}">
                    <a16:creationId xmlns:a16="http://schemas.microsoft.com/office/drawing/2014/main" id="{D30A5EEF-A0BB-4D6C-B329-039E036CDF90}"/>
                  </a:ext>
                </a:extLst>
              </p:cNvPr>
              <p:cNvSpPr/>
              <p:nvPr/>
            </p:nvSpPr>
            <p:spPr>
              <a:xfrm>
                <a:off x="15054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88" name="타원 21387">
                <a:extLst>
                  <a:ext uri="{FF2B5EF4-FFF2-40B4-BE49-F238E27FC236}">
                    <a16:creationId xmlns:a16="http://schemas.microsoft.com/office/drawing/2014/main" id="{D3C919DA-DB33-4EB2-9DBD-2BC91EAD05B0}"/>
                  </a:ext>
                </a:extLst>
              </p:cNvPr>
              <p:cNvSpPr/>
              <p:nvPr/>
            </p:nvSpPr>
            <p:spPr>
              <a:xfrm>
                <a:off x="16578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89" name="타원 21388">
                <a:extLst>
                  <a:ext uri="{FF2B5EF4-FFF2-40B4-BE49-F238E27FC236}">
                    <a16:creationId xmlns:a16="http://schemas.microsoft.com/office/drawing/2014/main" id="{1B8A0822-F48F-4955-8A86-E0F471C48C4B}"/>
                  </a:ext>
                </a:extLst>
              </p:cNvPr>
              <p:cNvSpPr/>
              <p:nvPr/>
            </p:nvSpPr>
            <p:spPr>
              <a:xfrm>
                <a:off x="18102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90" name="타원 21389">
                <a:extLst>
                  <a:ext uri="{FF2B5EF4-FFF2-40B4-BE49-F238E27FC236}">
                    <a16:creationId xmlns:a16="http://schemas.microsoft.com/office/drawing/2014/main" id="{DF61297C-3132-4EFD-BD58-7442A5D8E80D}"/>
                  </a:ext>
                </a:extLst>
              </p:cNvPr>
              <p:cNvSpPr/>
              <p:nvPr/>
            </p:nvSpPr>
            <p:spPr>
              <a:xfrm>
                <a:off x="19626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91" name="타원 21390">
                <a:extLst>
                  <a:ext uri="{FF2B5EF4-FFF2-40B4-BE49-F238E27FC236}">
                    <a16:creationId xmlns:a16="http://schemas.microsoft.com/office/drawing/2014/main" id="{8BE2394B-8A77-4C52-B453-49A9ECCBF27E}"/>
                  </a:ext>
                </a:extLst>
              </p:cNvPr>
              <p:cNvSpPr/>
              <p:nvPr/>
            </p:nvSpPr>
            <p:spPr>
              <a:xfrm>
                <a:off x="21150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92" name="타원 21391">
                <a:extLst>
                  <a:ext uri="{FF2B5EF4-FFF2-40B4-BE49-F238E27FC236}">
                    <a16:creationId xmlns:a16="http://schemas.microsoft.com/office/drawing/2014/main" id="{6AA9F55F-BFD2-4B65-85E7-744AB7526EFC}"/>
                  </a:ext>
                </a:extLst>
              </p:cNvPr>
              <p:cNvSpPr/>
              <p:nvPr/>
            </p:nvSpPr>
            <p:spPr>
              <a:xfrm>
                <a:off x="22674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93" name="타원 21392">
                <a:extLst>
                  <a:ext uri="{FF2B5EF4-FFF2-40B4-BE49-F238E27FC236}">
                    <a16:creationId xmlns:a16="http://schemas.microsoft.com/office/drawing/2014/main" id="{0D3E7A1B-EB12-4B30-9A88-19604C123B73}"/>
                  </a:ext>
                </a:extLst>
              </p:cNvPr>
              <p:cNvSpPr/>
              <p:nvPr/>
            </p:nvSpPr>
            <p:spPr>
              <a:xfrm>
                <a:off x="24198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94" name="타원 21393">
                <a:extLst>
                  <a:ext uri="{FF2B5EF4-FFF2-40B4-BE49-F238E27FC236}">
                    <a16:creationId xmlns:a16="http://schemas.microsoft.com/office/drawing/2014/main" id="{727C06A1-6DB1-4053-A2A1-B8CDFDFEEE2B}"/>
                  </a:ext>
                </a:extLst>
              </p:cNvPr>
              <p:cNvSpPr/>
              <p:nvPr/>
            </p:nvSpPr>
            <p:spPr>
              <a:xfrm>
                <a:off x="25722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95" name="타원 21394">
                <a:extLst>
                  <a:ext uri="{FF2B5EF4-FFF2-40B4-BE49-F238E27FC236}">
                    <a16:creationId xmlns:a16="http://schemas.microsoft.com/office/drawing/2014/main" id="{A8D2F663-0248-41D6-B012-919173ED9AAF}"/>
                  </a:ext>
                </a:extLst>
              </p:cNvPr>
              <p:cNvSpPr/>
              <p:nvPr/>
            </p:nvSpPr>
            <p:spPr>
              <a:xfrm>
                <a:off x="27246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96" name="타원 21395">
                <a:extLst>
                  <a:ext uri="{FF2B5EF4-FFF2-40B4-BE49-F238E27FC236}">
                    <a16:creationId xmlns:a16="http://schemas.microsoft.com/office/drawing/2014/main" id="{2FF9E3E2-F335-459D-9520-CE4DB401CE13}"/>
                  </a:ext>
                </a:extLst>
              </p:cNvPr>
              <p:cNvSpPr/>
              <p:nvPr/>
            </p:nvSpPr>
            <p:spPr>
              <a:xfrm>
                <a:off x="28770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97" name="타원 21396">
                <a:extLst>
                  <a:ext uri="{FF2B5EF4-FFF2-40B4-BE49-F238E27FC236}">
                    <a16:creationId xmlns:a16="http://schemas.microsoft.com/office/drawing/2014/main" id="{F2B25F85-3309-4FFB-A0AC-87C10CC76844}"/>
                  </a:ext>
                </a:extLst>
              </p:cNvPr>
              <p:cNvSpPr/>
              <p:nvPr/>
            </p:nvSpPr>
            <p:spPr>
              <a:xfrm>
                <a:off x="30294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98" name="타원 21397">
                <a:extLst>
                  <a:ext uri="{FF2B5EF4-FFF2-40B4-BE49-F238E27FC236}">
                    <a16:creationId xmlns:a16="http://schemas.microsoft.com/office/drawing/2014/main" id="{17692D9B-AC96-4891-913C-73839AA69191}"/>
                  </a:ext>
                </a:extLst>
              </p:cNvPr>
              <p:cNvSpPr/>
              <p:nvPr/>
            </p:nvSpPr>
            <p:spPr>
              <a:xfrm>
                <a:off x="31818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399" name="타원 21398">
                <a:extLst>
                  <a:ext uri="{FF2B5EF4-FFF2-40B4-BE49-F238E27FC236}">
                    <a16:creationId xmlns:a16="http://schemas.microsoft.com/office/drawing/2014/main" id="{B4955FAD-960B-441A-8C2A-D004B5FF7280}"/>
                  </a:ext>
                </a:extLst>
              </p:cNvPr>
              <p:cNvSpPr/>
              <p:nvPr/>
            </p:nvSpPr>
            <p:spPr>
              <a:xfrm>
                <a:off x="33342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00" name="타원 21399">
                <a:extLst>
                  <a:ext uri="{FF2B5EF4-FFF2-40B4-BE49-F238E27FC236}">
                    <a16:creationId xmlns:a16="http://schemas.microsoft.com/office/drawing/2014/main" id="{C2FF84E1-6AFD-43B0-A639-CFC0309C744C}"/>
                  </a:ext>
                </a:extLst>
              </p:cNvPr>
              <p:cNvSpPr/>
              <p:nvPr/>
            </p:nvSpPr>
            <p:spPr>
              <a:xfrm>
                <a:off x="34866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01" name="타원 21400">
                <a:extLst>
                  <a:ext uri="{FF2B5EF4-FFF2-40B4-BE49-F238E27FC236}">
                    <a16:creationId xmlns:a16="http://schemas.microsoft.com/office/drawing/2014/main" id="{6E5934EB-4BA0-4184-9E5B-B2159E37C889}"/>
                  </a:ext>
                </a:extLst>
              </p:cNvPr>
              <p:cNvSpPr/>
              <p:nvPr/>
            </p:nvSpPr>
            <p:spPr>
              <a:xfrm>
                <a:off x="36390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02" name="타원 21401">
                <a:extLst>
                  <a:ext uri="{FF2B5EF4-FFF2-40B4-BE49-F238E27FC236}">
                    <a16:creationId xmlns:a16="http://schemas.microsoft.com/office/drawing/2014/main" id="{060995AE-B02B-4876-8377-E0C7E90EB4FC}"/>
                  </a:ext>
                </a:extLst>
              </p:cNvPr>
              <p:cNvSpPr/>
              <p:nvPr/>
            </p:nvSpPr>
            <p:spPr>
              <a:xfrm>
                <a:off x="37914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03" name="타원 21402">
                <a:extLst>
                  <a:ext uri="{FF2B5EF4-FFF2-40B4-BE49-F238E27FC236}">
                    <a16:creationId xmlns:a16="http://schemas.microsoft.com/office/drawing/2014/main" id="{5697657B-8437-4F97-B5B2-6B802831FA33}"/>
                  </a:ext>
                </a:extLst>
              </p:cNvPr>
              <p:cNvSpPr/>
              <p:nvPr/>
            </p:nvSpPr>
            <p:spPr>
              <a:xfrm>
                <a:off x="39438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04" name="타원 21403">
                <a:extLst>
                  <a:ext uri="{FF2B5EF4-FFF2-40B4-BE49-F238E27FC236}">
                    <a16:creationId xmlns:a16="http://schemas.microsoft.com/office/drawing/2014/main" id="{1A887F48-605E-4FDB-B60E-DC0C4E6569FA}"/>
                  </a:ext>
                </a:extLst>
              </p:cNvPr>
              <p:cNvSpPr/>
              <p:nvPr/>
            </p:nvSpPr>
            <p:spPr>
              <a:xfrm>
                <a:off x="40962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05" name="타원 21404">
                <a:extLst>
                  <a:ext uri="{FF2B5EF4-FFF2-40B4-BE49-F238E27FC236}">
                    <a16:creationId xmlns:a16="http://schemas.microsoft.com/office/drawing/2014/main" id="{29DDD5B9-E4F9-4BBD-A634-8F5D329AE8EF}"/>
                  </a:ext>
                </a:extLst>
              </p:cNvPr>
              <p:cNvSpPr/>
              <p:nvPr/>
            </p:nvSpPr>
            <p:spPr>
              <a:xfrm>
                <a:off x="42486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06" name="타원 21405">
                <a:extLst>
                  <a:ext uri="{FF2B5EF4-FFF2-40B4-BE49-F238E27FC236}">
                    <a16:creationId xmlns:a16="http://schemas.microsoft.com/office/drawing/2014/main" id="{1667AD2D-1754-407D-8C5F-A871164872A7}"/>
                  </a:ext>
                </a:extLst>
              </p:cNvPr>
              <p:cNvSpPr/>
              <p:nvPr/>
            </p:nvSpPr>
            <p:spPr>
              <a:xfrm>
                <a:off x="44010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07" name="타원 21406">
                <a:extLst>
                  <a:ext uri="{FF2B5EF4-FFF2-40B4-BE49-F238E27FC236}">
                    <a16:creationId xmlns:a16="http://schemas.microsoft.com/office/drawing/2014/main" id="{711AEA9A-FAD7-42F3-BE38-6A3FDD78DEA3}"/>
                  </a:ext>
                </a:extLst>
              </p:cNvPr>
              <p:cNvSpPr/>
              <p:nvPr/>
            </p:nvSpPr>
            <p:spPr>
              <a:xfrm>
                <a:off x="45534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08" name="타원 21407">
                <a:extLst>
                  <a:ext uri="{FF2B5EF4-FFF2-40B4-BE49-F238E27FC236}">
                    <a16:creationId xmlns:a16="http://schemas.microsoft.com/office/drawing/2014/main" id="{DDBB9581-4D88-469C-8175-C421852D76BA}"/>
                  </a:ext>
                </a:extLst>
              </p:cNvPr>
              <p:cNvSpPr/>
              <p:nvPr/>
            </p:nvSpPr>
            <p:spPr>
              <a:xfrm>
                <a:off x="47058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09" name="타원 21408">
                <a:extLst>
                  <a:ext uri="{FF2B5EF4-FFF2-40B4-BE49-F238E27FC236}">
                    <a16:creationId xmlns:a16="http://schemas.microsoft.com/office/drawing/2014/main" id="{F2DFA9C2-32CD-495E-9A16-4477CCACEECC}"/>
                  </a:ext>
                </a:extLst>
              </p:cNvPr>
              <p:cNvSpPr/>
              <p:nvPr/>
            </p:nvSpPr>
            <p:spPr>
              <a:xfrm>
                <a:off x="48582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10" name="타원 21409">
                <a:extLst>
                  <a:ext uri="{FF2B5EF4-FFF2-40B4-BE49-F238E27FC236}">
                    <a16:creationId xmlns:a16="http://schemas.microsoft.com/office/drawing/2014/main" id="{BDD257FC-0F08-49D0-B471-7EB71B307752}"/>
                  </a:ext>
                </a:extLst>
              </p:cNvPr>
              <p:cNvSpPr/>
              <p:nvPr/>
            </p:nvSpPr>
            <p:spPr>
              <a:xfrm>
                <a:off x="50106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11" name="타원 21410">
                <a:extLst>
                  <a:ext uri="{FF2B5EF4-FFF2-40B4-BE49-F238E27FC236}">
                    <a16:creationId xmlns:a16="http://schemas.microsoft.com/office/drawing/2014/main" id="{64DAD5C1-A7A9-4F37-932B-4DA63A3AB60F}"/>
                  </a:ext>
                </a:extLst>
              </p:cNvPr>
              <p:cNvSpPr/>
              <p:nvPr/>
            </p:nvSpPr>
            <p:spPr>
              <a:xfrm>
                <a:off x="51630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12" name="타원 21411">
                <a:extLst>
                  <a:ext uri="{FF2B5EF4-FFF2-40B4-BE49-F238E27FC236}">
                    <a16:creationId xmlns:a16="http://schemas.microsoft.com/office/drawing/2014/main" id="{551B7C5B-3BC0-42A9-A175-67D2F6B60844}"/>
                  </a:ext>
                </a:extLst>
              </p:cNvPr>
              <p:cNvSpPr/>
              <p:nvPr/>
            </p:nvSpPr>
            <p:spPr>
              <a:xfrm>
                <a:off x="53154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13" name="타원 21412">
                <a:extLst>
                  <a:ext uri="{FF2B5EF4-FFF2-40B4-BE49-F238E27FC236}">
                    <a16:creationId xmlns:a16="http://schemas.microsoft.com/office/drawing/2014/main" id="{226BC04E-2350-457C-BCC1-3B22FD32E110}"/>
                  </a:ext>
                </a:extLst>
              </p:cNvPr>
              <p:cNvSpPr/>
              <p:nvPr/>
            </p:nvSpPr>
            <p:spPr>
              <a:xfrm>
                <a:off x="54678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14" name="타원 21413">
                <a:extLst>
                  <a:ext uri="{FF2B5EF4-FFF2-40B4-BE49-F238E27FC236}">
                    <a16:creationId xmlns:a16="http://schemas.microsoft.com/office/drawing/2014/main" id="{2F2D53CE-FDAB-4D87-923B-46129B6899E3}"/>
                  </a:ext>
                </a:extLst>
              </p:cNvPr>
              <p:cNvSpPr/>
              <p:nvPr/>
            </p:nvSpPr>
            <p:spPr>
              <a:xfrm>
                <a:off x="5620275" y="3936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15" name="타원 21414">
                <a:extLst>
                  <a:ext uri="{FF2B5EF4-FFF2-40B4-BE49-F238E27FC236}">
                    <a16:creationId xmlns:a16="http://schemas.microsoft.com/office/drawing/2014/main" id="{DBA2DD94-9A92-43D0-AAE1-3F4FC27299BA}"/>
                  </a:ext>
                </a:extLst>
              </p:cNvPr>
              <p:cNvSpPr/>
              <p:nvPr/>
            </p:nvSpPr>
            <p:spPr>
              <a:xfrm>
                <a:off x="2862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16" name="타원 21415">
                <a:extLst>
                  <a:ext uri="{FF2B5EF4-FFF2-40B4-BE49-F238E27FC236}">
                    <a16:creationId xmlns:a16="http://schemas.microsoft.com/office/drawing/2014/main" id="{3CDF1F58-92DA-4061-B32E-499090B640CB}"/>
                  </a:ext>
                </a:extLst>
              </p:cNvPr>
              <p:cNvSpPr/>
              <p:nvPr/>
            </p:nvSpPr>
            <p:spPr>
              <a:xfrm>
                <a:off x="4386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17" name="타원 21416">
                <a:extLst>
                  <a:ext uri="{FF2B5EF4-FFF2-40B4-BE49-F238E27FC236}">
                    <a16:creationId xmlns:a16="http://schemas.microsoft.com/office/drawing/2014/main" id="{ACE3E2C9-29C3-49E8-8AB6-C78A88D56CB5}"/>
                  </a:ext>
                </a:extLst>
              </p:cNvPr>
              <p:cNvSpPr/>
              <p:nvPr/>
            </p:nvSpPr>
            <p:spPr>
              <a:xfrm>
                <a:off x="5910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18" name="타원 21417">
                <a:extLst>
                  <a:ext uri="{FF2B5EF4-FFF2-40B4-BE49-F238E27FC236}">
                    <a16:creationId xmlns:a16="http://schemas.microsoft.com/office/drawing/2014/main" id="{F6B954F1-2C63-4175-90D4-BCFC8892C4D4}"/>
                  </a:ext>
                </a:extLst>
              </p:cNvPr>
              <p:cNvSpPr/>
              <p:nvPr/>
            </p:nvSpPr>
            <p:spPr>
              <a:xfrm>
                <a:off x="7434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19" name="타원 21418">
                <a:extLst>
                  <a:ext uri="{FF2B5EF4-FFF2-40B4-BE49-F238E27FC236}">
                    <a16:creationId xmlns:a16="http://schemas.microsoft.com/office/drawing/2014/main" id="{533BEE8C-288B-4563-A753-3A71708695A4}"/>
                  </a:ext>
                </a:extLst>
              </p:cNvPr>
              <p:cNvSpPr/>
              <p:nvPr/>
            </p:nvSpPr>
            <p:spPr>
              <a:xfrm>
                <a:off x="8958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20" name="타원 21419">
                <a:extLst>
                  <a:ext uri="{FF2B5EF4-FFF2-40B4-BE49-F238E27FC236}">
                    <a16:creationId xmlns:a16="http://schemas.microsoft.com/office/drawing/2014/main" id="{F61E9EFB-67E3-4BF0-9277-B3159168C5EE}"/>
                  </a:ext>
                </a:extLst>
              </p:cNvPr>
              <p:cNvSpPr/>
              <p:nvPr/>
            </p:nvSpPr>
            <p:spPr>
              <a:xfrm>
                <a:off x="10482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21" name="타원 21420">
                <a:extLst>
                  <a:ext uri="{FF2B5EF4-FFF2-40B4-BE49-F238E27FC236}">
                    <a16:creationId xmlns:a16="http://schemas.microsoft.com/office/drawing/2014/main" id="{DCBDBC8D-53E4-40A0-A5BD-63B4AD497ABC}"/>
                  </a:ext>
                </a:extLst>
              </p:cNvPr>
              <p:cNvSpPr/>
              <p:nvPr/>
            </p:nvSpPr>
            <p:spPr>
              <a:xfrm>
                <a:off x="12006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22" name="타원 21421">
                <a:extLst>
                  <a:ext uri="{FF2B5EF4-FFF2-40B4-BE49-F238E27FC236}">
                    <a16:creationId xmlns:a16="http://schemas.microsoft.com/office/drawing/2014/main" id="{3F700115-BF93-41AC-BEA9-22CFAB65BF70}"/>
                  </a:ext>
                </a:extLst>
              </p:cNvPr>
              <p:cNvSpPr/>
              <p:nvPr/>
            </p:nvSpPr>
            <p:spPr>
              <a:xfrm>
                <a:off x="13530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23" name="타원 21422">
                <a:extLst>
                  <a:ext uri="{FF2B5EF4-FFF2-40B4-BE49-F238E27FC236}">
                    <a16:creationId xmlns:a16="http://schemas.microsoft.com/office/drawing/2014/main" id="{169A45E8-956D-4E2A-9BF9-6001A4B0B191}"/>
                  </a:ext>
                </a:extLst>
              </p:cNvPr>
              <p:cNvSpPr/>
              <p:nvPr/>
            </p:nvSpPr>
            <p:spPr>
              <a:xfrm>
                <a:off x="15054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24" name="타원 21423">
                <a:extLst>
                  <a:ext uri="{FF2B5EF4-FFF2-40B4-BE49-F238E27FC236}">
                    <a16:creationId xmlns:a16="http://schemas.microsoft.com/office/drawing/2014/main" id="{18D1E896-2254-422E-BF8E-8DD525FEC924}"/>
                  </a:ext>
                </a:extLst>
              </p:cNvPr>
              <p:cNvSpPr/>
              <p:nvPr/>
            </p:nvSpPr>
            <p:spPr>
              <a:xfrm>
                <a:off x="16578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25" name="타원 21424">
                <a:extLst>
                  <a:ext uri="{FF2B5EF4-FFF2-40B4-BE49-F238E27FC236}">
                    <a16:creationId xmlns:a16="http://schemas.microsoft.com/office/drawing/2014/main" id="{8FEC2403-ED87-4B32-BC41-0BE74AC318C1}"/>
                  </a:ext>
                </a:extLst>
              </p:cNvPr>
              <p:cNvSpPr/>
              <p:nvPr/>
            </p:nvSpPr>
            <p:spPr>
              <a:xfrm>
                <a:off x="18102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26" name="타원 21425">
                <a:extLst>
                  <a:ext uri="{FF2B5EF4-FFF2-40B4-BE49-F238E27FC236}">
                    <a16:creationId xmlns:a16="http://schemas.microsoft.com/office/drawing/2014/main" id="{9F86F32F-3AC7-44EC-BA2E-5CFFBA4A35C1}"/>
                  </a:ext>
                </a:extLst>
              </p:cNvPr>
              <p:cNvSpPr/>
              <p:nvPr/>
            </p:nvSpPr>
            <p:spPr>
              <a:xfrm>
                <a:off x="19626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27" name="타원 21426">
                <a:extLst>
                  <a:ext uri="{FF2B5EF4-FFF2-40B4-BE49-F238E27FC236}">
                    <a16:creationId xmlns:a16="http://schemas.microsoft.com/office/drawing/2014/main" id="{42257B91-7C81-4374-A769-C9A618EE3A02}"/>
                  </a:ext>
                </a:extLst>
              </p:cNvPr>
              <p:cNvSpPr/>
              <p:nvPr/>
            </p:nvSpPr>
            <p:spPr>
              <a:xfrm>
                <a:off x="21150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28" name="타원 21427">
                <a:extLst>
                  <a:ext uri="{FF2B5EF4-FFF2-40B4-BE49-F238E27FC236}">
                    <a16:creationId xmlns:a16="http://schemas.microsoft.com/office/drawing/2014/main" id="{D13F5FBA-3A5C-4153-B7EE-165E2F953638}"/>
                  </a:ext>
                </a:extLst>
              </p:cNvPr>
              <p:cNvSpPr/>
              <p:nvPr/>
            </p:nvSpPr>
            <p:spPr>
              <a:xfrm>
                <a:off x="22674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29" name="타원 21428">
                <a:extLst>
                  <a:ext uri="{FF2B5EF4-FFF2-40B4-BE49-F238E27FC236}">
                    <a16:creationId xmlns:a16="http://schemas.microsoft.com/office/drawing/2014/main" id="{C575C65B-68C2-4DDD-B773-CADA137D5262}"/>
                  </a:ext>
                </a:extLst>
              </p:cNvPr>
              <p:cNvSpPr/>
              <p:nvPr/>
            </p:nvSpPr>
            <p:spPr>
              <a:xfrm>
                <a:off x="24198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30" name="타원 21429">
                <a:extLst>
                  <a:ext uri="{FF2B5EF4-FFF2-40B4-BE49-F238E27FC236}">
                    <a16:creationId xmlns:a16="http://schemas.microsoft.com/office/drawing/2014/main" id="{2820D8B7-3D20-4EEA-848F-F9AE6DA62F67}"/>
                  </a:ext>
                </a:extLst>
              </p:cNvPr>
              <p:cNvSpPr/>
              <p:nvPr/>
            </p:nvSpPr>
            <p:spPr>
              <a:xfrm>
                <a:off x="25722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31" name="타원 21430">
                <a:extLst>
                  <a:ext uri="{FF2B5EF4-FFF2-40B4-BE49-F238E27FC236}">
                    <a16:creationId xmlns:a16="http://schemas.microsoft.com/office/drawing/2014/main" id="{2856703E-E4A3-4F7E-9A8E-06F41FBFEEB4}"/>
                  </a:ext>
                </a:extLst>
              </p:cNvPr>
              <p:cNvSpPr/>
              <p:nvPr/>
            </p:nvSpPr>
            <p:spPr>
              <a:xfrm>
                <a:off x="27246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32" name="타원 21431">
                <a:extLst>
                  <a:ext uri="{FF2B5EF4-FFF2-40B4-BE49-F238E27FC236}">
                    <a16:creationId xmlns:a16="http://schemas.microsoft.com/office/drawing/2014/main" id="{5E889696-466E-414C-9767-17D1A4961AB4}"/>
                  </a:ext>
                </a:extLst>
              </p:cNvPr>
              <p:cNvSpPr/>
              <p:nvPr/>
            </p:nvSpPr>
            <p:spPr>
              <a:xfrm>
                <a:off x="28770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33" name="타원 21432">
                <a:extLst>
                  <a:ext uri="{FF2B5EF4-FFF2-40B4-BE49-F238E27FC236}">
                    <a16:creationId xmlns:a16="http://schemas.microsoft.com/office/drawing/2014/main" id="{0B63E9D3-2FF6-4F77-8DED-713934DDCDE1}"/>
                  </a:ext>
                </a:extLst>
              </p:cNvPr>
              <p:cNvSpPr/>
              <p:nvPr/>
            </p:nvSpPr>
            <p:spPr>
              <a:xfrm>
                <a:off x="30294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34" name="타원 21433">
                <a:extLst>
                  <a:ext uri="{FF2B5EF4-FFF2-40B4-BE49-F238E27FC236}">
                    <a16:creationId xmlns:a16="http://schemas.microsoft.com/office/drawing/2014/main" id="{928138F4-3199-47F6-A602-459735878100}"/>
                  </a:ext>
                </a:extLst>
              </p:cNvPr>
              <p:cNvSpPr/>
              <p:nvPr/>
            </p:nvSpPr>
            <p:spPr>
              <a:xfrm>
                <a:off x="31818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35" name="타원 21434">
                <a:extLst>
                  <a:ext uri="{FF2B5EF4-FFF2-40B4-BE49-F238E27FC236}">
                    <a16:creationId xmlns:a16="http://schemas.microsoft.com/office/drawing/2014/main" id="{93206294-35C2-4E2C-A122-2A7491D48C21}"/>
                  </a:ext>
                </a:extLst>
              </p:cNvPr>
              <p:cNvSpPr/>
              <p:nvPr/>
            </p:nvSpPr>
            <p:spPr>
              <a:xfrm>
                <a:off x="33342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36" name="타원 21435">
                <a:extLst>
                  <a:ext uri="{FF2B5EF4-FFF2-40B4-BE49-F238E27FC236}">
                    <a16:creationId xmlns:a16="http://schemas.microsoft.com/office/drawing/2014/main" id="{2E2629BA-61BE-4E85-9A71-3AEE045FFE84}"/>
                  </a:ext>
                </a:extLst>
              </p:cNvPr>
              <p:cNvSpPr/>
              <p:nvPr/>
            </p:nvSpPr>
            <p:spPr>
              <a:xfrm>
                <a:off x="34866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37" name="타원 21436">
                <a:extLst>
                  <a:ext uri="{FF2B5EF4-FFF2-40B4-BE49-F238E27FC236}">
                    <a16:creationId xmlns:a16="http://schemas.microsoft.com/office/drawing/2014/main" id="{B8D43154-AA25-4038-AB08-4B54FCCC0905}"/>
                  </a:ext>
                </a:extLst>
              </p:cNvPr>
              <p:cNvSpPr/>
              <p:nvPr/>
            </p:nvSpPr>
            <p:spPr>
              <a:xfrm>
                <a:off x="36390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38" name="타원 21437">
                <a:extLst>
                  <a:ext uri="{FF2B5EF4-FFF2-40B4-BE49-F238E27FC236}">
                    <a16:creationId xmlns:a16="http://schemas.microsoft.com/office/drawing/2014/main" id="{3CF3F27B-F808-4C4F-8462-84191C6F1F61}"/>
                  </a:ext>
                </a:extLst>
              </p:cNvPr>
              <p:cNvSpPr/>
              <p:nvPr/>
            </p:nvSpPr>
            <p:spPr>
              <a:xfrm>
                <a:off x="37914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39" name="타원 21438">
                <a:extLst>
                  <a:ext uri="{FF2B5EF4-FFF2-40B4-BE49-F238E27FC236}">
                    <a16:creationId xmlns:a16="http://schemas.microsoft.com/office/drawing/2014/main" id="{6F853537-7E1A-4F4B-978C-C8A36A9C4036}"/>
                  </a:ext>
                </a:extLst>
              </p:cNvPr>
              <p:cNvSpPr/>
              <p:nvPr/>
            </p:nvSpPr>
            <p:spPr>
              <a:xfrm>
                <a:off x="39438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40" name="타원 21439">
                <a:extLst>
                  <a:ext uri="{FF2B5EF4-FFF2-40B4-BE49-F238E27FC236}">
                    <a16:creationId xmlns:a16="http://schemas.microsoft.com/office/drawing/2014/main" id="{50ACC262-0E7A-4E85-BEBF-537B6E1E50A4}"/>
                  </a:ext>
                </a:extLst>
              </p:cNvPr>
              <p:cNvSpPr/>
              <p:nvPr/>
            </p:nvSpPr>
            <p:spPr>
              <a:xfrm>
                <a:off x="40962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41" name="타원 21440">
                <a:extLst>
                  <a:ext uri="{FF2B5EF4-FFF2-40B4-BE49-F238E27FC236}">
                    <a16:creationId xmlns:a16="http://schemas.microsoft.com/office/drawing/2014/main" id="{5DEC207F-FE3E-4D4E-99D0-052739FD2B00}"/>
                  </a:ext>
                </a:extLst>
              </p:cNvPr>
              <p:cNvSpPr/>
              <p:nvPr/>
            </p:nvSpPr>
            <p:spPr>
              <a:xfrm>
                <a:off x="42486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42" name="타원 21441">
                <a:extLst>
                  <a:ext uri="{FF2B5EF4-FFF2-40B4-BE49-F238E27FC236}">
                    <a16:creationId xmlns:a16="http://schemas.microsoft.com/office/drawing/2014/main" id="{4326CCB9-3ED6-43C1-A659-38BBB14ADAE9}"/>
                  </a:ext>
                </a:extLst>
              </p:cNvPr>
              <p:cNvSpPr/>
              <p:nvPr/>
            </p:nvSpPr>
            <p:spPr>
              <a:xfrm>
                <a:off x="44010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43" name="타원 21442">
                <a:extLst>
                  <a:ext uri="{FF2B5EF4-FFF2-40B4-BE49-F238E27FC236}">
                    <a16:creationId xmlns:a16="http://schemas.microsoft.com/office/drawing/2014/main" id="{186A84DA-6E3A-49CD-A626-6EFAF6F24D2E}"/>
                  </a:ext>
                </a:extLst>
              </p:cNvPr>
              <p:cNvSpPr/>
              <p:nvPr/>
            </p:nvSpPr>
            <p:spPr>
              <a:xfrm>
                <a:off x="45534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44" name="타원 21443">
                <a:extLst>
                  <a:ext uri="{FF2B5EF4-FFF2-40B4-BE49-F238E27FC236}">
                    <a16:creationId xmlns:a16="http://schemas.microsoft.com/office/drawing/2014/main" id="{FBBAAEA7-4076-4629-8376-3556CF4435A8}"/>
                  </a:ext>
                </a:extLst>
              </p:cNvPr>
              <p:cNvSpPr/>
              <p:nvPr/>
            </p:nvSpPr>
            <p:spPr>
              <a:xfrm>
                <a:off x="47058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45" name="타원 21444">
                <a:extLst>
                  <a:ext uri="{FF2B5EF4-FFF2-40B4-BE49-F238E27FC236}">
                    <a16:creationId xmlns:a16="http://schemas.microsoft.com/office/drawing/2014/main" id="{37BF302D-E275-4D2D-B704-2F0EEF44EE8A}"/>
                  </a:ext>
                </a:extLst>
              </p:cNvPr>
              <p:cNvSpPr/>
              <p:nvPr/>
            </p:nvSpPr>
            <p:spPr>
              <a:xfrm>
                <a:off x="48582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46" name="타원 21445">
                <a:extLst>
                  <a:ext uri="{FF2B5EF4-FFF2-40B4-BE49-F238E27FC236}">
                    <a16:creationId xmlns:a16="http://schemas.microsoft.com/office/drawing/2014/main" id="{29B1B02D-BE18-4C5B-BCBD-2200BFA9FF03}"/>
                  </a:ext>
                </a:extLst>
              </p:cNvPr>
              <p:cNvSpPr/>
              <p:nvPr/>
            </p:nvSpPr>
            <p:spPr>
              <a:xfrm>
                <a:off x="50106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47" name="타원 21446">
                <a:extLst>
                  <a:ext uri="{FF2B5EF4-FFF2-40B4-BE49-F238E27FC236}">
                    <a16:creationId xmlns:a16="http://schemas.microsoft.com/office/drawing/2014/main" id="{B33BBB92-C634-4412-9C97-60B4F30E6651}"/>
                  </a:ext>
                </a:extLst>
              </p:cNvPr>
              <p:cNvSpPr/>
              <p:nvPr/>
            </p:nvSpPr>
            <p:spPr>
              <a:xfrm>
                <a:off x="51630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48" name="타원 21447">
                <a:extLst>
                  <a:ext uri="{FF2B5EF4-FFF2-40B4-BE49-F238E27FC236}">
                    <a16:creationId xmlns:a16="http://schemas.microsoft.com/office/drawing/2014/main" id="{49B38198-4675-46ED-BABD-6EB988EC56C8}"/>
                  </a:ext>
                </a:extLst>
              </p:cNvPr>
              <p:cNvSpPr/>
              <p:nvPr/>
            </p:nvSpPr>
            <p:spPr>
              <a:xfrm>
                <a:off x="53154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49" name="타원 21448">
                <a:extLst>
                  <a:ext uri="{FF2B5EF4-FFF2-40B4-BE49-F238E27FC236}">
                    <a16:creationId xmlns:a16="http://schemas.microsoft.com/office/drawing/2014/main" id="{DE6DA1D7-B74E-4E12-B0EA-AF9A343E53B7}"/>
                  </a:ext>
                </a:extLst>
              </p:cNvPr>
              <p:cNvSpPr/>
              <p:nvPr/>
            </p:nvSpPr>
            <p:spPr>
              <a:xfrm>
                <a:off x="54678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50" name="타원 21449">
                <a:extLst>
                  <a:ext uri="{FF2B5EF4-FFF2-40B4-BE49-F238E27FC236}">
                    <a16:creationId xmlns:a16="http://schemas.microsoft.com/office/drawing/2014/main" id="{1F2FDE59-0812-4109-9E46-688703022205}"/>
                  </a:ext>
                </a:extLst>
              </p:cNvPr>
              <p:cNvSpPr/>
              <p:nvPr/>
            </p:nvSpPr>
            <p:spPr>
              <a:xfrm>
                <a:off x="5620275" y="4088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51" name="타원 21450">
                <a:extLst>
                  <a:ext uri="{FF2B5EF4-FFF2-40B4-BE49-F238E27FC236}">
                    <a16:creationId xmlns:a16="http://schemas.microsoft.com/office/drawing/2014/main" id="{A34A606E-D42E-4C03-893C-DD50E7D5668F}"/>
                  </a:ext>
                </a:extLst>
              </p:cNvPr>
              <p:cNvSpPr/>
              <p:nvPr/>
            </p:nvSpPr>
            <p:spPr>
              <a:xfrm>
                <a:off x="2862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52" name="타원 21451">
                <a:extLst>
                  <a:ext uri="{FF2B5EF4-FFF2-40B4-BE49-F238E27FC236}">
                    <a16:creationId xmlns:a16="http://schemas.microsoft.com/office/drawing/2014/main" id="{F6675D04-EB43-4530-B4AD-355F14D308F4}"/>
                  </a:ext>
                </a:extLst>
              </p:cNvPr>
              <p:cNvSpPr/>
              <p:nvPr/>
            </p:nvSpPr>
            <p:spPr>
              <a:xfrm>
                <a:off x="4386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53" name="타원 21452">
                <a:extLst>
                  <a:ext uri="{FF2B5EF4-FFF2-40B4-BE49-F238E27FC236}">
                    <a16:creationId xmlns:a16="http://schemas.microsoft.com/office/drawing/2014/main" id="{68EB6772-9FA0-4072-88F3-1338DF6E1604}"/>
                  </a:ext>
                </a:extLst>
              </p:cNvPr>
              <p:cNvSpPr/>
              <p:nvPr/>
            </p:nvSpPr>
            <p:spPr>
              <a:xfrm>
                <a:off x="5910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54" name="타원 21453">
                <a:extLst>
                  <a:ext uri="{FF2B5EF4-FFF2-40B4-BE49-F238E27FC236}">
                    <a16:creationId xmlns:a16="http://schemas.microsoft.com/office/drawing/2014/main" id="{2E69BEE3-23F1-4AE5-8FE5-C04CB2319AD4}"/>
                  </a:ext>
                </a:extLst>
              </p:cNvPr>
              <p:cNvSpPr/>
              <p:nvPr/>
            </p:nvSpPr>
            <p:spPr>
              <a:xfrm>
                <a:off x="7434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55" name="타원 21454">
                <a:extLst>
                  <a:ext uri="{FF2B5EF4-FFF2-40B4-BE49-F238E27FC236}">
                    <a16:creationId xmlns:a16="http://schemas.microsoft.com/office/drawing/2014/main" id="{FEB39E89-C3C0-4526-AE3F-2F7F99857C70}"/>
                  </a:ext>
                </a:extLst>
              </p:cNvPr>
              <p:cNvSpPr/>
              <p:nvPr/>
            </p:nvSpPr>
            <p:spPr>
              <a:xfrm>
                <a:off x="8958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56" name="타원 21455">
                <a:extLst>
                  <a:ext uri="{FF2B5EF4-FFF2-40B4-BE49-F238E27FC236}">
                    <a16:creationId xmlns:a16="http://schemas.microsoft.com/office/drawing/2014/main" id="{63907633-689F-4E2E-AB2F-D3E9322A8B3E}"/>
                  </a:ext>
                </a:extLst>
              </p:cNvPr>
              <p:cNvSpPr/>
              <p:nvPr/>
            </p:nvSpPr>
            <p:spPr>
              <a:xfrm>
                <a:off x="10482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57" name="타원 21456">
                <a:extLst>
                  <a:ext uri="{FF2B5EF4-FFF2-40B4-BE49-F238E27FC236}">
                    <a16:creationId xmlns:a16="http://schemas.microsoft.com/office/drawing/2014/main" id="{17DF6DDC-542F-4084-AF36-9FE239C3943A}"/>
                  </a:ext>
                </a:extLst>
              </p:cNvPr>
              <p:cNvSpPr/>
              <p:nvPr/>
            </p:nvSpPr>
            <p:spPr>
              <a:xfrm>
                <a:off x="12006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58" name="타원 21457">
                <a:extLst>
                  <a:ext uri="{FF2B5EF4-FFF2-40B4-BE49-F238E27FC236}">
                    <a16:creationId xmlns:a16="http://schemas.microsoft.com/office/drawing/2014/main" id="{281CCD35-5115-4C9D-804C-06FD3B1CF934}"/>
                  </a:ext>
                </a:extLst>
              </p:cNvPr>
              <p:cNvSpPr/>
              <p:nvPr/>
            </p:nvSpPr>
            <p:spPr>
              <a:xfrm>
                <a:off x="13530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59" name="타원 21458">
                <a:extLst>
                  <a:ext uri="{FF2B5EF4-FFF2-40B4-BE49-F238E27FC236}">
                    <a16:creationId xmlns:a16="http://schemas.microsoft.com/office/drawing/2014/main" id="{99BC3EB5-46AB-41FD-A1B5-7A395622401B}"/>
                  </a:ext>
                </a:extLst>
              </p:cNvPr>
              <p:cNvSpPr/>
              <p:nvPr/>
            </p:nvSpPr>
            <p:spPr>
              <a:xfrm>
                <a:off x="15054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60" name="타원 21459">
                <a:extLst>
                  <a:ext uri="{FF2B5EF4-FFF2-40B4-BE49-F238E27FC236}">
                    <a16:creationId xmlns:a16="http://schemas.microsoft.com/office/drawing/2014/main" id="{0D1CDFFD-697B-44F2-A7EB-BBA0CCF4ED4C}"/>
                  </a:ext>
                </a:extLst>
              </p:cNvPr>
              <p:cNvSpPr/>
              <p:nvPr/>
            </p:nvSpPr>
            <p:spPr>
              <a:xfrm>
                <a:off x="16578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61" name="타원 21460">
                <a:extLst>
                  <a:ext uri="{FF2B5EF4-FFF2-40B4-BE49-F238E27FC236}">
                    <a16:creationId xmlns:a16="http://schemas.microsoft.com/office/drawing/2014/main" id="{67A8E27B-BA1D-474D-83F0-1F950E9A2D5E}"/>
                  </a:ext>
                </a:extLst>
              </p:cNvPr>
              <p:cNvSpPr/>
              <p:nvPr/>
            </p:nvSpPr>
            <p:spPr>
              <a:xfrm>
                <a:off x="18102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62" name="타원 21461">
                <a:extLst>
                  <a:ext uri="{FF2B5EF4-FFF2-40B4-BE49-F238E27FC236}">
                    <a16:creationId xmlns:a16="http://schemas.microsoft.com/office/drawing/2014/main" id="{C4497F87-5029-43B4-AE07-0DB4546DE5E2}"/>
                  </a:ext>
                </a:extLst>
              </p:cNvPr>
              <p:cNvSpPr/>
              <p:nvPr/>
            </p:nvSpPr>
            <p:spPr>
              <a:xfrm>
                <a:off x="19626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63" name="타원 21462">
                <a:extLst>
                  <a:ext uri="{FF2B5EF4-FFF2-40B4-BE49-F238E27FC236}">
                    <a16:creationId xmlns:a16="http://schemas.microsoft.com/office/drawing/2014/main" id="{3C54F8B6-712A-49B0-99DA-C83CA4F95648}"/>
                  </a:ext>
                </a:extLst>
              </p:cNvPr>
              <p:cNvSpPr/>
              <p:nvPr/>
            </p:nvSpPr>
            <p:spPr>
              <a:xfrm>
                <a:off x="21150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64" name="타원 21463">
                <a:extLst>
                  <a:ext uri="{FF2B5EF4-FFF2-40B4-BE49-F238E27FC236}">
                    <a16:creationId xmlns:a16="http://schemas.microsoft.com/office/drawing/2014/main" id="{7F61C348-B40A-4DC2-9014-F3E1DB3D23C7}"/>
                  </a:ext>
                </a:extLst>
              </p:cNvPr>
              <p:cNvSpPr/>
              <p:nvPr/>
            </p:nvSpPr>
            <p:spPr>
              <a:xfrm>
                <a:off x="22674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65" name="타원 21464">
                <a:extLst>
                  <a:ext uri="{FF2B5EF4-FFF2-40B4-BE49-F238E27FC236}">
                    <a16:creationId xmlns:a16="http://schemas.microsoft.com/office/drawing/2014/main" id="{DF13AB5D-1EE1-4265-BD92-2856B150C765}"/>
                  </a:ext>
                </a:extLst>
              </p:cNvPr>
              <p:cNvSpPr/>
              <p:nvPr/>
            </p:nvSpPr>
            <p:spPr>
              <a:xfrm>
                <a:off x="24198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66" name="타원 21465">
                <a:extLst>
                  <a:ext uri="{FF2B5EF4-FFF2-40B4-BE49-F238E27FC236}">
                    <a16:creationId xmlns:a16="http://schemas.microsoft.com/office/drawing/2014/main" id="{4739C9CC-8B1D-4950-9EEB-36ED0B366271}"/>
                  </a:ext>
                </a:extLst>
              </p:cNvPr>
              <p:cNvSpPr/>
              <p:nvPr/>
            </p:nvSpPr>
            <p:spPr>
              <a:xfrm>
                <a:off x="25722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67" name="타원 21466">
                <a:extLst>
                  <a:ext uri="{FF2B5EF4-FFF2-40B4-BE49-F238E27FC236}">
                    <a16:creationId xmlns:a16="http://schemas.microsoft.com/office/drawing/2014/main" id="{1AAA9E7D-873E-4876-A4DC-FBC197F96844}"/>
                  </a:ext>
                </a:extLst>
              </p:cNvPr>
              <p:cNvSpPr/>
              <p:nvPr/>
            </p:nvSpPr>
            <p:spPr>
              <a:xfrm>
                <a:off x="27246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68" name="타원 21467">
                <a:extLst>
                  <a:ext uri="{FF2B5EF4-FFF2-40B4-BE49-F238E27FC236}">
                    <a16:creationId xmlns:a16="http://schemas.microsoft.com/office/drawing/2014/main" id="{26D2DF48-B660-4E56-A3C9-748BABDE74E8}"/>
                  </a:ext>
                </a:extLst>
              </p:cNvPr>
              <p:cNvSpPr/>
              <p:nvPr/>
            </p:nvSpPr>
            <p:spPr>
              <a:xfrm>
                <a:off x="28770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69" name="타원 21468">
                <a:extLst>
                  <a:ext uri="{FF2B5EF4-FFF2-40B4-BE49-F238E27FC236}">
                    <a16:creationId xmlns:a16="http://schemas.microsoft.com/office/drawing/2014/main" id="{46E17C90-C6FD-47BF-AEB3-BB1F215EC934}"/>
                  </a:ext>
                </a:extLst>
              </p:cNvPr>
              <p:cNvSpPr/>
              <p:nvPr/>
            </p:nvSpPr>
            <p:spPr>
              <a:xfrm>
                <a:off x="30294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70" name="타원 21469">
                <a:extLst>
                  <a:ext uri="{FF2B5EF4-FFF2-40B4-BE49-F238E27FC236}">
                    <a16:creationId xmlns:a16="http://schemas.microsoft.com/office/drawing/2014/main" id="{39A8D1F2-0284-4432-BC9F-C979BEE8777C}"/>
                  </a:ext>
                </a:extLst>
              </p:cNvPr>
              <p:cNvSpPr/>
              <p:nvPr/>
            </p:nvSpPr>
            <p:spPr>
              <a:xfrm>
                <a:off x="31818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71" name="타원 21470">
                <a:extLst>
                  <a:ext uri="{FF2B5EF4-FFF2-40B4-BE49-F238E27FC236}">
                    <a16:creationId xmlns:a16="http://schemas.microsoft.com/office/drawing/2014/main" id="{2218D26E-8ECE-4025-8633-53CD032E73D3}"/>
                  </a:ext>
                </a:extLst>
              </p:cNvPr>
              <p:cNvSpPr/>
              <p:nvPr/>
            </p:nvSpPr>
            <p:spPr>
              <a:xfrm>
                <a:off x="33342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72" name="타원 21471">
                <a:extLst>
                  <a:ext uri="{FF2B5EF4-FFF2-40B4-BE49-F238E27FC236}">
                    <a16:creationId xmlns:a16="http://schemas.microsoft.com/office/drawing/2014/main" id="{35410B98-CBBE-4925-920A-6631A15FFA36}"/>
                  </a:ext>
                </a:extLst>
              </p:cNvPr>
              <p:cNvSpPr/>
              <p:nvPr/>
            </p:nvSpPr>
            <p:spPr>
              <a:xfrm>
                <a:off x="34866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73" name="타원 21472">
                <a:extLst>
                  <a:ext uri="{FF2B5EF4-FFF2-40B4-BE49-F238E27FC236}">
                    <a16:creationId xmlns:a16="http://schemas.microsoft.com/office/drawing/2014/main" id="{EEEC2EBF-26B3-406F-89ED-ACF0DC5DEE0C}"/>
                  </a:ext>
                </a:extLst>
              </p:cNvPr>
              <p:cNvSpPr/>
              <p:nvPr/>
            </p:nvSpPr>
            <p:spPr>
              <a:xfrm>
                <a:off x="36390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74" name="타원 21473">
                <a:extLst>
                  <a:ext uri="{FF2B5EF4-FFF2-40B4-BE49-F238E27FC236}">
                    <a16:creationId xmlns:a16="http://schemas.microsoft.com/office/drawing/2014/main" id="{94C213BF-2BA6-447B-9E6B-14277C5F687F}"/>
                  </a:ext>
                </a:extLst>
              </p:cNvPr>
              <p:cNvSpPr/>
              <p:nvPr/>
            </p:nvSpPr>
            <p:spPr>
              <a:xfrm>
                <a:off x="37914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75" name="타원 21474">
                <a:extLst>
                  <a:ext uri="{FF2B5EF4-FFF2-40B4-BE49-F238E27FC236}">
                    <a16:creationId xmlns:a16="http://schemas.microsoft.com/office/drawing/2014/main" id="{71C2DEDF-1821-4CA3-B763-2828EE18CA04}"/>
                  </a:ext>
                </a:extLst>
              </p:cNvPr>
              <p:cNvSpPr/>
              <p:nvPr/>
            </p:nvSpPr>
            <p:spPr>
              <a:xfrm>
                <a:off x="39438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76" name="타원 21475">
                <a:extLst>
                  <a:ext uri="{FF2B5EF4-FFF2-40B4-BE49-F238E27FC236}">
                    <a16:creationId xmlns:a16="http://schemas.microsoft.com/office/drawing/2014/main" id="{D4DC2705-B3F6-472E-AEF1-1FBE8E4B68EF}"/>
                  </a:ext>
                </a:extLst>
              </p:cNvPr>
              <p:cNvSpPr/>
              <p:nvPr/>
            </p:nvSpPr>
            <p:spPr>
              <a:xfrm>
                <a:off x="40962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77" name="타원 21476">
                <a:extLst>
                  <a:ext uri="{FF2B5EF4-FFF2-40B4-BE49-F238E27FC236}">
                    <a16:creationId xmlns:a16="http://schemas.microsoft.com/office/drawing/2014/main" id="{4FD85E2D-7C14-4B5A-B86D-41D7F7069C12}"/>
                  </a:ext>
                </a:extLst>
              </p:cNvPr>
              <p:cNvSpPr/>
              <p:nvPr/>
            </p:nvSpPr>
            <p:spPr>
              <a:xfrm>
                <a:off x="42486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78" name="타원 21477">
                <a:extLst>
                  <a:ext uri="{FF2B5EF4-FFF2-40B4-BE49-F238E27FC236}">
                    <a16:creationId xmlns:a16="http://schemas.microsoft.com/office/drawing/2014/main" id="{7973DBE3-A8A1-4C46-A09B-0B3A14EE10C4}"/>
                  </a:ext>
                </a:extLst>
              </p:cNvPr>
              <p:cNvSpPr/>
              <p:nvPr/>
            </p:nvSpPr>
            <p:spPr>
              <a:xfrm>
                <a:off x="44010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79" name="타원 21478">
                <a:extLst>
                  <a:ext uri="{FF2B5EF4-FFF2-40B4-BE49-F238E27FC236}">
                    <a16:creationId xmlns:a16="http://schemas.microsoft.com/office/drawing/2014/main" id="{98471D86-0A2D-4EA0-A305-2D19EDE43C7E}"/>
                  </a:ext>
                </a:extLst>
              </p:cNvPr>
              <p:cNvSpPr/>
              <p:nvPr/>
            </p:nvSpPr>
            <p:spPr>
              <a:xfrm>
                <a:off x="45534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80" name="타원 21479">
                <a:extLst>
                  <a:ext uri="{FF2B5EF4-FFF2-40B4-BE49-F238E27FC236}">
                    <a16:creationId xmlns:a16="http://schemas.microsoft.com/office/drawing/2014/main" id="{582DFC4E-D698-4E26-BDB8-EE326D922D5C}"/>
                  </a:ext>
                </a:extLst>
              </p:cNvPr>
              <p:cNvSpPr/>
              <p:nvPr/>
            </p:nvSpPr>
            <p:spPr>
              <a:xfrm>
                <a:off x="47058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81" name="타원 21480">
                <a:extLst>
                  <a:ext uri="{FF2B5EF4-FFF2-40B4-BE49-F238E27FC236}">
                    <a16:creationId xmlns:a16="http://schemas.microsoft.com/office/drawing/2014/main" id="{3E1EB993-3487-46B9-85BC-59B5E6754420}"/>
                  </a:ext>
                </a:extLst>
              </p:cNvPr>
              <p:cNvSpPr/>
              <p:nvPr/>
            </p:nvSpPr>
            <p:spPr>
              <a:xfrm>
                <a:off x="48582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82" name="타원 21481">
                <a:extLst>
                  <a:ext uri="{FF2B5EF4-FFF2-40B4-BE49-F238E27FC236}">
                    <a16:creationId xmlns:a16="http://schemas.microsoft.com/office/drawing/2014/main" id="{80CD8A1D-DF5E-4F56-8465-24AC7CF8F104}"/>
                  </a:ext>
                </a:extLst>
              </p:cNvPr>
              <p:cNvSpPr/>
              <p:nvPr/>
            </p:nvSpPr>
            <p:spPr>
              <a:xfrm>
                <a:off x="50106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83" name="타원 21482">
                <a:extLst>
                  <a:ext uri="{FF2B5EF4-FFF2-40B4-BE49-F238E27FC236}">
                    <a16:creationId xmlns:a16="http://schemas.microsoft.com/office/drawing/2014/main" id="{05ECE6E3-9111-4EA7-B73F-8BD951B75458}"/>
                  </a:ext>
                </a:extLst>
              </p:cNvPr>
              <p:cNvSpPr/>
              <p:nvPr/>
            </p:nvSpPr>
            <p:spPr>
              <a:xfrm>
                <a:off x="51630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84" name="타원 21483">
                <a:extLst>
                  <a:ext uri="{FF2B5EF4-FFF2-40B4-BE49-F238E27FC236}">
                    <a16:creationId xmlns:a16="http://schemas.microsoft.com/office/drawing/2014/main" id="{B116F08B-810D-4203-BF7D-CA685ECF2864}"/>
                  </a:ext>
                </a:extLst>
              </p:cNvPr>
              <p:cNvSpPr/>
              <p:nvPr/>
            </p:nvSpPr>
            <p:spPr>
              <a:xfrm>
                <a:off x="53154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85" name="타원 21484">
                <a:extLst>
                  <a:ext uri="{FF2B5EF4-FFF2-40B4-BE49-F238E27FC236}">
                    <a16:creationId xmlns:a16="http://schemas.microsoft.com/office/drawing/2014/main" id="{23F18BA4-B09C-44F1-B18E-C48B8FE26C72}"/>
                  </a:ext>
                </a:extLst>
              </p:cNvPr>
              <p:cNvSpPr/>
              <p:nvPr/>
            </p:nvSpPr>
            <p:spPr>
              <a:xfrm>
                <a:off x="54678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86" name="타원 21485">
                <a:extLst>
                  <a:ext uri="{FF2B5EF4-FFF2-40B4-BE49-F238E27FC236}">
                    <a16:creationId xmlns:a16="http://schemas.microsoft.com/office/drawing/2014/main" id="{EBD738D0-244E-4C5D-9367-EFB49E0F8EE0}"/>
                  </a:ext>
                </a:extLst>
              </p:cNvPr>
              <p:cNvSpPr/>
              <p:nvPr/>
            </p:nvSpPr>
            <p:spPr>
              <a:xfrm>
                <a:off x="5620275" y="4241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87" name="타원 21486">
                <a:extLst>
                  <a:ext uri="{FF2B5EF4-FFF2-40B4-BE49-F238E27FC236}">
                    <a16:creationId xmlns:a16="http://schemas.microsoft.com/office/drawing/2014/main" id="{CCFBC5E4-847D-4B27-A863-D1D31BC4BA59}"/>
                  </a:ext>
                </a:extLst>
              </p:cNvPr>
              <p:cNvSpPr/>
              <p:nvPr/>
            </p:nvSpPr>
            <p:spPr>
              <a:xfrm>
                <a:off x="2862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88" name="타원 21487">
                <a:extLst>
                  <a:ext uri="{FF2B5EF4-FFF2-40B4-BE49-F238E27FC236}">
                    <a16:creationId xmlns:a16="http://schemas.microsoft.com/office/drawing/2014/main" id="{ABE9CCAC-8D97-446F-83F6-63AC24FD3B42}"/>
                  </a:ext>
                </a:extLst>
              </p:cNvPr>
              <p:cNvSpPr/>
              <p:nvPr/>
            </p:nvSpPr>
            <p:spPr>
              <a:xfrm>
                <a:off x="4386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89" name="타원 21488">
                <a:extLst>
                  <a:ext uri="{FF2B5EF4-FFF2-40B4-BE49-F238E27FC236}">
                    <a16:creationId xmlns:a16="http://schemas.microsoft.com/office/drawing/2014/main" id="{95A4982A-38C1-4F79-BA04-64EF57E9F61A}"/>
                  </a:ext>
                </a:extLst>
              </p:cNvPr>
              <p:cNvSpPr/>
              <p:nvPr/>
            </p:nvSpPr>
            <p:spPr>
              <a:xfrm>
                <a:off x="5910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90" name="타원 21489">
                <a:extLst>
                  <a:ext uri="{FF2B5EF4-FFF2-40B4-BE49-F238E27FC236}">
                    <a16:creationId xmlns:a16="http://schemas.microsoft.com/office/drawing/2014/main" id="{3B66B154-D2C7-491F-8E4F-F35AF9ED08C0}"/>
                  </a:ext>
                </a:extLst>
              </p:cNvPr>
              <p:cNvSpPr/>
              <p:nvPr/>
            </p:nvSpPr>
            <p:spPr>
              <a:xfrm>
                <a:off x="7434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91" name="타원 21490">
                <a:extLst>
                  <a:ext uri="{FF2B5EF4-FFF2-40B4-BE49-F238E27FC236}">
                    <a16:creationId xmlns:a16="http://schemas.microsoft.com/office/drawing/2014/main" id="{BE89B57A-225B-4FFB-A2AF-B3E576D218B2}"/>
                  </a:ext>
                </a:extLst>
              </p:cNvPr>
              <p:cNvSpPr/>
              <p:nvPr/>
            </p:nvSpPr>
            <p:spPr>
              <a:xfrm>
                <a:off x="8958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92" name="타원 21491">
                <a:extLst>
                  <a:ext uri="{FF2B5EF4-FFF2-40B4-BE49-F238E27FC236}">
                    <a16:creationId xmlns:a16="http://schemas.microsoft.com/office/drawing/2014/main" id="{384EF535-7428-4987-9D75-06216BE70207}"/>
                  </a:ext>
                </a:extLst>
              </p:cNvPr>
              <p:cNvSpPr/>
              <p:nvPr/>
            </p:nvSpPr>
            <p:spPr>
              <a:xfrm>
                <a:off x="10482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93" name="타원 21492">
                <a:extLst>
                  <a:ext uri="{FF2B5EF4-FFF2-40B4-BE49-F238E27FC236}">
                    <a16:creationId xmlns:a16="http://schemas.microsoft.com/office/drawing/2014/main" id="{66D474A4-988B-4475-A397-8930267C017F}"/>
                  </a:ext>
                </a:extLst>
              </p:cNvPr>
              <p:cNvSpPr/>
              <p:nvPr/>
            </p:nvSpPr>
            <p:spPr>
              <a:xfrm>
                <a:off x="12006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94" name="타원 21493">
                <a:extLst>
                  <a:ext uri="{FF2B5EF4-FFF2-40B4-BE49-F238E27FC236}">
                    <a16:creationId xmlns:a16="http://schemas.microsoft.com/office/drawing/2014/main" id="{2A98299B-13E7-48E0-A5E8-A1E7FDECF830}"/>
                  </a:ext>
                </a:extLst>
              </p:cNvPr>
              <p:cNvSpPr/>
              <p:nvPr/>
            </p:nvSpPr>
            <p:spPr>
              <a:xfrm>
                <a:off x="13530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95" name="타원 21494">
                <a:extLst>
                  <a:ext uri="{FF2B5EF4-FFF2-40B4-BE49-F238E27FC236}">
                    <a16:creationId xmlns:a16="http://schemas.microsoft.com/office/drawing/2014/main" id="{8B031F10-06DA-47A6-AE0D-BB303762409C}"/>
                  </a:ext>
                </a:extLst>
              </p:cNvPr>
              <p:cNvSpPr/>
              <p:nvPr/>
            </p:nvSpPr>
            <p:spPr>
              <a:xfrm>
                <a:off x="15054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96" name="타원 21495">
                <a:extLst>
                  <a:ext uri="{FF2B5EF4-FFF2-40B4-BE49-F238E27FC236}">
                    <a16:creationId xmlns:a16="http://schemas.microsoft.com/office/drawing/2014/main" id="{4B488B2F-F87D-4FEA-AED8-6BAAC0E204D9}"/>
                  </a:ext>
                </a:extLst>
              </p:cNvPr>
              <p:cNvSpPr/>
              <p:nvPr/>
            </p:nvSpPr>
            <p:spPr>
              <a:xfrm>
                <a:off x="16578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97" name="타원 21496">
                <a:extLst>
                  <a:ext uri="{FF2B5EF4-FFF2-40B4-BE49-F238E27FC236}">
                    <a16:creationId xmlns:a16="http://schemas.microsoft.com/office/drawing/2014/main" id="{1A556501-592F-4CE9-84E2-D6B6A2EDB7FF}"/>
                  </a:ext>
                </a:extLst>
              </p:cNvPr>
              <p:cNvSpPr/>
              <p:nvPr/>
            </p:nvSpPr>
            <p:spPr>
              <a:xfrm>
                <a:off x="18102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98" name="타원 21497">
                <a:extLst>
                  <a:ext uri="{FF2B5EF4-FFF2-40B4-BE49-F238E27FC236}">
                    <a16:creationId xmlns:a16="http://schemas.microsoft.com/office/drawing/2014/main" id="{ACB8090C-611A-4B5F-9ADF-8F5D9957D1FB}"/>
                  </a:ext>
                </a:extLst>
              </p:cNvPr>
              <p:cNvSpPr/>
              <p:nvPr/>
            </p:nvSpPr>
            <p:spPr>
              <a:xfrm>
                <a:off x="19626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499" name="타원 21498">
                <a:extLst>
                  <a:ext uri="{FF2B5EF4-FFF2-40B4-BE49-F238E27FC236}">
                    <a16:creationId xmlns:a16="http://schemas.microsoft.com/office/drawing/2014/main" id="{014BA003-0D94-45CE-82FD-6A6FF3ED87CC}"/>
                  </a:ext>
                </a:extLst>
              </p:cNvPr>
              <p:cNvSpPr/>
              <p:nvPr/>
            </p:nvSpPr>
            <p:spPr>
              <a:xfrm>
                <a:off x="21150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00" name="타원 21499">
                <a:extLst>
                  <a:ext uri="{FF2B5EF4-FFF2-40B4-BE49-F238E27FC236}">
                    <a16:creationId xmlns:a16="http://schemas.microsoft.com/office/drawing/2014/main" id="{E423913C-D143-4F1A-96CF-E326183621C6}"/>
                  </a:ext>
                </a:extLst>
              </p:cNvPr>
              <p:cNvSpPr/>
              <p:nvPr/>
            </p:nvSpPr>
            <p:spPr>
              <a:xfrm>
                <a:off x="22674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01" name="타원 21500">
                <a:extLst>
                  <a:ext uri="{FF2B5EF4-FFF2-40B4-BE49-F238E27FC236}">
                    <a16:creationId xmlns:a16="http://schemas.microsoft.com/office/drawing/2014/main" id="{E0203ED8-B09F-410D-B3E3-329600824DB4}"/>
                  </a:ext>
                </a:extLst>
              </p:cNvPr>
              <p:cNvSpPr/>
              <p:nvPr/>
            </p:nvSpPr>
            <p:spPr>
              <a:xfrm>
                <a:off x="24198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02" name="타원 21501">
                <a:extLst>
                  <a:ext uri="{FF2B5EF4-FFF2-40B4-BE49-F238E27FC236}">
                    <a16:creationId xmlns:a16="http://schemas.microsoft.com/office/drawing/2014/main" id="{84DAFDCC-0D5A-44ED-BB41-77982B138234}"/>
                  </a:ext>
                </a:extLst>
              </p:cNvPr>
              <p:cNvSpPr/>
              <p:nvPr/>
            </p:nvSpPr>
            <p:spPr>
              <a:xfrm>
                <a:off x="25722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03" name="타원 21502">
                <a:extLst>
                  <a:ext uri="{FF2B5EF4-FFF2-40B4-BE49-F238E27FC236}">
                    <a16:creationId xmlns:a16="http://schemas.microsoft.com/office/drawing/2014/main" id="{7B1A09A5-37E3-42FB-B3B9-ED5CF68C0425}"/>
                  </a:ext>
                </a:extLst>
              </p:cNvPr>
              <p:cNvSpPr/>
              <p:nvPr/>
            </p:nvSpPr>
            <p:spPr>
              <a:xfrm>
                <a:off x="27246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04" name="타원 21503">
                <a:extLst>
                  <a:ext uri="{FF2B5EF4-FFF2-40B4-BE49-F238E27FC236}">
                    <a16:creationId xmlns:a16="http://schemas.microsoft.com/office/drawing/2014/main" id="{4559CCD7-7147-4958-A578-C03EC40FCE64}"/>
                  </a:ext>
                </a:extLst>
              </p:cNvPr>
              <p:cNvSpPr/>
              <p:nvPr/>
            </p:nvSpPr>
            <p:spPr>
              <a:xfrm>
                <a:off x="28770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05" name="타원 21504">
                <a:extLst>
                  <a:ext uri="{FF2B5EF4-FFF2-40B4-BE49-F238E27FC236}">
                    <a16:creationId xmlns:a16="http://schemas.microsoft.com/office/drawing/2014/main" id="{84D2D731-7F54-4973-B3D2-CF610B6D5BFF}"/>
                  </a:ext>
                </a:extLst>
              </p:cNvPr>
              <p:cNvSpPr/>
              <p:nvPr/>
            </p:nvSpPr>
            <p:spPr>
              <a:xfrm>
                <a:off x="30294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06" name="타원 21505">
                <a:extLst>
                  <a:ext uri="{FF2B5EF4-FFF2-40B4-BE49-F238E27FC236}">
                    <a16:creationId xmlns:a16="http://schemas.microsoft.com/office/drawing/2014/main" id="{76EDED57-B3B7-4CA0-8144-825A223852F6}"/>
                  </a:ext>
                </a:extLst>
              </p:cNvPr>
              <p:cNvSpPr/>
              <p:nvPr/>
            </p:nvSpPr>
            <p:spPr>
              <a:xfrm>
                <a:off x="31818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07" name="타원 21506">
                <a:extLst>
                  <a:ext uri="{FF2B5EF4-FFF2-40B4-BE49-F238E27FC236}">
                    <a16:creationId xmlns:a16="http://schemas.microsoft.com/office/drawing/2014/main" id="{E38F63EB-3B4D-4FFF-83B2-65C19CE19C5C}"/>
                  </a:ext>
                </a:extLst>
              </p:cNvPr>
              <p:cNvSpPr/>
              <p:nvPr/>
            </p:nvSpPr>
            <p:spPr>
              <a:xfrm>
                <a:off x="33342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08" name="타원 21507">
                <a:extLst>
                  <a:ext uri="{FF2B5EF4-FFF2-40B4-BE49-F238E27FC236}">
                    <a16:creationId xmlns:a16="http://schemas.microsoft.com/office/drawing/2014/main" id="{92E910C0-D05B-4A8A-9574-04AFA1380CC2}"/>
                  </a:ext>
                </a:extLst>
              </p:cNvPr>
              <p:cNvSpPr/>
              <p:nvPr/>
            </p:nvSpPr>
            <p:spPr>
              <a:xfrm>
                <a:off x="34866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09" name="타원 21508">
                <a:extLst>
                  <a:ext uri="{FF2B5EF4-FFF2-40B4-BE49-F238E27FC236}">
                    <a16:creationId xmlns:a16="http://schemas.microsoft.com/office/drawing/2014/main" id="{86B3A242-9C49-4175-9646-938112920F43}"/>
                  </a:ext>
                </a:extLst>
              </p:cNvPr>
              <p:cNvSpPr/>
              <p:nvPr/>
            </p:nvSpPr>
            <p:spPr>
              <a:xfrm>
                <a:off x="36390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10" name="타원 21509">
                <a:extLst>
                  <a:ext uri="{FF2B5EF4-FFF2-40B4-BE49-F238E27FC236}">
                    <a16:creationId xmlns:a16="http://schemas.microsoft.com/office/drawing/2014/main" id="{91B72F92-67E0-4F25-BA4E-EAC999B75957}"/>
                  </a:ext>
                </a:extLst>
              </p:cNvPr>
              <p:cNvSpPr/>
              <p:nvPr/>
            </p:nvSpPr>
            <p:spPr>
              <a:xfrm>
                <a:off x="37914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11" name="타원 21510">
                <a:extLst>
                  <a:ext uri="{FF2B5EF4-FFF2-40B4-BE49-F238E27FC236}">
                    <a16:creationId xmlns:a16="http://schemas.microsoft.com/office/drawing/2014/main" id="{1880B0C1-9A57-4AAB-B042-1A07F39122A2}"/>
                  </a:ext>
                </a:extLst>
              </p:cNvPr>
              <p:cNvSpPr/>
              <p:nvPr/>
            </p:nvSpPr>
            <p:spPr>
              <a:xfrm>
                <a:off x="39438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12" name="타원 21511">
                <a:extLst>
                  <a:ext uri="{FF2B5EF4-FFF2-40B4-BE49-F238E27FC236}">
                    <a16:creationId xmlns:a16="http://schemas.microsoft.com/office/drawing/2014/main" id="{B7515394-78AD-48D3-826B-4F46ECD8C046}"/>
                  </a:ext>
                </a:extLst>
              </p:cNvPr>
              <p:cNvSpPr/>
              <p:nvPr/>
            </p:nvSpPr>
            <p:spPr>
              <a:xfrm>
                <a:off x="40962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13" name="타원 21512">
                <a:extLst>
                  <a:ext uri="{FF2B5EF4-FFF2-40B4-BE49-F238E27FC236}">
                    <a16:creationId xmlns:a16="http://schemas.microsoft.com/office/drawing/2014/main" id="{959B2226-CE7B-470A-A27C-C2A3A7E7BF64}"/>
                  </a:ext>
                </a:extLst>
              </p:cNvPr>
              <p:cNvSpPr/>
              <p:nvPr/>
            </p:nvSpPr>
            <p:spPr>
              <a:xfrm>
                <a:off x="42486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14" name="타원 21513">
                <a:extLst>
                  <a:ext uri="{FF2B5EF4-FFF2-40B4-BE49-F238E27FC236}">
                    <a16:creationId xmlns:a16="http://schemas.microsoft.com/office/drawing/2014/main" id="{7EFC4FCE-D4C3-44ED-A8AE-346DD46906CE}"/>
                  </a:ext>
                </a:extLst>
              </p:cNvPr>
              <p:cNvSpPr/>
              <p:nvPr/>
            </p:nvSpPr>
            <p:spPr>
              <a:xfrm>
                <a:off x="44010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15" name="타원 21514">
                <a:extLst>
                  <a:ext uri="{FF2B5EF4-FFF2-40B4-BE49-F238E27FC236}">
                    <a16:creationId xmlns:a16="http://schemas.microsoft.com/office/drawing/2014/main" id="{EDB9D53F-5C2A-4FF8-8087-C62BA38C2B75}"/>
                  </a:ext>
                </a:extLst>
              </p:cNvPr>
              <p:cNvSpPr/>
              <p:nvPr/>
            </p:nvSpPr>
            <p:spPr>
              <a:xfrm>
                <a:off x="45534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16" name="타원 21515">
                <a:extLst>
                  <a:ext uri="{FF2B5EF4-FFF2-40B4-BE49-F238E27FC236}">
                    <a16:creationId xmlns:a16="http://schemas.microsoft.com/office/drawing/2014/main" id="{36ECEE69-4959-4C3E-9331-F726E3659776}"/>
                  </a:ext>
                </a:extLst>
              </p:cNvPr>
              <p:cNvSpPr/>
              <p:nvPr/>
            </p:nvSpPr>
            <p:spPr>
              <a:xfrm>
                <a:off x="47058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17" name="타원 21516">
                <a:extLst>
                  <a:ext uri="{FF2B5EF4-FFF2-40B4-BE49-F238E27FC236}">
                    <a16:creationId xmlns:a16="http://schemas.microsoft.com/office/drawing/2014/main" id="{9ABF4E05-902D-439C-BE01-187BC173803A}"/>
                  </a:ext>
                </a:extLst>
              </p:cNvPr>
              <p:cNvSpPr/>
              <p:nvPr/>
            </p:nvSpPr>
            <p:spPr>
              <a:xfrm>
                <a:off x="48582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18" name="타원 21517">
                <a:extLst>
                  <a:ext uri="{FF2B5EF4-FFF2-40B4-BE49-F238E27FC236}">
                    <a16:creationId xmlns:a16="http://schemas.microsoft.com/office/drawing/2014/main" id="{9E9D5F6D-98CF-4F0D-83E3-C3947DCFD464}"/>
                  </a:ext>
                </a:extLst>
              </p:cNvPr>
              <p:cNvSpPr/>
              <p:nvPr/>
            </p:nvSpPr>
            <p:spPr>
              <a:xfrm>
                <a:off x="50106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19" name="타원 21518">
                <a:extLst>
                  <a:ext uri="{FF2B5EF4-FFF2-40B4-BE49-F238E27FC236}">
                    <a16:creationId xmlns:a16="http://schemas.microsoft.com/office/drawing/2014/main" id="{38D562D2-8058-4B61-9AAA-C7CC8F218382}"/>
                  </a:ext>
                </a:extLst>
              </p:cNvPr>
              <p:cNvSpPr/>
              <p:nvPr/>
            </p:nvSpPr>
            <p:spPr>
              <a:xfrm>
                <a:off x="51630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20" name="타원 21519">
                <a:extLst>
                  <a:ext uri="{FF2B5EF4-FFF2-40B4-BE49-F238E27FC236}">
                    <a16:creationId xmlns:a16="http://schemas.microsoft.com/office/drawing/2014/main" id="{5E3C8EF0-56B0-4EDB-A5F3-32187C31DD54}"/>
                  </a:ext>
                </a:extLst>
              </p:cNvPr>
              <p:cNvSpPr/>
              <p:nvPr/>
            </p:nvSpPr>
            <p:spPr>
              <a:xfrm>
                <a:off x="53154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21" name="타원 21520">
                <a:extLst>
                  <a:ext uri="{FF2B5EF4-FFF2-40B4-BE49-F238E27FC236}">
                    <a16:creationId xmlns:a16="http://schemas.microsoft.com/office/drawing/2014/main" id="{115667FB-C17E-44D1-90A8-5F302F8F9D38}"/>
                  </a:ext>
                </a:extLst>
              </p:cNvPr>
              <p:cNvSpPr/>
              <p:nvPr/>
            </p:nvSpPr>
            <p:spPr>
              <a:xfrm>
                <a:off x="54678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22" name="타원 21521">
                <a:extLst>
                  <a:ext uri="{FF2B5EF4-FFF2-40B4-BE49-F238E27FC236}">
                    <a16:creationId xmlns:a16="http://schemas.microsoft.com/office/drawing/2014/main" id="{426D0C69-6AB7-4064-9DEC-213D7F3AC11E}"/>
                  </a:ext>
                </a:extLst>
              </p:cNvPr>
              <p:cNvSpPr/>
              <p:nvPr/>
            </p:nvSpPr>
            <p:spPr>
              <a:xfrm>
                <a:off x="5620275" y="4393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23" name="타원 21522">
                <a:extLst>
                  <a:ext uri="{FF2B5EF4-FFF2-40B4-BE49-F238E27FC236}">
                    <a16:creationId xmlns:a16="http://schemas.microsoft.com/office/drawing/2014/main" id="{D88068CF-F7E3-4D16-B55F-7E5054368DB9}"/>
                  </a:ext>
                </a:extLst>
              </p:cNvPr>
              <p:cNvSpPr/>
              <p:nvPr/>
            </p:nvSpPr>
            <p:spPr>
              <a:xfrm>
                <a:off x="2862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24" name="타원 21523">
                <a:extLst>
                  <a:ext uri="{FF2B5EF4-FFF2-40B4-BE49-F238E27FC236}">
                    <a16:creationId xmlns:a16="http://schemas.microsoft.com/office/drawing/2014/main" id="{66DDA846-BA82-41AB-B466-68B7C274EED2}"/>
                  </a:ext>
                </a:extLst>
              </p:cNvPr>
              <p:cNvSpPr/>
              <p:nvPr/>
            </p:nvSpPr>
            <p:spPr>
              <a:xfrm>
                <a:off x="4386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25" name="타원 21524">
                <a:extLst>
                  <a:ext uri="{FF2B5EF4-FFF2-40B4-BE49-F238E27FC236}">
                    <a16:creationId xmlns:a16="http://schemas.microsoft.com/office/drawing/2014/main" id="{D1148DB1-66FD-4EFF-AD10-9DE949A3CC8E}"/>
                  </a:ext>
                </a:extLst>
              </p:cNvPr>
              <p:cNvSpPr/>
              <p:nvPr/>
            </p:nvSpPr>
            <p:spPr>
              <a:xfrm>
                <a:off x="5910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26" name="타원 21525">
                <a:extLst>
                  <a:ext uri="{FF2B5EF4-FFF2-40B4-BE49-F238E27FC236}">
                    <a16:creationId xmlns:a16="http://schemas.microsoft.com/office/drawing/2014/main" id="{46FBA218-742D-4907-8817-6E24784237F8}"/>
                  </a:ext>
                </a:extLst>
              </p:cNvPr>
              <p:cNvSpPr/>
              <p:nvPr/>
            </p:nvSpPr>
            <p:spPr>
              <a:xfrm>
                <a:off x="7434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27" name="타원 21526">
                <a:extLst>
                  <a:ext uri="{FF2B5EF4-FFF2-40B4-BE49-F238E27FC236}">
                    <a16:creationId xmlns:a16="http://schemas.microsoft.com/office/drawing/2014/main" id="{7607B2D9-E7D0-4E01-A26E-496195C6578C}"/>
                  </a:ext>
                </a:extLst>
              </p:cNvPr>
              <p:cNvSpPr/>
              <p:nvPr/>
            </p:nvSpPr>
            <p:spPr>
              <a:xfrm>
                <a:off x="8958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28" name="타원 21527">
                <a:extLst>
                  <a:ext uri="{FF2B5EF4-FFF2-40B4-BE49-F238E27FC236}">
                    <a16:creationId xmlns:a16="http://schemas.microsoft.com/office/drawing/2014/main" id="{3CF2928F-9D18-4AAB-AEA1-BE6ACC834B8C}"/>
                  </a:ext>
                </a:extLst>
              </p:cNvPr>
              <p:cNvSpPr/>
              <p:nvPr/>
            </p:nvSpPr>
            <p:spPr>
              <a:xfrm>
                <a:off x="10482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29" name="타원 21528">
                <a:extLst>
                  <a:ext uri="{FF2B5EF4-FFF2-40B4-BE49-F238E27FC236}">
                    <a16:creationId xmlns:a16="http://schemas.microsoft.com/office/drawing/2014/main" id="{5BF26409-CFC2-429D-80B8-2AB77BFDFBDE}"/>
                  </a:ext>
                </a:extLst>
              </p:cNvPr>
              <p:cNvSpPr/>
              <p:nvPr/>
            </p:nvSpPr>
            <p:spPr>
              <a:xfrm>
                <a:off x="12006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30" name="타원 21529">
                <a:extLst>
                  <a:ext uri="{FF2B5EF4-FFF2-40B4-BE49-F238E27FC236}">
                    <a16:creationId xmlns:a16="http://schemas.microsoft.com/office/drawing/2014/main" id="{51E9984D-23AC-4BD8-8684-23C698FE051A}"/>
                  </a:ext>
                </a:extLst>
              </p:cNvPr>
              <p:cNvSpPr/>
              <p:nvPr/>
            </p:nvSpPr>
            <p:spPr>
              <a:xfrm>
                <a:off x="13530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31" name="타원 21530">
                <a:extLst>
                  <a:ext uri="{FF2B5EF4-FFF2-40B4-BE49-F238E27FC236}">
                    <a16:creationId xmlns:a16="http://schemas.microsoft.com/office/drawing/2014/main" id="{B9848C5B-D46F-4BEA-82B1-2EF11AF05141}"/>
                  </a:ext>
                </a:extLst>
              </p:cNvPr>
              <p:cNvSpPr/>
              <p:nvPr/>
            </p:nvSpPr>
            <p:spPr>
              <a:xfrm>
                <a:off x="15054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32" name="타원 21531">
                <a:extLst>
                  <a:ext uri="{FF2B5EF4-FFF2-40B4-BE49-F238E27FC236}">
                    <a16:creationId xmlns:a16="http://schemas.microsoft.com/office/drawing/2014/main" id="{5F731D37-1447-4768-BA43-CF06A052FD64}"/>
                  </a:ext>
                </a:extLst>
              </p:cNvPr>
              <p:cNvSpPr/>
              <p:nvPr/>
            </p:nvSpPr>
            <p:spPr>
              <a:xfrm>
                <a:off x="16578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33" name="타원 21532">
                <a:extLst>
                  <a:ext uri="{FF2B5EF4-FFF2-40B4-BE49-F238E27FC236}">
                    <a16:creationId xmlns:a16="http://schemas.microsoft.com/office/drawing/2014/main" id="{80B68B7C-4DD4-4B2E-9B0B-EA851A0A6EE5}"/>
                  </a:ext>
                </a:extLst>
              </p:cNvPr>
              <p:cNvSpPr/>
              <p:nvPr/>
            </p:nvSpPr>
            <p:spPr>
              <a:xfrm>
                <a:off x="18102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34" name="타원 21533">
                <a:extLst>
                  <a:ext uri="{FF2B5EF4-FFF2-40B4-BE49-F238E27FC236}">
                    <a16:creationId xmlns:a16="http://schemas.microsoft.com/office/drawing/2014/main" id="{FD9A58D2-CB73-4F47-921C-19ABBA6B2AD1}"/>
                  </a:ext>
                </a:extLst>
              </p:cNvPr>
              <p:cNvSpPr/>
              <p:nvPr/>
            </p:nvSpPr>
            <p:spPr>
              <a:xfrm>
                <a:off x="19626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35" name="타원 21534">
                <a:extLst>
                  <a:ext uri="{FF2B5EF4-FFF2-40B4-BE49-F238E27FC236}">
                    <a16:creationId xmlns:a16="http://schemas.microsoft.com/office/drawing/2014/main" id="{0691A537-D3C6-4FF2-ADD6-9BC5973B7369}"/>
                  </a:ext>
                </a:extLst>
              </p:cNvPr>
              <p:cNvSpPr/>
              <p:nvPr/>
            </p:nvSpPr>
            <p:spPr>
              <a:xfrm>
                <a:off x="21150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36" name="타원 21535">
                <a:extLst>
                  <a:ext uri="{FF2B5EF4-FFF2-40B4-BE49-F238E27FC236}">
                    <a16:creationId xmlns:a16="http://schemas.microsoft.com/office/drawing/2014/main" id="{3B18DA82-53BB-4F43-9CEF-47D4F3F43DD7}"/>
                  </a:ext>
                </a:extLst>
              </p:cNvPr>
              <p:cNvSpPr/>
              <p:nvPr/>
            </p:nvSpPr>
            <p:spPr>
              <a:xfrm>
                <a:off x="22674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37" name="타원 21536">
                <a:extLst>
                  <a:ext uri="{FF2B5EF4-FFF2-40B4-BE49-F238E27FC236}">
                    <a16:creationId xmlns:a16="http://schemas.microsoft.com/office/drawing/2014/main" id="{85FB3FDE-9531-46B6-9587-96FA0BDD637B}"/>
                  </a:ext>
                </a:extLst>
              </p:cNvPr>
              <p:cNvSpPr/>
              <p:nvPr/>
            </p:nvSpPr>
            <p:spPr>
              <a:xfrm>
                <a:off x="24198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38" name="타원 21537">
                <a:extLst>
                  <a:ext uri="{FF2B5EF4-FFF2-40B4-BE49-F238E27FC236}">
                    <a16:creationId xmlns:a16="http://schemas.microsoft.com/office/drawing/2014/main" id="{891BC468-7E3B-4398-89CF-CEC9F9E15D18}"/>
                  </a:ext>
                </a:extLst>
              </p:cNvPr>
              <p:cNvSpPr/>
              <p:nvPr/>
            </p:nvSpPr>
            <p:spPr>
              <a:xfrm>
                <a:off x="25722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39" name="타원 21538">
                <a:extLst>
                  <a:ext uri="{FF2B5EF4-FFF2-40B4-BE49-F238E27FC236}">
                    <a16:creationId xmlns:a16="http://schemas.microsoft.com/office/drawing/2014/main" id="{A0FA97D9-9821-4AE2-91FD-67FD28ECA857}"/>
                  </a:ext>
                </a:extLst>
              </p:cNvPr>
              <p:cNvSpPr/>
              <p:nvPr/>
            </p:nvSpPr>
            <p:spPr>
              <a:xfrm>
                <a:off x="27246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40" name="타원 21539">
                <a:extLst>
                  <a:ext uri="{FF2B5EF4-FFF2-40B4-BE49-F238E27FC236}">
                    <a16:creationId xmlns:a16="http://schemas.microsoft.com/office/drawing/2014/main" id="{B7F1A6FD-546E-42F6-A680-8DB4D3BB0314}"/>
                  </a:ext>
                </a:extLst>
              </p:cNvPr>
              <p:cNvSpPr/>
              <p:nvPr/>
            </p:nvSpPr>
            <p:spPr>
              <a:xfrm>
                <a:off x="28770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41" name="타원 21540">
                <a:extLst>
                  <a:ext uri="{FF2B5EF4-FFF2-40B4-BE49-F238E27FC236}">
                    <a16:creationId xmlns:a16="http://schemas.microsoft.com/office/drawing/2014/main" id="{FDC996BB-2E80-4324-9149-465C3F83CCEA}"/>
                  </a:ext>
                </a:extLst>
              </p:cNvPr>
              <p:cNvSpPr/>
              <p:nvPr/>
            </p:nvSpPr>
            <p:spPr>
              <a:xfrm>
                <a:off x="30294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42" name="타원 21541">
                <a:extLst>
                  <a:ext uri="{FF2B5EF4-FFF2-40B4-BE49-F238E27FC236}">
                    <a16:creationId xmlns:a16="http://schemas.microsoft.com/office/drawing/2014/main" id="{671C20BB-5376-4F28-AC5B-1654480D4C89}"/>
                  </a:ext>
                </a:extLst>
              </p:cNvPr>
              <p:cNvSpPr/>
              <p:nvPr/>
            </p:nvSpPr>
            <p:spPr>
              <a:xfrm>
                <a:off x="31818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43" name="타원 21542">
                <a:extLst>
                  <a:ext uri="{FF2B5EF4-FFF2-40B4-BE49-F238E27FC236}">
                    <a16:creationId xmlns:a16="http://schemas.microsoft.com/office/drawing/2014/main" id="{F9898AAC-1DF3-45B4-9688-39ED1C301B52}"/>
                  </a:ext>
                </a:extLst>
              </p:cNvPr>
              <p:cNvSpPr/>
              <p:nvPr/>
            </p:nvSpPr>
            <p:spPr>
              <a:xfrm>
                <a:off x="33342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44" name="타원 21543">
                <a:extLst>
                  <a:ext uri="{FF2B5EF4-FFF2-40B4-BE49-F238E27FC236}">
                    <a16:creationId xmlns:a16="http://schemas.microsoft.com/office/drawing/2014/main" id="{2B92A664-C2DD-4C94-A2EE-13169AEB65BE}"/>
                  </a:ext>
                </a:extLst>
              </p:cNvPr>
              <p:cNvSpPr/>
              <p:nvPr/>
            </p:nvSpPr>
            <p:spPr>
              <a:xfrm>
                <a:off x="34866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45" name="타원 21544">
                <a:extLst>
                  <a:ext uri="{FF2B5EF4-FFF2-40B4-BE49-F238E27FC236}">
                    <a16:creationId xmlns:a16="http://schemas.microsoft.com/office/drawing/2014/main" id="{C61B7109-0F51-4A5E-9ADF-319B47E6597E}"/>
                  </a:ext>
                </a:extLst>
              </p:cNvPr>
              <p:cNvSpPr/>
              <p:nvPr/>
            </p:nvSpPr>
            <p:spPr>
              <a:xfrm>
                <a:off x="36390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46" name="타원 21545">
                <a:extLst>
                  <a:ext uri="{FF2B5EF4-FFF2-40B4-BE49-F238E27FC236}">
                    <a16:creationId xmlns:a16="http://schemas.microsoft.com/office/drawing/2014/main" id="{6004FF26-84D0-4D50-9CC6-1671A14A8D71}"/>
                  </a:ext>
                </a:extLst>
              </p:cNvPr>
              <p:cNvSpPr/>
              <p:nvPr/>
            </p:nvSpPr>
            <p:spPr>
              <a:xfrm>
                <a:off x="37914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47" name="타원 21546">
                <a:extLst>
                  <a:ext uri="{FF2B5EF4-FFF2-40B4-BE49-F238E27FC236}">
                    <a16:creationId xmlns:a16="http://schemas.microsoft.com/office/drawing/2014/main" id="{53CCFE76-08D0-4BEF-A84E-13DEED49C1CE}"/>
                  </a:ext>
                </a:extLst>
              </p:cNvPr>
              <p:cNvSpPr/>
              <p:nvPr/>
            </p:nvSpPr>
            <p:spPr>
              <a:xfrm>
                <a:off x="39438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48" name="타원 21547">
                <a:extLst>
                  <a:ext uri="{FF2B5EF4-FFF2-40B4-BE49-F238E27FC236}">
                    <a16:creationId xmlns:a16="http://schemas.microsoft.com/office/drawing/2014/main" id="{D354C987-FBF6-469E-BDCD-66EC848DEA58}"/>
                  </a:ext>
                </a:extLst>
              </p:cNvPr>
              <p:cNvSpPr/>
              <p:nvPr/>
            </p:nvSpPr>
            <p:spPr>
              <a:xfrm>
                <a:off x="40962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49" name="타원 21548">
                <a:extLst>
                  <a:ext uri="{FF2B5EF4-FFF2-40B4-BE49-F238E27FC236}">
                    <a16:creationId xmlns:a16="http://schemas.microsoft.com/office/drawing/2014/main" id="{B70726D4-81DE-4CF9-B549-6DD486605891}"/>
                  </a:ext>
                </a:extLst>
              </p:cNvPr>
              <p:cNvSpPr/>
              <p:nvPr/>
            </p:nvSpPr>
            <p:spPr>
              <a:xfrm>
                <a:off x="42486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50" name="타원 21549">
                <a:extLst>
                  <a:ext uri="{FF2B5EF4-FFF2-40B4-BE49-F238E27FC236}">
                    <a16:creationId xmlns:a16="http://schemas.microsoft.com/office/drawing/2014/main" id="{096D7C7D-090A-4F22-959B-3B38A346D3D1}"/>
                  </a:ext>
                </a:extLst>
              </p:cNvPr>
              <p:cNvSpPr/>
              <p:nvPr/>
            </p:nvSpPr>
            <p:spPr>
              <a:xfrm>
                <a:off x="44010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51" name="타원 21550">
                <a:extLst>
                  <a:ext uri="{FF2B5EF4-FFF2-40B4-BE49-F238E27FC236}">
                    <a16:creationId xmlns:a16="http://schemas.microsoft.com/office/drawing/2014/main" id="{6C072010-6EA0-4BB2-A221-F88B9C29AEAD}"/>
                  </a:ext>
                </a:extLst>
              </p:cNvPr>
              <p:cNvSpPr/>
              <p:nvPr/>
            </p:nvSpPr>
            <p:spPr>
              <a:xfrm>
                <a:off x="45534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52" name="타원 21551">
                <a:extLst>
                  <a:ext uri="{FF2B5EF4-FFF2-40B4-BE49-F238E27FC236}">
                    <a16:creationId xmlns:a16="http://schemas.microsoft.com/office/drawing/2014/main" id="{5FD4CC36-00B1-4014-8723-7557C1A3DB83}"/>
                  </a:ext>
                </a:extLst>
              </p:cNvPr>
              <p:cNvSpPr/>
              <p:nvPr/>
            </p:nvSpPr>
            <p:spPr>
              <a:xfrm>
                <a:off x="47058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53" name="타원 21552">
                <a:extLst>
                  <a:ext uri="{FF2B5EF4-FFF2-40B4-BE49-F238E27FC236}">
                    <a16:creationId xmlns:a16="http://schemas.microsoft.com/office/drawing/2014/main" id="{AF41AA69-E80A-41AC-AED6-DC730E7B3312}"/>
                  </a:ext>
                </a:extLst>
              </p:cNvPr>
              <p:cNvSpPr/>
              <p:nvPr/>
            </p:nvSpPr>
            <p:spPr>
              <a:xfrm>
                <a:off x="48582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54" name="타원 21553">
                <a:extLst>
                  <a:ext uri="{FF2B5EF4-FFF2-40B4-BE49-F238E27FC236}">
                    <a16:creationId xmlns:a16="http://schemas.microsoft.com/office/drawing/2014/main" id="{F6FDF7E8-15E0-4E74-8A78-C827B49A86B8}"/>
                  </a:ext>
                </a:extLst>
              </p:cNvPr>
              <p:cNvSpPr/>
              <p:nvPr/>
            </p:nvSpPr>
            <p:spPr>
              <a:xfrm>
                <a:off x="50106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55" name="타원 21554">
                <a:extLst>
                  <a:ext uri="{FF2B5EF4-FFF2-40B4-BE49-F238E27FC236}">
                    <a16:creationId xmlns:a16="http://schemas.microsoft.com/office/drawing/2014/main" id="{600455C6-C48C-45C2-890E-44348C04D07D}"/>
                  </a:ext>
                </a:extLst>
              </p:cNvPr>
              <p:cNvSpPr/>
              <p:nvPr/>
            </p:nvSpPr>
            <p:spPr>
              <a:xfrm>
                <a:off x="51630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56" name="타원 21555">
                <a:extLst>
                  <a:ext uri="{FF2B5EF4-FFF2-40B4-BE49-F238E27FC236}">
                    <a16:creationId xmlns:a16="http://schemas.microsoft.com/office/drawing/2014/main" id="{0654034B-7638-46C9-BC68-0B76438B368F}"/>
                  </a:ext>
                </a:extLst>
              </p:cNvPr>
              <p:cNvSpPr/>
              <p:nvPr/>
            </p:nvSpPr>
            <p:spPr>
              <a:xfrm>
                <a:off x="53154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57" name="타원 21556">
                <a:extLst>
                  <a:ext uri="{FF2B5EF4-FFF2-40B4-BE49-F238E27FC236}">
                    <a16:creationId xmlns:a16="http://schemas.microsoft.com/office/drawing/2014/main" id="{02254073-3E1A-4A5D-A607-77478C5C3D9E}"/>
                  </a:ext>
                </a:extLst>
              </p:cNvPr>
              <p:cNvSpPr/>
              <p:nvPr/>
            </p:nvSpPr>
            <p:spPr>
              <a:xfrm>
                <a:off x="54678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58" name="타원 21557">
                <a:extLst>
                  <a:ext uri="{FF2B5EF4-FFF2-40B4-BE49-F238E27FC236}">
                    <a16:creationId xmlns:a16="http://schemas.microsoft.com/office/drawing/2014/main" id="{D9F6862C-8944-428D-9229-EDA1250DE5A1}"/>
                  </a:ext>
                </a:extLst>
              </p:cNvPr>
              <p:cNvSpPr/>
              <p:nvPr/>
            </p:nvSpPr>
            <p:spPr>
              <a:xfrm>
                <a:off x="5620275" y="4546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59" name="타원 21558">
                <a:extLst>
                  <a:ext uri="{FF2B5EF4-FFF2-40B4-BE49-F238E27FC236}">
                    <a16:creationId xmlns:a16="http://schemas.microsoft.com/office/drawing/2014/main" id="{836FED1F-4D64-4340-9089-713FBC198008}"/>
                  </a:ext>
                </a:extLst>
              </p:cNvPr>
              <p:cNvSpPr/>
              <p:nvPr/>
            </p:nvSpPr>
            <p:spPr>
              <a:xfrm>
                <a:off x="2862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60" name="타원 21559">
                <a:extLst>
                  <a:ext uri="{FF2B5EF4-FFF2-40B4-BE49-F238E27FC236}">
                    <a16:creationId xmlns:a16="http://schemas.microsoft.com/office/drawing/2014/main" id="{211199CE-CA07-4CF1-A06E-DD1BEFFD76D3}"/>
                  </a:ext>
                </a:extLst>
              </p:cNvPr>
              <p:cNvSpPr/>
              <p:nvPr/>
            </p:nvSpPr>
            <p:spPr>
              <a:xfrm>
                <a:off x="4386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61" name="타원 21560">
                <a:extLst>
                  <a:ext uri="{FF2B5EF4-FFF2-40B4-BE49-F238E27FC236}">
                    <a16:creationId xmlns:a16="http://schemas.microsoft.com/office/drawing/2014/main" id="{9AE4E6B6-9539-4225-854A-3160E3E41325}"/>
                  </a:ext>
                </a:extLst>
              </p:cNvPr>
              <p:cNvSpPr/>
              <p:nvPr/>
            </p:nvSpPr>
            <p:spPr>
              <a:xfrm>
                <a:off x="5910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62" name="타원 21561">
                <a:extLst>
                  <a:ext uri="{FF2B5EF4-FFF2-40B4-BE49-F238E27FC236}">
                    <a16:creationId xmlns:a16="http://schemas.microsoft.com/office/drawing/2014/main" id="{15FBE043-4E73-497E-B8C8-3305CF6BEF3F}"/>
                  </a:ext>
                </a:extLst>
              </p:cNvPr>
              <p:cNvSpPr/>
              <p:nvPr/>
            </p:nvSpPr>
            <p:spPr>
              <a:xfrm>
                <a:off x="7434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63" name="타원 21562">
                <a:extLst>
                  <a:ext uri="{FF2B5EF4-FFF2-40B4-BE49-F238E27FC236}">
                    <a16:creationId xmlns:a16="http://schemas.microsoft.com/office/drawing/2014/main" id="{0D2F1879-AF64-4501-8F70-C48B6F726B4A}"/>
                  </a:ext>
                </a:extLst>
              </p:cNvPr>
              <p:cNvSpPr/>
              <p:nvPr/>
            </p:nvSpPr>
            <p:spPr>
              <a:xfrm>
                <a:off x="8958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64" name="타원 21563">
                <a:extLst>
                  <a:ext uri="{FF2B5EF4-FFF2-40B4-BE49-F238E27FC236}">
                    <a16:creationId xmlns:a16="http://schemas.microsoft.com/office/drawing/2014/main" id="{9FDD038E-3368-4E13-925F-E221A48C8E76}"/>
                  </a:ext>
                </a:extLst>
              </p:cNvPr>
              <p:cNvSpPr/>
              <p:nvPr/>
            </p:nvSpPr>
            <p:spPr>
              <a:xfrm>
                <a:off x="10482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65" name="타원 21564">
                <a:extLst>
                  <a:ext uri="{FF2B5EF4-FFF2-40B4-BE49-F238E27FC236}">
                    <a16:creationId xmlns:a16="http://schemas.microsoft.com/office/drawing/2014/main" id="{F90AC0C7-338E-4A17-8A83-B11ED03E19AF}"/>
                  </a:ext>
                </a:extLst>
              </p:cNvPr>
              <p:cNvSpPr/>
              <p:nvPr/>
            </p:nvSpPr>
            <p:spPr>
              <a:xfrm>
                <a:off x="12006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66" name="타원 21565">
                <a:extLst>
                  <a:ext uri="{FF2B5EF4-FFF2-40B4-BE49-F238E27FC236}">
                    <a16:creationId xmlns:a16="http://schemas.microsoft.com/office/drawing/2014/main" id="{4B80B7D8-66D2-4823-B926-E52EAF0D6158}"/>
                  </a:ext>
                </a:extLst>
              </p:cNvPr>
              <p:cNvSpPr/>
              <p:nvPr/>
            </p:nvSpPr>
            <p:spPr>
              <a:xfrm>
                <a:off x="13530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67" name="타원 21566">
                <a:extLst>
                  <a:ext uri="{FF2B5EF4-FFF2-40B4-BE49-F238E27FC236}">
                    <a16:creationId xmlns:a16="http://schemas.microsoft.com/office/drawing/2014/main" id="{D7C4BB30-BD27-4D1D-BE37-8ED3B6274C6C}"/>
                  </a:ext>
                </a:extLst>
              </p:cNvPr>
              <p:cNvSpPr/>
              <p:nvPr/>
            </p:nvSpPr>
            <p:spPr>
              <a:xfrm>
                <a:off x="15054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68" name="타원 21567">
                <a:extLst>
                  <a:ext uri="{FF2B5EF4-FFF2-40B4-BE49-F238E27FC236}">
                    <a16:creationId xmlns:a16="http://schemas.microsoft.com/office/drawing/2014/main" id="{A0E274F1-D6B3-4A1A-88CF-DD32181CDAA5}"/>
                  </a:ext>
                </a:extLst>
              </p:cNvPr>
              <p:cNvSpPr/>
              <p:nvPr/>
            </p:nvSpPr>
            <p:spPr>
              <a:xfrm>
                <a:off x="16578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69" name="타원 21568">
                <a:extLst>
                  <a:ext uri="{FF2B5EF4-FFF2-40B4-BE49-F238E27FC236}">
                    <a16:creationId xmlns:a16="http://schemas.microsoft.com/office/drawing/2014/main" id="{8EAE6CB3-9DC2-4A35-8D94-40E1E766281B}"/>
                  </a:ext>
                </a:extLst>
              </p:cNvPr>
              <p:cNvSpPr/>
              <p:nvPr/>
            </p:nvSpPr>
            <p:spPr>
              <a:xfrm>
                <a:off x="18102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70" name="타원 21569">
                <a:extLst>
                  <a:ext uri="{FF2B5EF4-FFF2-40B4-BE49-F238E27FC236}">
                    <a16:creationId xmlns:a16="http://schemas.microsoft.com/office/drawing/2014/main" id="{219C1D4E-2E19-45E0-89D3-BA6BA9A8D8EA}"/>
                  </a:ext>
                </a:extLst>
              </p:cNvPr>
              <p:cNvSpPr/>
              <p:nvPr/>
            </p:nvSpPr>
            <p:spPr>
              <a:xfrm>
                <a:off x="19626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71" name="타원 21570">
                <a:extLst>
                  <a:ext uri="{FF2B5EF4-FFF2-40B4-BE49-F238E27FC236}">
                    <a16:creationId xmlns:a16="http://schemas.microsoft.com/office/drawing/2014/main" id="{0159A987-1F5B-4556-B98D-83C226C594EB}"/>
                  </a:ext>
                </a:extLst>
              </p:cNvPr>
              <p:cNvSpPr/>
              <p:nvPr/>
            </p:nvSpPr>
            <p:spPr>
              <a:xfrm>
                <a:off x="21150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72" name="타원 21571">
                <a:extLst>
                  <a:ext uri="{FF2B5EF4-FFF2-40B4-BE49-F238E27FC236}">
                    <a16:creationId xmlns:a16="http://schemas.microsoft.com/office/drawing/2014/main" id="{5DD3C499-5562-4853-8FFF-553B1B5B0BE5}"/>
                  </a:ext>
                </a:extLst>
              </p:cNvPr>
              <p:cNvSpPr/>
              <p:nvPr/>
            </p:nvSpPr>
            <p:spPr>
              <a:xfrm>
                <a:off x="22674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73" name="타원 21572">
                <a:extLst>
                  <a:ext uri="{FF2B5EF4-FFF2-40B4-BE49-F238E27FC236}">
                    <a16:creationId xmlns:a16="http://schemas.microsoft.com/office/drawing/2014/main" id="{BDBEB9C7-6739-483A-A7F1-4F5206372C4A}"/>
                  </a:ext>
                </a:extLst>
              </p:cNvPr>
              <p:cNvSpPr/>
              <p:nvPr/>
            </p:nvSpPr>
            <p:spPr>
              <a:xfrm>
                <a:off x="24198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74" name="타원 21573">
                <a:extLst>
                  <a:ext uri="{FF2B5EF4-FFF2-40B4-BE49-F238E27FC236}">
                    <a16:creationId xmlns:a16="http://schemas.microsoft.com/office/drawing/2014/main" id="{61D20636-C491-494C-87FB-AB7ABF5C84B3}"/>
                  </a:ext>
                </a:extLst>
              </p:cNvPr>
              <p:cNvSpPr/>
              <p:nvPr/>
            </p:nvSpPr>
            <p:spPr>
              <a:xfrm>
                <a:off x="25722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75" name="타원 21574">
                <a:extLst>
                  <a:ext uri="{FF2B5EF4-FFF2-40B4-BE49-F238E27FC236}">
                    <a16:creationId xmlns:a16="http://schemas.microsoft.com/office/drawing/2014/main" id="{8EB6D13E-F17D-4DA3-9EB6-68DA4F1BB011}"/>
                  </a:ext>
                </a:extLst>
              </p:cNvPr>
              <p:cNvSpPr/>
              <p:nvPr/>
            </p:nvSpPr>
            <p:spPr>
              <a:xfrm>
                <a:off x="27246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76" name="타원 21575">
                <a:extLst>
                  <a:ext uri="{FF2B5EF4-FFF2-40B4-BE49-F238E27FC236}">
                    <a16:creationId xmlns:a16="http://schemas.microsoft.com/office/drawing/2014/main" id="{3B8520E2-0582-4003-8465-30987397346D}"/>
                  </a:ext>
                </a:extLst>
              </p:cNvPr>
              <p:cNvSpPr/>
              <p:nvPr/>
            </p:nvSpPr>
            <p:spPr>
              <a:xfrm>
                <a:off x="28770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77" name="타원 21576">
                <a:extLst>
                  <a:ext uri="{FF2B5EF4-FFF2-40B4-BE49-F238E27FC236}">
                    <a16:creationId xmlns:a16="http://schemas.microsoft.com/office/drawing/2014/main" id="{B657744A-37E9-43F2-A02C-CE66BA052337}"/>
                  </a:ext>
                </a:extLst>
              </p:cNvPr>
              <p:cNvSpPr/>
              <p:nvPr/>
            </p:nvSpPr>
            <p:spPr>
              <a:xfrm>
                <a:off x="30294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78" name="타원 21577">
                <a:extLst>
                  <a:ext uri="{FF2B5EF4-FFF2-40B4-BE49-F238E27FC236}">
                    <a16:creationId xmlns:a16="http://schemas.microsoft.com/office/drawing/2014/main" id="{EA469DB0-ED27-4DB7-AE68-3D7F95F77AA6}"/>
                  </a:ext>
                </a:extLst>
              </p:cNvPr>
              <p:cNvSpPr/>
              <p:nvPr/>
            </p:nvSpPr>
            <p:spPr>
              <a:xfrm>
                <a:off x="31818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79" name="타원 21578">
                <a:extLst>
                  <a:ext uri="{FF2B5EF4-FFF2-40B4-BE49-F238E27FC236}">
                    <a16:creationId xmlns:a16="http://schemas.microsoft.com/office/drawing/2014/main" id="{FC21C486-D68B-43E5-A9E6-A2CFC8075399}"/>
                  </a:ext>
                </a:extLst>
              </p:cNvPr>
              <p:cNvSpPr/>
              <p:nvPr/>
            </p:nvSpPr>
            <p:spPr>
              <a:xfrm>
                <a:off x="33342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80" name="타원 21579">
                <a:extLst>
                  <a:ext uri="{FF2B5EF4-FFF2-40B4-BE49-F238E27FC236}">
                    <a16:creationId xmlns:a16="http://schemas.microsoft.com/office/drawing/2014/main" id="{0F90DF46-31A2-4870-BBE3-4BFBB25851CE}"/>
                  </a:ext>
                </a:extLst>
              </p:cNvPr>
              <p:cNvSpPr/>
              <p:nvPr/>
            </p:nvSpPr>
            <p:spPr>
              <a:xfrm>
                <a:off x="34866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81" name="타원 21580">
                <a:extLst>
                  <a:ext uri="{FF2B5EF4-FFF2-40B4-BE49-F238E27FC236}">
                    <a16:creationId xmlns:a16="http://schemas.microsoft.com/office/drawing/2014/main" id="{84A053FF-FF7C-4B55-8CF9-EA33833FF0B1}"/>
                  </a:ext>
                </a:extLst>
              </p:cNvPr>
              <p:cNvSpPr/>
              <p:nvPr/>
            </p:nvSpPr>
            <p:spPr>
              <a:xfrm>
                <a:off x="36390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82" name="타원 21581">
                <a:extLst>
                  <a:ext uri="{FF2B5EF4-FFF2-40B4-BE49-F238E27FC236}">
                    <a16:creationId xmlns:a16="http://schemas.microsoft.com/office/drawing/2014/main" id="{B578C3A4-1685-4584-88BA-32019ED6438D}"/>
                  </a:ext>
                </a:extLst>
              </p:cNvPr>
              <p:cNvSpPr/>
              <p:nvPr/>
            </p:nvSpPr>
            <p:spPr>
              <a:xfrm>
                <a:off x="37914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83" name="타원 21582">
                <a:extLst>
                  <a:ext uri="{FF2B5EF4-FFF2-40B4-BE49-F238E27FC236}">
                    <a16:creationId xmlns:a16="http://schemas.microsoft.com/office/drawing/2014/main" id="{6CA66CC5-F125-4E79-904E-C7A3D26A68DB}"/>
                  </a:ext>
                </a:extLst>
              </p:cNvPr>
              <p:cNvSpPr/>
              <p:nvPr/>
            </p:nvSpPr>
            <p:spPr>
              <a:xfrm>
                <a:off x="39438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84" name="타원 21583">
                <a:extLst>
                  <a:ext uri="{FF2B5EF4-FFF2-40B4-BE49-F238E27FC236}">
                    <a16:creationId xmlns:a16="http://schemas.microsoft.com/office/drawing/2014/main" id="{67713EA5-CB81-4E48-A71D-D5850F8D965D}"/>
                  </a:ext>
                </a:extLst>
              </p:cNvPr>
              <p:cNvSpPr/>
              <p:nvPr/>
            </p:nvSpPr>
            <p:spPr>
              <a:xfrm>
                <a:off x="40962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85" name="타원 21584">
                <a:extLst>
                  <a:ext uri="{FF2B5EF4-FFF2-40B4-BE49-F238E27FC236}">
                    <a16:creationId xmlns:a16="http://schemas.microsoft.com/office/drawing/2014/main" id="{BC32DA38-BEF3-457E-8A26-37D811A3CDAB}"/>
                  </a:ext>
                </a:extLst>
              </p:cNvPr>
              <p:cNvSpPr/>
              <p:nvPr/>
            </p:nvSpPr>
            <p:spPr>
              <a:xfrm>
                <a:off x="42486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86" name="타원 21585">
                <a:extLst>
                  <a:ext uri="{FF2B5EF4-FFF2-40B4-BE49-F238E27FC236}">
                    <a16:creationId xmlns:a16="http://schemas.microsoft.com/office/drawing/2014/main" id="{37E25FB2-FB3B-4169-8FAD-5158F3F665F8}"/>
                  </a:ext>
                </a:extLst>
              </p:cNvPr>
              <p:cNvSpPr/>
              <p:nvPr/>
            </p:nvSpPr>
            <p:spPr>
              <a:xfrm>
                <a:off x="44010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87" name="타원 21586">
                <a:extLst>
                  <a:ext uri="{FF2B5EF4-FFF2-40B4-BE49-F238E27FC236}">
                    <a16:creationId xmlns:a16="http://schemas.microsoft.com/office/drawing/2014/main" id="{443B09C4-B728-41AF-8ACA-0205E60366E5}"/>
                  </a:ext>
                </a:extLst>
              </p:cNvPr>
              <p:cNvSpPr/>
              <p:nvPr/>
            </p:nvSpPr>
            <p:spPr>
              <a:xfrm>
                <a:off x="45534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88" name="타원 21587">
                <a:extLst>
                  <a:ext uri="{FF2B5EF4-FFF2-40B4-BE49-F238E27FC236}">
                    <a16:creationId xmlns:a16="http://schemas.microsoft.com/office/drawing/2014/main" id="{CB363FC4-F8C5-4579-ADD6-AC2B7453F877}"/>
                  </a:ext>
                </a:extLst>
              </p:cNvPr>
              <p:cNvSpPr/>
              <p:nvPr/>
            </p:nvSpPr>
            <p:spPr>
              <a:xfrm>
                <a:off x="47058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89" name="타원 21588">
                <a:extLst>
                  <a:ext uri="{FF2B5EF4-FFF2-40B4-BE49-F238E27FC236}">
                    <a16:creationId xmlns:a16="http://schemas.microsoft.com/office/drawing/2014/main" id="{339634F0-A066-41C8-83FF-88B89F90F715}"/>
                  </a:ext>
                </a:extLst>
              </p:cNvPr>
              <p:cNvSpPr/>
              <p:nvPr/>
            </p:nvSpPr>
            <p:spPr>
              <a:xfrm>
                <a:off x="48582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90" name="타원 21589">
                <a:extLst>
                  <a:ext uri="{FF2B5EF4-FFF2-40B4-BE49-F238E27FC236}">
                    <a16:creationId xmlns:a16="http://schemas.microsoft.com/office/drawing/2014/main" id="{CBEB13B9-4926-44F2-B46D-5AFA5E97E57B}"/>
                  </a:ext>
                </a:extLst>
              </p:cNvPr>
              <p:cNvSpPr/>
              <p:nvPr/>
            </p:nvSpPr>
            <p:spPr>
              <a:xfrm>
                <a:off x="50106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91" name="타원 21590">
                <a:extLst>
                  <a:ext uri="{FF2B5EF4-FFF2-40B4-BE49-F238E27FC236}">
                    <a16:creationId xmlns:a16="http://schemas.microsoft.com/office/drawing/2014/main" id="{6CAF03AA-A0F3-4893-BDB0-54EDD99AB5C0}"/>
                  </a:ext>
                </a:extLst>
              </p:cNvPr>
              <p:cNvSpPr/>
              <p:nvPr/>
            </p:nvSpPr>
            <p:spPr>
              <a:xfrm>
                <a:off x="51630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92" name="타원 21591">
                <a:extLst>
                  <a:ext uri="{FF2B5EF4-FFF2-40B4-BE49-F238E27FC236}">
                    <a16:creationId xmlns:a16="http://schemas.microsoft.com/office/drawing/2014/main" id="{37182FDF-B0EB-4D77-BA7C-1B01DAC20D28}"/>
                  </a:ext>
                </a:extLst>
              </p:cNvPr>
              <p:cNvSpPr/>
              <p:nvPr/>
            </p:nvSpPr>
            <p:spPr>
              <a:xfrm>
                <a:off x="53154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93" name="타원 21592">
                <a:extLst>
                  <a:ext uri="{FF2B5EF4-FFF2-40B4-BE49-F238E27FC236}">
                    <a16:creationId xmlns:a16="http://schemas.microsoft.com/office/drawing/2014/main" id="{4934891B-FBE4-4852-8F03-3A4654B058FE}"/>
                  </a:ext>
                </a:extLst>
              </p:cNvPr>
              <p:cNvSpPr/>
              <p:nvPr/>
            </p:nvSpPr>
            <p:spPr>
              <a:xfrm>
                <a:off x="54678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94" name="타원 21593">
                <a:extLst>
                  <a:ext uri="{FF2B5EF4-FFF2-40B4-BE49-F238E27FC236}">
                    <a16:creationId xmlns:a16="http://schemas.microsoft.com/office/drawing/2014/main" id="{2FD6F3E5-7FB4-4D28-A46C-E746F37EF667}"/>
                  </a:ext>
                </a:extLst>
              </p:cNvPr>
              <p:cNvSpPr/>
              <p:nvPr/>
            </p:nvSpPr>
            <p:spPr>
              <a:xfrm>
                <a:off x="5620275" y="4698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95" name="타원 21594">
                <a:extLst>
                  <a:ext uri="{FF2B5EF4-FFF2-40B4-BE49-F238E27FC236}">
                    <a16:creationId xmlns:a16="http://schemas.microsoft.com/office/drawing/2014/main" id="{B94536B8-3779-4D9B-BF2E-97745089AD90}"/>
                  </a:ext>
                </a:extLst>
              </p:cNvPr>
              <p:cNvSpPr/>
              <p:nvPr/>
            </p:nvSpPr>
            <p:spPr>
              <a:xfrm>
                <a:off x="2862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96" name="타원 21595">
                <a:extLst>
                  <a:ext uri="{FF2B5EF4-FFF2-40B4-BE49-F238E27FC236}">
                    <a16:creationId xmlns:a16="http://schemas.microsoft.com/office/drawing/2014/main" id="{5A63FD2A-4FEE-4A8E-8700-96EF011D9838}"/>
                  </a:ext>
                </a:extLst>
              </p:cNvPr>
              <p:cNvSpPr/>
              <p:nvPr/>
            </p:nvSpPr>
            <p:spPr>
              <a:xfrm>
                <a:off x="4386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97" name="타원 21596">
                <a:extLst>
                  <a:ext uri="{FF2B5EF4-FFF2-40B4-BE49-F238E27FC236}">
                    <a16:creationId xmlns:a16="http://schemas.microsoft.com/office/drawing/2014/main" id="{774ECA07-175F-40E4-BD8B-C3E75A33CBD7}"/>
                  </a:ext>
                </a:extLst>
              </p:cNvPr>
              <p:cNvSpPr/>
              <p:nvPr/>
            </p:nvSpPr>
            <p:spPr>
              <a:xfrm>
                <a:off x="5910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98" name="타원 21597">
                <a:extLst>
                  <a:ext uri="{FF2B5EF4-FFF2-40B4-BE49-F238E27FC236}">
                    <a16:creationId xmlns:a16="http://schemas.microsoft.com/office/drawing/2014/main" id="{8641732F-6F09-47FD-85AB-CEAAE990EBCB}"/>
                  </a:ext>
                </a:extLst>
              </p:cNvPr>
              <p:cNvSpPr/>
              <p:nvPr/>
            </p:nvSpPr>
            <p:spPr>
              <a:xfrm>
                <a:off x="7434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99" name="타원 21598">
                <a:extLst>
                  <a:ext uri="{FF2B5EF4-FFF2-40B4-BE49-F238E27FC236}">
                    <a16:creationId xmlns:a16="http://schemas.microsoft.com/office/drawing/2014/main" id="{9F60C295-AC5D-440F-A84A-108260C28339}"/>
                  </a:ext>
                </a:extLst>
              </p:cNvPr>
              <p:cNvSpPr/>
              <p:nvPr/>
            </p:nvSpPr>
            <p:spPr>
              <a:xfrm>
                <a:off x="8958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00" name="타원 21599">
                <a:extLst>
                  <a:ext uri="{FF2B5EF4-FFF2-40B4-BE49-F238E27FC236}">
                    <a16:creationId xmlns:a16="http://schemas.microsoft.com/office/drawing/2014/main" id="{9D359B62-4461-4AE5-9F8A-23680975A214}"/>
                  </a:ext>
                </a:extLst>
              </p:cNvPr>
              <p:cNvSpPr/>
              <p:nvPr/>
            </p:nvSpPr>
            <p:spPr>
              <a:xfrm>
                <a:off x="10482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01" name="타원 21600">
                <a:extLst>
                  <a:ext uri="{FF2B5EF4-FFF2-40B4-BE49-F238E27FC236}">
                    <a16:creationId xmlns:a16="http://schemas.microsoft.com/office/drawing/2014/main" id="{60EAB31B-8E81-4A98-89CC-1B242A1C963D}"/>
                  </a:ext>
                </a:extLst>
              </p:cNvPr>
              <p:cNvSpPr/>
              <p:nvPr/>
            </p:nvSpPr>
            <p:spPr>
              <a:xfrm>
                <a:off x="12006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02" name="타원 21601">
                <a:extLst>
                  <a:ext uri="{FF2B5EF4-FFF2-40B4-BE49-F238E27FC236}">
                    <a16:creationId xmlns:a16="http://schemas.microsoft.com/office/drawing/2014/main" id="{294864C7-3AB7-4503-AFD7-230AF25ED17B}"/>
                  </a:ext>
                </a:extLst>
              </p:cNvPr>
              <p:cNvSpPr/>
              <p:nvPr/>
            </p:nvSpPr>
            <p:spPr>
              <a:xfrm>
                <a:off x="13530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03" name="타원 21602">
                <a:extLst>
                  <a:ext uri="{FF2B5EF4-FFF2-40B4-BE49-F238E27FC236}">
                    <a16:creationId xmlns:a16="http://schemas.microsoft.com/office/drawing/2014/main" id="{75899AF7-15AF-463E-A881-37B37E1FD0ED}"/>
                  </a:ext>
                </a:extLst>
              </p:cNvPr>
              <p:cNvSpPr/>
              <p:nvPr/>
            </p:nvSpPr>
            <p:spPr>
              <a:xfrm>
                <a:off x="15054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04" name="타원 21603">
                <a:extLst>
                  <a:ext uri="{FF2B5EF4-FFF2-40B4-BE49-F238E27FC236}">
                    <a16:creationId xmlns:a16="http://schemas.microsoft.com/office/drawing/2014/main" id="{A0528DAC-DD86-4BFA-BCD6-6B641134C1DF}"/>
                  </a:ext>
                </a:extLst>
              </p:cNvPr>
              <p:cNvSpPr/>
              <p:nvPr/>
            </p:nvSpPr>
            <p:spPr>
              <a:xfrm>
                <a:off x="16578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05" name="타원 21604">
                <a:extLst>
                  <a:ext uri="{FF2B5EF4-FFF2-40B4-BE49-F238E27FC236}">
                    <a16:creationId xmlns:a16="http://schemas.microsoft.com/office/drawing/2014/main" id="{3CEF7E2A-8C54-4229-8F45-B95F0A5CE509}"/>
                  </a:ext>
                </a:extLst>
              </p:cNvPr>
              <p:cNvSpPr/>
              <p:nvPr/>
            </p:nvSpPr>
            <p:spPr>
              <a:xfrm>
                <a:off x="18102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06" name="타원 21605">
                <a:extLst>
                  <a:ext uri="{FF2B5EF4-FFF2-40B4-BE49-F238E27FC236}">
                    <a16:creationId xmlns:a16="http://schemas.microsoft.com/office/drawing/2014/main" id="{C5DB537E-6BB7-4255-9FF8-C635D2657791}"/>
                  </a:ext>
                </a:extLst>
              </p:cNvPr>
              <p:cNvSpPr/>
              <p:nvPr/>
            </p:nvSpPr>
            <p:spPr>
              <a:xfrm>
                <a:off x="19626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07" name="타원 21606">
                <a:extLst>
                  <a:ext uri="{FF2B5EF4-FFF2-40B4-BE49-F238E27FC236}">
                    <a16:creationId xmlns:a16="http://schemas.microsoft.com/office/drawing/2014/main" id="{B9827E2D-D93B-4CA2-AAAC-4A980FCF97F5}"/>
                  </a:ext>
                </a:extLst>
              </p:cNvPr>
              <p:cNvSpPr/>
              <p:nvPr/>
            </p:nvSpPr>
            <p:spPr>
              <a:xfrm>
                <a:off x="21150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08" name="타원 21607">
                <a:extLst>
                  <a:ext uri="{FF2B5EF4-FFF2-40B4-BE49-F238E27FC236}">
                    <a16:creationId xmlns:a16="http://schemas.microsoft.com/office/drawing/2014/main" id="{43856751-FF26-44A4-91B4-1A76293ED444}"/>
                  </a:ext>
                </a:extLst>
              </p:cNvPr>
              <p:cNvSpPr/>
              <p:nvPr/>
            </p:nvSpPr>
            <p:spPr>
              <a:xfrm>
                <a:off x="22674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09" name="타원 21608">
                <a:extLst>
                  <a:ext uri="{FF2B5EF4-FFF2-40B4-BE49-F238E27FC236}">
                    <a16:creationId xmlns:a16="http://schemas.microsoft.com/office/drawing/2014/main" id="{7A30EC98-1DE3-490A-92EA-949775BE1BC8}"/>
                  </a:ext>
                </a:extLst>
              </p:cNvPr>
              <p:cNvSpPr/>
              <p:nvPr/>
            </p:nvSpPr>
            <p:spPr>
              <a:xfrm>
                <a:off x="24198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10" name="타원 21609">
                <a:extLst>
                  <a:ext uri="{FF2B5EF4-FFF2-40B4-BE49-F238E27FC236}">
                    <a16:creationId xmlns:a16="http://schemas.microsoft.com/office/drawing/2014/main" id="{82627D49-CC06-4AC0-83D6-D65935453DF6}"/>
                  </a:ext>
                </a:extLst>
              </p:cNvPr>
              <p:cNvSpPr/>
              <p:nvPr/>
            </p:nvSpPr>
            <p:spPr>
              <a:xfrm>
                <a:off x="25722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11" name="타원 21610">
                <a:extLst>
                  <a:ext uri="{FF2B5EF4-FFF2-40B4-BE49-F238E27FC236}">
                    <a16:creationId xmlns:a16="http://schemas.microsoft.com/office/drawing/2014/main" id="{9EF8B94B-14A6-4D04-AEEA-F3B1239370FD}"/>
                  </a:ext>
                </a:extLst>
              </p:cNvPr>
              <p:cNvSpPr/>
              <p:nvPr/>
            </p:nvSpPr>
            <p:spPr>
              <a:xfrm>
                <a:off x="27246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12" name="타원 21611">
                <a:extLst>
                  <a:ext uri="{FF2B5EF4-FFF2-40B4-BE49-F238E27FC236}">
                    <a16:creationId xmlns:a16="http://schemas.microsoft.com/office/drawing/2014/main" id="{928F061F-EF0A-4430-A5B8-D9111116F055}"/>
                  </a:ext>
                </a:extLst>
              </p:cNvPr>
              <p:cNvSpPr/>
              <p:nvPr/>
            </p:nvSpPr>
            <p:spPr>
              <a:xfrm>
                <a:off x="28770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13" name="타원 21612">
                <a:extLst>
                  <a:ext uri="{FF2B5EF4-FFF2-40B4-BE49-F238E27FC236}">
                    <a16:creationId xmlns:a16="http://schemas.microsoft.com/office/drawing/2014/main" id="{C252E4FC-5C08-47F3-8E5B-7F053373C926}"/>
                  </a:ext>
                </a:extLst>
              </p:cNvPr>
              <p:cNvSpPr/>
              <p:nvPr/>
            </p:nvSpPr>
            <p:spPr>
              <a:xfrm>
                <a:off x="30294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14" name="타원 21613">
                <a:extLst>
                  <a:ext uri="{FF2B5EF4-FFF2-40B4-BE49-F238E27FC236}">
                    <a16:creationId xmlns:a16="http://schemas.microsoft.com/office/drawing/2014/main" id="{F85196FD-46F3-4BA6-BADA-B3978BBBE13D}"/>
                  </a:ext>
                </a:extLst>
              </p:cNvPr>
              <p:cNvSpPr/>
              <p:nvPr/>
            </p:nvSpPr>
            <p:spPr>
              <a:xfrm>
                <a:off x="31818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15" name="타원 21614">
                <a:extLst>
                  <a:ext uri="{FF2B5EF4-FFF2-40B4-BE49-F238E27FC236}">
                    <a16:creationId xmlns:a16="http://schemas.microsoft.com/office/drawing/2014/main" id="{DE8485A1-99C0-48BF-B79D-041C18DCA94D}"/>
                  </a:ext>
                </a:extLst>
              </p:cNvPr>
              <p:cNvSpPr/>
              <p:nvPr/>
            </p:nvSpPr>
            <p:spPr>
              <a:xfrm>
                <a:off x="33342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16" name="타원 21615">
                <a:extLst>
                  <a:ext uri="{FF2B5EF4-FFF2-40B4-BE49-F238E27FC236}">
                    <a16:creationId xmlns:a16="http://schemas.microsoft.com/office/drawing/2014/main" id="{36A8142C-F650-448B-89EB-E2B477FC4D04}"/>
                  </a:ext>
                </a:extLst>
              </p:cNvPr>
              <p:cNvSpPr/>
              <p:nvPr/>
            </p:nvSpPr>
            <p:spPr>
              <a:xfrm>
                <a:off x="34866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17" name="타원 21616">
                <a:extLst>
                  <a:ext uri="{FF2B5EF4-FFF2-40B4-BE49-F238E27FC236}">
                    <a16:creationId xmlns:a16="http://schemas.microsoft.com/office/drawing/2014/main" id="{FEEA13AA-AA5D-4846-A34F-6FE232FA2655}"/>
                  </a:ext>
                </a:extLst>
              </p:cNvPr>
              <p:cNvSpPr/>
              <p:nvPr/>
            </p:nvSpPr>
            <p:spPr>
              <a:xfrm>
                <a:off x="36390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18" name="타원 21617">
                <a:extLst>
                  <a:ext uri="{FF2B5EF4-FFF2-40B4-BE49-F238E27FC236}">
                    <a16:creationId xmlns:a16="http://schemas.microsoft.com/office/drawing/2014/main" id="{810989EB-B4EF-415F-9835-22810D7ECEC0}"/>
                  </a:ext>
                </a:extLst>
              </p:cNvPr>
              <p:cNvSpPr/>
              <p:nvPr/>
            </p:nvSpPr>
            <p:spPr>
              <a:xfrm>
                <a:off x="37914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19" name="타원 21618">
                <a:extLst>
                  <a:ext uri="{FF2B5EF4-FFF2-40B4-BE49-F238E27FC236}">
                    <a16:creationId xmlns:a16="http://schemas.microsoft.com/office/drawing/2014/main" id="{260B916C-9903-451E-B051-CAA0B9C0F6AB}"/>
                  </a:ext>
                </a:extLst>
              </p:cNvPr>
              <p:cNvSpPr/>
              <p:nvPr/>
            </p:nvSpPr>
            <p:spPr>
              <a:xfrm>
                <a:off x="39438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20" name="타원 21619">
                <a:extLst>
                  <a:ext uri="{FF2B5EF4-FFF2-40B4-BE49-F238E27FC236}">
                    <a16:creationId xmlns:a16="http://schemas.microsoft.com/office/drawing/2014/main" id="{C16F514C-8B4B-4402-99F3-2D5FFEA27753}"/>
                  </a:ext>
                </a:extLst>
              </p:cNvPr>
              <p:cNvSpPr/>
              <p:nvPr/>
            </p:nvSpPr>
            <p:spPr>
              <a:xfrm>
                <a:off x="40962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21" name="타원 21620">
                <a:extLst>
                  <a:ext uri="{FF2B5EF4-FFF2-40B4-BE49-F238E27FC236}">
                    <a16:creationId xmlns:a16="http://schemas.microsoft.com/office/drawing/2014/main" id="{55E8AF64-CBFC-4CC4-9B9E-B115C19FDA7C}"/>
                  </a:ext>
                </a:extLst>
              </p:cNvPr>
              <p:cNvSpPr/>
              <p:nvPr/>
            </p:nvSpPr>
            <p:spPr>
              <a:xfrm>
                <a:off x="42486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22" name="타원 21621">
                <a:extLst>
                  <a:ext uri="{FF2B5EF4-FFF2-40B4-BE49-F238E27FC236}">
                    <a16:creationId xmlns:a16="http://schemas.microsoft.com/office/drawing/2014/main" id="{7E7078D5-7D4C-4089-9D08-39F99E505C25}"/>
                  </a:ext>
                </a:extLst>
              </p:cNvPr>
              <p:cNvSpPr/>
              <p:nvPr/>
            </p:nvSpPr>
            <p:spPr>
              <a:xfrm>
                <a:off x="44010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23" name="타원 21622">
                <a:extLst>
                  <a:ext uri="{FF2B5EF4-FFF2-40B4-BE49-F238E27FC236}">
                    <a16:creationId xmlns:a16="http://schemas.microsoft.com/office/drawing/2014/main" id="{C29AA869-7881-4923-9123-02B1A802EEEF}"/>
                  </a:ext>
                </a:extLst>
              </p:cNvPr>
              <p:cNvSpPr/>
              <p:nvPr/>
            </p:nvSpPr>
            <p:spPr>
              <a:xfrm>
                <a:off x="45534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24" name="타원 21623">
                <a:extLst>
                  <a:ext uri="{FF2B5EF4-FFF2-40B4-BE49-F238E27FC236}">
                    <a16:creationId xmlns:a16="http://schemas.microsoft.com/office/drawing/2014/main" id="{EFAF282D-B9E0-42DF-884D-9519C70084F4}"/>
                  </a:ext>
                </a:extLst>
              </p:cNvPr>
              <p:cNvSpPr/>
              <p:nvPr/>
            </p:nvSpPr>
            <p:spPr>
              <a:xfrm>
                <a:off x="47058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25" name="타원 21624">
                <a:extLst>
                  <a:ext uri="{FF2B5EF4-FFF2-40B4-BE49-F238E27FC236}">
                    <a16:creationId xmlns:a16="http://schemas.microsoft.com/office/drawing/2014/main" id="{B83658E4-D311-4551-A3AE-35534B5D20D0}"/>
                  </a:ext>
                </a:extLst>
              </p:cNvPr>
              <p:cNvSpPr/>
              <p:nvPr/>
            </p:nvSpPr>
            <p:spPr>
              <a:xfrm>
                <a:off x="48582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26" name="타원 21625">
                <a:extLst>
                  <a:ext uri="{FF2B5EF4-FFF2-40B4-BE49-F238E27FC236}">
                    <a16:creationId xmlns:a16="http://schemas.microsoft.com/office/drawing/2014/main" id="{72FC22EC-87AA-4E7A-8D94-D405C2E533B0}"/>
                  </a:ext>
                </a:extLst>
              </p:cNvPr>
              <p:cNvSpPr/>
              <p:nvPr/>
            </p:nvSpPr>
            <p:spPr>
              <a:xfrm>
                <a:off x="50106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27" name="타원 21626">
                <a:extLst>
                  <a:ext uri="{FF2B5EF4-FFF2-40B4-BE49-F238E27FC236}">
                    <a16:creationId xmlns:a16="http://schemas.microsoft.com/office/drawing/2014/main" id="{3397E66F-074C-4FB4-8C3A-AE15F6384537}"/>
                  </a:ext>
                </a:extLst>
              </p:cNvPr>
              <p:cNvSpPr/>
              <p:nvPr/>
            </p:nvSpPr>
            <p:spPr>
              <a:xfrm>
                <a:off x="51630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28" name="타원 21627">
                <a:extLst>
                  <a:ext uri="{FF2B5EF4-FFF2-40B4-BE49-F238E27FC236}">
                    <a16:creationId xmlns:a16="http://schemas.microsoft.com/office/drawing/2014/main" id="{D185DF4A-6CDB-4CE7-90F0-5927958D15DC}"/>
                  </a:ext>
                </a:extLst>
              </p:cNvPr>
              <p:cNvSpPr/>
              <p:nvPr/>
            </p:nvSpPr>
            <p:spPr>
              <a:xfrm>
                <a:off x="53154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29" name="타원 21628">
                <a:extLst>
                  <a:ext uri="{FF2B5EF4-FFF2-40B4-BE49-F238E27FC236}">
                    <a16:creationId xmlns:a16="http://schemas.microsoft.com/office/drawing/2014/main" id="{4C77468B-58B7-4096-BF41-47FB15FFB26D}"/>
                  </a:ext>
                </a:extLst>
              </p:cNvPr>
              <p:cNvSpPr/>
              <p:nvPr/>
            </p:nvSpPr>
            <p:spPr>
              <a:xfrm>
                <a:off x="54678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30" name="타원 21629">
                <a:extLst>
                  <a:ext uri="{FF2B5EF4-FFF2-40B4-BE49-F238E27FC236}">
                    <a16:creationId xmlns:a16="http://schemas.microsoft.com/office/drawing/2014/main" id="{E48EBA71-593C-4C25-BEA5-968E7D451D8B}"/>
                  </a:ext>
                </a:extLst>
              </p:cNvPr>
              <p:cNvSpPr/>
              <p:nvPr/>
            </p:nvSpPr>
            <p:spPr>
              <a:xfrm>
                <a:off x="5620275" y="4850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31" name="타원 21630">
                <a:extLst>
                  <a:ext uri="{FF2B5EF4-FFF2-40B4-BE49-F238E27FC236}">
                    <a16:creationId xmlns:a16="http://schemas.microsoft.com/office/drawing/2014/main" id="{77129EBB-F78F-413A-A3C2-88E846E09BE8}"/>
                  </a:ext>
                </a:extLst>
              </p:cNvPr>
              <p:cNvSpPr/>
              <p:nvPr/>
            </p:nvSpPr>
            <p:spPr>
              <a:xfrm>
                <a:off x="2862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32" name="타원 21631">
                <a:extLst>
                  <a:ext uri="{FF2B5EF4-FFF2-40B4-BE49-F238E27FC236}">
                    <a16:creationId xmlns:a16="http://schemas.microsoft.com/office/drawing/2014/main" id="{B9E51822-E26E-4207-BDD3-E36586DBAE4D}"/>
                  </a:ext>
                </a:extLst>
              </p:cNvPr>
              <p:cNvSpPr/>
              <p:nvPr/>
            </p:nvSpPr>
            <p:spPr>
              <a:xfrm>
                <a:off x="4386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33" name="타원 21632">
                <a:extLst>
                  <a:ext uri="{FF2B5EF4-FFF2-40B4-BE49-F238E27FC236}">
                    <a16:creationId xmlns:a16="http://schemas.microsoft.com/office/drawing/2014/main" id="{D23E4024-3B9E-4AC7-B012-91C382F475AB}"/>
                  </a:ext>
                </a:extLst>
              </p:cNvPr>
              <p:cNvSpPr/>
              <p:nvPr/>
            </p:nvSpPr>
            <p:spPr>
              <a:xfrm>
                <a:off x="5910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34" name="타원 21633">
                <a:extLst>
                  <a:ext uri="{FF2B5EF4-FFF2-40B4-BE49-F238E27FC236}">
                    <a16:creationId xmlns:a16="http://schemas.microsoft.com/office/drawing/2014/main" id="{6DDC7D8B-C541-43EF-B70F-6512F4169D4A}"/>
                  </a:ext>
                </a:extLst>
              </p:cNvPr>
              <p:cNvSpPr/>
              <p:nvPr/>
            </p:nvSpPr>
            <p:spPr>
              <a:xfrm>
                <a:off x="7434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35" name="타원 21634">
                <a:extLst>
                  <a:ext uri="{FF2B5EF4-FFF2-40B4-BE49-F238E27FC236}">
                    <a16:creationId xmlns:a16="http://schemas.microsoft.com/office/drawing/2014/main" id="{381D5372-D64D-4F37-9091-D6C408174F2B}"/>
                  </a:ext>
                </a:extLst>
              </p:cNvPr>
              <p:cNvSpPr/>
              <p:nvPr/>
            </p:nvSpPr>
            <p:spPr>
              <a:xfrm>
                <a:off x="8958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36" name="타원 21635">
                <a:extLst>
                  <a:ext uri="{FF2B5EF4-FFF2-40B4-BE49-F238E27FC236}">
                    <a16:creationId xmlns:a16="http://schemas.microsoft.com/office/drawing/2014/main" id="{2E1D6CBF-A6C9-4CB5-8173-5E92EDF3B06F}"/>
                  </a:ext>
                </a:extLst>
              </p:cNvPr>
              <p:cNvSpPr/>
              <p:nvPr/>
            </p:nvSpPr>
            <p:spPr>
              <a:xfrm>
                <a:off x="10482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37" name="타원 21636">
                <a:extLst>
                  <a:ext uri="{FF2B5EF4-FFF2-40B4-BE49-F238E27FC236}">
                    <a16:creationId xmlns:a16="http://schemas.microsoft.com/office/drawing/2014/main" id="{73E47D17-A7D2-495A-B3A8-C883257F5675}"/>
                  </a:ext>
                </a:extLst>
              </p:cNvPr>
              <p:cNvSpPr/>
              <p:nvPr/>
            </p:nvSpPr>
            <p:spPr>
              <a:xfrm>
                <a:off x="12006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38" name="타원 21637">
                <a:extLst>
                  <a:ext uri="{FF2B5EF4-FFF2-40B4-BE49-F238E27FC236}">
                    <a16:creationId xmlns:a16="http://schemas.microsoft.com/office/drawing/2014/main" id="{6E70C437-B49A-4DA7-87A3-BA39040949F6}"/>
                  </a:ext>
                </a:extLst>
              </p:cNvPr>
              <p:cNvSpPr/>
              <p:nvPr/>
            </p:nvSpPr>
            <p:spPr>
              <a:xfrm>
                <a:off x="13530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39" name="타원 21638">
                <a:extLst>
                  <a:ext uri="{FF2B5EF4-FFF2-40B4-BE49-F238E27FC236}">
                    <a16:creationId xmlns:a16="http://schemas.microsoft.com/office/drawing/2014/main" id="{4F38AD8A-2DE8-45CD-B0DE-204CB5E087AF}"/>
                  </a:ext>
                </a:extLst>
              </p:cNvPr>
              <p:cNvSpPr/>
              <p:nvPr/>
            </p:nvSpPr>
            <p:spPr>
              <a:xfrm>
                <a:off x="15054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40" name="타원 21639">
                <a:extLst>
                  <a:ext uri="{FF2B5EF4-FFF2-40B4-BE49-F238E27FC236}">
                    <a16:creationId xmlns:a16="http://schemas.microsoft.com/office/drawing/2014/main" id="{806DBAF9-ACC6-43A0-A604-756C42A55FEB}"/>
                  </a:ext>
                </a:extLst>
              </p:cNvPr>
              <p:cNvSpPr/>
              <p:nvPr/>
            </p:nvSpPr>
            <p:spPr>
              <a:xfrm>
                <a:off x="16578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41" name="타원 21640">
                <a:extLst>
                  <a:ext uri="{FF2B5EF4-FFF2-40B4-BE49-F238E27FC236}">
                    <a16:creationId xmlns:a16="http://schemas.microsoft.com/office/drawing/2014/main" id="{7990BE35-AB98-421A-B964-DFC55A0C09E3}"/>
                  </a:ext>
                </a:extLst>
              </p:cNvPr>
              <p:cNvSpPr/>
              <p:nvPr/>
            </p:nvSpPr>
            <p:spPr>
              <a:xfrm>
                <a:off x="18102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42" name="타원 21641">
                <a:extLst>
                  <a:ext uri="{FF2B5EF4-FFF2-40B4-BE49-F238E27FC236}">
                    <a16:creationId xmlns:a16="http://schemas.microsoft.com/office/drawing/2014/main" id="{17938371-7274-420F-9DD2-FC0445E4FC27}"/>
                  </a:ext>
                </a:extLst>
              </p:cNvPr>
              <p:cNvSpPr/>
              <p:nvPr/>
            </p:nvSpPr>
            <p:spPr>
              <a:xfrm>
                <a:off x="19626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43" name="타원 21642">
                <a:extLst>
                  <a:ext uri="{FF2B5EF4-FFF2-40B4-BE49-F238E27FC236}">
                    <a16:creationId xmlns:a16="http://schemas.microsoft.com/office/drawing/2014/main" id="{9D3E3787-21D9-4182-9A4D-04DC753E2A06}"/>
                  </a:ext>
                </a:extLst>
              </p:cNvPr>
              <p:cNvSpPr/>
              <p:nvPr/>
            </p:nvSpPr>
            <p:spPr>
              <a:xfrm>
                <a:off x="21150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44" name="타원 21643">
                <a:extLst>
                  <a:ext uri="{FF2B5EF4-FFF2-40B4-BE49-F238E27FC236}">
                    <a16:creationId xmlns:a16="http://schemas.microsoft.com/office/drawing/2014/main" id="{EB05794B-149F-4903-B5C3-C0FACF16F8E4}"/>
                  </a:ext>
                </a:extLst>
              </p:cNvPr>
              <p:cNvSpPr/>
              <p:nvPr/>
            </p:nvSpPr>
            <p:spPr>
              <a:xfrm>
                <a:off x="22674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45" name="타원 21644">
                <a:extLst>
                  <a:ext uri="{FF2B5EF4-FFF2-40B4-BE49-F238E27FC236}">
                    <a16:creationId xmlns:a16="http://schemas.microsoft.com/office/drawing/2014/main" id="{4F5584F7-0CDE-4EF3-AFD2-997223A2BEE5}"/>
                  </a:ext>
                </a:extLst>
              </p:cNvPr>
              <p:cNvSpPr/>
              <p:nvPr/>
            </p:nvSpPr>
            <p:spPr>
              <a:xfrm>
                <a:off x="24198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46" name="타원 21645">
                <a:extLst>
                  <a:ext uri="{FF2B5EF4-FFF2-40B4-BE49-F238E27FC236}">
                    <a16:creationId xmlns:a16="http://schemas.microsoft.com/office/drawing/2014/main" id="{F025F118-C00D-4376-8858-4B53367AB1A1}"/>
                  </a:ext>
                </a:extLst>
              </p:cNvPr>
              <p:cNvSpPr/>
              <p:nvPr/>
            </p:nvSpPr>
            <p:spPr>
              <a:xfrm>
                <a:off x="25722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47" name="타원 21646">
                <a:extLst>
                  <a:ext uri="{FF2B5EF4-FFF2-40B4-BE49-F238E27FC236}">
                    <a16:creationId xmlns:a16="http://schemas.microsoft.com/office/drawing/2014/main" id="{B51AFB46-C330-445A-8C78-C4591690AB82}"/>
                  </a:ext>
                </a:extLst>
              </p:cNvPr>
              <p:cNvSpPr/>
              <p:nvPr/>
            </p:nvSpPr>
            <p:spPr>
              <a:xfrm>
                <a:off x="27246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48" name="타원 21647">
                <a:extLst>
                  <a:ext uri="{FF2B5EF4-FFF2-40B4-BE49-F238E27FC236}">
                    <a16:creationId xmlns:a16="http://schemas.microsoft.com/office/drawing/2014/main" id="{9049BC63-8EAF-40E4-8F54-3A07B3846BE3}"/>
                  </a:ext>
                </a:extLst>
              </p:cNvPr>
              <p:cNvSpPr/>
              <p:nvPr/>
            </p:nvSpPr>
            <p:spPr>
              <a:xfrm>
                <a:off x="28770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49" name="타원 21648">
                <a:extLst>
                  <a:ext uri="{FF2B5EF4-FFF2-40B4-BE49-F238E27FC236}">
                    <a16:creationId xmlns:a16="http://schemas.microsoft.com/office/drawing/2014/main" id="{EB566908-4A15-4135-836C-474C4C042953}"/>
                  </a:ext>
                </a:extLst>
              </p:cNvPr>
              <p:cNvSpPr/>
              <p:nvPr/>
            </p:nvSpPr>
            <p:spPr>
              <a:xfrm>
                <a:off x="30294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50" name="타원 21649">
                <a:extLst>
                  <a:ext uri="{FF2B5EF4-FFF2-40B4-BE49-F238E27FC236}">
                    <a16:creationId xmlns:a16="http://schemas.microsoft.com/office/drawing/2014/main" id="{4DF5267E-9848-4FBC-9151-A6297CFD101A}"/>
                  </a:ext>
                </a:extLst>
              </p:cNvPr>
              <p:cNvSpPr/>
              <p:nvPr/>
            </p:nvSpPr>
            <p:spPr>
              <a:xfrm>
                <a:off x="31818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51" name="타원 21650">
                <a:extLst>
                  <a:ext uri="{FF2B5EF4-FFF2-40B4-BE49-F238E27FC236}">
                    <a16:creationId xmlns:a16="http://schemas.microsoft.com/office/drawing/2014/main" id="{4D15CEA1-D8FA-43E5-B057-D1D4061A87C4}"/>
                  </a:ext>
                </a:extLst>
              </p:cNvPr>
              <p:cNvSpPr/>
              <p:nvPr/>
            </p:nvSpPr>
            <p:spPr>
              <a:xfrm>
                <a:off x="33342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52" name="타원 21651">
                <a:extLst>
                  <a:ext uri="{FF2B5EF4-FFF2-40B4-BE49-F238E27FC236}">
                    <a16:creationId xmlns:a16="http://schemas.microsoft.com/office/drawing/2014/main" id="{1247C8C9-4C25-4007-8644-52DB5BBF1660}"/>
                  </a:ext>
                </a:extLst>
              </p:cNvPr>
              <p:cNvSpPr/>
              <p:nvPr/>
            </p:nvSpPr>
            <p:spPr>
              <a:xfrm>
                <a:off x="34866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53" name="타원 21652">
                <a:extLst>
                  <a:ext uri="{FF2B5EF4-FFF2-40B4-BE49-F238E27FC236}">
                    <a16:creationId xmlns:a16="http://schemas.microsoft.com/office/drawing/2014/main" id="{EFC4A15E-D7AE-437C-B311-82C58D20057D}"/>
                  </a:ext>
                </a:extLst>
              </p:cNvPr>
              <p:cNvSpPr/>
              <p:nvPr/>
            </p:nvSpPr>
            <p:spPr>
              <a:xfrm>
                <a:off x="36390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54" name="타원 21653">
                <a:extLst>
                  <a:ext uri="{FF2B5EF4-FFF2-40B4-BE49-F238E27FC236}">
                    <a16:creationId xmlns:a16="http://schemas.microsoft.com/office/drawing/2014/main" id="{479E353C-F12B-49B7-ADC1-C37022AB41FD}"/>
                  </a:ext>
                </a:extLst>
              </p:cNvPr>
              <p:cNvSpPr/>
              <p:nvPr/>
            </p:nvSpPr>
            <p:spPr>
              <a:xfrm>
                <a:off x="37914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55" name="타원 21654">
                <a:extLst>
                  <a:ext uri="{FF2B5EF4-FFF2-40B4-BE49-F238E27FC236}">
                    <a16:creationId xmlns:a16="http://schemas.microsoft.com/office/drawing/2014/main" id="{2F986FF6-A144-48D6-ACD9-97A78BAEBA3B}"/>
                  </a:ext>
                </a:extLst>
              </p:cNvPr>
              <p:cNvSpPr/>
              <p:nvPr/>
            </p:nvSpPr>
            <p:spPr>
              <a:xfrm>
                <a:off x="39438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56" name="타원 21655">
                <a:extLst>
                  <a:ext uri="{FF2B5EF4-FFF2-40B4-BE49-F238E27FC236}">
                    <a16:creationId xmlns:a16="http://schemas.microsoft.com/office/drawing/2014/main" id="{778CCF50-461B-4D6F-B875-BBADEC1C0C78}"/>
                  </a:ext>
                </a:extLst>
              </p:cNvPr>
              <p:cNvSpPr/>
              <p:nvPr/>
            </p:nvSpPr>
            <p:spPr>
              <a:xfrm>
                <a:off x="40962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57" name="타원 21656">
                <a:extLst>
                  <a:ext uri="{FF2B5EF4-FFF2-40B4-BE49-F238E27FC236}">
                    <a16:creationId xmlns:a16="http://schemas.microsoft.com/office/drawing/2014/main" id="{7B5C4846-7023-4B38-AAFA-DFE4A86CA2F8}"/>
                  </a:ext>
                </a:extLst>
              </p:cNvPr>
              <p:cNvSpPr/>
              <p:nvPr/>
            </p:nvSpPr>
            <p:spPr>
              <a:xfrm>
                <a:off x="42486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58" name="타원 21657">
                <a:extLst>
                  <a:ext uri="{FF2B5EF4-FFF2-40B4-BE49-F238E27FC236}">
                    <a16:creationId xmlns:a16="http://schemas.microsoft.com/office/drawing/2014/main" id="{E42D1C95-EC11-440B-A912-B7E19BE891C2}"/>
                  </a:ext>
                </a:extLst>
              </p:cNvPr>
              <p:cNvSpPr/>
              <p:nvPr/>
            </p:nvSpPr>
            <p:spPr>
              <a:xfrm>
                <a:off x="44010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59" name="타원 21658">
                <a:extLst>
                  <a:ext uri="{FF2B5EF4-FFF2-40B4-BE49-F238E27FC236}">
                    <a16:creationId xmlns:a16="http://schemas.microsoft.com/office/drawing/2014/main" id="{26378049-B4F6-4174-9540-24B5BD185BBB}"/>
                  </a:ext>
                </a:extLst>
              </p:cNvPr>
              <p:cNvSpPr/>
              <p:nvPr/>
            </p:nvSpPr>
            <p:spPr>
              <a:xfrm>
                <a:off x="45534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60" name="타원 21659">
                <a:extLst>
                  <a:ext uri="{FF2B5EF4-FFF2-40B4-BE49-F238E27FC236}">
                    <a16:creationId xmlns:a16="http://schemas.microsoft.com/office/drawing/2014/main" id="{9858988D-E118-440E-9F8D-353D4763978F}"/>
                  </a:ext>
                </a:extLst>
              </p:cNvPr>
              <p:cNvSpPr/>
              <p:nvPr/>
            </p:nvSpPr>
            <p:spPr>
              <a:xfrm>
                <a:off x="47058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61" name="타원 21660">
                <a:extLst>
                  <a:ext uri="{FF2B5EF4-FFF2-40B4-BE49-F238E27FC236}">
                    <a16:creationId xmlns:a16="http://schemas.microsoft.com/office/drawing/2014/main" id="{A3105AB8-920D-4556-92C2-C2EE049BBC42}"/>
                  </a:ext>
                </a:extLst>
              </p:cNvPr>
              <p:cNvSpPr/>
              <p:nvPr/>
            </p:nvSpPr>
            <p:spPr>
              <a:xfrm>
                <a:off x="48582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62" name="타원 21661">
                <a:extLst>
                  <a:ext uri="{FF2B5EF4-FFF2-40B4-BE49-F238E27FC236}">
                    <a16:creationId xmlns:a16="http://schemas.microsoft.com/office/drawing/2014/main" id="{72F20A8E-724D-4822-BE29-99A95957F141}"/>
                  </a:ext>
                </a:extLst>
              </p:cNvPr>
              <p:cNvSpPr/>
              <p:nvPr/>
            </p:nvSpPr>
            <p:spPr>
              <a:xfrm>
                <a:off x="50106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63" name="타원 21662">
                <a:extLst>
                  <a:ext uri="{FF2B5EF4-FFF2-40B4-BE49-F238E27FC236}">
                    <a16:creationId xmlns:a16="http://schemas.microsoft.com/office/drawing/2014/main" id="{44E0B1E7-D5A2-4630-916E-E906D337EED5}"/>
                  </a:ext>
                </a:extLst>
              </p:cNvPr>
              <p:cNvSpPr/>
              <p:nvPr/>
            </p:nvSpPr>
            <p:spPr>
              <a:xfrm>
                <a:off x="51630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64" name="타원 21663">
                <a:extLst>
                  <a:ext uri="{FF2B5EF4-FFF2-40B4-BE49-F238E27FC236}">
                    <a16:creationId xmlns:a16="http://schemas.microsoft.com/office/drawing/2014/main" id="{CBEC163C-5EE0-4225-9F31-0E51FE54D093}"/>
                  </a:ext>
                </a:extLst>
              </p:cNvPr>
              <p:cNvSpPr/>
              <p:nvPr/>
            </p:nvSpPr>
            <p:spPr>
              <a:xfrm>
                <a:off x="53154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65" name="타원 21664">
                <a:extLst>
                  <a:ext uri="{FF2B5EF4-FFF2-40B4-BE49-F238E27FC236}">
                    <a16:creationId xmlns:a16="http://schemas.microsoft.com/office/drawing/2014/main" id="{896E7C80-844F-45CD-9AB8-25405B4CF5D6}"/>
                  </a:ext>
                </a:extLst>
              </p:cNvPr>
              <p:cNvSpPr/>
              <p:nvPr/>
            </p:nvSpPr>
            <p:spPr>
              <a:xfrm>
                <a:off x="54678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66" name="타원 21665">
                <a:extLst>
                  <a:ext uri="{FF2B5EF4-FFF2-40B4-BE49-F238E27FC236}">
                    <a16:creationId xmlns:a16="http://schemas.microsoft.com/office/drawing/2014/main" id="{E280A438-923E-4628-82A3-40489AD7EFEA}"/>
                  </a:ext>
                </a:extLst>
              </p:cNvPr>
              <p:cNvSpPr/>
              <p:nvPr/>
            </p:nvSpPr>
            <p:spPr>
              <a:xfrm>
                <a:off x="5620275" y="5003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67" name="타원 21666">
                <a:extLst>
                  <a:ext uri="{FF2B5EF4-FFF2-40B4-BE49-F238E27FC236}">
                    <a16:creationId xmlns:a16="http://schemas.microsoft.com/office/drawing/2014/main" id="{A32B98C6-4544-4641-8B9F-8D78A328496C}"/>
                  </a:ext>
                </a:extLst>
              </p:cNvPr>
              <p:cNvSpPr/>
              <p:nvPr/>
            </p:nvSpPr>
            <p:spPr>
              <a:xfrm>
                <a:off x="2862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68" name="타원 21667">
                <a:extLst>
                  <a:ext uri="{FF2B5EF4-FFF2-40B4-BE49-F238E27FC236}">
                    <a16:creationId xmlns:a16="http://schemas.microsoft.com/office/drawing/2014/main" id="{F90479F4-8E36-492E-A778-B7577F70D081}"/>
                  </a:ext>
                </a:extLst>
              </p:cNvPr>
              <p:cNvSpPr/>
              <p:nvPr/>
            </p:nvSpPr>
            <p:spPr>
              <a:xfrm>
                <a:off x="4386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69" name="타원 21668">
                <a:extLst>
                  <a:ext uri="{FF2B5EF4-FFF2-40B4-BE49-F238E27FC236}">
                    <a16:creationId xmlns:a16="http://schemas.microsoft.com/office/drawing/2014/main" id="{3AE86BF2-7C0F-4E3B-9F83-45C0F403BB7F}"/>
                  </a:ext>
                </a:extLst>
              </p:cNvPr>
              <p:cNvSpPr/>
              <p:nvPr/>
            </p:nvSpPr>
            <p:spPr>
              <a:xfrm>
                <a:off x="5910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70" name="타원 21669">
                <a:extLst>
                  <a:ext uri="{FF2B5EF4-FFF2-40B4-BE49-F238E27FC236}">
                    <a16:creationId xmlns:a16="http://schemas.microsoft.com/office/drawing/2014/main" id="{5DB49511-2A8F-41EC-BBCA-D379208CEB92}"/>
                  </a:ext>
                </a:extLst>
              </p:cNvPr>
              <p:cNvSpPr/>
              <p:nvPr/>
            </p:nvSpPr>
            <p:spPr>
              <a:xfrm>
                <a:off x="7434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71" name="타원 21670">
                <a:extLst>
                  <a:ext uri="{FF2B5EF4-FFF2-40B4-BE49-F238E27FC236}">
                    <a16:creationId xmlns:a16="http://schemas.microsoft.com/office/drawing/2014/main" id="{7268AAF4-FF7D-4564-89F7-0F8035208BFB}"/>
                  </a:ext>
                </a:extLst>
              </p:cNvPr>
              <p:cNvSpPr/>
              <p:nvPr/>
            </p:nvSpPr>
            <p:spPr>
              <a:xfrm>
                <a:off x="8958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72" name="타원 21671">
                <a:extLst>
                  <a:ext uri="{FF2B5EF4-FFF2-40B4-BE49-F238E27FC236}">
                    <a16:creationId xmlns:a16="http://schemas.microsoft.com/office/drawing/2014/main" id="{BDE32DFB-D51B-4460-9965-660B38337C91}"/>
                  </a:ext>
                </a:extLst>
              </p:cNvPr>
              <p:cNvSpPr/>
              <p:nvPr/>
            </p:nvSpPr>
            <p:spPr>
              <a:xfrm>
                <a:off x="10482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73" name="타원 21672">
                <a:extLst>
                  <a:ext uri="{FF2B5EF4-FFF2-40B4-BE49-F238E27FC236}">
                    <a16:creationId xmlns:a16="http://schemas.microsoft.com/office/drawing/2014/main" id="{E9CE8C22-300C-4B8A-987A-6A2690FAF0AB}"/>
                  </a:ext>
                </a:extLst>
              </p:cNvPr>
              <p:cNvSpPr/>
              <p:nvPr/>
            </p:nvSpPr>
            <p:spPr>
              <a:xfrm>
                <a:off x="12006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74" name="타원 21673">
                <a:extLst>
                  <a:ext uri="{FF2B5EF4-FFF2-40B4-BE49-F238E27FC236}">
                    <a16:creationId xmlns:a16="http://schemas.microsoft.com/office/drawing/2014/main" id="{871126FF-77E5-4573-8B74-5CE6A8E43154}"/>
                  </a:ext>
                </a:extLst>
              </p:cNvPr>
              <p:cNvSpPr/>
              <p:nvPr/>
            </p:nvSpPr>
            <p:spPr>
              <a:xfrm>
                <a:off x="13530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75" name="타원 21674">
                <a:extLst>
                  <a:ext uri="{FF2B5EF4-FFF2-40B4-BE49-F238E27FC236}">
                    <a16:creationId xmlns:a16="http://schemas.microsoft.com/office/drawing/2014/main" id="{CFBD625A-6D61-4DCD-A3B3-65DF0C2ABED1}"/>
                  </a:ext>
                </a:extLst>
              </p:cNvPr>
              <p:cNvSpPr/>
              <p:nvPr/>
            </p:nvSpPr>
            <p:spPr>
              <a:xfrm>
                <a:off x="15054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76" name="타원 21675">
                <a:extLst>
                  <a:ext uri="{FF2B5EF4-FFF2-40B4-BE49-F238E27FC236}">
                    <a16:creationId xmlns:a16="http://schemas.microsoft.com/office/drawing/2014/main" id="{2EFCFB44-D819-43DF-B2FA-FDC7B9AE3874}"/>
                  </a:ext>
                </a:extLst>
              </p:cNvPr>
              <p:cNvSpPr/>
              <p:nvPr/>
            </p:nvSpPr>
            <p:spPr>
              <a:xfrm>
                <a:off x="16578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77" name="타원 21676">
                <a:extLst>
                  <a:ext uri="{FF2B5EF4-FFF2-40B4-BE49-F238E27FC236}">
                    <a16:creationId xmlns:a16="http://schemas.microsoft.com/office/drawing/2014/main" id="{B2CF7499-2210-4C3C-B6DB-574AF8B9DBAE}"/>
                  </a:ext>
                </a:extLst>
              </p:cNvPr>
              <p:cNvSpPr/>
              <p:nvPr/>
            </p:nvSpPr>
            <p:spPr>
              <a:xfrm>
                <a:off x="18102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78" name="타원 21677">
                <a:extLst>
                  <a:ext uri="{FF2B5EF4-FFF2-40B4-BE49-F238E27FC236}">
                    <a16:creationId xmlns:a16="http://schemas.microsoft.com/office/drawing/2014/main" id="{1578246D-B5CB-4DCE-818F-55BCD152D082}"/>
                  </a:ext>
                </a:extLst>
              </p:cNvPr>
              <p:cNvSpPr/>
              <p:nvPr/>
            </p:nvSpPr>
            <p:spPr>
              <a:xfrm>
                <a:off x="19626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79" name="타원 21678">
                <a:extLst>
                  <a:ext uri="{FF2B5EF4-FFF2-40B4-BE49-F238E27FC236}">
                    <a16:creationId xmlns:a16="http://schemas.microsoft.com/office/drawing/2014/main" id="{A2473C68-EB10-4AF5-9C3E-FDDDBF633238}"/>
                  </a:ext>
                </a:extLst>
              </p:cNvPr>
              <p:cNvSpPr/>
              <p:nvPr/>
            </p:nvSpPr>
            <p:spPr>
              <a:xfrm>
                <a:off x="21150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80" name="타원 21679">
                <a:extLst>
                  <a:ext uri="{FF2B5EF4-FFF2-40B4-BE49-F238E27FC236}">
                    <a16:creationId xmlns:a16="http://schemas.microsoft.com/office/drawing/2014/main" id="{8F0A3E91-16E2-4C1C-BE8E-BCDE086B91AA}"/>
                  </a:ext>
                </a:extLst>
              </p:cNvPr>
              <p:cNvSpPr/>
              <p:nvPr/>
            </p:nvSpPr>
            <p:spPr>
              <a:xfrm>
                <a:off x="22674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81" name="타원 21680">
                <a:extLst>
                  <a:ext uri="{FF2B5EF4-FFF2-40B4-BE49-F238E27FC236}">
                    <a16:creationId xmlns:a16="http://schemas.microsoft.com/office/drawing/2014/main" id="{CA710AA0-296E-43F8-9064-DB81DA1662B3}"/>
                  </a:ext>
                </a:extLst>
              </p:cNvPr>
              <p:cNvSpPr/>
              <p:nvPr/>
            </p:nvSpPr>
            <p:spPr>
              <a:xfrm>
                <a:off x="24198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82" name="타원 21681">
                <a:extLst>
                  <a:ext uri="{FF2B5EF4-FFF2-40B4-BE49-F238E27FC236}">
                    <a16:creationId xmlns:a16="http://schemas.microsoft.com/office/drawing/2014/main" id="{2E2F77C4-9E1E-450A-896F-B6E202471FC7}"/>
                  </a:ext>
                </a:extLst>
              </p:cNvPr>
              <p:cNvSpPr/>
              <p:nvPr/>
            </p:nvSpPr>
            <p:spPr>
              <a:xfrm>
                <a:off x="25722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83" name="타원 21682">
                <a:extLst>
                  <a:ext uri="{FF2B5EF4-FFF2-40B4-BE49-F238E27FC236}">
                    <a16:creationId xmlns:a16="http://schemas.microsoft.com/office/drawing/2014/main" id="{860F7048-240B-4343-8BF7-6B1F41BFA795}"/>
                  </a:ext>
                </a:extLst>
              </p:cNvPr>
              <p:cNvSpPr/>
              <p:nvPr/>
            </p:nvSpPr>
            <p:spPr>
              <a:xfrm>
                <a:off x="27246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84" name="타원 21683">
                <a:extLst>
                  <a:ext uri="{FF2B5EF4-FFF2-40B4-BE49-F238E27FC236}">
                    <a16:creationId xmlns:a16="http://schemas.microsoft.com/office/drawing/2014/main" id="{5F273B75-11DF-4B81-BE01-3F59C96B4A16}"/>
                  </a:ext>
                </a:extLst>
              </p:cNvPr>
              <p:cNvSpPr/>
              <p:nvPr/>
            </p:nvSpPr>
            <p:spPr>
              <a:xfrm>
                <a:off x="28770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85" name="타원 21684">
                <a:extLst>
                  <a:ext uri="{FF2B5EF4-FFF2-40B4-BE49-F238E27FC236}">
                    <a16:creationId xmlns:a16="http://schemas.microsoft.com/office/drawing/2014/main" id="{AA006C6F-F569-458F-8E0F-F700D2368A82}"/>
                  </a:ext>
                </a:extLst>
              </p:cNvPr>
              <p:cNvSpPr/>
              <p:nvPr/>
            </p:nvSpPr>
            <p:spPr>
              <a:xfrm>
                <a:off x="30294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86" name="타원 21685">
                <a:extLst>
                  <a:ext uri="{FF2B5EF4-FFF2-40B4-BE49-F238E27FC236}">
                    <a16:creationId xmlns:a16="http://schemas.microsoft.com/office/drawing/2014/main" id="{90D1CBF0-CB04-46CD-9D7E-C7BE6DF0F3F1}"/>
                  </a:ext>
                </a:extLst>
              </p:cNvPr>
              <p:cNvSpPr/>
              <p:nvPr/>
            </p:nvSpPr>
            <p:spPr>
              <a:xfrm>
                <a:off x="31818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87" name="타원 21686">
                <a:extLst>
                  <a:ext uri="{FF2B5EF4-FFF2-40B4-BE49-F238E27FC236}">
                    <a16:creationId xmlns:a16="http://schemas.microsoft.com/office/drawing/2014/main" id="{3D8FF71B-8ED1-42B2-85EF-757669266674}"/>
                  </a:ext>
                </a:extLst>
              </p:cNvPr>
              <p:cNvSpPr/>
              <p:nvPr/>
            </p:nvSpPr>
            <p:spPr>
              <a:xfrm>
                <a:off x="33342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88" name="타원 21687">
                <a:extLst>
                  <a:ext uri="{FF2B5EF4-FFF2-40B4-BE49-F238E27FC236}">
                    <a16:creationId xmlns:a16="http://schemas.microsoft.com/office/drawing/2014/main" id="{3193125E-807A-4D11-B9F4-CF272B5A63D9}"/>
                  </a:ext>
                </a:extLst>
              </p:cNvPr>
              <p:cNvSpPr/>
              <p:nvPr/>
            </p:nvSpPr>
            <p:spPr>
              <a:xfrm>
                <a:off x="34866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89" name="타원 21688">
                <a:extLst>
                  <a:ext uri="{FF2B5EF4-FFF2-40B4-BE49-F238E27FC236}">
                    <a16:creationId xmlns:a16="http://schemas.microsoft.com/office/drawing/2014/main" id="{78A9EB6B-13B2-4A14-89FD-807B5DEAE4B6}"/>
                  </a:ext>
                </a:extLst>
              </p:cNvPr>
              <p:cNvSpPr/>
              <p:nvPr/>
            </p:nvSpPr>
            <p:spPr>
              <a:xfrm>
                <a:off x="36390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90" name="타원 21689">
                <a:extLst>
                  <a:ext uri="{FF2B5EF4-FFF2-40B4-BE49-F238E27FC236}">
                    <a16:creationId xmlns:a16="http://schemas.microsoft.com/office/drawing/2014/main" id="{67BAC9D2-1A2E-4311-9216-7C8F13ED28CC}"/>
                  </a:ext>
                </a:extLst>
              </p:cNvPr>
              <p:cNvSpPr/>
              <p:nvPr/>
            </p:nvSpPr>
            <p:spPr>
              <a:xfrm>
                <a:off x="37914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91" name="타원 21690">
                <a:extLst>
                  <a:ext uri="{FF2B5EF4-FFF2-40B4-BE49-F238E27FC236}">
                    <a16:creationId xmlns:a16="http://schemas.microsoft.com/office/drawing/2014/main" id="{E0E186B2-F6FD-45B7-BDC7-4F930FEA0E89}"/>
                  </a:ext>
                </a:extLst>
              </p:cNvPr>
              <p:cNvSpPr/>
              <p:nvPr/>
            </p:nvSpPr>
            <p:spPr>
              <a:xfrm>
                <a:off x="39438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92" name="타원 21691">
                <a:extLst>
                  <a:ext uri="{FF2B5EF4-FFF2-40B4-BE49-F238E27FC236}">
                    <a16:creationId xmlns:a16="http://schemas.microsoft.com/office/drawing/2014/main" id="{7D9B5F09-85E6-4152-823D-41A01BD2AE85}"/>
                  </a:ext>
                </a:extLst>
              </p:cNvPr>
              <p:cNvSpPr/>
              <p:nvPr/>
            </p:nvSpPr>
            <p:spPr>
              <a:xfrm>
                <a:off x="40962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93" name="타원 21692">
                <a:extLst>
                  <a:ext uri="{FF2B5EF4-FFF2-40B4-BE49-F238E27FC236}">
                    <a16:creationId xmlns:a16="http://schemas.microsoft.com/office/drawing/2014/main" id="{903D3321-805E-4F65-ABB4-461EA27A9FA6}"/>
                  </a:ext>
                </a:extLst>
              </p:cNvPr>
              <p:cNvSpPr/>
              <p:nvPr/>
            </p:nvSpPr>
            <p:spPr>
              <a:xfrm>
                <a:off x="42486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94" name="타원 21693">
                <a:extLst>
                  <a:ext uri="{FF2B5EF4-FFF2-40B4-BE49-F238E27FC236}">
                    <a16:creationId xmlns:a16="http://schemas.microsoft.com/office/drawing/2014/main" id="{6F3653AA-474B-4ADE-8BE6-CAD9C0369A6D}"/>
                  </a:ext>
                </a:extLst>
              </p:cNvPr>
              <p:cNvSpPr/>
              <p:nvPr/>
            </p:nvSpPr>
            <p:spPr>
              <a:xfrm>
                <a:off x="44010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95" name="타원 21694">
                <a:extLst>
                  <a:ext uri="{FF2B5EF4-FFF2-40B4-BE49-F238E27FC236}">
                    <a16:creationId xmlns:a16="http://schemas.microsoft.com/office/drawing/2014/main" id="{FAEEB945-9F3D-4EFE-977C-03B45B7788FE}"/>
                  </a:ext>
                </a:extLst>
              </p:cNvPr>
              <p:cNvSpPr/>
              <p:nvPr/>
            </p:nvSpPr>
            <p:spPr>
              <a:xfrm>
                <a:off x="45534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96" name="타원 21695">
                <a:extLst>
                  <a:ext uri="{FF2B5EF4-FFF2-40B4-BE49-F238E27FC236}">
                    <a16:creationId xmlns:a16="http://schemas.microsoft.com/office/drawing/2014/main" id="{D0A33620-FEC5-447D-92F3-8849FDFD7D0D}"/>
                  </a:ext>
                </a:extLst>
              </p:cNvPr>
              <p:cNvSpPr/>
              <p:nvPr/>
            </p:nvSpPr>
            <p:spPr>
              <a:xfrm>
                <a:off x="47058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97" name="타원 21696">
                <a:extLst>
                  <a:ext uri="{FF2B5EF4-FFF2-40B4-BE49-F238E27FC236}">
                    <a16:creationId xmlns:a16="http://schemas.microsoft.com/office/drawing/2014/main" id="{2614ADF3-BB69-4901-AFBF-B01E94BA45D0}"/>
                  </a:ext>
                </a:extLst>
              </p:cNvPr>
              <p:cNvSpPr/>
              <p:nvPr/>
            </p:nvSpPr>
            <p:spPr>
              <a:xfrm>
                <a:off x="48582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98" name="타원 21697">
                <a:extLst>
                  <a:ext uri="{FF2B5EF4-FFF2-40B4-BE49-F238E27FC236}">
                    <a16:creationId xmlns:a16="http://schemas.microsoft.com/office/drawing/2014/main" id="{8C275C73-E7A7-46C0-B903-DEEDE525E18C}"/>
                  </a:ext>
                </a:extLst>
              </p:cNvPr>
              <p:cNvSpPr/>
              <p:nvPr/>
            </p:nvSpPr>
            <p:spPr>
              <a:xfrm>
                <a:off x="50106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99" name="타원 21698">
                <a:extLst>
                  <a:ext uri="{FF2B5EF4-FFF2-40B4-BE49-F238E27FC236}">
                    <a16:creationId xmlns:a16="http://schemas.microsoft.com/office/drawing/2014/main" id="{E4190979-8A47-4A2C-AD3F-42531A2897BE}"/>
                  </a:ext>
                </a:extLst>
              </p:cNvPr>
              <p:cNvSpPr/>
              <p:nvPr/>
            </p:nvSpPr>
            <p:spPr>
              <a:xfrm>
                <a:off x="51630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00" name="타원 21699">
                <a:extLst>
                  <a:ext uri="{FF2B5EF4-FFF2-40B4-BE49-F238E27FC236}">
                    <a16:creationId xmlns:a16="http://schemas.microsoft.com/office/drawing/2014/main" id="{AF5459F3-533C-4542-9AA6-D6171DBB3054}"/>
                  </a:ext>
                </a:extLst>
              </p:cNvPr>
              <p:cNvSpPr/>
              <p:nvPr/>
            </p:nvSpPr>
            <p:spPr>
              <a:xfrm>
                <a:off x="53154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01" name="타원 21700">
                <a:extLst>
                  <a:ext uri="{FF2B5EF4-FFF2-40B4-BE49-F238E27FC236}">
                    <a16:creationId xmlns:a16="http://schemas.microsoft.com/office/drawing/2014/main" id="{D3EA4B10-6CBA-4AB7-9A9E-0B9BDA397042}"/>
                  </a:ext>
                </a:extLst>
              </p:cNvPr>
              <p:cNvSpPr/>
              <p:nvPr/>
            </p:nvSpPr>
            <p:spPr>
              <a:xfrm>
                <a:off x="54678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02" name="타원 21701">
                <a:extLst>
                  <a:ext uri="{FF2B5EF4-FFF2-40B4-BE49-F238E27FC236}">
                    <a16:creationId xmlns:a16="http://schemas.microsoft.com/office/drawing/2014/main" id="{B4712AAE-C1B6-4091-973D-EC325068C40D}"/>
                  </a:ext>
                </a:extLst>
              </p:cNvPr>
              <p:cNvSpPr/>
              <p:nvPr/>
            </p:nvSpPr>
            <p:spPr>
              <a:xfrm>
                <a:off x="5620275" y="5155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03" name="타원 21702">
                <a:extLst>
                  <a:ext uri="{FF2B5EF4-FFF2-40B4-BE49-F238E27FC236}">
                    <a16:creationId xmlns:a16="http://schemas.microsoft.com/office/drawing/2014/main" id="{9E1B03BB-8307-4F1D-A588-B51A7E37D3E7}"/>
                  </a:ext>
                </a:extLst>
              </p:cNvPr>
              <p:cNvSpPr/>
              <p:nvPr/>
            </p:nvSpPr>
            <p:spPr>
              <a:xfrm>
                <a:off x="2862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04" name="타원 21703">
                <a:extLst>
                  <a:ext uri="{FF2B5EF4-FFF2-40B4-BE49-F238E27FC236}">
                    <a16:creationId xmlns:a16="http://schemas.microsoft.com/office/drawing/2014/main" id="{B959DF34-971C-4613-9CD9-2206ABE65EAB}"/>
                  </a:ext>
                </a:extLst>
              </p:cNvPr>
              <p:cNvSpPr/>
              <p:nvPr/>
            </p:nvSpPr>
            <p:spPr>
              <a:xfrm>
                <a:off x="4386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05" name="타원 21704">
                <a:extLst>
                  <a:ext uri="{FF2B5EF4-FFF2-40B4-BE49-F238E27FC236}">
                    <a16:creationId xmlns:a16="http://schemas.microsoft.com/office/drawing/2014/main" id="{8551DA4E-DC36-4185-A573-E78A436D1FEA}"/>
                  </a:ext>
                </a:extLst>
              </p:cNvPr>
              <p:cNvSpPr/>
              <p:nvPr/>
            </p:nvSpPr>
            <p:spPr>
              <a:xfrm>
                <a:off x="5910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06" name="타원 21705">
                <a:extLst>
                  <a:ext uri="{FF2B5EF4-FFF2-40B4-BE49-F238E27FC236}">
                    <a16:creationId xmlns:a16="http://schemas.microsoft.com/office/drawing/2014/main" id="{492C2198-EC30-493E-B0DB-883E04098F26}"/>
                  </a:ext>
                </a:extLst>
              </p:cNvPr>
              <p:cNvSpPr/>
              <p:nvPr/>
            </p:nvSpPr>
            <p:spPr>
              <a:xfrm>
                <a:off x="7434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07" name="타원 21706">
                <a:extLst>
                  <a:ext uri="{FF2B5EF4-FFF2-40B4-BE49-F238E27FC236}">
                    <a16:creationId xmlns:a16="http://schemas.microsoft.com/office/drawing/2014/main" id="{EDDCCD08-3D0D-47FC-9243-E05A129A1D13}"/>
                  </a:ext>
                </a:extLst>
              </p:cNvPr>
              <p:cNvSpPr/>
              <p:nvPr/>
            </p:nvSpPr>
            <p:spPr>
              <a:xfrm>
                <a:off x="8958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08" name="타원 21707">
                <a:extLst>
                  <a:ext uri="{FF2B5EF4-FFF2-40B4-BE49-F238E27FC236}">
                    <a16:creationId xmlns:a16="http://schemas.microsoft.com/office/drawing/2014/main" id="{00E8951C-2F62-4C6D-BEEE-9811F1EA291E}"/>
                  </a:ext>
                </a:extLst>
              </p:cNvPr>
              <p:cNvSpPr/>
              <p:nvPr/>
            </p:nvSpPr>
            <p:spPr>
              <a:xfrm>
                <a:off x="10482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09" name="타원 21708">
                <a:extLst>
                  <a:ext uri="{FF2B5EF4-FFF2-40B4-BE49-F238E27FC236}">
                    <a16:creationId xmlns:a16="http://schemas.microsoft.com/office/drawing/2014/main" id="{1BFEB004-2BD3-434F-AFA1-4F3A08D2787A}"/>
                  </a:ext>
                </a:extLst>
              </p:cNvPr>
              <p:cNvSpPr/>
              <p:nvPr/>
            </p:nvSpPr>
            <p:spPr>
              <a:xfrm>
                <a:off x="12006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10" name="타원 21709">
                <a:extLst>
                  <a:ext uri="{FF2B5EF4-FFF2-40B4-BE49-F238E27FC236}">
                    <a16:creationId xmlns:a16="http://schemas.microsoft.com/office/drawing/2014/main" id="{F89643D6-5123-4DD1-BBAA-0D23C71AAC02}"/>
                  </a:ext>
                </a:extLst>
              </p:cNvPr>
              <p:cNvSpPr/>
              <p:nvPr/>
            </p:nvSpPr>
            <p:spPr>
              <a:xfrm>
                <a:off x="13530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11" name="타원 21710">
                <a:extLst>
                  <a:ext uri="{FF2B5EF4-FFF2-40B4-BE49-F238E27FC236}">
                    <a16:creationId xmlns:a16="http://schemas.microsoft.com/office/drawing/2014/main" id="{34EC0D07-B6E5-488B-B63F-A505536C9C64}"/>
                  </a:ext>
                </a:extLst>
              </p:cNvPr>
              <p:cNvSpPr/>
              <p:nvPr/>
            </p:nvSpPr>
            <p:spPr>
              <a:xfrm>
                <a:off x="15054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12" name="타원 21711">
                <a:extLst>
                  <a:ext uri="{FF2B5EF4-FFF2-40B4-BE49-F238E27FC236}">
                    <a16:creationId xmlns:a16="http://schemas.microsoft.com/office/drawing/2014/main" id="{9FE2C8A9-0B82-4C84-952F-2F2F89EF0929}"/>
                  </a:ext>
                </a:extLst>
              </p:cNvPr>
              <p:cNvSpPr/>
              <p:nvPr/>
            </p:nvSpPr>
            <p:spPr>
              <a:xfrm>
                <a:off x="16578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13" name="타원 21712">
                <a:extLst>
                  <a:ext uri="{FF2B5EF4-FFF2-40B4-BE49-F238E27FC236}">
                    <a16:creationId xmlns:a16="http://schemas.microsoft.com/office/drawing/2014/main" id="{87B09F49-8A39-4F53-91AB-5E35EDD2D6A4}"/>
                  </a:ext>
                </a:extLst>
              </p:cNvPr>
              <p:cNvSpPr/>
              <p:nvPr/>
            </p:nvSpPr>
            <p:spPr>
              <a:xfrm>
                <a:off x="18102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14" name="타원 21713">
                <a:extLst>
                  <a:ext uri="{FF2B5EF4-FFF2-40B4-BE49-F238E27FC236}">
                    <a16:creationId xmlns:a16="http://schemas.microsoft.com/office/drawing/2014/main" id="{E0EDB9FD-6A48-419C-9D53-CAAAEBF66614}"/>
                  </a:ext>
                </a:extLst>
              </p:cNvPr>
              <p:cNvSpPr/>
              <p:nvPr/>
            </p:nvSpPr>
            <p:spPr>
              <a:xfrm>
                <a:off x="19626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15" name="타원 21714">
                <a:extLst>
                  <a:ext uri="{FF2B5EF4-FFF2-40B4-BE49-F238E27FC236}">
                    <a16:creationId xmlns:a16="http://schemas.microsoft.com/office/drawing/2014/main" id="{59FD3A6C-1E8A-4755-9511-D8D1E9C2859C}"/>
                  </a:ext>
                </a:extLst>
              </p:cNvPr>
              <p:cNvSpPr/>
              <p:nvPr/>
            </p:nvSpPr>
            <p:spPr>
              <a:xfrm>
                <a:off x="21150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16" name="타원 21715">
                <a:extLst>
                  <a:ext uri="{FF2B5EF4-FFF2-40B4-BE49-F238E27FC236}">
                    <a16:creationId xmlns:a16="http://schemas.microsoft.com/office/drawing/2014/main" id="{6EDE9AD2-604F-4116-9EDE-E4D8CF9F64E2}"/>
                  </a:ext>
                </a:extLst>
              </p:cNvPr>
              <p:cNvSpPr/>
              <p:nvPr/>
            </p:nvSpPr>
            <p:spPr>
              <a:xfrm>
                <a:off x="22674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17" name="타원 21716">
                <a:extLst>
                  <a:ext uri="{FF2B5EF4-FFF2-40B4-BE49-F238E27FC236}">
                    <a16:creationId xmlns:a16="http://schemas.microsoft.com/office/drawing/2014/main" id="{89AF2E87-DDD6-4431-B13D-4959D94C5E15}"/>
                  </a:ext>
                </a:extLst>
              </p:cNvPr>
              <p:cNvSpPr/>
              <p:nvPr/>
            </p:nvSpPr>
            <p:spPr>
              <a:xfrm>
                <a:off x="24198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18" name="타원 21717">
                <a:extLst>
                  <a:ext uri="{FF2B5EF4-FFF2-40B4-BE49-F238E27FC236}">
                    <a16:creationId xmlns:a16="http://schemas.microsoft.com/office/drawing/2014/main" id="{3F8A67C3-DAC9-4620-BFEB-374FAB61FC8D}"/>
                  </a:ext>
                </a:extLst>
              </p:cNvPr>
              <p:cNvSpPr/>
              <p:nvPr/>
            </p:nvSpPr>
            <p:spPr>
              <a:xfrm>
                <a:off x="25722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19" name="타원 21718">
                <a:extLst>
                  <a:ext uri="{FF2B5EF4-FFF2-40B4-BE49-F238E27FC236}">
                    <a16:creationId xmlns:a16="http://schemas.microsoft.com/office/drawing/2014/main" id="{DDE28667-EB4C-48E2-9647-81EBD1345058}"/>
                  </a:ext>
                </a:extLst>
              </p:cNvPr>
              <p:cNvSpPr/>
              <p:nvPr/>
            </p:nvSpPr>
            <p:spPr>
              <a:xfrm>
                <a:off x="27246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20" name="타원 21719">
                <a:extLst>
                  <a:ext uri="{FF2B5EF4-FFF2-40B4-BE49-F238E27FC236}">
                    <a16:creationId xmlns:a16="http://schemas.microsoft.com/office/drawing/2014/main" id="{44DAEC61-2FE4-4909-A12D-B4D6F99AACBA}"/>
                  </a:ext>
                </a:extLst>
              </p:cNvPr>
              <p:cNvSpPr/>
              <p:nvPr/>
            </p:nvSpPr>
            <p:spPr>
              <a:xfrm>
                <a:off x="28770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21" name="타원 21720">
                <a:extLst>
                  <a:ext uri="{FF2B5EF4-FFF2-40B4-BE49-F238E27FC236}">
                    <a16:creationId xmlns:a16="http://schemas.microsoft.com/office/drawing/2014/main" id="{F6BEEE59-1642-45F5-8336-87AB4B2CCAA0}"/>
                  </a:ext>
                </a:extLst>
              </p:cNvPr>
              <p:cNvSpPr/>
              <p:nvPr/>
            </p:nvSpPr>
            <p:spPr>
              <a:xfrm>
                <a:off x="30294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22" name="타원 21721">
                <a:extLst>
                  <a:ext uri="{FF2B5EF4-FFF2-40B4-BE49-F238E27FC236}">
                    <a16:creationId xmlns:a16="http://schemas.microsoft.com/office/drawing/2014/main" id="{D30BD161-85FD-4C53-84E1-38B590607EBF}"/>
                  </a:ext>
                </a:extLst>
              </p:cNvPr>
              <p:cNvSpPr/>
              <p:nvPr/>
            </p:nvSpPr>
            <p:spPr>
              <a:xfrm>
                <a:off x="31818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23" name="타원 21722">
                <a:extLst>
                  <a:ext uri="{FF2B5EF4-FFF2-40B4-BE49-F238E27FC236}">
                    <a16:creationId xmlns:a16="http://schemas.microsoft.com/office/drawing/2014/main" id="{E0C8752B-C9F5-4C14-B360-4929CD0BA690}"/>
                  </a:ext>
                </a:extLst>
              </p:cNvPr>
              <p:cNvSpPr/>
              <p:nvPr/>
            </p:nvSpPr>
            <p:spPr>
              <a:xfrm>
                <a:off x="33342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24" name="타원 21723">
                <a:extLst>
                  <a:ext uri="{FF2B5EF4-FFF2-40B4-BE49-F238E27FC236}">
                    <a16:creationId xmlns:a16="http://schemas.microsoft.com/office/drawing/2014/main" id="{C4A757A4-52F8-4DB7-B7D2-8EAE5C43F850}"/>
                  </a:ext>
                </a:extLst>
              </p:cNvPr>
              <p:cNvSpPr/>
              <p:nvPr/>
            </p:nvSpPr>
            <p:spPr>
              <a:xfrm>
                <a:off x="34866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25" name="타원 21724">
                <a:extLst>
                  <a:ext uri="{FF2B5EF4-FFF2-40B4-BE49-F238E27FC236}">
                    <a16:creationId xmlns:a16="http://schemas.microsoft.com/office/drawing/2014/main" id="{1AC5E80D-D2DC-4A47-9918-FEE17D1AA05A}"/>
                  </a:ext>
                </a:extLst>
              </p:cNvPr>
              <p:cNvSpPr/>
              <p:nvPr/>
            </p:nvSpPr>
            <p:spPr>
              <a:xfrm>
                <a:off x="36390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26" name="타원 21725">
                <a:extLst>
                  <a:ext uri="{FF2B5EF4-FFF2-40B4-BE49-F238E27FC236}">
                    <a16:creationId xmlns:a16="http://schemas.microsoft.com/office/drawing/2014/main" id="{0ED40031-F4D2-4FC1-8A04-526BBF278A26}"/>
                  </a:ext>
                </a:extLst>
              </p:cNvPr>
              <p:cNvSpPr/>
              <p:nvPr/>
            </p:nvSpPr>
            <p:spPr>
              <a:xfrm>
                <a:off x="37914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27" name="타원 21726">
                <a:extLst>
                  <a:ext uri="{FF2B5EF4-FFF2-40B4-BE49-F238E27FC236}">
                    <a16:creationId xmlns:a16="http://schemas.microsoft.com/office/drawing/2014/main" id="{62745B2F-5C9A-4812-977F-DD813694A82C}"/>
                  </a:ext>
                </a:extLst>
              </p:cNvPr>
              <p:cNvSpPr/>
              <p:nvPr/>
            </p:nvSpPr>
            <p:spPr>
              <a:xfrm>
                <a:off x="39438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28" name="타원 21727">
                <a:extLst>
                  <a:ext uri="{FF2B5EF4-FFF2-40B4-BE49-F238E27FC236}">
                    <a16:creationId xmlns:a16="http://schemas.microsoft.com/office/drawing/2014/main" id="{94F3D34B-4954-4291-ADE7-259069689DFF}"/>
                  </a:ext>
                </a:extLst>
              </p:cNvPr>
              <p:cNvSpPr/>
              <p:nvPr/>
            </p:nvSpPr>
            <p:spPr>
              <a:xfrm>
                <a:off x="40962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29" name="타원 21728">
                <a:extLst>
                  <a:ext uri="{FF2B5EF4-FFF2-40B4-BE49-F238E27FC236}">
                    <a16:creationId xmlns:a16="http://schemas.microsoft.com/office/drawing/2014/main" id="{68CB5D75-25C1-4ABE-A5D8-BF7FA3EBDADB}"/>
                  </a:ext>
                </a:extLst>
              </p:cNvPr>
              <p:cNvSpPr/>
              <p:nvPr/>
            </p:nvSpPr>
            <p:spPr>
              <a:xfrm>
                <a:off x="42486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30" name="타원 21729">
                <a:extLst>
                  <a:ext uri="{FF2B5EF4-FFF2-40B4-BE49-F238E27FC236}">
                    <a16:creationId xmlns:a16="http://schemas.microsoft.com/office/drawing/2014/main" id="{66225603-7121-4175-B55F-3813FF688F99}"/>
                  </a:ext>
                </a:extLst>
              </p:cNvPr>
              <p:cNvSpPr/>
              <p:nvPr/>
            </p:nvSpPr>
            <p:spPr>
              <a:xfrm>
                <a:off x="44010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31" name="타원 21730">
                <a:extLst>
                  <a:ext uri="{FF2B5EF4-FFF2-40B4-BE49-F238E27FC236}">
                    <a16:creationId xmlns:a16="http://schemas.microsoft.com/office/drawing/2014/main" id="{92763BAD-8828-46AD-9355-6E9119F9E922}"/>
                  </a:ext>
                </a:extLst>
              </p:cNvPr>
              <p:cNvSpPr/>
              <p:nvPr/>
            </p:nvSpPr>
            <p:spPr>
              <a:xfrm>
                <a:off x="45534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32" name="타원 21731">
                <a:extLst>
                  <a:ext uri="{FF2B5EF4-FFF2-40B4-BE49-F238E27FC236}">
                    <a16:creationId xmlns:a16="http://schemas.microsoft.com/office/drawing/2014/main" id="{53457EE4-4A4E-4B36-821F-D0A66CD5D96C}"/>
                  </a:ext>
                </a:extLst>
              </p:cNvPr>
              <p:cNvSpPr/>
              <p:nvPr/>
            </p:nvSpPr>
            <p:spPr>
              <a:xfrm>
                <a:off x="47058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33" name="타원 21732">
                <a:extLst>
                  <a:ext uri="{FF2B5EF4-FFF2-40B4-BE49-F238E27FC236}">
                    <a16:creationId xmlns:a16="http://schemas.microsoft.com/office/drawing/2014/main" id="{4423E112-1119-43A3-98C4-15A75EA6261E}"/>
                  </a:ext>
                </a:extLst>
              </p:cNvPr>
              <p:cNvSpPr/>
              <p:nvPr/>
            </p:nvSpPr>
            <p:spPr>
              <a:xfrm>
                <a:off x="48582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34" name="타원 21733">
                <a:extLst>
                  <a:ext uri="{FF2B5EF4-FFF2-40B4-BE49-F238E27FC236}">
                    <a16:creationId xmlns:a16="http://schemas.microsoft.com/office/drawing/2014/main" id="{962CD2F3-5E0E-4582-B0D1-CDF2677B8FDB}"/>
                  </a:ext>
                </a:extLst>
              </p:cNvPr>
              <p:cNvSpPr/>
              <p:nvPr/>
            </p:nvSpPr>
            <p:spPr>
              <a:xfrm>
                <a:off x="50106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35" name="타원 21734">
                <a:extLst>
                  <a:ext uri="{FF2B5EF4-FFF2-40B4-BE49-F238E27FC236}">
                    <a16:creationId xmlns:a16="http://schemas.microsoft.com/office/drawing/2014/main" id="{4412E9C3-A240-4636-AE9A-C2A4C92AA4C7}"/>
                  </a:ext>
                </a:extLst>
              </p:cNvPr>
              <p:cNvSpPr/>
              <p:nvPr/>
            </p:nvSpPr>
            <p:spPr>
              <a:xfrm>
                <a:off x="51630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36" name="타원 21735">
                <a:extLst>
                  <a:ext uri="{FF2B5EF4-FFF2-40B4-BE49-F238E27FC236}">
                    <a16:creationId xmlns:a16="http://schemas.microsoft.com/office/drawing/2014/main" id="{982022A9-6DEB-4903-8C08-9CFC2575F014}"/>
                  </a:ext>
                </a:extLst>
              </p:cNvPr>
              <p:cNvSpPr/>
              <p:nvPr/>
            </p:nvSpPr>
            <p:spPr>
              <a:xfrm>
                <a:off x="53154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37" name="타원 21736">
                <a:extLst>
                  <a:ext uri="{FF2B5EF4-FFF2-40B4-BE49-F238E27FC236}">
                    <a16:creationId xmlns:a16="http://schemas.microsoft.com/office/drawing/2014/main" id="{C5877199-3F08-460D-8DBC-87037CEA0F96}"/>
                  </a:ext>
                </a:extLst>
              </p:cNvPr>
              <p:cNvSpPr/>
              <p:nvPr/>
            </p:nvSpPr>
            <p:spPr>
              <a:xfrm>
                <a:off x="54678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38" name="타원 21737">
                <a:extLst>
                  <a:ext uri="{FF2B5EF4-FFF2-40B4-BE49-F238E27FC236}">
                    <a16:creationId xmlns:a16="http://schemas.microsoft.com/office/drawing/2014/main" id="{1685824E-B6A1-420F-A640-7D6FB41C0B91}"/>
                  </a:ext>
                </a:extLst>
              </p:cNvPr>
              <p:cNvSpPr/>
              <p:nvPr/>
            </p:nvSpPr>
            <p:spPr>
              <a:xfrm>
                <a:off x="5620275" y="5308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39" name="타원 21738">
                <a:extLst>
                  <a:ext uri="{FF2B5EF4-FFF2-40B4-BE49-F238E27FC236}">
                    <a16:creationId xmlns:a16="http://schemas.microsoft.com/office/drawing/2014/main" id="{0247E07D-1146-4C93-834F-C1B38779144F}"/>
                  </a:ext>
                </a:extLst>
              </p:cNvPr>
              <p:cNvSpPr/>
              <p:nvPr/>
            </p:nvSpPr>
            <p:spPr>
              <a:xfrm>
                <a:off x="2862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40" name="타원 21739">
                <a:extLst>
                  <a:ext uri="{FF2B5EF4-FFF2-40B4-BE49-F238E27FC236}">
                    <a16:creationId xmlns:a16="http://schemas.microsoft.com/office/drawing/2014/main" id="{6FC07D46-70CA-47F8-80E9-ADF235C45676}"/>
                  </a:ext>
                </a:extLst>
              </p:cNvPr>
              <p:cNvSpPr/>
              <p:nvPr/>
            </p:nvSpPr>
            <p:spPr>
              <a:xfrm>
                <a:off x="4386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41" name="타원 21740">
                <a:extLst>
                  <a:ext uri="{FF2B5EF4-FFF2-40B4-BE49-F238E27FC236}">
                    <a16:creationId xmlns:a16="http://schemas.microsoft.com/office/drawing/2014/main" id="{2A088355-D352-48A6-8FDC-26E4987D7FF7}"/>
                  </a:ext>
                </a:extLst>
              </p:cNvPr>
              <p:cNvSpPr/>
              <p:nvPr/>
            </p:nvSpPr>
            <p:spPr>
              <a:xfrm>
                <a:off x="5910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42" name="타원 21741">
                <a:extLst>
                  <a:ext uri="{FF2B5EF4-FFF2-40B4-BE49-F238E27FC236}">
                    <a16:creationId xmlns:a16="http://schemas.microsoft.com/office/drawing/2014/main" id="{6B421D73-BB9C-4412-9C6D-5B1654C05F44}"/>
                  </a:ext>
                </a:extLst>
              </p:cNvPr>
              <p:cNvSpPr/>
              <p:nvPr/>
            </p:nvSpPr>
            <p:spPr>
              <a:xfrm>
                <a:off x="7434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43" name="타원 21742">
                <a:extLst>
                  <a:ext uri="{FF2B5EF4-FFF2-40B4-BE49-F238E27FC236}">
                    <a16:creationId xmlns:a16="http://schemas.microsoft.com/office/drawing/2014/main" id="{03CC341A-A9A4-49A7-A72D-764600DAA3AB}"/>
                  </a:ext>
                </a:extLst>
              </p:cNvPr>
              <p:cNvSpPr/>
              <p:nvPr/>
            </p:nvSpPr>
            <p:spPr>
              <a:xfrm>
                <a:off x="8958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44" name="타원 21743">
                <a:extLst>
                  <a:ext uri="{FF2B5EF4-FFF2-40B4-BE49-F238E27FC236}">
                    <a16:creationId xmlns:a16="http://schemas.microsoft.com/office/drawing/2014/main" id="{C1B9195B-DDA9-4BCF-BA11-DDA8BC97DEA7}"/>
                  </a:ext>
                </a:extLst>
              </p:cNvPr>
              <p:cNvSpPr/>
              <p:nvPr/>
            </p:nvSpPr>
            <p:spPr>
              <a:xfrm>
                <a:off x="10482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45" name="타원 21744">
                <a:extLst>
                  <a:ext uri="{FF2B5EF4-FFF2-40B4-BE49-F238E27FC236}">
                    <a16:creationId xmlns:a16="http://schemas.microsoft.com/office/drawing/2014/main" id="{26F80B89-2EB8-4D8B-8238-9BE845A54485}"/>
                  </a:ext>
                </a:extLst>
              </p:cNvPr>
              <p:cNvSpPr/>
              <p:nvPr/>
            </p:nvSpPr>
            <p:spPr>
              <a:xfrm>
                <a:off x="12006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46" name="타원 21745">
                <a:extLst>
                  <a:ext uri="{FF2B5EF4-FFF2-40B4-BE49-F238E27FC236}">
                    <a16:creationId xmlns:a16="http://schemas.microsoft.com/office/drawing/2014/main" id="{C482F5D3-770F-4E29-8169-C5B5C48E923A}"/>
                  </a:ext>
                </a:extLst>
              </p:cNvPr>
              <p:cNvSpPr/>
              <p:nvPr/>
            </p:nvSpPr>
            <p:spPr>
              <a:xfrm>
                <a:off x="13530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47" name="타원 21746">
                <a:extLst>
                  <a:ext uri="{FF2B5EF4-FFF2-40B4-BE49-F238E27FC236}">
                    <a16:creationId xmlns:a16="http://schemas.microsoft.com/office/drawing/2014/main" id="{6FD3A8B4-1325-4C60-947E-893736CF970D}"/>
                  </a:ext>
                </a:extLst>
              </p:cNvPr>
              <p:cNvSpPr/>
              <p:nvPr/>
            </p:nvSpPr>
            <p:spPr>
              <a:xfrm>
                <a:off x="15054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48" name="타원 21747">
                <a:extLst>
                  <a:ext uri="{FF2B5EF4-FFF2-40B4-BE49-F238E27FC236}">
                    <a16:creationId xmlns:a16="http://schemas.microsoft.com/office/drawing/2014/main" id="{8C09BC66-2329-434A-B0A2-35DD7C838B1D}"/>
                  </a:ext>
                </a:extLst>
              </p:cNvPr>
              <p:cNvSpPr/>
              <p:nvPr/>
            </p:nvSpPr>
            <p:spPr>
              <a:xfrm>
                <a:off x="16578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49" name="타원 21748">
                <a:extLst>
                  <a:ext uri="{FF2B5EF4-FFF2-40B4-BE49-F238E27FC236}">
                    <a16:creationId xmlns:a16="http://schemas.microsoft.com/office/drawing/2014/main" id="{3669CE8E-58B6-4409-9A0E-E3619D79BD38}"/>
                  </a:ext>
                </a:extLst>
              </p:cNvPr>
              <p:cNvSpPr/>
              <p:nvPr/>
            </p:nvSpPr>
            <p:spPr>
              <a:xfrm>
                <a:off x="18102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50" name="타원 21749">
                <a:extLst>
                  <a:ext uri="{FF2B5EF4-FFF2-40B4-BE49-F238E27FC236}">
                    <a16:creationId xmlns:a16="http://schemas.microsoft.com/office/drawing/2014/main" id="{2C9C2FE1-51DB-4FF7-8E50-C80C419BBBD6}"/>
                  </a:ext>
                </a:extLst>
              </p:cNvPr>
              <p:cNvSpPr/>
              <p:nvPr/>
            </p:nvSpPr>
            <p:spPr>
              <a:xfrm>
                <a:off x="19626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51" name="타원 21750">
                <a:extLst>
                  <a:ext uri="{FF2B5EF4-FFF2-40B4-BE49-F238E27FC236}">
                    <a16:creationId xmlns:a16="http://schemas.microsoft.com/office/drawing/2014/main" id="{478C6930-1F92-4C84-8F5B-2A246B5B2EBD}"/>
                  </a:ext>
                </a:extLst>
              </p:cNvPr>
              <p:cNvSpPr/>
              <p:nvPr/>
            </p:nvSpPr>
            <p:spPr>
              <a:xfrm>
                <a:off x="21150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52" name="타원 21751">
                <a:extLst>
                  <a:ext uri="{FF2B5EF4-FFF2-40B4-BE49-F238E27FC236}">
                    <a16:creationId xmlns:a16="http://schemas.microsoft.com/office/drawing/2014/main" id="{299E0A01-CE37-46F9-B139-BAC0304C4F9C}"/>
                  </a:ext>
                </a:extLst>
              </p:cNvPr>
              <p:cNvSpPr/>
              <p:nvPr/>
            </p:nvSpPr>
            <p:spPr>
              <a:xfrm>
                <a:off x="22674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53" name="타원 21752">
                <a:extLst>
                  <a:ext uri="{FF2B5EF4-FFF2-40B4-BE49-F238E27FC236}">
                    <a16:creationId xmlns:a16="http://schemas.microsoft.com/office/drawing/2014/main" id="{6D3E0270-386A-482E-BB92-4A1F5193F158}"/>
                  </a:ext>
                </a:extLst>
              </p:cNvPr>
              <p:cNvSpPr/>
              <p:nvPr/>
            </p:nvSpPr>
            <p:spPr>
              <a:xfrm>
                <a:off x="24198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54" name="타원 21753">
                <a:extLst>
                  <a:ext uri="{FF2B5EF4-FFF2-40B4-BE49-F238E27FC236}">
                    <a16:creationId xmlns:a16="http://schemas.microsoft.com/office/drawing/2014/main" id="{F5DAFEB5-FBCE-4DC7-BD67-64F47F09B8A0}"/>
                  </a:ext>
                </a:extLst>
              </p:cNvPr>
              <p:cNvSpPr/>
              <p:nvPr/>
            </p:nvSpPr>
            <p:spPr>
              <a:xfrm>
                <a:off x="25722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55" name="타원 21754">
                <a:extLst>
                  <a:ext uri="{FF2B5EF4-FFF2-40B4-BE49-F238E27FC236}">
                    <a16:creationId xmlns:a16="http://schemas.microsoft.com/office/drawing/2014/main" id="{D6284B40-0951-49F5-A5C2-DC6324744608}"/>
                  </a:ext>
                </a:extLst>
              </p:cNvPr>
              <p:cNvSpPr/>
              <p:nvPr/>
            </p:nvSpPr>
            <p:spPr>
              <a:xfrm>
                <a:off x="27246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56" name="타원 21755">
                <a:extLst>
                  <a:ext uri="{FF2B5EF4-FFF2-40B4-BE49-F238E27FC236}">
                    <a16:creationId xmlns:a16="http://schemas.microsoft.com/office/drawing/2014/main" id="{25A2DF11-0117-457E-9149-849780342338}"/>
                  </a:ext>
                </a:extLst>
              </p:cNvPr>
              <p:cNvSpPr/>
              <p:nvPr/>
            </p:nvSpPr>
            <p:spPr>
              <a:xfrm>
                <a:off x="28770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57" name="타원 21756">
                <a:extLst>
                  <a:ext uri="{FF2B5EF4-FFF2-40B4-BE49-F238E27FC236}">
                    <a16:creationId xmlns:a16="http://schemas.microsoft.com/office/drawing/2014/main" id="{001FC3E5-961B-43B3-8AB2-589F99085969}"/>
                  </a:ext>
                </a:extLst>
              </p:cNvPr>
              <p:cNvSpPr/>
              <p:nvPr/>
            </p:nvSpPr>
            <p:spPr>
              <a:xfrm>
                <a:off x="30294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58" name="타원 21757">
                <a:extLst>
                  <a:ext uri="{FF2B5EF4-FFF2-40B4-BE49-F238E27FC236}">
                    <a16:creationId xmlns:a16="http://schemas.microsoft.com/office/drawing/2014/main" id="{4F65B1AA-D94F-441D-BFC7-D588BF223605}"/>
                  </a:ext>
                </a:extLst>
              </p:cNvPr>
              <p:cNvSpPr/>
              <p:nvPr/>
            </p:nvSpPr>
            <p:spPr>
              <a:xfrm>
                <a:off x="31818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59" name="타원 21758">
                <a:extLst>
                  <a:ext uri="{FF2B5EF4-FFF2-40B4-BE49-F238E27FC236}">
                    <a16:creationId xmlns:a16="http://schemas.microsoft.com/office/drawing/2014/main" id="{D92BF600-CE1F-4C28-B083-40DAF0BB70D0}"/>
                  </a:ext>
                </a:extLst>
              </p:cNvPr>
              <p:cNvSpPr/>
              <p:nvPr/>
            </p:nvSpPr>
            <p:spPr>
              <a:xfrm>
                <a:off x="33342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60" name="타원 21759">
                <a:extLst>
                  <a:ext uri="{FF2B5EF4-FFF2-40B4-BE49-F238E27FC236}">
                    <a16:creationId xmlns:a16="http://schemas.microsoft.com/office/drawing/2014/main" id="{1E0CFA71-6085-4B4F-89E5-E6B7C2ECC8B7}"/>
                  </a:ext>
                </a:extLst>
              </p:cNvPr>
              <p:cNvSpPr/>
              <p:nvPr/>
            </p:nvSpPr>
            <p:spPr>
              <a:xfrm>
                <a:off x="34866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61" name="타원 21760">
                <a:extLst>
                  <a:ext uri="{FF2B5EF4-FFF2-40B4-BE49-F238E27FC236}">
                    <a16:creationId xmlns:a16="http://schemas.microsoft.com/office/drawing/2014/main" id="{8C9777AF-4B2A-40E4-97B4-F4EEF56088CB}"/>
                  </a:ext>
                </a:extLst>
              </p:cNvPr>
              <p:cNvSpPr/>
              <p:nvPr/>
            </p:nvSpPr>
            <p:spPr>
              <a:xfrm>
                <a:off x="36390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62" name="타원 21761">
                <a:extLst>
                  <a:ext uri="{FF2B5EF4-FFF2-40B4-BE49-F238E27FC236}">
                    <a16:creationId xmlns:a16="http://schemas.microsoft.com/office/drawing/2014/main" id="{379EA8CD-BB16-4C46-8A3E-17FAA2773DA0}"/>
                  </a:ext>
                </a:extLst>
              </p:cNvPr>
              <p:cNvSpPr/>
              <p:nvPr/>
            </p:nvSpPr>
            <p:spPr>
              <a:xfrm>
                <a:off x="37914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63" name="타원 21762">
                <a:extLst>
                  <a:ext uri="{FF2B5EF4-FFF2-40B4-BE49-F238E27FC236}">
                    <a16:creationId xmlns:a16="http://schemas.microsoft.com/office/drawing/2014/main" id="{E2351D54-4C26-4917-98E2-6EA9FAC9D203}"/>
                  </a:ext>
                </a:extLst>
              </p:cNvPr>
              <p:cNvSpPr/>
              <p:nvPr/>
            </p:nvSpPr>
            <p:spPr>
              <a:xfrm>
                <a:off x="39438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64" name="타원 21763">
                <a:extLst>
                  <a:ext uri="{FF2B5EF4-FFF2-40B4-BE49-F238E27FC236}">
                    <a16:creationId xmlns:a16="http://schemas.microsoft.com/office/drawing/2014/main" id="{C89A7665-2AA7-41CD-91D3-79B8727F78EB}"/>
                  </a:ext>
                </a:extLst>
              </p:cNvPr>
              <p:cNvSpPr/>
              <p:nvPr/>
            </p:nvSpPr>
            <p:spPr>
              <a:xfrm>
                <a:off x="40962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65" name="타원 21764">
                <a:extLst>
                  <a:ext uri="{FF2B5EF4-FFF2-40B4-BE49-F238E27FC236}">
                    <a16:creationId xmlns:a16="http://schemas.microsoft.com/office/drawing/2014/main" id="{C2ECAEF8-4A97-4BB3-9E7F-36AE30302DB9}"/>
                  </a:ext>
                </a:extLst>
              </p:cNvPr>
              <p:cNvSpPr/>
              <p:nvPr/>
            </p:nvSpPr>
            <p:spPr>
              <a:xfrm>
                <a:off x="42486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66" name="타원 21765">
                <a:extLst>
                  <a:ext uri="{FF2B5EF4-FFF2-40B4-BE49-F238E27FC236}">
                    <a16:creationId xmlns:a16="http://schemas.microsoft.com/office/drawing/2014/main" id="{BBD2D8B3-472E-4BEB-8487-5DE811E83A61}"/>
                  </a:ext>
                </a:extLst>
              </p:cNvPr>
              <p:cNvSpPr/>
              <p:nvPr/>
            </p:nvSpPr>
            <p:spPr>
              <a:xfrm>
                <a:off x="44010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67" name="타원 21766">
                <a:extLst>
                  <a:ext uri="{FF2B5EF4-FFF2-40B4-BE49-F238E27FC236}">
                    <a16:creationId xmlns:a16="http://schemas.microsoft.com/office/drawing/2014/main" id="{6433DA67-7416-406A-B738-218AB74DBCE8}"/>
                  </a:ext>
                </a:extLst>
              </p:cNvPr>
              <p:cNvSpPr/>
              <p:nvPr/>
            </p:nvSpPr>
            <p:spPr>
              <a:xfrm>
                <a:off x="45534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68" name="타원 21767">
                <a:extLst>
                  <a:ext uri="{FF2B5EF4-FFF2-40B4-BE49-F238E27FC236}">
                    <a16:creationId xmlns:a16="http://schemas.microsoft.com/office/drawing/2014/main" id="{65031B5D-7F8E-4EDC-87B2-A17BA37A7E6D}"/>
                  </a:ext>
                </a:extLst>
              </p:cNvPr>
              <p:cNvSpPr/>
              <p:nvPr/>
            </p:nvSpPr>
            <p:spPr>
              <a:xfrm>
                <a:off x="47058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69" name="타원 21768">
                <a:extLst>
                  <a:ext uri="{FF2B5EF4-FFF2-40B4-BE49-F238E27FC236}">
                    <a16:creationId xmlns:a16="http://schemas.microsoft.com/office/drawing/2014/main" id="{C1313F48-2530-4136-ADE6-081B0F93C8AC}"/>
                  </a:ext>
                </a:extLst>
              </p:cNvPr>
              <p:cNvSpPr/>
              <p:nvPr/>
            </p:nvSpPr>
            <p:spPr>
              <a:xfrm>
                <a:off x="48582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70" name="타원 21769">
                <a:extLst>
                  <a:ext uri="{FF2B5EF4-FFF2-40B4-BE49-F238E27FC236}">
                    <a16:creationId xmlns:a16="http://schemas.microsoft.com/office/drawing/2014/main" id="{8DA83D02-C846-4D59-AFA3-BEC26BCD7C54}"/>
                  </a:ext>
                </a:extLst>
              </p:cNvPr>
              <p:cNvSpPr/>
              <p:nvPr/>
            </p:nvSpPr>
            <p:spPr>
              <a:xfrm>
                <a:off x="50106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71" name="타원 21770">
                <a:extLst>
                  <a:ext uri="{FF2B5EF4-FFF2-40B4-BE49-F238E27FC236}">
                    <a16:creationId xmlns:a16="http://schemas.microsoft.com/office/drawing/2014/main" id="{3217F313-2F98-4779-A55C-1ABC499C9F18}"/>
                  </a:ext>
                </a:extLst>
              </p:cNvPr>
              <p:cNvSpPr/>
              <p:nvPr/>
            </p:nvSpPr>
            <p:spPr>
              <a:xfrm>
                <a:off x="51630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72" name="타원 21771">
                <a:extLst>
                  <a:ext uri="{FF2B5EF4-FFF2-40B4-BE49-F238E27FC236}">
                    <a16:creationId xmlns:a16="http://schemas.microsoft.com/office/drawing/2014/main" id="{AF366ACD-19C8-4094-A0AB-6C96BB08294F}"/>
                  </a:ext>
                </a:extLst>
              </p:cNvPr>
              <p:cNvSpPr/>
              <p:nvPr/>
            </p:nvSpPr>
            <p:spPr>
              <a:xfrm>
                <a:off x="53154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73" name="타원 21772">
                <a:extLst>
                  <a:ext uri="{FF2B5EF4-FFF2-40B4-BE49-F238E27FC236}">
                    <a16:creationId xmlns:a16="http://schemas.microsoft.com/office/drawing/2014/main" id="{B769F507-1366-43ED-9A0D-89BF025C7706}"/>
                  </a:ext>
                </a:extLst>
              </p:cNvPr>
              <p:cNvSpPr/>
              <p:nvPr/>
            </p:nvSpPr>
            <p:spPr>
              <a:xfrm>
                <a:off x="54678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74" name="타원 21773">
                <a:extLst>
                  <a:ext uri="{FF2B5EF4-FFF2-40B4-BE49-F238E27FC236}">
                    <a16:creationId xmlns:a16="http://schemas.microsoft.com/office/drawing/2014/main" id="{A3475EC2-0BD1-458F-8A0D-C0FE34706572}"/>
                  </a:ext>
                </a:extLst>
              </p:cNvPr>
              <p:cNvSpPr/>
              <p:nvPr/>
            </p:nvSpPr>
            <p:spPr>
              <a:xfrm>
                <a:off x="5620275" y="5460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75" name="타원 21774">
                <a:extLst>
                  <a:ext uri="{FF2B5EF4-FFF2-40B4-BE49-F238E27FC236}">
                    <a16:creationId xmlns:a16="http://schemas.microsoft.com/office/drawing/2014/main" id="{EEFAC3C4-58E4-4062-88A8-A6C5F965F51D}"/>
                  </a:ext>
                </a:extLst>
              </p:cNvPr>
              <p:cNvSpPr/>
              <p:nvPr/>
            </p:nvSpPr>
            <p:spPr>
              <a:xfrm>
                <a:off x="2862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76" name="타원 21775">
                <a:extLst>
                  <a:ext uri="{FF2B5EF4-FFF2-40B4-BE49-F238E27FC236}">
                    <a16:creationId xmlns:a16="http://schemas.microsoft.com/office/drawing/2014/main" id="{CFD39CC9-8FF7-47D8-8C32-D0A213F49F92}"/>
                  </a:ext>
                </a:extLst>
              </p:cNvPr>
              <p:cNvSpPr/>
              <p:nvPr/>
            </p:nvSpPr>
            <p:spPr>
              <a:xfrm>
                <a:off x="4386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77" name="타원 21776">
                <a:extLst>
                  <a:ext uri="{FF2B5EF4-FFF2-40B4-BE49-F238E27FC236}">
                    <a16:creationId xmlns:a16="http://schemas.microsoft.com/office/drawing/2014/main" id="{C3EA546F-06BB-4721-8651-F9FC1AD009DE}"/>
                  </a:ext>
                </a:extLst>
              </p:cNvPr>
              <p:cNvSpPr/>
              <p:nvPr/>
            </p:nvSpPr>
            <p:spPr>
              <a:xfrm>
                <a:off x="5910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78" name="타원 21777">
                <a:extLst>
                  <a:ext uri="{FF2B5EF4-FFF2-40B4-BE49-F238E27FC236}">
                    <a16:creationId xmlns:a16="http://schemas.microsoft.com/office/drawing/2014/main" id="{CC52EA3F-BB60-491E-9832-767523BFB106}"/>
                  </a:ext>
                </a:extLst>
              </p:cNvPr>
              <p:cNvSpPr/>
              <p:nvPr/>
            </p:nvSpPr>
            <p:spPr>
              <a:xfrm>
                <a:off x="7434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79" name="타원 21778">
                <a:extLst>
                  <a:ext uri="{FF2B5EF4-FFF2-40B4-BE49-F238E27FC236}">
                    <a16:creationId xmlns:a16="http://schemas.microsoft.com/office/drawing/2014/main" id="{CE87FF1E-D443-47AA-BC01-6CEF1B0DDB67}"/>
                  </a:ext>
                </a:extLst>
              </p:cNvPr>
              <p:cNvSpPr/>
              <p:nvPr/>
            </p:nvSpPr>
            <p:spPr>
              <a:xfrm>
                <a:off x="8958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80" name="타원 21779">
                <a:extLst>
                  <a:ext uri="{FF2B5EF4-FFF2-40B4-BE49-F238E27FC236}">
                    <a16:creationId xmlns:a16="http://schemas.microsoft.com/office/drawing/2014/main" id="{B4851BCE-EB2F-417B-A41F-80BBE8804F66}"/>
                  </a:ext>
                </a:extLst>
              </p:cNvPr>
              <p:cNvSpPr/>
              <p:nvPr/>
            </p:nvSpPr>
            <p:spPr>
              <a:xfrm>
                <a:off x="10482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81" name="타원 21780">
                <a:extLst>
                  <a:ext uri="{FF2B5EF4-FFF2-40B4-BE49-F238E27FC236}">
                    <a16:creationId xmlns:a16="http://schemas.microsoft.com/office/drawing/2014/main" id="{DC3309EF-71E9-43DD-870C-FDB5DA5837EA}"/>
                  </a:ext>
                </a:extLst>
              </p:cNvPr>
              <p:cNvSpPr/>
              <p:nvPr/>
            </p:nvSpPr>
            <p:spPr>
              <a:xfrm>
                <a:off x="12006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82" name="타원 21781">
                <a:extLst>
                  <a:ext uri="{FF2B5EF4-FFF2-40B4-BE49-F238E27FC236}">
                    <a16:creationId xmlns:a16="http://schemas.microsoft.com/office/drawing/2014/main" id="{D6BE78B9-AE7B-4AC0-ADF8-188FBC654A23}"/>
                  </a:ext>
                </a:extLst>
              </p:cNvPr>
              <p:cNvSpPr/>
              <p:nvPr/>
            </p:nvSpPr>
            <p:spPr>
              <a:xfrm>
                <a:off x="13530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83" name="타원 21782">
                <a:extLst>
                  <a:ext uri="{FF2B5EF4-FFF2-40B4-BE49-F238E27FC236}">
                    <a16:creationId xmlns:a16="http://schemas.microsoft.com/office/drawing/2014/main" id="{13B00AA0-4AA3-4157-B6F6-B5F30700B138}"/>
                  </a:ext>
                </a:extLst>
              </p:cNvPr>
              <p:cNvSpPr/>
              <p:nvPr/>
            </p:nvSpPr>
            <p:spPr>
              <a:xfrm>
                <a:off x="15054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84" name="타원 21783">
                <a:extLst>
                  <a:ext uri="{FF2B5EF4-FFF2-40B4-BE49-F238E27FC236}">
                    <a16:creationId xmlns:a16="http://schemas.microsoft.com/office/drawing/2014/main" id="{7BEDE814-1D3E-4AFB-9FC0-E85B4560545C}"/>
                  </a:ext>
                </a:extLst>
              </p:cNvPr>
              <p:cNvSpPr/>
              <p:nvPr/>
            </p:nvSpPr>
            <p:spPr>
              <a:xfrm>
                <a:off x="16578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85" name="타원 21784">
                <a:extLst>
                  <a:ext uri="{FF2B5EF4-FFF2-40B4-BE49-F238E27FC236}">
                    <a16:creationId xmlns:a16="http://schemas.microsoft.com/office/drawing/2014/main" id="{F0FB025A-9C7F-4EA4-8073-6FE812F1BD01}"/>
                  </a:ext>
                </a:extLst>
              </p:cNvPr>
              <p:cNvSpPr/>
              <p:nvPr/>
            </p:nvSpPr>
            <p:spPr>
              <a:xfrm>
                <a:off x="18102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86" name="타원 21785">
                <a:extLst>
                  <a:ext uri="{FF2B5EF4-FFF2-40B4-BE49-F238E27FC236}">
                    <a16:creationId xmlns:a16="http://schemas.microsoft.com/office/drawing/2014/main" id="{0C898554-910F-437C-ABD6-398DA8D14BEE}"/>
                  </a:ext>
                </a:extLst>
              </p:cNvPr>
              <p:cNvSpPr/>
              <p:nvPr/>
            </p:nvSpPr>
            <p:spPr>
              <a:xfrm>
                <a:off x="19626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87" name="타원 21786">
                <a:extLst>
                  <a:ext uri="{FF2B5EF4-FFF2-40B4-BE49-F238E27FC236}">
                    <a16:creationId xmlns:a16="http://schemas.microsoft.com/office/drawing/2014/main" id="{7F9F20BE-B58F-4A29-98AC-AB7E0FFA406D}"/>
                  </a:ext>
                </a:extLst>
              </p:cNvPr>
              <p:cNvSpPr/>
              <p:nvPr/>
            </p:nvSpPr>
            <p:spPr>
              <a:xfrm>
                <a:off x="21150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88" name="타원 21787">
                <a:extLst>
                  <a:ext uri="{FF2B5EF4-FFF2-40B4-BE49-F238E27FC236}">
                    <a16:creationId xmlns:a16="http://schemas.microsoft.com/office/drawing/2014/main" id="{605A4DC4-2D54-4CAB-8317-5B202D52145A}"/>
                  </a:ext>
                </a:extLst>
              </p:cNvPr>
              <p:cNvSpPr/>
              <p:nvPr/>
            </p:nvSpPr>
            <p:spPr>
              <a:xfrm>
                <a:off x="22674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89" name="타원 21788">
                <a:extLst>
                  <a:ext uri="{FF2B5EF4-FFF2-40B4-BE49-F238E27FC236}">
                    <a16:creationId xmlns:a16="http://schemas.microsoft.com/office/drawing/2014/main" id="{FE912495-21E8-4AF1-BC16-CFEE4911332F}"/>
                  </a:ext>
                </a:extLst>
              </p:cNvPr>
              <p:cNvSpPr/>
              <p:nvPr/>
            </p:nvSpPr>
            <p:spPr>
              <a:xfrm>
                <a:off x="24198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90" name="타원 21789">
                <a:extLst>
                  <a:ext uri="{FF2B5EF4-FFF2-40B4-BE49-F238E27FC236}">
                    <a16:creationId xmlns:a16="http://schemas.microsoft.com/office/drawing/2014/main" id="{F8049AAB-3AD7-4FCD-9E75-CB42E520D2E1}"/>
                  </a:ext>
                </a:extLst>
              </p:cNvPr>
              <p:cNvSpPr/>
              <p:nvPr/>
            </p:nvSpPr>
            <p:spPr>
              <a:xfrm>
                <a:off x="25722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91" name="타원 21790">
                <a:extLst>
                  <a:ext uri="{FF2B5EF4-FFF2-40B4-BE49-F238E27FC236}">
                    <a16:creationId xmlns:a16="http://schemas.microsoft.com/office/drawing/2014/main" id="{07850770-9246-4FAF-8DDB-54FCE817B313}"/>
                  </a:ext>
                </a:extLst>
              </p:cNvPr>
              <p:cNvSpPr/>
              <p:nvPr/>
            </p:nvSpPr>
            <p:spPr>
              <a:xfrm>
                <a:off x="27246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92" name="타원 21791">
                <a:extLst>
                  <a:ext uri="{FF2B5EF4-FFF2-40B4-BE49-F238E27FC236}">
                    <a16:creationId xmlns:a16="http://schemas.microsoft.com/office/drawing/2014/main" id="{7AAE3BF1-3A61-4C4A-93D5-D5713768DED0}"/>
                  </a:ext>
                </a:extLst>
              </p:cNvPr>
              <p:cNvSpPr/>
              <p:nvPr/>
            </p:nvSpPr>
            <p:spPr>
              <a:xfrm>
                <a:off x="28770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93" name="타원 21792">
                <a:extLst>
                  <a:ext uri="{FF2B5EF4-FFF2-40B4-BE49-F238E27FC236}">
                    <a16:creationId xmlns:a16="http://schemas.microsoft.com/office/drawing/2014/main" id="{94D1A37A-0EE6-479F-B7D1-5E83721EAD99}"/>
                  </a:ext>
                </a:extLst>
              </p:cNvPr>
              <p:cNvSpPr/>
              <p:nvPr/>
            </p:nvSpPr>
            <p:spPr>
              <a:xfrm>
                <a:off x="30294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94" name="타원 21793">
                <a:extLst>
                  <a:ext uri="{FF2B5EF4-FFF2-40B4-BE49-F238E27FC236}">
                    <a16:creationId xmlns:a16="http://schemas.microsoft.com/office/drawing/2014/main" id="{69F4EDFA-1BA2-4F0F-ABDF-0B5D55C92539}"/>
                  </a:ext>
                </a:extLst>
              </p:cNvPr>
              <p:cNvSpPr/>
              <p:nvPr/>
            </p:nvSpPr>
            <p:spPr>
              <a:xfrm>
                <a:off x="31818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95" name="타원 21794">
                <a:extLst>
                  <a:ext uri="{FF2B5EF4-FFF2-40B4-BE49-F238E27FC236}">
                    <a16:creationId xmlns:a16="http://schemas.microsoft.com/office/drawing/2014/main" id="{BDB4B261-BB02-48B4-8B02-511177BB3AFB}"/>
                  </a:ext>
                </a:extLst>
              </p:cNvPr>
              <p:cNvSpPr/>
              <p:nvPr/>
            </p:nvSpPr>
            <p:spPr>
              <a:xfrm>
                <a:off x="33342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96" name="타원 21795">
                <a:extLst>
                  <a:ext uri="{FF2B5EF4-FFF2-40B4-BE49-F238E27FC236}">
                    <a16:creationId xmlns:a16="http://schemas.microsoft.com/office/drawing/2014/main" id="{6570C012-158F-49E6-A402-A1135E609CF1}"/>
                  </a:ext>
                </a:extLst>
              </p:cNvPr>
              <p:cNvSpPr/>
              <p:nvPr/>
            </p:nvSpPr>
            <p:spPr>
              <a:xfrm>
                <a:off x="34866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97" name="타원 21796">
                <a:extLst>
                  <a:ext uri="{FF2B5EF4-FFF2-40B4-BE49-F238E27FC236}">
                    <a16:creationId xmlns:a16="http://schemas.microsoft.com/office/drawing/2014/main" id="{C7AD7266-14C5-49F5-B0C3-2A61068EEE90}"/>
                  </a:ext>
                </a:extLst>
              </p:cNvPr>
              <p:cNvSpPr/>
              <p:nvPr/>
            </p:nvSpPr>
            <p:spPr>
              <a:xfrm>
                <a:off x="36390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98" name="타원 21797">
                <a:extLst>
                  <a:ext uri="{FF2B5EF4-FFF2-40B4-BE49-F238E27FC236}">
                    <a16:creationId xmlns:a16="http://schemas.microsoft.com/office/drawing/2014/main" id="{FC2EA271-7971-4AB0-9B76-48B49D6BF930}"/>
                  </a:ext>
                </a:extLst>
              </p:cNvPr>
              <p:cNvSpPr/>
              <p:nvPr/>
            </p:nvSpPr>
            <p:spPr>
              <a:xfrm>
                <a:off x="37914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99" name="타원 21798">
                <a:extLst>
                  <a:ext uri="{FF2B5EF4-FFF2-40B4-BE49-F238E27FC236}">
                    <a16:creationId xmlns:a16="http://schemas.microsoft.com/office/drawing/2014/main" id="{76583BB8-9AAD-4715-8F07-E7ED614EB36A}"/>
                  </a:ext>
                </a:extLst>
              </p:cNvPr>
              <p:cNvSpPr/>
              <p:nvPr/>
            </p:nvSpPr>
            <p:spPr>
              <a:xfrm>
                <a:off x="39438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00" name="타원 21799">
                <a:extLst>
                  <a:ext uri="{FF2B5EF4-FFF2-40B4-BE49-F238E27FC236}">
                    <a16:creationId xmlns:a16="http://schemas.microsoft.com/office/drawing/2014/main" id="{43757346-2C32-47F0-B8F6-26A9ABFBDA5A}"/>
                  </a:ext>
                </a:extLst>
              </p:cNvPr>
              <p:cNvSpPr/>
              <p:nvPr/>
            </p:nvSpPr>
            <p:spPr>
              <a:xfrm>
                <a:off x="40962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01" name="타원 21800">
                <a:extLst>
                  <a:ext uri="{FF2B5EF4-FFF2-40B4-BE49-F238E27FC236}">
                    <a16:creationId xmlns:a16="http://schemas.microsoft.com/office/drawing/2014/main" id="{6A683E42-2E72-40C6-88AE-065D54795CE5}"/>
                  </a:ext>
                </a:extLst>
              </p:cNvPr>
              <p:cNvSpPr/>
              <p:nvPr/>
            </p:nvSpPr>
            <p:spPr>
              <a:xfrm>
                <a:off x="42486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02" name="타원 21801">
                <a:extLst>
                  <a:ext uri="{FF2B5EF4-FFF2-40B4-BE49-F238E27FC236}">
                    <a16:creationId xmlns:a16="http://schemas.microsoft.com/office/drawing/2014/main" id="{44816A42-B301-4866-B79C-0A168110626F}"/>
                  </a:ext>
                </a:extLst>
              </p:cNvPr>
              <p:cNvSpPr/>
              <p:nvPr/>
            </p:nvSpPr>
            <p:spPr>
              <a:xfrm>
                <a:off x="44010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03" name="타원 21802">
                <a:extLst>
                  <a:ext uri="{FF2B5EF4-FFF2-40B4-BE49-F238E27FC236}">
                    <a16:creationId xmlns:a16="http://schemas.microsoft.com/office/drawing/2014/main" id="{505F60D9-0D21-458B-8397-FF5F0FB9AC3F}"/>
                  </a:ext>
                </a:extLst>
              </p:cNvPr>
              <p:cNvSpPr/>
              <p:nvPr/>
            </p:nvSpPr>
            <p:spPr>
              <a:xfrm>
                <a:off x="45534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04" name="타원 21803">
                <a:extLst>
                  <a:ext uri="{FF2B5EF4-FFF2-40B4-BE49-F238E27FC236}">
                    <a16:creationId xmlns:a16="http://schemas.microsoft.com/office/drawing/2014/main" id="{AFE187C7-00B0-4BBA-9FAF-87CC6BE39C0A}"/>
                  </a:ext>
                </a:extLst>
              </p:cNvPr>
              <p:cNvSpPr/>
              <p:nvPr/>
            </p:nvSpPr>
            <p:spPr>
              <a:xfrm>
                <a:off x="47058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05" name="타원 21804">
                <a:extLst>
                  <a:ext uri="{FF2B5EF4-FFF2-40B4-BE49-F238E27FC236}">
                    <a16:creationId xmlns:a16="http://schemas.microsoft.com/office/drawing/2014/main" id="{500D9EF3-FFEE-4821-A5EB-7EE368BBDB0E}"/>
                  </a:ext>
                </a:extLst>
              </p:cNvPr>
              <p:cNvSpPr/>
              <p:nvPr/>
            </p:nvSpPr>
            <p:spPr>
              <a:xfrm>
                <a:off x="48582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06" name="타원 21805">
                <a:extLst>
                  <a:ext uri="{FF2B5EF4-FFF2-40B4-BE49-F238E27FC236}">
                    <a16:creationId xmlns:a16="http://schemas.microsoft.com/office/drawing/2014/main" id="{B59D076C-E052-46EA-A127-BBB803904AF4}"/>
                  </a:ext>
                </a:extLst>
              </p:cNvPr>
              <p:cNvSpPr/>
              <p:nvPr/>
            </p:nvSpPr>
            <p:spPr>
              <a:xfrm>
                <a:off x="50106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07" name="타원 21806">
                <a:extLst>
                  <a:ext uri="{FF2B5EF4-FFF2-40B4-BE49-F238E27FC236}">
                    <a16:creationId xmlns:a16="http://schemas.microsoft.com/office/drawing/2014/main" id="{B6B06E1F-ACA4-4579-8CB8-BDBBC76EBA64}"/>
                  </a:ext>
                </a:extLst>
              </p:cNvPr>
              <p:cNvSpPr/>
              <p:nvPr/>
            </p:nvSpPr>
            <p:spPr>
              <a:xfrm>
                <a:off x="51630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08" name="타원 21807">
                <a:extLst>
                  <a:ext uri="{FF2B5EF4-FFF2-40B4-BE49-F238E27FC236}">
                    <a16:creationId xmlns:a16="http://schemas.microsoft.com/office/drawing/2014/main" id="{BB33D26E-D372-4013-B050-E387772B613A}"/>
                  </a:ext>
                </a:extLst>
              </p:cNvPr>
              <p:cNvSpPr/>
              <p:nvPr/>
            </p:nvSpPr>
            <p:spPr>
              <a:xfrm>
                <a:off x="53154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09" name="타원 21808">
                <a:extLst>
                  <a:ext uri="{FF2B5EF4-FFF2-40B4-BE49-F238E27FC236}">
                    <a16:creationId xmlns:a16="http://schemas.microsoft.com/office/drawing/2014/main" id="{6727807D-2DB6-4A6C-9417-D239573DCD7C}"/>
                  </a:ext>
                </a:extLst>
              </p:cNvPr>
              <p:cNvSpPr/>
              <p:nvPr/>
            </p:nvSpPr>
            <p:spPr>
              <a:xfrm>
                <a:off x="54678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10" name="타원 21809">
                <a:extLst>
                  <a:ext uri="{FF2B5EF4-FFF2-40B4-BE49-F238E27FC236}">
                    <a16:creationId xmlns:a16="http://schemas.microsoft.com/office/drawing/2014/main" id="{3F5117CD-260E-4D5C-9B15-27FE8C166E61}"/>
                  </a:ext>
                </a:extLst>
              </p:cNvPr>
              <p:cNvSpPr/>
              <p:nvPr/>
            </p:nvSpPr>
            <p:spPr>
              <a:xfrm>
                <a:off x="5620275" y="5612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11" name="타원 21810">
                <a:extLst>
                  <a:ext uri="{FF2B5EF4-FFF2-40B4-BE49-F238E27FC236}">
                    <a16:creationId xmlns:a16="http://schemas.microsoft.com/office/drawing/2014/main" id="{EF3F7886-0BF8-4901-843F-EBA433FA37AA}"/>
                  </a:ext>
                </a:extLst>
              </p:cNvPr>
              <p:cNvSpPr/>
              <p:nvPr/>
            </p:nvSpPr>
            <p:spPr>
              <a:xfrm>
                <a:off x="2862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12" name="타원 21811">
                <a:extLst>
                  <a:ext uri="{FF2B5EF4-FFF2-40B4-BE49-F238E27FC236}">
                    <a16:creationId xmlns:a16="http://schemas.microsoft.com/office/drawing/2014/main" id="{B050A7E1-98C4-4862-BA50-9B3ADF902FF3}"/>
                  </a:ext>
                </a:extLst>
              </p:cNvPr>
              <p:cNvSpPr/>
              <p:nvPr/>
            </p:nvSpPr>
            <p:spPr>
              <a:xfrm>
                <a:off x="4386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13" name="타원 21812">
                <a:extLst>
                  <a:ext uri="{FF2B5EF4-FFF2-40B4-BE49-F238E27FC236}">
                    <a16:creationId xmlns:a16="http://schemas.microsoft.com/office/drawing/2014/main" id="{AE609455-822B-428B-A3F8-A0214F741E02}"/>
                  </a:ext>
                </a:extLst>
              </p:cNvPr>
              <p:cNvSpPr/>
              <p:nvPr/>
            </p:nvSpPr>
            <p:spPr>
              <a:xfrm>
                <a:off x="5910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14" name="타원 21813">
                <a:extLst>
                  <a:ext uri="{FF2B5EF4-FFF2-40B4-BE49-F238E27FC236}">
                    <a16:creationId xmlns:a16="http://schemas.microsoft.com/office/drawing/2014/main" id="{9EB47E7F-68ED-48DA-8127-6E7268582DCA}"/>
                  </a:ext>
                </a:extLst>
              </p:cNvPr>
              <p:cNvSpPr/>
              <p:nvPr/>
            </p:nvSpPr>
            <p:spPr>
              <a:xfrm>
                <a:off x="7434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15" name="타원 21814">
                <a:extLst>
                  <a:ext uri="{FF2B5EF4-FFF2-40B4-BE49-F238E27FC236}">
                    <a16:creationId xmlns:a16="http://schemas.microsoft.com/office/drawing/2014/main" id="{270F56EE-0957-4367-B450-15E45FA5F153}"/>
                  </a:ext>
                </a:extLst>
              </p:cNvPr>
              <p:cNvSpPr/>
              <p:nvPr/>
            </p:nvSpPr>
            <p:spPr>
              <a:xfrm>
                <a:off x="8958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16" name="타원 21815">
                <a:extLst>
                  <a:ext uri="{FF2B5EF4-FFF2-40B4-BE49-F238E27FC236}">
                    <a16:creationId xmlns:a16="http://schemas.microsoft.com/office/drawing/2014/main" id="{56DDA652-0323-4524-A198-156CC7FCB871}"/>
                  </a:ext>
                </a:extLst>
              </p:cNvPr>
              <p:cNvSpPr/>
              <p:nvPr/>
            </p:nvSpPr>
            <p:spPr>
              <a:xfrm>
                <a:off x="10482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17" name="타원 21816">
                <a:extLst>
                  <a:ext uri="{FF2B5EF4-FFF2-40B4-BE49-F238E27FC236}">
                    <a16:creationId xmlns:a16="http://schemas.microsoft.com/office/drawing/2014/main" id="{813E4E18-C512-4AA9-8F53-C7531AB59FB0}"/>
                  </a:ext>
                </a:extLst>
              </p:cNvPr>
              <p:cNvSpPr/>
              <p:nvPr/>
            </p:nvSpPr>
            <p:spPr>
              <a:xfrm>
                <a:off x="12006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18" name="타원 21817">
                <a:extLst>
                  <a:ext uri="{FF2B5EF4-FFF2-40B4-BE49-F238E27FC236}">
                    <a16:creationId xmlns:a16="http://schemas.microsoft.com/office/drawing/2014/main" id="{F427143A-D587-4C64-BFAB-7EAAA2853EA8}"/>
                  </a:ext>
                </a:extLst>
              </p:cNvPr>
              <p:cNvSpPr/>
              <p:nvPr/>
            </p:nvSpPr>
            <p:spPr>
              <a:xfrm>
                <a:off x="13530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19" name="타원 21818">
                <a:extLst>
                  <a:ext uri="{FF2B5EF4-FFF2-40B4-BE49-F238E27FC236}">
                    <a16:creationId xmlns:a16="http://schemas.microsoft.com/office/drawing/2014/main" id="{FE165662-18E7-4C49-AB7B-938501553487}"/>
                  </a:ext>
                </a:extLst>
              </p:cNvPr>
              <p:cNvSpPr/>
              <p:nvPr/>
            </p:nvSpPr>
            <p:spPr>
              <a:xfrm>
                <a:off x="15054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20" name="타원 21819">
                <a:extLst>
                  <a:ext uri="{FF2B5EF4-FFF2-40B4-BE49-F238E27FC236}">
                    <a16:creationId xmlns:a16="http://schemas.microsoft.com/office/drawing/2014/main" id="{0D2AA656-20D4-437B-B42F-AB30475BA269}"/>
                  </a:ext>
                </a:extLst>
              </p:cNvPr>
              <p:cNvSpPr/>
              <p:nvPr/>
            </p:nvSpPr>
            <p:spPr>
              <a:xfrm>
                <a:off x="16578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21" name="타원 21820">
                <a:extLst>
                  <a:ext uri="{FF2B5EF4-FFF2-40B4-BE49-F238E27FC236}">
                    <a16:creationId xmlns:a16="http://schemas.microsoft.com/office/drawing/2014/main" id="{1AA1986D-5440-46FB-8BE1-F0860F27A38F}"/>
                  </a:ext>
                </a:extLst>
              </p:cNvPr>
              <p:cNvSpPr/>
              <p:nvPr/>
            </p:nvSpPr>
            <p:spPr>
              <a:xfrm>
                <a:off x="18102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22" name="타원 21821">
                <a:extLst>
                  <a:ext uri="{FF2B5EF4-FFF2-40B4-BE49-F238E27FC236}">
                    <a16:creationId xmlns:a16="http://schemas.microsoft.com/office/drawing/2014/main" id="{289164EF-2F20-44B9-B255-27D73CC40DBF}"/>
                  </a:ext>
                </a:extLst>
              </p:cNvPr>
              <p:cNvSpPr/>
              <p:nvPr/>
            </p:nvSpPr>
            <p:spPr>
              <a:xfrm>
                <a:off x="19626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23" name="타원 21822">
                <a:extLst>
                  <a:ext uri="{FF2B5EF4-FFF2-40B4-BE49-F238E27FC236}">
                    <a16:creationId xmlns:a16="http://schemas.microsoft.com/office/drawing/2014/main" id="{D940C6B6-F0A8-4B99-ADEF-74E2D5457D41}"/>
                  </a:ext>
                </a:extLst>
              </p:cNvPr>
              <p:cNvSpPr/>
              <p:nvPr/>
            </p:nvSpPr>
            <p:spPr>
              <a:xfrm>
                <a:off x="21150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24" name="타원 21823">
                <a:extLst>
                  <a:ext uri="{FF2B5EF4-FFF2-40B4-BE49-F238E27FC236}">
                    <a16:creationId xmlns:a16="http://schemas.microsoft.com/office/drawing/2014/main" id="{06703618-E64C-4A05-982E-D3F6EFB8EB39}"/>
                  </a:ext>
                </a:extLst>
              </p:cNvPr>
              <p:cNvSpPr/>
              <p:nvPr/>
            </p:nvSpPr>
            <p:spPr>
              <a:xfrm>
                <a:off x="22674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25" name="타원 21824">
                <a:extLst>
                  <a:ext uri="{FF2B5EF4-FFF2-40B4-BE49-F238E27FC236}">
                    <a16:creationId xmlns:a16="http://schemas.microsoft.com/office/drawing/2014/main" id="{EC4A02FB-2496-48D0-B5F8-BD9507F305B8}"/>
                  </a:ext>
                </a:extLst>
              </p:cNvPr>
              <p:cNvSpPr/>
              <p:nvPr/>
            </p:nvSpPr>
            <p:spPr>
              <a:xfrm>
                <a:off x="24198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26" name="타원 21825">
                <a:extLst>
                  <a:ext uri="{FF2B5EF4-FFF2-40B4-BE49-F238E27FC236}">
                    <a16:creationId xmlns:a16="http://schemas.microsoft.com/office/drawing/2014/main" id="{88C4DC8F-4273-4441-93C2-B92A171425E6}"/>
                  </a:ext>
                </a:extLst>
              </p:cNvPr>
              <p:cNvSpPr/>
              <p:nvPr/>
            </p:nvSpPr>
            <p:spPr>
              <a:xfrm>
                <a:off x="25722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27" name="타원 21826">
                <a:extLst>
                  <a:ext uri="{FF2B5EF4-FFF2-40B4-BE49-F238E27FC236}">
                    <a16:creationId xmlns:a16="http://schemas.microsoft.com/office/drawing/2014/main" id="{1A7F1015-92B3-425E-B936-E49FB316279C}"/>
                  </a:ext>
                </a:extLst>
              </p:cNvPr>
              <p:cNvSpPr/>
              <p:nvPr/>
            </p:nvSpPr>
            <p:spPr>
              <a:xfrm>
                <a:off x="27246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28" name="타원 21827">
                <a:extLst>
                  <a:ext uri="{FF2B5EF4-FFF2-40B4-BE49-F238E27FC236}">
                    <a16:creationId xmlns:a16="http://schemas.microsoft.com/office/drawing/2014/main" id="{4FF4E725-6D39-4BCE-AD02-D64FCB908497}"/>
                  </a:ext>
                </a:extLst>
              </p:cNvPr>
              <p:cNvSpPr/>
              <p:nvPr/>
            </p:nvSpPr>
            <p:spPr>
              <a:xfrm>
                <a:off x="28770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29" name="타원 21828">
                <a:extLst>
                  <a:ext uri="{FF2B5EF4-FFF2-40B4-BE49-F238E27FC236}">
                    <a16:creationId xmlns:a16="http://schemas.microsoft.com/office/drawing/2014/main" id="{86AD89DB-6FC6-4ED0-B258-C490501BAE06}"/>
                  </a:ext>
                </a:extLst>
              </p:cNvPr>
              <p:cNvSpPr/>
              <p:nvPr/>
            </p:nvSpPr>
            <p:spPr>
              <a:xfrm>
                <a:off x="30294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30" name="타원 21829">
                <a:extLst>
                  <a:ext uri="{FF2B5EF4-FFF2-40B4-BE49-F238E27FC236}">
                    <a16:creationId xmlns:a16="http://schemas.microsoft.com/office/drawing/2014/main" id="{1585C39B-C530-4FDF-8D7D-78233638CEF6}"/>
                  </a:ext>
                </a:extLst>
              </p:cNvPr>
              <p:cNvSpPr/>
              <p:nvPr/>
            </p:nvSpPr>
            <p:spPr>
              <a:xfrm>
                <a:off x="31818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31" name="타원 21830">
                <a:extLst>
                  <a:ext uri="{FF2B5EF4-FFF2-40B4-BE49-F238E27FC236}">
                    <a16:creationId xmlns:a16="http://schemas.microsoft.com/office/drawing/2014/main" id="{9AE75AC7-723A-4221-8B53-4956E89ECCA4}"/>
                  </a:ext>
                </a:extLst>
              </p:cNvPr>
              <p:cNvSpPr/>
              <p:nvPr/>
            </p:nvSpPr>
            <p:spPr>
              <a:xfrm>
                <a:off x="33342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32" name="타원 21831">
                <a:extLst>
                  <a:ext uri="{FF2B5EF4-FFF2-40B4-BE49-F238E27FC236}">
                    <a16:creationId xmlns:a16="http://schemas.microsoft.com/office/drawing/2014/main" id="{06DE9995-92CC-4100-BABF-A1649B849C00}"/>
                  </a:ext>
                </a:extLst>
              </p:cNvPr>
              <p:cNvSpPr/>
              <p:nvPr/>
            </p:nvSpPr>
            <p:spPr>
              <a:xfrm>
                <a:off x="34866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33" name="타원 21832">
                <a:extLst>
                  <a:ext uri="{FF2B5EF4-FFF2-40B4-BE49-F238E27FC236}">
                    <a16:creationId xmlns:a16="http://schemas.microsoft.com/office/drawing/2014/main" id="{FCE124DF-F5C0-45F6-A99B-51B05EF94A4E}"/>
                  </a:ext>
                </a:extLst>
              </p:cNvPr>
              <p:cNvSpPr/>
              <p:nvPr/>
            </p:nvSpPr>
            <p:spPr>
              <a:xfrm>
                <a:off x="36390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34" name="타원 21833">
                <a:extLst>
                  <a:ext uri="{FF2B5EF4-FFF2-40B4-BE49-F238E27FC236}">
                    <a16:creationId xmlns:a16="http://schemas.microsoft.com/office/drawing/2014/main" id="{E9672780-91B7-451C-BDCC-A3CCF53576E8}"/>
                  </a:ext>
                </a:extLst>
              </p:cNvPr>
              <p:cNvSpPr/>
              <p:nvPr/>
            </p:nvSpPr>
            <p:spPr>
              <a:xfrm>
                <a:off x="37914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35" name="타원 21834">
                <a:extLst>
                  <a:ext uri="{FF2B5EF4-FFF2-40B4-BE49-F238E27FC236}">
                    <a16:creationId xmlns:a16="http://schemas.microsoft.com/office/drawing/2014/main" id="{71E5B7E1-1D7C-490E-9AB8-0BBDE652696A}"/>
                  </a:ext>
                </a:extLst>
              </p:cNvPr>
              <p:cNvSpPr/>
              <p:nvPr/>
            </p:nvSpPr>
            <p:spPr>
              <a:xfrm>
                <a:off x="39438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36" name="타원 21835">
                <a:extLst>
                  <a:ext uri="{FF2B5EF4-FFF2-40B4-BE49-F238E27FC236}">
                    <a16:creationId xmlns:a16="http://schemas.microsoft.com/office/drawing/2014/main" id="{AED89278-5613-40F3-B177-D47DB997DAFA}"/>
                  </a:ext>
                </a:extLst>
              </p:cNvPr>
              <p:cNvSpPr/>
              <p:nvPr/>
            </p:nvSpPr>
            <p:spPr>
              <a:xfrm>
                <a:off x="40962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37" name="타원 21836">
                <a:extLst>
                  <a:ext uri="{FF2B5EF4-FFF2-40B4-BE49-F238E27FC236}">
                    <a16:creationId xmlns:a16="http://schemas.microsoft.com/office/drawing/2014/main" id="{160C0ED9-4F75-4290-89DF-E6CE02471106}"/>
                  </a:ext>
                </a:extLst>
              </p:cNvPr>
              <p:cNvSpPr/>
              <p:nvPr/>
            </p:nvSpPr>
            <p:spPr>
              <a:xfrm>
                <a:off x="42486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38" name="타원 21837">
                <a:extLst>
                  <a:ext uri="{FF2B5EF4-FFF2-40B4-BE49-F238E27FC236}">
                    <a16:creationId xmlns:a16="http://schemas.microsoft.com/office/drawing/2014/main" id="{D918BFBC-4B30-4DE5-AADA-488DE7D520B4}"/>
                  </a:ext>
                </a:extLst>
              </p:cNvPr>
              <p:cNvSpPr/>
              <p:nvPr/>
            </p:nvSpPr>
            <p:spPr>
              <a:xfrm>
                <a:off x="44010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39" name="타원 21838">
                <a:extLst>
                  <a:ext uri="{FF2B5EF4-FFF2-40B4-BE49-F238E27FC236}">
                    <a16:creationId xmlns:a16="http://schemas.microsoft.com/office/drawing/2014/main" id="{7BD7FB51-8905-4164-8F74-C3D624FB5978}"/>
                  </a:ext>
                </a:extLst>
              </p:cNvPr>
              <p:cNvSpPr/>
              <p:nvPr/>
            </p:nvSpPr>
            <p:spPr>
              <a:xfrm>
                <a:off x="45534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40" name="타원 21839">
                <a:extLst>
                  <a:ext uri="{FF2B5EF4-FFF2-40B4-BE49-F238E27FC236}">
                    <a16:creationId xmlns:a16="http://schemas.microsoft.com/office/drawing/2014/main" id="{142507B7-2174-45DF-BF56-0E87ECC12767}"/>
                  </a:ext>
                </a:extLst>
              </p:cNvPr>
              <p:cNvSpPr/>
              <p:nvPr/>
            </p:nvSpPr>
            <p:spPr>
              <a:xfrm>
                <a:off x="47058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41" name="타원 21840">
                <a:extLst>
                  <a:ext uri="{FF2B5EF4-FFF2-40B4-BE49-F238E27FC236}">
                    <a16:creationId xmlns:a16="http://schemas.microsoft.com/office/drawing/2014/main" id="{ABDE4520-33B3-4996-BFA7-DDC16444CE12}"/>
                  </a:ext>
                </a:extLst>
              </p:cNvPr>
              <p:cNvSpPr/>
              <p:nvPr/>
            </p:nvSpPr>
            <p:spPr>
              <a:xfrm>
                <a:off x="48582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42" name="타원 21841">
                <a:extLst>
                  <a:ext uri="{FF2B5EF4-FFF2-40B4-BE49-F238E27FC236}">
                    <a16:creationId xmlns:a16="http://schemas.microsoft.com/office/drawing/2014/main" id="{751A973E-6AE5-4AC8-871F-50FF8C6644DA}"/>
                  </a:ext>
                </a:extLst>
              </p:cNvPr>
              <p:cNvSpPr/>
              <p:nvPr/>
            </p:nvSpPr>
            <p:spPr>
              <a:xfrm>
                <a:off x="50106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43" name="타원 21842">
                <a:extLst>
                  <a:ext uri="{FF2B5EF4-FFF2-40B4-BE49-F238E27FC236}">
                    <a16:creationId xmlns:a16="http://schemas.microsoft.com/office/drawing/2014/main" id="{E9F8F710-3AC4-419F-9521-30B132B674D1}"/>
                  </a:ext>
                </a:extLst>
              </p:cNvPr>
              <p:cNvSpPr/>
              <p:nvPr/>
            </p:nvSpPr>
            <p:spPr>
              <a:xfrm>
                <a:off x="51630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44" name="타원 21843">
                <a:extLst>
                  <a:ext uri="{FF2B5EF4-FFF2-40B4-BE49-F238E27FC236}">
                    <a16:creationId xmlns:a16="http://schemas.microsoft.com/office/drawing/2014/main" id="{C7223447-D6FB-4F35-BF91-9BCD37737057}"/>
                  </a:ext>
                </a:extLst>
              </p:cNvPr>
              <p:cNvSpPr/>
              <p:nvPr/>
            </p:nvSpPr>
            <p:spPr>
              <a:xfrm>
                <a:off x="53154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45" name="타원 21844">
                <a:extLst>
                  <a:ext uri="{FF2B5EF4-FFF2-40B4-BE49-F238E27FC236}">
                    <a16:creationId xmlns:a16="http://schemas.microsoft.com/office/drawing/2014/main" id="{0066BB7D-187B-4B58-8DE1-6B25C643A5BC}"/>
                  </a:ext>
                </a:extLst>
              </p:cNvPr>
              <p:cNvSpPr/>
              <p:nvPr/>
            </p:nvSpPr>
            <p:spPr>
              <a:xfrm>
                <a:off x="54678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46" name="타원 21845">
                <a:extLst>
                  <a:ext uri="{FF2B5EF4-FFF2-40B4-BE49-F238E27FC236}">
                    <a16:creationId xmlns:a16="http://schemas.microsoft.com/office/drawing/2014/main" id="{28E20DB2-2FEA-438C-A08D-AD2FB354D526}"/>
                  </a:ext>
                </a:extLst>
              </p:cNvPr>
              <p:cNvSpPr/>
              <p:nvPr/>
            </p:nvSpPr>
            <p:spPr>
              <a:xfrm>
                <a:off x="5620275" y="5765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47" name="타원 21846">
                <a:extLst>
                  <a:ext uri="{FF2B5EF4-FFF2-40B4-BE49-F238E27FC236}">
                    <a16:creationId xmlns:a16="http://schemas.microsoft.com/office/drawing/2014/main" id="{19A0CCEC-9361-43E7-8EFD-F794787654AF}"/>
                  </a:ext>
                </a:extLst>
              </p:cNvPr>
              <p:cNvSpPr/>
              <p:nvPr/>
            </p:nvSpPr>
            <p:spPr>
              <a:xfrm>
                <a:off x="2862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48" name="타원 21847">
                <a:extLst>
                  <a:ext uri="{FF2B5EF4-FFF2-40B4-BE49-F238E27FC236}">
                    <a16:creationId xmlns:a16="http://schemas.microsoft.com/office/drawing/2014/main" id="{BEB30396-0980-4DC0-8BCC-C69BE5D2339D}"/>
                  </a:ext>
                </a:extLst>
              </p:cNvPr>
              <p:cNvSpPr/>
              <p:nvPr/>
            </p:nvSpPr>
            <p:spPr>
              <a:xfrm>
                <a:off x="4386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49" name="타원 21848">
                <a:extLst>
                  <a:ext uri="{FF2B5EF4-FFF2-40B4-BE49-F238E27FC236}">
                    <a16:creationId xmlns:a16="http://schemas.microsoft.com/office/drawing/2014/main" id="{ED252345-D7BE-44CE-A9B6-A07C5B5F5638}"/>
                  </a:ext>
                </a:extLst>
              </p:cNvPr>
              <p:cNvSpPr/>
              <p:nvPr/>
            </p:nvSpPr>
            <p:spPr>
              <a:xfrm>
                <a:off x="5910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50" name="타원 21849">
                <a:extLst>
                  <a:ext uri="{FF2B5EF4-FFF2-40B4-BE49-F238E27FC236}">
                    <a16:creationId xmlns:a16="http://schemas.microsoft.com/office/drawing/2014/main" id="{640D1EC2-783D-40E4-BC24-51C0C031C459}"/>
                  </a:ext>
                </a:extLst>
              </p:cNvPr>
              <p:cNvSpPr/>
              <p:nvPr/>
            </p:nvSpPr>
            <p:spPr>
              <a:xfrm>
                <a:off x="7434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51" name="타원 21850">
                <a:extLst>
                  <a:ext uri="{FF2B5EF4-FFF2-40B4-BE49-F238E27FC236}">
                    <a16:creationId xmlns:a16="http://schemas.microsoft.com/office/drawing/2014/main" id="{75B7FF0C-F18F-43C9-A0CC-0ED75A760D35}"/>
                  </a:ext>
                </a:extLst>
              </p:cNvPr>
              <p:cNvSpPr/>
              <p:nvPr/>
            </p:nvSpPr>
            <p:spPr>
              <a:xfrm>
                <a:off x="8958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52" name="타원 21851">
                <a:extLst>
                  <a:ext uri="{FF2B5EF4-FFF2-40B4-BE49-F238E27FC236}">
                    <a16:creationId xmlns:a16="http://schemas.microsoft.com/office/drawing/2014/main" id="{E0AD1BE6-C4EC-4BAE-9CFB-FD2C4625230A}"/>
                  </a:ext>
                </a:extLst>
              </p:cNvPr>
              <p:cNvSpPr/>
              <p:nvPr/>
            </p:nvSpPr>
            <p:spPr>
              <a:xfrm>
                <a:off x="10482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53" name="타원 21852">
                <a:extLst>
                  <a:ext uri="{FF2B5EF4-FFF2-40B4-BE49-F238E27FC236}">
                    <a16:creationId xmlns:a16="http://schemas.microsoft.com/office/drawing/2014/main" id="{7B8C26D0-1964-44D1-B264-2B833F717DAE}"/>
                  </a:ext>
                </a:extLst>
              </p:cNvPr>
              <p:cNvSpPr/>
              <p:nvPr/>
            </p:nvSpPr>
            <p:spPr>
              <a:xfrm>
                <a:off x="12006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54" name="타원 21853">
                <a:extLst>
                  <a:ext uri="{FF2B5EF4-FFF2-40B4-BE49-F238E27FC236}">
                    <a16:creationId xmlns:a16="http://schemas.microsoft.com/office/drawing/2014/main" id="{098816E3-2362-4C2C-92C8-56E7DA753819}"/>
                  </a:ext>
                </a:extLst>
              </p:cNvPr>
              <p:cNvSpPr/>
              <p:nvPr/>
            </p:nvSpPr>
            <p:spPr>
              <a:xfrm>
                <a:off x="13530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55" name="타원 21854">
                <a:extLst>
                  <a:ext uri="{FF2B5EF4-FFF2-40B4-BE49-F238E27FC236}">
                    <a16:creationId xmlns:a16="http://schemas.microsoft.com/office/drawing/2014/main" id="{467FD8D5-1D32-4C13-AFF6-1410CA3C9D87}"/>
                  </a:ext>
                </a:extLst>
              </p:cNvPr>
              <p:cNvSpPr/>
              <p:nvPr/>
            </p:nvSpPr>
            <p:spPr>
              <a:xfrm>
                <a:off x="15054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56" name="타원 21855">
                <a:extLst>
                  <a:ext uri="{FF2B5EF4-FFF2-40B4-BE49-F238E27FC236}">
                    <a16:creationId xmlns:a16="http://schemas.microsoft.com/office/drawing/2014/main" id="{FB99F83F-B131-40B4-8982-36E1B58CCCF0}"/>
                  </a:ext>
                </a:extLst>
              </p:cNvPr>
              <p:cNvSpPr/>
              <p:nvPr/>
            </p:nvSpPr>
            <p:spPr>
              <a:xfrm>
                <a:off x="16578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57" name="타원 21856">
                <a:extLst>
                  <a:ext uri="{FF2B5EF4-FFF2-40B4-BE49-F238E27FC236}">
                    <a16:creationId xmlns:a16="http://schemas.microsoft.com/office/drawing/2014/main" id="{6F681788-AD3C-469F-935F-147F69C5919C}"/>
                  </a:ext>
                </a:extLst>
              </p:cNvPr>
              <p:cNvSpPr/>
              <p:nvPr/>
            </p:nvSpPr>
            <p:spPr>
              <a:xfrm>
                <a:off x="18102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58" name="타원 21857">
                <a:extLst>
                  <a:ext uri="{FF2B5EF4-FFF2-40B4-BE49-F238E27FC236}">
                    <a16:creationId xmlns:a16="http://schemas.microsoft.com/office/drawing/2014/main" id="{6A0EC8FF-2384-4332-BFB0-3AB706AFEED7}"/>
                  </a:ext>
                </a:extLst>
              </p:cNvPr>
              <p:cNvSpPr/>
              <p:nvPr/>
            </p:nvSpPr>
            <p:spPr>
              <a:xfrm>
                <a:off x="19626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59" name="타원 21858">
                <a:extLst>
                  <a:ext uri="{FF2B5EF4-FFF2-40B4-BE49-F238E27FC236}">
                    <a16:creationId xmlns:a16="http://schemas.microsoft.com/office/drawing/2014/main" id="{B6577915-060C-47EF-9D5B-CFD96DE7DCE3}"/>
                  </a:ext>
                </a:extLst>
              </p:cNvPr>
              <p:cNvSpPr/>
              <p:nvPr/>
            </p:nvSpPr>
            <p:spPr>
              <a:xfrm>
                <a:off x="21150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60" name="타원 21859">
                <a:extLst>
                  <a:ext uri="{FF2B5EF4-FFF2-40B4-BE49-F238E27FC236}">
                    <a16:creationId xmlns:a16="http://schemas.microsoft.com/office/drawing/2014/main" id="{5F59E0A2-A221-4540-880E-5F3AB57F0974}"/>
                  </a:ext>
                </a:extLst>
              </p:cNvPr>
              <p:cNvSpPr/>
              <p:nvPr/>
            </p:nvSpPr>
            <p:spPr>
              <a:xfrm>
                <a:off x="22674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61" name="타원 21860">
                <a:extLst>
                  <a:ext uri="{FF2B5EF4-FFF2-40B4-BE49-F238E27FC236}">
                    <a16:creationId xmlns:a16="http://schemas.microsoft.com/office/drawing/2014/main" id="{49B60E28-42B2-40A0-8813-721E62D79683}"/>
                  </a:ext>
                </a:extLst>
              </p:cNvPr>
              <p:cNvSpPr/>
              <p:nvPr/>
            </p:nvSpPr>
            <p:spPr>
              <a:xfrm>
                <a:off x="24198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62" name="타원 21861">
                <a:extLst>
                  <a:ext uri="{FF2B5EF4-FFF2-40B4-BE49-F238E27FC236}">
                    <a16:creationId xmlns:a16="http://schemas.microsoft.com/office/drawing/2014/main" id="{5342B7CD-BC83-45F1-AAE5-21CD6076EF83}"/>
                  </a:ext>
                </a:extLst>
              </p:cNvPr>
              <p:cNvSpPr/>
              <p:nvPr/>
            </p:nvSpPr>
            <p:spPr>
              <a:xfrm>
                <a:off x="25722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63" name="타원 21862">
                <a:extLst>
                  <a:ext uri="{FF2B5EF4-FFF2-40B4-BE49-F238E27FC236}">
                    <a16:creationId xmlns:a16="http://schemas.microsoft.com/office/drawing/2014/main" id="{DFFDDA42-009C-4E5A-9241-3B6672F87BEE}"/>
                  </a:ext>
                </a:extLst>
              </p:cNvPr>
              <p:cNvSpPr/>
              <p:nvPr/>
            </p:nvSpPr>
            <p:spPr>
              <a:xfrm>
                <a:off x="27246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64" name="타원 21863">
                <a:extLst>
                  <a:ext uri="{FF2B5EF4-FFF2-40B4-BE49-F238E27FC236}">
                    <a16:creationId xmlns:a16="http://schemas.microsoft.com/office/drawing/2014/main" id="{842C36E7-6361-43D3-82C2-42843E7B5F74}"/>
                  </a:ext>
                </a:extLst>
              </p:cNvPr>
              <p:cNvSpPr/>
              <p:nvPr/>
            </p:nvSpPr>
            <p:spPr>
              <a:xfrm>
                <a:off x="28770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65" name="타원 21864">
                <a:extLst>
                  <a:ext uri="{FF2B5EF4-FFF2-40B4-BE49-F238E27FC236}">
                    <a16:creationId xmlns:a16="http://schemas.microsoft.com/office/drawing/2014/main" id="{9E92EFF0-9BC7-43B5-8D49-F5B024C9D20D}"/>
                  </a:ext>
                </a:extLst>
              </p:cNvPr>
              <p:cNvSpPr/>
              <p:nvPr/>
            </p:nvSpPr>
            <p:spPr>
              <a:xfrm>
                <a:off x="30294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66" name="타원 21865">
                <a:extLst>
                  <a:ext uri="{FF2B5EF4-FFF2-40B4-BE49-F238E27FC236}">
                    <a16:creationId xmlns:a16="http://schemas.microsoft.com/office/drawing/2014/main" id="{ADEAC3A1-3445-4A52-926E-9C6A9603A8C1}"/>
                  </a:ext>
                </a:extLst>
              </p:cNvPr>
              <p:cNvSpPr/>
              <p:nvPr/>
            </p:nvSpPr>
            <p:spPr>
              <a:xfrm>
                <a:off x="31818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67" name="타원 21866">
                <a:extLst>
                  <a:ext uri="{FF2B5EF4-FFF2-40B4-BE49-F238E27FC236}">
                    <a16:creationId xmlns:a16="http://schemas.microsoft.com/office/drawing/2014/main" id="{CFFB714D-978A-4EF6-8BAD-B8DACA894E96}"/>
                  </a:ext>
                </a:extLst>
              </p:cNvPr>
              <p:cNvSpPr/>
              <p:nvPr/>
            </p:nvSpPr>
            <p:spPr>
              <a:xfrm>
                <a:off x="33342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68" name="타원 21867">
                <a:extLst>
                  <a:ext uri="{FF2B5EF4-FFF2-40B4-BE49-F238E27FC236}">
                    <a16:creationId xmlns:a16="http://schemas.microsoft.com/office/drawing/2014/main" id="{3FD13E75-16A1-45C4-8174-C93DFFB95D54}"/>
                  </a:ext>
                </a:extLst>
              </p:cNvPr>
              <p:cNvSpPr/>
              <p:nvPr/>
            </p:nvSpPr>
            <p:spPr>
              <a:xfrm>
                <a:off x="34866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69" name="타원 21868">
                <a:extLst>
                  <a:ext uri="{FF2B5EF4-FFF2-40B4-BE49-F238E27FC236}">
                    <a16:creationId xmlns:a16="http://schemas.microsoft.com/office/drawing/2014/main" id="{A3751241-3E3C-4A57-8807-6DAF28FC0C45}"/>
                  </a:ext>
                </a:extLst>
              </p:cNvPr>
              <p:cNvSpPr/>
              <p:nvPr/>
            </p:nvSpPr>
            <p:spPr>
              <a:xfrm>
                <a:off x="36390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70" name="타원 21869">
                <a:extLst>
                  <a:ext uri="{FF2B5EF4-FFF2-40B4-BE49-F238E27FC236}">
                    <a16:creationId xmlns:a16="http://schemas.microsoft.com/office/drawing/2014/main" id="{55AE58EF-907D-40E8-8B65-11BC8041886F}"/>
                  </a:ext>
                </a:extLst>
              </p:cNvPr>
              <p:cNvSpPr/>
              <p:nvPr/>
            </p:nvSpPr>
            <p:spPr>
              <a:xfrm>
                <a:off x="37914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71" name="타원 21870">
                <a:extLst>
                  <a:ext uri="{FF2B5EF4-FFF2-40B4-BE49-F238E27FC236}">
                    <a16:creationId xmlns:a16="http://schemas.microsoft.com/office/drawing/2014/main" id="{743940F4-74F1-4254-8259-32CE6E78E444}"/>
                  </a:ext>
                </a:extLst>
              </p:cNvPr>
              <p:cNvSpPr/>
              <p:nvPr/>
            </p:nvSpPr>
            <p:spPr>
              <a:xfrm>
                <a:off x="39438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72" name="타원 21871">
                <a:extLst>
                  <a:ext uri="{FF2B5EF4-FFF2-40B4-BE49-F238E27FC236}">
                    <a16:creationId xmlns:a16="http://schemas.microsoft.com/office/drawing/2014/main" id="{055E82BB-5396-48EC-B101-1BACEB19791A}"/>
                  </a:ext>
                </a:extLst>
              </p:cNvPr>
              <p:cNvSpPr/>
              <p:nvPr/>
            </p:nvSpPr>
            <p:spPr>
              <a:xfrm>
                <a:off x="40962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73" name="타원 21872">
                <a:extLst>
                  <a:ext uri="{FF2B5EF4-FFF2-40B4-BE49-F238E27FC236}">
                    <a16:creationId xmlns:a16="http://schemas.microsoft.com/office/drawing/2014/main" id="{FE10EB91-AD3D-4A7F-BDAB-C39C54C6F793}"/>
                  </a:ext>
                </a:extLst>
              </p:cNvPr>
              <p:cNvSpPr/>
              <p:nvPr/>
            </p:nvSpPr>
            <p:spPr>
              <a:xfrm>
                <a:off x="42486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74" name="타원 21873">
                <a:extLst>
                  <a:ext uri="{FF2B5EF4-FFF2-40B4-BE49-F238E27FC236}">
                    <a16:creationId xmlns:a16="http://schemas.microsoft.com/office/drawing/2014/main" id="{551B856F-6B30-4F1C-B3B0-F1556AC116A7}"/>
                  </a:ext>
                </a:extLst>
              </p:cNvPr>
              <p:cNvSpPr/>
              <p:nvPr/>
            </p:nvSpPr>
            <p:spPr>
              <a:xfrm>
                <a:off x="44010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75" name="타원 21874">
                <a:extLst>
                  <a:ext uri="{FF2B5EF4-FFF2-40B4-BE49-F238E27FC236}">
                    <a16:creationId xmlns:a16="http://schemas.microsoft.com/office/drawing/2014/main" id="{31E48C25-428C-4AB7-95DB-A9E5554C965A}"/>
                  </a:ext>
                </a:extLst>
              </p:cNvPr>
              <p:cNvSpPr/>
              <p:nvPr/>
            </p:nvSpPr>
            <p:spPr>
              <a:xfrm>
                <a:off x="45534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76" name="타원 21875">
                <a:extLst>
                  <a:ext uri="{FF2B5EF4-FFF2-40B4-BE49-F238E27FC236}">
                    <a16:creationId xmlns:a16="http://schemas.microsoft.com/office/drawing/2014/main" id="{9E52A566-AB79-43F1-850D-69DC930DA93B}"/>
                  </a:ext>
                </a:extLst>
              </p:cNvPr>
              <p:cNvSpPr/>
              <p:nvPr/>
            </p:nvSpPr>
            <p:spPr>
              <a:xfrm>
                <a:off x="47058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77" name="타원 21876">
                <a:extLst>
                  <a:ext uri="{FF2B5EF4-FFF2-40B4-BE49-F238E27FC236}">
                    <a16:creationId xmlns:a16="http://schemas.microsoft.com/office/drawing/2014/main" id="{C272848F-4519-47DD-8CBA-7FC4A2977E0E}"/>
                  </a:ext>
                </a:extLst>
              </p:cNvPr>
              <p:cNvSpPr/>
              <p:nvPr/>
            </p:nvSpPr>
            <p:spPr>
              <a:xfrm>
                <a:off x="48582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78" name="타원 21877">
                <a:extLst>
                  <a:ext uri="{FF2B5EF4-FFF2-40B4-BE49-F238E27FC236}">
                    <a16:creationId xmlns:a16="http://schemas.microsoft.com/office/drawing/2014/main" id="{66D149A0-BD2F-4494-B6A6-15D3CF7FD7BB}"/>
                  </a:ext>
                </a:extLst>
              </p:cNvPr>
              <p:cNvSpPr/>
              <p:nvPr/>
            </p:nvSpPr>
            <p:spPr>
              <a:xfrm>
                <a:off x="50106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79" name="타원 21878">
                <a:extLst>
                  <a:ext uri="{FF2B5EF4-FFF2-40B4-BE49-F238E27FC236}">
                    <a16:creationId xmlns:a16="http://schemas.microsoft.com/office/drawing/2014/main" id="{91B4C8D2-C9C5-475A-9D4C-6B43C8CC886D}"/>
                  </a:ext>
                </a:extLst>
              </p:cNvPr>
              <p:cNvSpPr/>
              <p:nvPr/>
            </p:nvSpPr>
            <p:spPr>
              <a:xfrm>
                <a:off x="51630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80" name="타원 21879">
                <a:extLst>
                  <a:ext uri="{FF2B5EF4-FFF2-40B4-BE49-F238E27FC236}">
                    <a16:creationId xmlns:a16="http://schemas.microsoft.com/office/drawing/2014/main" id="{88323A53-11E7-4972-8AE4-3EAB6DF74411}"/>
                  </a:ext>
                </a:extLst>
              </p:cNvPr>
              <p:cNvSpPr/>
              <p:nvPr/>
            </p:nvSpPr>
            <p:spPr>
              <a:xfrm>
                <a:off x="53154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81" name="타원 21880">
                <a:extLst>
                  <a:ext uri="{FF2B5EF4-FFF2-40B4-BE49-F238E27FC236}">
                    <a16:creationId xmlns:a16="http://schemas.microsoft.com/office/drawing/2014/main" id="{43D57C64-6B61-4758-9B66-722C751A2334}"/>
                  </a:ext>
                </a:extLst>
              </p:cNvPr>
              <p:cNvSpPr/>
              <p:nvPr/>
            </p:nvSpPr>
            <p:spPr>
              <a:xfrm>
                <a:off x="54678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82" name="타원 21881">
                <a:extLst>
                  <a:ext uri="{FF2B5EF4-FFF2-40B4-BE49-F238E27FC236}">
                    <a16:creationId xmlns:a16="http://schemas.microsoft.com/office/drawing/2014/main" id="{29133102-EBF4-4541-9671-6F038AAA7793}"/>
                  </a:ext>
                </a:extLst>
              </p:cNvPr>
              <p:cNvSpPr/>
              <p:nvPr/>
            </p:nvSpPr>
            <p:spPr>
              <a:xfrm>
                <a:off x="5620275" y="5917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83" name="타원 21882">
                <a:extLst>
                  <a:ext uri="{FF2B5EF4-FFF2-40B4-BE49-F238E27FC236}">
                    <a16:creationId xmlns:a16="http://schemas.microsoft.com/office/drawing/2014/main" id="{0ADD06CF-6209-4BCE-8DD5-F87387F852E9}"/>
                  </a:ext>
                </a:extLst>
              </p:cNvPr>
              <p:cNvSpPr/>
              <p:nvPr/>
            </p:nvSpPr>
            <p:spPr>
              <a:xfrm>
                <a:off x="2862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84" name="타원 21883">
                <a:extLst>
                  <a:ext uri="{FF2B5EF4-FFF2-40B4-BE49-F238E27FC236}">
                    <a16:creationId xmlns:a16="http://schemas.microsoft.com/office/drawing/2014/main" id="{71811E54-B098-4D3A-8206-782B74B629AA}"/>
                  </a:ext>
                </a:extLst>
              </p:cNvPr>
              <p:cNvSpPr/>
              <p:nvPr/>
            </p:nvSpPr>
            <p:spPr>
              <a:xfrm>
                <a:off x="4386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85" name="타원 21884">
                <a:extLst>
                  <a:ext uri="{FF2B5EF4-FFF2-40B4-BE49-F238E27FC236}">
                    <a16:creationId xmlns:a16="http://schemas.microsoft.com/office/drawing/2014/main" id="{1EB2A04B-302B-4345-BED0-B3717A7DF49C}"/>
                  </a:ext>
                </a:extLst>
              </p:cNvPr>
              <p:cNvSpPr/>
              <p:nvPr/>
            </p:nvSpPr>
            <p:spPr>
              <a:xfrm>
                <a:off x="5910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86" name="타원 21885">
                <a:extLst>
                  <a:ext uri="{FF2B5EF4-FFF2-40B4-BE49-F238E27FC236}">
                    <a16:creationId xmlns:a16="http://schemas.microsoft.com/office/drawing/2014/main" id="{31C7B6AB-5AB4-4FEF-A903-F5B1DDB92AD9}"/>
                  </a:ext>
                </a:extLst>
              </p:cNvPr>
              <p:cNvSpPr/>
              <p:nvPr/>
            </p:nvSpPr>
            <p:spPr>
              <a:xfrm>
                <a:off x="7434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87" name="타원 21886">
                <a:extLst>
                  <a:ext uri="{FF2B5EF4-FFF2-40B4-BE49-F238E27FC236}">
                    <a16:creationId xmlns:a16="http://schemas.microsoft.com/office/drawing/2014/main" id="{EA506ED6-BA9A-4A9A-B8AC-06C46E26A543}"/>
                  </a:ext>
                </a:extLst>
              </p:cNvPr>
              <p:cNvSpPr/>
              <p:nvPr/>
            </p:nvSpPr>
            <p:spPr>
              <a:xfrm>
                <a:off x="8958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88" name="타원 21887">
                <a:extLst>
                  <a:ext uri="{FF2B5EF4-FFF2-40B4-BE49-F238E27FC236}">
                    <a16:creationId xmlns:a16="http://schemas.microsoft.com/office/drawing/2014/main" id="{0835622F-868C-4884-8BBB-2683CB686143}"/>
                  </a:ext>
                </a:extLst>
              </p:cNvPr>
              <p:cNvSpPr/>
              <p:nvPr/>
            </p:nvSpPr>
            <p:spPr>
              <a:xfrm>
                <a:off x="10482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89" name="타원 21888">
                <a:extLst>
                  <a:ext uri="{FF2B5EF4-FFF2-40B4-BE49-F238E27FC236}">
                    <a16:creationId xmlns:a16="http://schemas.microsoft.com/office/drawing/2014/main" id="{C8601840-33EB-4528-9826-C1CAB31E7678}"/>
                  </a:ext>
                </a:extLst>
              </p:cNvPr>
              <p:cNvSpPr/>
              <p:nvPr/>
            </p:nvSpPr>
            <p:spPr>
              <a:xfrm>
                <a:off x="12006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90" name="타원 21889">
                <a:extLst>
                  <a:ext uri="{FF2B5EF4-FFF2-40B4-BE49-F238E27FC236}">
                    <a16:creationId xmlns:a16="http://schemas.microsoft.com/office/drawing/2014/main" id="{B470CCA1-2548-4ED4-982C-9CB1C121CEF8}"/>
                  </a:ext>
                </a:extLst>
              </p:cNvPr>
              <p:cNvSpPr/>
              <p:nvPr/>
            </p:nvSpPr>
            <p:spPr>
              <a:xfrm>
                <a:off x="13530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91" name="타원 21890">
                <a:extLst>
                  <a:ext uri="{FF2B5EF4-FFF2-40B4-BE49-F238E27FC236}">
                    <a16:creationId xmlns:a16="http://schemas.microsoft.com/office/drawing/2014/main" id="{D0E5E39D-60E8-4ACA-AE83-ACA067E0915A}"/>
                  </a:ext>
                </a:extLst>
              </p:cNvPr>
              <p:cNvSpPr/>
              <p:nvPr/>
            </p:nvSpPr>
            <p:spPr>
              <a:xfrm>
                <a:off x="15054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92" name="타원 21891">
                <a:extLst>
                  <a:ext uri="{FF2B5EF4-FFF2-40B4-BE49-F238E27FC236}">
                    <a16:creationId xmlns:a16="http://schemas.microsoft.com/office/drawing/2014/main" id="{6F74BE6B-9211-4183-A1A7-688E77838423}"/>
                  </a:ext>
                </a:extLst>
              </p:cNvPr>
              <p:cNvSpPr/>
              <p:nvPr/>
            </p:nvSpPr>
            <p:spPr>
              <a:xfrm>
                <a:off x="16578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93" name="타원 21892">
                <a:extLst>
                  <a:ext uri="{FF2B5EF4-FFF2-40B4-BE49-F238E27FC236}">
                    <a16:creationId xmlns:a16="http://schemas.microsoft.com/office/drawing/2014/main" id="{3C40A269-57FA-4E24-96C3-F252A6619276}"/>
                  </a:ext>
                </a:extLst>
              </p:cNvPr>
              <p:cNvSpPr/>
              <p:nvPr/>
            </p:nvSpPr>
            <p:spPr>
              <a:xfrm>
                <a:off x="18102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94" name="타원 21893">
                <a:extLst>
                  <a:ext uri="{FF2B5EF4-FFF2-40B4-BE49-F238E27FC236}">
                    <a16:creationId xmlns:a16="http://schemas.microsoft.com/office/drawing/2014/main" id="{B776337D-42AF-404D-AA1E-9F6884FF4A2A}"/>
                  </a:ext>
                </a:extLst>
              </p:cNvPr>
              <p:cNvSpPr/>
              <p:nvPr/>
            </p:nvSpPr>
            <p:spPr>
              <a:xfrm>
                <a:off x="19626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95" name="타원 21894">
                <a:extLst>
                  <a:ext uri="{FF2B5EF4-FFF2-40B4-BE49-F238E27FC236}">
                    <a16:creationId xmlns:a16="http://schemas.microsoft.com/office/drawing/2014/main" id="{C22B54B2-DE3A-481B-BA42-F2BE66522A03}"/>
                  </a:ext>
                </a:extLst>
              </p:cNvPr>
              <p:cNvSpPr/>
              <p:nvPr/>
            </p:nvSpPr>
            <p:spPr>
              <a:xfrm>
                <a:off x="21150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96" name="타원 21895">
                <a:extLst>
                  <a:ext uri="{FF2B5EF4-FFF2-40B4-BE49-F238E27FC236}">
                    <a16:creationId xmlns:a16="http://schemas.microsoft.com/office/drawing/2014/main" id="{C288B69B-5E13-436A-AB6D-A631513A6CCD}"/>
                  </a:ext>
                </a:extLst>
              </p:cNvPr>
              <p:cNvSpPr/>
              <p:nvPr/>
            </p:nvSpPr>
            <p:spPr>
              <a:xfrm>
                <a:off x="22674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97" name="타원 21896">
                <a:extLst>
                  <a:ext uri="{FF2B5EF4-FFF2-40B4-BE49-F238E27FC236}">
                    <a16:creationId xmlns:a16="http://schemas.microsoft.com/office/drawing/2014/main" id="{61DFB661-39C5-4C03-9E7E-EFFCB19082EA}"/>
                  </a:ext>
                </a:extLst>
              </p:cNvPr>
              <p:cNvSpPr/>
              <p:nvPr/>
            </p:nvSpPr>
            <p:spPr>
              <a:xfrm>
                <a:off x="24198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98" name="타원 21897">
                <a:extLst>
                  <a:ext uri="{FF2B5EF4-FFF2-40B4-BE49-F238E27FC236}">
                    <a16:creationId xmlns:a16="http://schemas.microsoft.com/office/drawing/2014/main" id="{EEA1C20D-DD2A-40E0-86EF-CC29F26D578C}"/>
                  </a:ext>
                </a:extLst>
              </p:cNvPr>
              <p:cNvSpPr/>
              <p:nvPr/>
            </p:nvSpPr>
            <p:spPr>
              <a:xfrm>
                <a:off x="25722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99" name="타원 21898">
                <a:extLst>
                  <a:ext uri="{FF2B5EF4-FFF2-40B4-BE49-F238E27FC236}">
                    <a16:creationId xmlns:a16="http://schemas.microsoft.com/office/drawing/2014/main" id="{0E4AFB21-06E7-4591-9C6F-D5D70A211834}"/>
                  </a:ext>
                </a:extLst>
              </p:cNvPr>
              <p:cNvSpPr/>
              <p:nvPr/>
            </p:nvSpPr>
            <p:spPr>
              <a:xfrm>
                <a:off x="27246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00" name="타원 21899">
                <a:extLst>
                  <a:ext uri="{FF2B5EF4-FFF2-40B4-BE49-F238E27FC236}">
                    <a16:creationId xmlns:a16="http://schemas.microsoft.com/office/drawing/2014/main" id="{1F82E948-C989-4C16-9374-32B9F46AD3B9}"/>
                  </a:ext>
                </a:extLst>
              </p:cNvPr>
              <p:cNvSpPr/>
              <p:nvPr/>
            </p:nvSpPr>
            <p:spPr>
              <a:xfrm>
                <a:off x="28770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01" name="타원 21900">
                <a:extLst>
                  <a:ext uri="{FF2B5EF4-FFF2-40B4-BE49-F238E27FC236}">
                    <a16:creationId xmlns:a16="http://schemas.microsoft.com/office/drawing/2014/main" id="{537A0A2B-2E92-4907-BF9A-D3539599F8A6}"/>
                  </a:ext>
                </a:extLst>
              </p:cNvPr>
              <p:cNvSpPr/>
              <p:nvPr/>
            </p:nvSpPr>
            <p:spPr>
              <a:xfrm>
                <a:off x="30294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02" name="타원 21901">
                <a:extLst>
                  <a:ext uri="{FF2B5EF4-FFF2-40B4-BE49-F238E27FC236}">
                    <a16:creationId xmlns:a16="http://schemas.microsoft.com/office/drawing/2014/main" id="{3328E135-636B-45C3-A2BB-78C642E1F6C0}"/>
                  </a:ext>
                </a:extLst>
              </p:cNvPr>
              <p:cNvSpPr/>
              <p:nvPr/>
            </p:nvSpPr>
            <p:spPr>
              <a:xfrm>
                <a:off x="31818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03" name="타원 21902">
                <a:extLst>
                  <a:ext uri="{FF2B5EF4-FFF2-40B4-BE49-F238E27FC236}">
                    <a16:creationId xmlns:a16="http://schemas.microsoft.com/office/drawing/2014/main" id="{C63478EF-49EA-49F1-AA9D-42017B099C97}"/>
                  </a:ext>
                </a:extLst>
              </p:cNvPr>
              <p:cNvSpPr/>
              <p:nvPr/>
            </p:nvSpPr>
            <p:spPr>
              <a:xfrm>
                <a:off x="33342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04" name="타원 21903">
                <a:extLst>
                  <a:ext uri="{FF2B5EF4-FFF2-40B4-BE49-F238E27FC236}">
                    <a16:creationId xmlns:a16="http://schemas.microsoft.com/office/drawing/2014/main" id="{DA3E2299-EB68-4495-BE75-FB5B4419308B}"/>
                  </a:ext>
                </a:extLst>
              </p:cNvPr>
              <p:cNvSpPr/>
              <p:nvPr/>
            </p:nvSpPr>
            <p:spPr>
              <a:xfrm>
                <a:off x="34866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05" name="타원 21904">
                <a:extLst>
                  <a:ext uri="{FF2B5EF4-FFF2-40B4-BE49-F238E27FC236}">
                    <a16:creationId xmlns:a16="http://schemas.microsoft.com/office/drawing/2014/main" id="{B4D2E915-1F4B-4EA4-8069-7ABEF964CAC6}"/>
                  </a:ext>
                </a:extLst>
              </p:cNvPr>
              <p:cNvSpPr/>
              <p:nvPr/>
            </p:nvSpPr>
            <p:spPr>
              <a:xfrm>
                <a:off x="36390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06" name="타원 21905">
                <a:extLst>
                  <a:ext uri="{FF2B5EF4-FFF2-40B4-BE49-F238E27FC236}">
                    <a16:creationId xmlns:a16="http://schemas.microsoft.com/office/drawing/2014/main" id="{44491348-4F83-4665-999F-003DCAEF93E6}"/>
                  </a:ext>
                </a:extLst>
              </p:cNvPr>
              <p:cNvSpPr/>
              <p:nvPr/>
            </p:nvSpPr>
            <p:spPr>
              <a:xfrm>
                <a:off x="37914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07" name="타원 21906">
                <a:extLst>
                  <a:ext uri="{FF2B5EF4-FFF2-40B4-BE49-F238E27FC236}">
                    <a16:creationId xmlns:a16="http://schemas.microsoft.com/office/drawing/2014/main" id="{55E2ACA2-4A88-4B76-9612-A6F3CA140FFD}"/>
                  </a:ext>
                </a:extLst>
              </p:cNvPr>
              <p:cNvSpPr/>
              <p:nvPr/>
            </p:nvSpPr>
            <p:spPr>
              <a:xfrm>
                <a:off x="39438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08" name="타원 21907">
                <a:extLst>
                  <a:ext uri="{FF2B5EF4-FFF2-40B4-BE49-F238E27FC236}">
                    <a16:creationId xmlns:a16="http://schemas.microsoft.com/office/drawing/2014/main" id="{592CD605-242B-4246-882D-B2ACD0080C0A}"/>
                  </a:ext>
                </a:extLst>
              </p:cNvPr>
              <p:cNvSpPr/>
              <p:nvPr/>
            </p:nvSpPr>
            <p:spPr>
              <a:xfrm>
                <a:off x="40962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09" name="타원 21908">
                <a:extLst>
                  <a:ext uri="{FF2B5EF4-FFF2-40B4-BE49-F238E27FC236}">
                    <a16:creationId xmlns:a16="http://schemas.microsoft.com/office/drawing/2014/main" id="{FE55B07D-564A-4808-8296-F8F021747F9B}"/>
                  </a:ext>
                </a:extLst>
              </p:cNvPr>
              <p:cNvSpPr/>
              <p:nvPr/>
            </p:nvSpPr>
            <p:spPr>
              <a:xfrm>
                <a:off x="42486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10" name="타원 21909">
                <a:extLst>
                  <a:ext uri="{FF2B5EF4-FFF2-40B4-BE49-F238E27FC236}">
                    <a16:creationId xmlns:a16="http://schemas.microsoft.com/office/drawing/2014/main" id="{B5F2551B-CD2D-4725-BE4E-1327357595D1}"/>
                  </a:ext>
                </a:extLst>
              </p:cNvPr>
              <p:cNvSpPr/>
              <p:nvPr/>
            </p:nvSpPr>
            <p:spPr>
              <a:xfrm>
                <a:off x="44010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11" name="타원 21910">
                <a:extLst>
                  <a:ext uri="{FF2B5EF4-FFF2-40B4-BE49-F238E27FC236}">
                    <a16:creationId xmlns:a16="http://schemas.microsoft.com/office/drawing/2014/main" id="{F2980545-1DA4-4282-AAD8-A649EDE5F3CF}"/>
                  </a:ext>
                </a:extLst>
              </p:cNvPr>
              <p:cNvSpPr/>
              <p:nvPr/>
            </p:nvSpPr>
            <p:spPr>
              <a:xfrm>
                <a:off x="45534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12" name="타원 21911">
                <a:extLst>
                  <a:ext uri="{FF2B5EF4-FFF2-40B4-BE49-F238E27FC236}">
                    <a16:creationId xmlns:a16="http://schemas.microsoft.com/office/drawing/2014/main" id="{3BC0B22D-A9A2-44A5-9385-F51B5740BF36}"/>
                  </a:ext>
                </a:extLst>
              </p:cNvPr>
              <p:cNvSpPr/>
              <p:nvPr/>
            </p:nvSpPr>
            <p:spPr>
              <a:xfrm>
                <a:off x="47058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13" name="타원 21912">
                <a:extLst>
                  <a:ext uri="{FF2B5EF4-FFF2-40B4-BE49-F238E27FC236}">
                    <a16:creationId xmlns:a16="http://schemas.microsoft.com/office/drawing/2014/main" id="{CC046943-D4B9-4AC4-9EEA-078771667411}"/>
                  </a:ext>
                </a:extLst>
              </p:cNvPr>
              <p:cNvSpPr/>
              <p:nvPr/>
            </p:nvSpPr>
            <p:spPr>
              <a:xfrm>
                <a:off x="48582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14" name="타원 21913">
                <a:extLst>
                  <a:ext uri="{FF2B5EF4-FFF2-40B4-BE49-F238E27FC236}">
                    <a16:creationId xmlns:a16="http://schemas.microsoft.com/office/drawing/2014/main" id="{4670A605-0971-40B1-9CB4-02318719DF09}"/>
                  </a:ext>
                </a:extLst>
              </p:cNvPr>
              <p:cNvSpPr/>
              <p:nvPr/>
            </p:nvSpPr>
            <p:spPr>
              <a:xfrm>
                <a:off x="50106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15" name="타원 21914">
                <a:extLst>
                  <a:ext uri="{FF2B5EF4-FFF2-40B4-BE49-F238E27FC236}">
                    <a16:creationId xmlns:a16="http://schemas.microsoft.com/office/drawing/2014/main" id="{77DE9D35-DECB-4485-AA71-DA1383310F41}"/>
                  </a:ext>
                </a:extLst>
              </p:cNvPr>
              <p:cNvSpPr/>
              <p:nvPr/>
            </p:nvSpPr>
            <p:spPr>
              <a:xfrm>
                <a:off x="51630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16" name="타원 21915">
                <a:extLst>
                  <a:ext uri="{FF2B5EF4-FFF2-40B4-BE49-F238E27FC236}">
                    <a16:creationId xmlns:a16="http://schemas.microsoft.com/office/drawing/2014/main" id="{8F4F9177-396F-4B04-9F85-E00C0D8C9B3C}"/>
                  </a:ext>
                </a:extLst>
              </p:cNvPr>
              <p:cNvSpPr/>
              <p:nvPr/>
            </p:nvSpPr>
            <p:spPr>
              <a:xfrm>
                <a:off x="53154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17" name="타원 21916">
                <a:extLst>
                  <a:ext uri="{FF2B5EF4-FFF2-40B4-BE49-F238E27FC236}">
                    <a16:creationId xmlns:a16="http://schemas.microsoft.com/office/drawing/2014/main" id="{762D2249-202E-47BA-8232-3DBEFC55E82C}"/>
                  </a:ext>
                </a:extLst>
              </p:cNvPr>
              <p:cNvSpPr/>
              <p:nvPr/>
            </p:nvSpPr>
            <p:spPr>
              <a:xfrm>
                <a:off x="54678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18" name="타원 21917">
                <a:extLst>
                  <a:ext uri="{FF2B5EF4-FFF2-40B4-BE49-F238E27FC236}">
                    <a16:creationId xmlns:a16="http://schemas.microsoft.com/office/drawing/2014/main" id="{C26F22C6-F8B1-4492-BB6D-DBEED0104F69}"/>
                  </a:ext>
                </a:extLst>
              </p:cNvPr>
              <p:cNvSpPr/>
              <p:nvPr/>
            </p:nvSpPr>
            <p:spPr>
              <a:xfrm>
                <a:off x="5620275" y="6070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19" name="타원 21918">
                <a:extLst>
                  <a:ext uri="{FF2B5EF4-FFF2-40B4-BE49-F238E27FC236}">
                    <a16:creationId xmlns:a16="http://schemas.microsoft.com/office/drawing/2014/main" id="{15595BCF-6E1D-452F-B804-9DAB4D8CD03D}"/>
                  </a:ext>
                </a:extLst>
              </p:cNvPr>
              <p:cNvSpPr/>
              <p:nvPr/>
            </p:nvSpPr>
            <p:spPr>
              <a:xfrm>
                <a:off x="2862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20" name="타원 21919">
                <a:extLst>
                  <a:ext uri="{FF2B5EF4-FFF2-40B4-BE49-F238E27FC236}">
                    <a16:creationId xmlns:a16="http://schemas.microsoft.com/office/drawing/2014/main" id="{0404A980-B116-4963-8273-872ADA33C4BB}"/>
                  </a:ext>
                </a:extLst>
              </p:cNvPr>
              <p:cNvSpPr/>
              <p:nvPr/>
            </p:nvSpPr>
            <p:spPr>
              <a:xfrm>
                <a:off x="4386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21" name="타원 21920">
                <a:extLst>
                  <a:ext uri="{FF2B5EF4-FFF2-40B4-BE49-F238E27FC236}">
                    <a16:creationId xmlns:a16="http://schemas.microsoft.com/office/drawing/2014/main" id="{90428309-4A0E-40E6-88A8-CA0BC0C8B8D3}"/>
                  </a:ext>
                </a:extLst>
              </p:cNvPr>
              <p:cNvSpPr/>
              <p:nvPr/>
            </p:nvSpPr>
            <p:spPr>
              <a:xfrm>
                <a:off x="5910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22" name="타원 21921">
                <a:extLst>
                  <a:ext uri="{FF2B5EF4-FFF2-40B4-BE49-F238E27FC236}">
                    <a16:creationId xmlns:a16="http://schemas.microsoft.com/office/drawing/2014/main" id="{0211B1DB-AE38-41EB-A849-327A5741A6CA}"/>
                  </a:ext>
                </a:extLst>
              </p:cNvPr>
              <p:cNvSpPr/>
              <p:nvPr/>
            </p:nvSpPr>
            <p:spPr>
              <a:xfrm>
                <a:off x="7434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23" name="타원 21922">
                <a:extLst>
                  <a:ext uri="{FF2B5EF4-FFF2-40B4-BE49-F238E27FC236}">
                    <a16:creationId xmlns:a16="http://schemas.microsoft.com/office/drawing/2014/main" id="{E28F429E-BA90-4413-8DE4-CC82182E1AA1}"/>
                  </a:ext>
                </a:extLst>
              </p:cNvPr>
              <p:cNvSpPr/>
              <p:nvPr/>
            </p:nvSpPr>
            <p:spPr>
              <a:xfrm>
                <a:off x="8958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24" name="타원 21923">
                <a:extLst>
                  <a:ext uri="{FF2B5EF4-FFF2-40B4-BE49-F238E27FC236}">
                    <a16:creationId xmlns:a16="http://schemas.microsoft.com/office/drawing/2014/main" id="{DDE4F30C-5AD3-4D47-8561-2E1018469B73}"/>
                  </a:ext>
                </a:extLst>
              </p:cNvPr>
              <p:cNvSpPr/>
              <p:nvPr/>
            </p:nvSpPr>
            <p:spPr>
              <a:xfrm>
                <a:off x="10482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25" name="타원 21924">
                <a:extLst>
                  <a:ext uri="{FF2B5EF4-FFF2-40B4-BE49-F238E27FC236}">
                    <a16:creationId xmlns:a16="http://schemas.microsoft.com/office/drawing/2014/main" id="{881333ED-D617-4116-A6DD-622A60D94BD5}"/>
                  </a:ext>
                </a:extLst>
              </p:cNvPr>
              <p:cNvSpPr/>
              <p:nvPr/>
            </p:nvSpPr>
            <p:spPr>
              <a:xfrm>
                <a:off x="12006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26" name="타원 21925">
                <a:extLst>
                  <a:ext uri="{FF2B5EF4-FFF2-40B4-BE49-F238E27FC236}">
                    <a16:creationId xmlns:a16="http://schemas.microsoft.com/office/drawing/2014/main" id="{8D6958D3-C654-4A94-A1CB-1432D34A1720}"/>
                  </a:ext>
                </a:extLst>
              </p:cNvPr>
              <p:cNvSpPr/>
              <p:nvPr/>
            </p:nvSpPr>
            <p:spPr>
              <a:xfrm>
                <a:off x="13530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27" name="타원 21926">
                <a:extLst>
                  <a:ext uri="{FF2B5EF4-FFF2-40B4-BE49-F238E27FC236}">
                    <a16:creationId xmlns:a16="http://schemas.microsoft.com/office/drawing/2014/main" id="{AB67DF05-C981-4752-8003-6B467D54B0AB}"/>
                  </a:ext>
                </a:extLst>
              </p:cNvPr>
              <p:cNvSpPr/>
              <p:nvPr/>
            </p:nvSpPr>
            <p:spPr>
              <a:xfrm>
                <a:off x="15054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28" name="타원 21927">
                <a:extLst>
                  <a:ext uri="{FF2B5EF4-FFF2-40B4-BE49-F238E27FC236}">
                    <a16:creationId xmlns:a16="http://schemas.microsoft.com/office/drawing/2014/main" id="{AD40FC23-C3B5-4BF2-9711-5306799F898F}"/>
                  </a:ext>
                </a:extLst>
              </p:cNvPr>
              <p:cNvSpPr/>
              <p:nvPr/>
            </p:nvSpPr>
            <p:spPr>
              <a:xfrm>
                <a:off x="16578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29" name="타원 21928">
                <a:extLst>
                  <a:ext uri="{FF2B5EF4-FFF2-40B4-BE49-F238E27FC236}">
                    <a16:creationId xmlns:a16="http://schemas.microsoft.com/office/drawing/2014/main" id="{EE30DE51-4B23-4B53-A609-8D34B95F5D53}"/>
                  </a:ext>
                </a:extLst>
              </p:cNvPr>
              <p:cNvSpPr/>
              <p:nvPr/>
            </p:nvSpPr>
            <p:spPr>
              <a:xfrm>
                <a:off x="18102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30" name="타원 21929">
                <a:extLst>
                  <a:ext uri="{FF2B5EF4-FFF2-40B4-BE49-F238E27FC236}">
                    <a16:creationId xmlns:a16="http://schemas.microsoft.com/office/drawing/2014/main" id="{C00D4229-F864-4F08-BEB1-00E5DDAE2FC5}"/>
                  </a:ext>
                </a:extLst>
              </p:cNvPr>
              <p:cNvSpPr/>
              <p:nvPr/>
            </p:nvSpPr>
            <p:spPr>
              <a:xfrm>
                <a:off x="19626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31" name="타원 21930">
                <a:extLst>
                  <a:ext uri="{FF2B5EF4-FFF2-40B4-BE49-F238E27FC236}">
                    <a16:creationId xmlns:a16="http://schemas.microsoft.com/office/drawing/2014/main" id="{31C47774-56B0-4FE9-967A-1E63E40816A0}"/>
                  </a:ext>
                </a:extLst>
              </p:cNvPr>
              <p:cNvSpPr/>
              <p:nvPr/>
            </p:nvSpPr>
            <p:spPr>
              <a:xfrm>
                <a:off x="21150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32" name="타원 21931">
                <a:extLst>
                  <a:ext uri="{FF2B5EF4-FFF2-40B4-BE49-F238E27FC236}">
                    <a16:creationId xmlns:a16="http://schemas.microsoft.com/office/drawing/2014/main" id="{4F8356F0-9494-4655-8E3C-EEF2C27A0ECB}"/>
                  </a:ext>
                </a:extLst>
              </p:cNvPr>
              <p:cNvSpPr/>
              <p:nvPr/>
            </p:nvSpPr>
            <p:spPr>
              <a:xfrm>
                <a:off x="22674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33" name="타원 21932">
                <a:extLst>
                  <a:ext uri="{FF2B5EF4-FFF2-40B4-BE49-F238E27FC236}">
                    <a16:creationId xmlns:a16="http://schemas.microsoft.com/office/drawing/2014/main" id="{E063FD40-3ADF-43E0-9596-B17990E87E6E}"/>
                  </a:ext>
                </a:extLst>
              </p:cNvPr>
              <p:cNvSpPr/>
              <p:nvPr/>
            </p:nvSpPr>
            <p:spPr>
              <a:xfrm>
                <a:off x="24198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34" name="타원 21933">
                <a:extLst>
                  <a:ext uri="{FF2B5EF4-FFF2-40B4-BE49-F238E27FC236}">
                    <a16:creationId xmlns:a16="http://schemas.microsoft.com/office/drawing/2014/main" id="{CC5EF0A5-904B-4F0A-B45B-B40225B4C601}"/>
                  </a:ext>
                </a:extLst>
              </p:cNvPr>
              <p:cNvSpPr/>
              <p:nvPr/>
            </p:nvSpPr>
            <p:spPr>
              <a:xfrm>
                <a:off x="25722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35" name="타원 21934">
                <a:extLst>
                  <a:ext uri="{FF2B5EF4-FFF2-40B4-BE49-F238E27FC236}">
                    <a16:creationId xmlns:a16="http://schemas.microsoft.com/office/drawing/2014/main" id="{DBC76B6A-B10A-4DB5-AB91-E57E8A73069A}"/>
                  </a:ext>
                </a:extLst>
              </p:cNvPr>
              <p:cNvSpPr/>
              <p:nvPr/>
            </p:nvSpPr>
            <p:spPr>
              <a:xfrm>
                <a:off x="27246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36" name="타원 21935">
                <a:extLst>
                  <a:ext uri="{FF2B5EF4-FFF2-40B4-BE49-F238E27FC236}">
                    <a16:creationId xmlns:a16="http://schemas.microsoft.com/office/drawing/2014/main" id="{2D4D9818-DC83-491A-A482-48E0D81D8488}"/>
                  </a:ext>
                </a:extLst>
              </p:cNvPr>
              <p:cNvSpPr/>
              <p:nvPr/>
            </p:nvSpPr>
            <p:spPr>
              <a:xfrm>
                <a:off x="28770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37" name="타원 21936">
                <a:extLst>
                  <a:ext uri="{FF2B5EF4-FFF2-40B4-BE49-F238E27FC236}">
                    <a16:creationId xmlns:a16="http://schemas.microsoft.com/office/drawing/2014/main" id="{D64CC864-241B-40C3-ADCE-5DDF6F0D459F}"/>
                  </a:ext>
                </a:extLst>
              </p:cNvPr>
              <p:cNvSpPr/>
              <p:nvPr/>
            </p:nvSpPr>
            <p:spPr>
              <a:xfrm>
                <a:off x="30294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38" name="타원 21937">
                <a:extLst>
                  <a:ext uri="{FF2B5EF4-FFF2-40B4-BE49-F238E27FC236}">
                    <a16:creationId xmlns:a16="http://schemas.microsoft.com/office/drawing/2014/main" id="{E586EFBC-2E4E-4D33-92AE-DF901C2C5A1E}"/>
                  </a:ext>
                </a:extLst>
              </p:cNvPr>
              <p:cNvSpPr/>
              <p:nvPr/>
            </p:nvSpPr>
            <p:spPr>
              <a:xfrm>
                <a:off x="31818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39" name="타원 21938">
                <a:extLst>
                  <a:ext uri="{FF2B5EF4-FFF2-40B4-BE49-F238E27FC236}">
                    <a16:creationId xmlns:a16="http://schemas.microsoft.com/office/drawing/2014/main" id="{31A5D275-1A02-4CA1-A404-FCAE10CF38E5}"/>
                  </a:ext>
                </a:extLst>
              </p:cNvPr>
              <p:cNvSpPr/>
              <p:nvPr/>
            </p:nvSpPr>
            <p:spPr>
              <a:xfrm>
                <a:off x="33342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40" name="타원 21939">
                <a:extLst>
                  <a:ext uri="{FF2B5EF4-FFF2-40B4-BE49-F238E27FC236}">
                    <a16:creationId xmlns:a16="http://schemas.microsoft.com/office/drawing/2014/main" id="{8D098860-ADDD-49A7-8638-F56AC23467AA}"/>
                  </a:ext>
                </a:extLst>
              </p:cNvPr>
              <p:cNvSpPr/>
              <p:nvPr/>
            </p:nvSpPr>
            <p:spPr>
              <a:xfrm>
                <a:off x="34866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41" name="타원 21940">
                <a:extLst>
                  <a:ext uri="{FF2B5EF4-FFF2-40B4-BE49-F238E27FC236}">
                    <a16:creationId xmlns:a16="http://schemas.microsoft.com/office/drawing/2014/main" id="{4F4F2ED3-A533-486F-8DBB-B5301902DBC2}"/>
                  </a:ext>
                </a:extLst>
              </p:cNvPr>
              <p:cNvSpPr/>
              <p:nvPr/>
            </p:nvSpPr>
            <p:spPr>
              <a:xfrm>
                <a:off x="36390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42" name="타원 21941">
                <a:extLst>
                  <a:ext uri="{FF2B5EF4-FFF2-40B4-BE49-F238E27FC236}">
                    <a16:creationId xmlns:a16="http://schemas.microsoft.com/office/drawing/2014/main" id="{5D8525C3-BA9D-48E0-9469-FB543E65A0E5}"/>
                  </a:ext>
                </a:extLst>
              </p:cNvPr>
              <p:cNvSpPr/>
              <p:nvPr/>
            </p:nvSpPr>
            <p:spPr>
              <a:xfrm>
                <a:off x="37914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43" name="타원 21942">
                <a:extLst>
                  <a:ext uri="{FF2B5EF4-FFF2-40B4-BE49-F238E27FC236}">
                    <a16:creationId xmlns:a16="http://schemas.microsoft.com/office/drawing/2014/main" id="{50BBE8F5-21D6-4292-8B0F-15478C883733}"/>
                  </a:ext>
                </a:extLst>
              </p:cNvPr>
              <p:cNvSpPr/>
              <p:nvPr/>
            </p:nvSpPr>
            <p:spPr>
              <a:xfrm>
                <a:off x="39438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44" name="타원 21943">
                <a:extLst>
                  <a:ext uri="{FF2B5EF4-FFF2-40B4-BE49-F238E27FC236}">
                    <a16:creationId xmlns:a16="http://schemas.microsoft.com/office/drawing/2014/main" id="{3B12804B-0187-4F62-9C45-955687016830}"/>
                  </a:ext>
                </a:extLst>
              </p:cNvPr>
              <p:cNvSpPr/>
              <p:nvPr/>
            </p:nvSpPr>
            <p:spPr>
              <a:xfrm>
                <a:off x="40962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45" name="타원 21944">
                <a:extLst>
                  <a:ext uri="{FF2B5EF4-FFF2-40B4-BE49-F238E27FC236}">
                    <a16:creationId xmlns:a16="http://schemas.microsoft.com/office/drawing/2014/main" id="{44682AC1-C329-4B65-8DD0-87571B895F66}"/>
                  </a:ext>
                </a:extLst>
              </p:cNvPr>
              <p:cNvSpPr/>
              <p:nvPr/>
            </p:nvSpPr>
            <p:spPr>
              <a:xfrm>
                <a:off x="42486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46" name="타원 21945">
                <a:extLst>
                  <a:ext uri="{FF2B5EF4-FFF2-40B4-BE49-F238E27FC236}">
                    <a16:creationId xmlns:a16="http://schemas.microsoft.com/office/drawing/2014/main" id="{417168EE-20A7-43DD-A11D-D7709B80320A}"/>
                  </a:ext>
                </a:extLst>
              </p:cNvPr>
              <p:cNvSpPr/>
              <p:nvPr/>
            </p:nvSpPr>
            <p:spPr>
              <a:xfrm>
                <a:off x="44010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47" name="타원 21946">
                <a:extLst>
                  <a:ext uri="{FF2B5EF4-FFF2-40B4-BE49-F238E27FC236}">
                    <a16:creationId xmlns:a16="http://schemas.microsoft.com/office/drawing/2014/main" id="{F0037BA1-4B58-4D0E-996F-758E51A0DF1A}"/>
                  </a:ext>
                </a:extLst>
              </p:cNvPr>
              <p:cNvSpPr/>
              <p:nvPr/>
            </p:nvSpPr>
            <p:spPr>
              <a:xfrm>
                <a:off x="45534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48" name="타원 21947">
                <a:extLst>
                  <a:ext uri="{FF2B5EF4-FFF2-40B4-BE49-F238E27FC236}">
                    <a16:creationId xmlns:a16="http://schemas.microsoft.com/office/drawing/2014/main" id="{8FE836FD-2E73-412D-8174-25A265295D7B}"/>
                  </a:ext>
                </a:extLst>
              </p:cNvPr>
              <p:cNvSpPr/>
              <p:nvPr/>
            </p:nvSpPr>
            <p:spPr>
              <a:xfrm>
                <a:off x="47058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49" name="타원 21948">
                <a:extLst>
                  <a:ext uri="{FF2B5EF4-FFF2-40B4-BE49-F238E27FC236}">
                    <a16:creationId xmlns:a16="http://schemas.microsoft.com/office/drawing/2014/main" id="{2411C635-7FDA-40BB-BC85-AF5CFD24C82E}"/>
                  </a:ext>
                </a:extLst>
              </p:cNvPr>
              <p:cNvSpPr/>
              <p:nvPr/>
            </p:nvSpPr>
            <p:spPr>
              <a:xfrm>
                <a:off x="48582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50" name="타원 21949">
                <a:extLst>
                  <a:ext uri="{FF2B5EF4-FFF2-40B4-BE49-F238E27FC236}">
                    <a16:creationId xmlns:a16="http://schemas.microsoft.com/office/drawing/2014/main" id="{647052ED-E578-4E6F-9D5A-C98896FEFB0F}"/>
                  </a:ext>
                </a:extLst>
              </p:cNvPr>
              <p:cNvSpPr/>
              <p:nvPr/>
            </p:nvSpPr>
            <p:spPr>
              <a:xfrm>
                <a:off x="50106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51" name="타원 21950">
                <a:extLst>
                  <a:ext uri="{FF2B5EF4-FFF2-40B4-BE49-F238E27FC236}">
                    <a16:creationId xmlns:a16="http://schemas.microsoft.com/office/drawing/2014/main" id="{58CE6879-AEFF-46E6-B1EC-CE80AF880AD8}"/>
                  </a:ext>
                </a:extLst>
              </p:cNvPr>
              <p:cNvSpPr/>
              <p:nvPr/>
            </p:nvSpPr>
            <p:spPr>
              <a:xfrm>
                <a:off x="51630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52" name="타원 21951">
                <a:extLst>
                  <a:ext uri="{FF2B5EF4-FFF2-40B4-BE49-F238E27FC236}">
                    <a16:creationId xmlns:a16="http://schemas.microsoft.com/office/drawing/2014/main" id="{87BDB32B-536C-405A-8DC4-7423EF309E7F}"/>
                  </a:ext>
                </a:extLst>
              </p:cNvPr>
              <p:cNvSpPr/>
              <p:nvPr/>
            </p:nvSpPr>
            <p:spPr>
              <a:xfrm>
                <a:off x="53154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53" name="타원 21952">
                <a:extLst>
                  <a:ext uri="{FF2B5EF4-FFF2-40B4-BE49-F238E27FC236}">
                    <a16:creationId xmlns:a16="http://schemas.microsoft.com/office/drawing/2014/main" id="{15730C5C-C828-454A-8F5A-ACFAB1DE7184}"/>
                  </a:ext>
                </a:extLst>
              </p:cNvPr>
              <p:cNvSpPr/>
              <p:nvPr/>
            </p:nvSpPr>
            <p:spPr>
              <a:xfrm>
                <a:off x="54678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54" name="타원 21953">
                <a:extLst>
                  <a:ext uri="{FF2B5EF4-FFF2-40B4-BE49-F238E27FC236}">
                    <a16:creationId xmlns:a16="http://schemas.microsoft.com/office/drawing/2014/main" id="{09596FF3-4C49-471D-95DB-1D8A6AC9D860}"/>
                  </a:ext>
                </a:extLst>
              </p:cNvPr>
              <p:cNvSpPr/>
              <p:nvPr/>
            </p:nvSpPr>
            <p:spPr>
              <a:xfrm>
                <a:off x="5620275" y="6222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55" name="타원 21954">
                <a:extLst>
                  <a:ext uri="{FF2B5EF4-FFF2-40B4-BE49-F238E27FC236}">
                    <a16:creationId xmlns:a16="http://schemas.microsoft.com/office/drawing/2014/main" id="{6DA178A2-A53F-4FB3-85B1-E40B29B490CB}"/>
                  </a:ext>
                </a:extLst>
              </p:cNvPr>
              <p:cNvSpPr/>
              <p:nvPr/>
            </p:nvSpPr>
            <p:spPr>
              <a:xfrm>
                <a:off x="2862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56" name="타원 21955">
                <a:extLst>
                  <a:ext uri="{FF2B5EF4-FFF2-40B4-BE49-F238E27FC236}">
                    <a16:creationId xmlns:a16="http://schemas.microsoft.com/office/drawing/2014/main" id="{1965A41A-A23D-47EC-A906-8FC6B50DA828}"/>
                  </a:ext>
                </a:extLst>
              </p:cNvPr>
              <p:cNvSpPr/>
              <p:nvPr/>
            </p:nvSpPr>
            <p:spPr>
              <a:xfrm>
                <a:off x="4386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57" name="타원 21956">
                <a:extLst>
                  <a:ext uri="{FF2B5EF4-FFF2-40B4-BE49-F238E27FC236}">
                    <a16:creationId xmlns:a16="http://schemas.microsoft.com/office/drawing/2014/main" id="{9A04DCC6-AEEF-4824-AAEF-FE40E653E569}"/>
                  </a:ext>
                </a:extLst>
              </p:cNvPr>
              <p:cNvSpPr/>
              <p:nvPr/>
            </p:nvSpPr>
            <p:spPr>
              <a:xfrm>
                <a:off x="5910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58" name="타원 21957">
                <a:extLst>
                  <a:ext uri="{FF2B5EF4-FFF2-40B4-BE49-F238E27FC236}">
                    <a16:creationId xmlns:a16="http://schemas.microsoft.com/office/drawing/2014/main" id="{282C6E8F-623D-46E0-A166-967D650553C7}"/>
                  </a:ext>
                </a:extLst>
              </p:cNvPr>
              <p:cNvSpPr/>
              <p:nvPr/>
            </p:nvSpPr>
            <p:spPr>
              <a:xfrm>
                <a:off x="7434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59" name="타원 21958">
                <a:extLst>
                  <a:ext uri="{FF2B5EF4-FFF2-40B4-BE49-F238E27FC236}">
                    <a16:creationId xmlns:a16="http://schemas.microsoft.com/office/drawing/2014/main" id="{676595DC-FBB4-426E-BC61-CBE52B39686A}"/>
                  </a:ext>
                </a:extLst>
              </p:cNvPr>
              <p:cNvSpPr/>
              <p:nvPr/>
            </p:nvSpPr>
            <p:spPr>
              <a:xfrm>
                <a:off x="8958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60" name="타원 21959">
                <a:extLst>
                  <a:ext uri="{FF2B5EF4-FFF2-40B4-BE49-F238E27FC236}">
                    <a16:creationId xmlns:a16="http://schemas.microsoft.com/office/drawing/2014/main" id="{5446AE22-9C75-4E3C-83C0-2BCB9ECF7397}"/>
                  </a:ext>
                </a:extLst>
              </p:cNvPr>
              <p:cNvSpPr/>
              <p:nvPr/>
            </p:nvSpPr>
            <p:spPr>
              <a:xfrm>
                <a:off x="10482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61" name="타원 21960">
                <a:extLst>
                  <a:ext uri="{FF2B5EF4-FFF2-40B4-BE49-F238E27FC236}">
                    <a16:creationId xmlns:a16="http://schemas.microsoft.com/office/drawing/2014/main" id="{535A3886-49DF-4C0E-B0D6-22FAEBB9CC24}"/>
                  </a:ext>
                </a:extLst>
              </p:cNvPr>
              <p:cNvSpPr/>
              <p:nvPr/>
            </p:nvSpPr>
            <p:spPr>
              <a:xfrm>
                <a:off x="12006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62" name="타원 21961">
                <a:extLst>
                  <a:ext uri="{FF2B5EF4-FFF2-40B4-BE49-F238E27FC236}">
                    <a16:creationId xmlns:a16="http://schemas.microsoft.com/office/drawing/2014/main" id="{C0402FC4-326D-40E5-AE5F-8F4692A5527D}"/>
                  </a:ext>
                </a:extLst>
              </p:cNvPr>
              <p:cNvSpPr/>
              <p:nvPr/>
            </p:nvSpPr>
            <p:spPr>
              <a:xfrm>
                <a:off x="13530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63" name="타원 21962">
                <a:extLst>
                  <a:ext uri="{FF2B5EF4-FFF2-40B4-BE49-F238E27FC236}">
                    <a16:creationId xmlns:a16="http://schemas.microsoft.com/office/drawing/2014/main" id="{42069AC8-3FAF-407E-A2F0-D7C04F55FB05}"/>
                  </a:ext>
                </a:extLst>
              </p:cNvPr>
              <p:cNvSpPr/>
              <p:nvPr/>
            </p:nvSpPr>
            <p:spPr>
              <a:xfrm>
                <a:off x="15054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64" name="타원 21963">
                <a:extLst>
                  <a:ext uri="{FF2B5EF4-FFF2-40B4-BE49-F238E27FC236}">
                    <a16:creationId xmlns:a16="http://schemas.microsoft.com/office/drawing/2014/main" id="{E1EB81A2-A375-4FA8-9916-5EF3DAE0A177}"/>
                  </a:ext>
                </a:extLst>
              </p:cNvPr>
              <p:cNvSpPr/>
              <p:nvPr/>
            </p:nvSpPr>
            <p:spPr>
              <a:xfrm>
                <a:off x="16578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65" name="타원 21964">
                <a:extLst>
                  <a:ext uri="{FF2B5EF4-FFF2-40B4-BE49-F238E27FC236}">
                    <a16:creationId xmlns:a16="http://schemas.microsoft.com/office/drawing/2014/main" id="{FBE35548-C74C-4A3D-B30C-706FCF28D3C9}"/>
                  </a:ext>
                </a:extLst>
              </p:cNvPr>
              <p:cNvSpPr/>
              <p:nvPr/>
            </p:nvSpPr>
            <p:spPr>
              <a:xfrm>
                <a:off x="18102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66" name="타원 21965">
                <a:extLst>
                  <a:ext uri="{FF2B5EF4-FFF2-40B4-BE49-F238E27FC236}">
                    <a16:creationId xmlns:a16="http://schemas.microsoft.com/office/drawing/2014/main" id="{8E73A9E7-D136-49EB-B12B-56355F78F577}"/>
                  </a:ext>
                </a:extLst>
              </p:cNvPr>
              <p:cNvSpPr/>
              <p:nvPr/>
            </p:nvSpPr>
            <p:spPr>
              <a:xfrm>
                <a:off x="19626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67" name="타원 21966">
                <a:extLst>
                  <a:ext uri="{FF2B5EF4-FFF2-40B4-BE49-F238E27FC236}">
                    <a16:creationId xmlns:a16="http://schemas.microsoft.com/office/drawing/2014/main" id="{D9F2871B-9D8A-43B2-81D5-F6DD8A64524B}"/>
                  </a:ext>
                </a:extLst>
              </p:cNvPr>
              <p:cNvSpPr/>
              <p:nvPr/>
            </p:nvSpPr>
            <p:spPr>
              <a:xfrm>
                <a:off x="21150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68" name="타원 21967">
                <a:extLst>
                  <a:ext uri="{FF2B5EF4-FFF2-40B4-BE49-F238E27FC236}">
                    <a16:creationId xmlns:a16="http://schemas.microsoft.com/office/drawing/2014/main" id="{D068FDA4-449D-4AAE-A96F-9A9A5E68B241}"/>
                  </a:ext>
                </a:extLst>
              </p:cNvPr>
              <p:cNvSpPr/>
              <p:nvPr/>
            </p:nvSpPr>
            <p:spPr>
              <a:xfrm>
                <a:off x="22674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69" name="타원 21968">
                <a:extLst>
                  <a:ext uri="{FF2B5EF4-FFF2-40B4-BE49-F238E27FC236}">
                    <a16:creationId xmlns:a16="http://schemas.microsoft.com/office/drawing/2014/main" id="{4A292D77-69E2-4DEF-A078-81DB776D248B}"/>
                  </a:ext>
                </a:extLst>
              </p:cNvPr>
              <p:cNvSpPr/>
              <p:nvPr/>
            </p:nvSpPr>
            <p:spPr>
              <a:xfrm>
                <a:off x="24198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70" name="타원 21969">
                <a:extLst>
                  <a:ext uri="{FF2B5EF4-FFF2-40B4-BE49-F238E27FC236}">
                    <a16:creationId xmlns:a16="http://schemas.microsoft.com/office/drawing/2014/main" id="{D4FDD7EF-22EB-473B-840A-E9B5F3CD8B57}"/>
                  </a:ext>
                </a:extLst>
              </p:cNvPr>
              <p:cNvSpPr/>
              <p:nvPr/>
            </p:nvSpPr>
            <p:spPr>
              <a:xfrm>
                <a:off x="25722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71" name="타원 21970">
                <a:extLst>
                  <a:ext uri="{FF2B5EF4-FFF2-40B4-BE49-F238E27FC236}">
                    <a16:creationId xmlns:a16="http://schemas.microsoft.com/office/drawing/2014/main" id="{6AA6BD1D-4BC7-409B-AF5C-55F4B7963FCF}"/>
                  </a:ext>
                </a:extLst>
              </p:cNvPr>
              <p:cNvSpPr/>
              <p:nvPr/>
            </p:nvSpPr>
            <p:spPr>
              <a:xfrm>
                <a:off x="27246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72" name="타원 21971">
                <a:extLst>
                  <a:ext uri="{FF2B5EF4-FFF2-40B4-BE49-F238E27FC236}">
                    <a16:creationId xmlns:a16="http://schemas.microsoft.com/office/drawing/2014/main" id="{AD5A0B41-1FBB-46D9-ADE7-A33E5EAC9987}"/>
                  </a:ext>
                </a:extLst>
              </p:cNvPr>
              <p:cNvSpPr/>
              <p:nvPr/>
            </p:nvSpPr>
            <p:spPr>
              <a:xfrm>
                <a:off x="28770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73" name="타원 21972">
                <a:extLst>
                  <a:ext uri="{FF2B5EF4-FFF2-40B4-BE49-F238E27FC236}">
                    <a16:creationId xmlns:a16="http://schemas.microsoft.com/office/drawing/2014/main" id="{B74F51C5-6C15-474B-B700-55C0E1414887}"/>
                  </a:ext>
                </a:extLst>
              </p:cNvPr>
              <p:cNvSpPr/>
              <p:nvPr/>
            </p:nvSpPr>
            <p:spPr>
              <a:xfrm>
                <a:off x="30294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74" name="타원 21973">
                <a:extLst>
                  <a:ext uri="{FF2B5EF4-FFF2-40B4-BE49-F238E27FC236}">
                    <a16:creationId xmlns:a16="http://schemas.microsoft.com/office/drawing/2014/main" id="{2271CE73-DCCE-46C0-B8CE-9706403FC4C0}"/>
                  </a:ext>
                </a:extLst>
              </p:cNvPr>
              <p:cNvSpPr/>
              <p:nvPr/>
            </p:nvSpPr>
            <p:spPr>
              <a:xfrm>
                <a:off x="31818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75" name="타원 21974">
                <a:extLst>
                  <a:ext uri="{FF2B5EF4-FFF2-40B4-BE49-F238E27FC236}">
                    <a16:creationId xmlns:a16="http://schemas.microsoft.com/office/drawing/2014/main" id="{75D2E5FC-887D-49D3-8AA4-A2341F9AB989}"/>
                  </a:ext>
                </a:extLst>
              </p:cNvPr>
              <p:cNvSpPr/>
              <p:nvPr/>
            </p:nvSpPr>
            <p:spPr>
              <a:xfrm>
                <a:off x="33342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76" name="타원 21975">
                <a:extLst>
                  <a:ext uri="{FF2B5EF4-FFF2-40B4-BE49-F238E27FC236}">
                    <a16:creationId xmlns:a16="http://schemas.microsoft.com/office/drawing/2014/main" id="{78618EA3-5E45-4D14-86E4-FEB92D83B617}"/>
                  </a:ext>
                </a:extLst>
              </p:cNvPr>
              <p:cNvSpPr/>
              <p:nvPr/>
            </p:nvSpPr>
            <p:spPr>
              <a:xfrm>
                <a:off x="34866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77" name="타원 21976">
                <a:extLst>
                  <a:ext uri="{FF2B5EF4-FFF2-40B4-BE49-F238E27FC236}">
                    <a16:creationId xmlns:a16="http://schemas.microsoft.com/office/drawing/2014/main" id="{54A1CE34-BB9D-49A9-B2B0-28A8DB95597C}"/>
                  </a:ext>
                </a:extLst>
              </p:cNvPr>
              <p:cNvSpPr/>
              <p:nvPr/>
            </p:nvSpPr>
            <p:spPr>
              <a:xfrm>
                <a:off x="36390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78" name="타원 21977">
                <a:extLst>
                  <a:ext uri="{FF2B5EF4-FFF2-40B4-BE49-F238E27FC236}">
                    <a16:creationId xmlns:a16="http://schemas.microsoft.com/office/drawing/2014/main" id="{4B6D1DC2-93FC-43EE-9EF0-F25356EF7296}"/>
                  </a:ext>
                </a:extLst>
              </p:cNvPr>
              <p:cNvSpPr/>
              <p:nvPr/>
            </p:nvSpPr>
            <p:spPr>
              <a:xfrm>
                <a:off x="37914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79" name="타원 21978">
                <a:extLst>
                  <a:ext uri="{FF2B5EF4-FFF2-40B4-BE49-F238E27FC236}">
                    <a16:creationId xmlns:a16="http://schemas.microsoft.com/office/drawing/2014/main" id="{361AB24D-FA19-4BE8-A7AB-2B3ECF8AEF31}"/>
                  </a:ext>
                </a:extLst>
              </p:cNvPr>
              <p:cNvSpPr/>
              <p:nvPr/>
            </p:nvSpPr>
            <p:spPr>
              <a:xfrm>
                <a:off x="39438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80" name="타원 21979">
                <a:extLst>
                  <a:ext uri="{FF2B5EF4-FFF2-40B4-BE49-F238E27FC236}">
                    <a16:creationId xmlns:a16="http://schemas.microsoft.com/office/drawing/2014/main" id="{80DB7080-C1DA-43D4-8D74-4384F4329E19}"/>
                  </a:ext>
                </a:extLst>
              </p:cNvPr>
              <p:cNvSpPr/>
              <p:nvPr/>
            </p:nvSpPr>
            <p:spPr>
              <a:xfrm>
                <a:off x="40962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81" name="타원 21980">
                <a:extLst>
                  <a:ext uri="{FF2B5EF4-FFF2-40B4-BE49-F238E27FC236}">
                    <a16:creationId xmlns:a16="http://schemas.microsoft.com/office/drawing/2014/main" id="{A2154A66-6877-4CDF-A071-2F211AADA065}"/>
                  </a:ext>
                </a:extLst>
              </p:cNvPr>
              <p:cNvSpPr/>
              <p:nvPr/>
            </p:nvSpPr>
            <p:spPr>
              <a:xfrm>
                <a:off x="42486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82" name="타원 21981">
                <a:extLst>
                  <a:ext uri="{FF2B5EF4-FFF2-40B4-BE49-F238E27FC236}">
                    <a16:creationId xmlns:a16="http://schemas.microsoft.com/office/drawing/2014/main" id="{4A7E848B-463A-484F-91FA-8994FE9A9F4D}"/>
                  </a:ext>
                </a:extLst>
              </p:cNvPr>
              <p:cNvSpPr/>
              <p:nvPr/>
            </p:nvSpPr>
            <p:spPr>
              <a:xfrm>
                <a:off x="44010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83" name="타원 21982">
                <a:extLst>
                  <a:ext uri="{FF2B5EF4-FFF2-40B4-BE49-F238E27FC236}">
                    <a16:creationId xmlns:a16="http://schemas.microsoft.com/office/drawing/2014/main" id="{B31E1168-6D56-4AF8-BCCD-6C914F23FA0D}"/>
                  </a:ext>
                </a:extLst>
              </p:cNvPr>
              <p:cNvSpPr/>
              <p:nvPr/>
            </p:nvSpPr>
            <p:spPr>
              <a:xfrm>
                <a:off x="45534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84" name="타원 21983">
                <a:extLst>
                  <a:ext uri="{FF2B5EF4-FFF2-40B4-BE49-F238E27FC236}">
                    <a16:creationId xmlns:a16="http://schemas.microsoft.com/office/drawing/2014/main" id="{FFABC606-D188-4A92-8441-3364EE7FD827}"/>
                  </a:ext>
                </a:extLst>
              </p:cNvPr>
              <p:cNvSpPr/>
              <p:nvPr/>
            </p:nvSpPr>
            <p:spPr>
              <a:xfrm>
                <a:off x="47058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85" name="타원 21984">
                <a:extLst>
                  <a:ext uri="{FF2B5EF4-FFF2-40B4-BE49-F238E27FC236}">
                    <a16:creationId xmlns:a16="http://schemas.microsoft.com/office/drawing/2014/main" id="{308DBD35-F582-492B-A742-ED77A27F0C12}"/>
                  </a:ext>
                </a:extLst>
              </p:cNvPr>
              <p:cNvSpPr/>
              <p:nvPr/>
            </p:nvSpPr>
            <p:spPr>
              <a:xfrm>
                <a:off x="48582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86" name="타원 21985">
                <a:extLst>
                  <a:ext uri="{FF2B5EF4-FFF2-40B4-BE49-F238E27FC236}">
                    <a16:creationId xmlns:a16="http://schemas.microsoft.com/office/drawing/2014/main" id="{5B824236-31C5-4BB3-8441-47B920A14835}"/>
                  </a:ext>
                </a:extLst>
              </p:cNvPr>
              <p:cNvSpPr/>
              <p:nvPr/>
            </p:nvSpPr>
            <p:spPr>
              <a:xfrm>
                <a:off x="50106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87" name="타원 21986">
                <a:extLst>
                  <a:ext uri="{FF2B5EF4-FFF2-40B4-BE49-F238E27FC236}">
                    <a16:creationId xmlns:a16="http://schemas.microsoft.com/office/drawing/2014/main" id="{6D1D7956-FF8E-4B9B-8299-E511078B5376}"/>
                  </a:ext>
                </a:extLst>
              </p:cNvPr>
              <p:cNvSpPr/>
              <p:nvPr/>
            </p:nvSpPr>
            <p:spPr>
              <a:xfrm>
                <a:off x="51630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88" name="타원 21987">
                <a:extLst>
                  <a:ext uri="{FF2B5EF4-FFF2-40B4-BE49-F238E27FC236}">
                    <a16:creationId xmlns:a16="http://schemas.microsoft.com/office/drawing/2014/main" id="{6BC5C484-6BDE-417E-8189-B8E8B2902013}"/>
                  </a:ext>
                </a:extLst>
              </p:cNvPr>
              <p:cNvSpPr/>
              <p:nvPr/>
            </p:nvSpPr>
            <p:spPr>
              <a:xfrm>
                <a:off x="53154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89" name="타원 21988">
                <a:extLst>
                  <a:ext uri="{FF2B5EF4-FFF2-40B4-BE49-F238E27FC236}">
                    <a16:creationId xmlns:a16="http://schemas.microsoft.com/office/drawing/2014/main" id="{68216F4D-217D-4CC5-8974-0C4E30560AE7}"/>
                  </a:ext>
                </a:extLst>
              </p:cNvPr>
              <p:cNvSpPr/>
              <p:nvPr/>
            </p:nvSpPr>
            <p:spPr>
              <a:xfrm>
                <a:off x="54678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90" name="타원 21989">
                <a:extLst>
                  <a:ext uri="{FF2B5EF4-FFF2-40B4-BE49-F238E27FC236}">
                    <a16:creationId xmlns:a16="http://schemas.microsoft.com/office/drawing/2014/main" id="{72D20A9F-AB75-4C2F-BC29-2A9B895F0246}"/>
                  </a:ext>
                </a:extLst>
              </p:cNvPr>
              <p:cNvSpPr/>
              <p:nvPr/>
            </p:nvSpPr>
            <p:spPr>
              <a:xfrm>
                <a:off x="5620275" y="6374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91" name="타원 21990">
                <a:extLst>
                  <a:ext uri="{FF2B5EF4-FFF2-40B4-BE49-F238E27FC236}">
                    <a16:creationId xmlns:a16="http://schemas.microsoft.com/office/drawing/2014/main" id="{91944522-7177-4109-8E53-453DD56FE872}"/>
                  </a:ext>
                </a:extLst>
              </p:cNvPr>
              <p:cNvSpPr/>
              <p:nvPr/>
            </p:nvSpPr>
            <p:spPr>
              <a:xfrm>
                <a:off x="2862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92" name="타원 21991">
                <a:extLst>
                  <a:ext uri="{FF2B5EF4-FFF2-40B4-BE49-F238E27FC236}">
                    <a16:creationId xmlns:a16="http://schemas.microsoft.com/office/drawing/2014/main" id="{30BC6ED0-C5A2-4D9A-9906-EDC442CBD05A}"/>
                  </a:ext>
                </a:extLst>
              </p:cNvPr>
              <p:cNvSpPr/>
              <p:nvPr/>
            </p:nvSpPr>
            <p:spPr>
              <a:xfrm>
                <a:off x="4386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93" name="타원 21992">
                <a:extLst>
                  <a:ext uri="{FF2B5EF4-FFF2-40B4-BE49-F238E27FC236}">
                    <a16:creationId xmlns:a16="http://schemas.microsoft.com/office/drawing/2014/main" id="{4B7F50F1-942D-4796-8BA4-FCB7C52EDD66}"/>
                  </a:ext>
                </a:extLst>
              </p:cNvPr>
              <p:cNvSpPr/>
              <p:nvPr/>
            </p:nvSpPr>
            <p:spPr>
              <a:xfrm>
                <a:off x="5910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94" name="타원 21993">
                <a:extLst>
                  <a:ext uri="{FF2B5EF4-FFF2-40B4-BE49-F238E27FC236}">
                    <a16:creationId xmlns:a16="http://schemas.microsoft.com/office/drawing/2014/main" id="{471AD8D3-5690-4615-954A-C5FB6D8B8626}"/>
                  </a:ext>
                </a:extLst>
              </p:cNvPr>
              <p:cNvSpPr/>
              <p:nvPr/>
            </p:nvSpPr>
            <p:spPr>
              <a:xfrm>
                <a:off x="7434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95" name="타원 21994">
                <a:extLst>
                  <a:ext uri="{FF2B5EF4-FFF2-40B4-BE49-F238E27FC236}">
                    <a16:creationId xmlns:a16="http://schemas.microsoft.com/office/drawing/2014/main" id="{83BF4A1D-CD18-41DF-8CC2-0FE0D2AEFAE4}"/>
                  </a:ext>
                </a:extLst>
              </p:cNvPr>
              <p:cNvSpPr/>
              <p:nvPr/>
            </p:nvSpPr>
            <p:spPr>
              <a:xfrm>
                <a:off x="8958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96" name="타원 21995">
                <a:extLst>
                  <a:ext uri="{FF2B5EF4-FFF2-40B4-BE49-F238E27FC236}">
                    <a16:creationId xmlns:a16="http://schemas.microsoft.com/office/drawing/2014/main" id="{88B92988-81DB-4ED2-A9D6-AB22F7370142}"/>
                  </a:ext>
                </a:extLst>
              </p:cNvPr>
              <p:cNvSpPr/>
              <p:nvPr/>
            </p:nvSpPr>
            <p:spPr>
              <a:xfrm>
                <a:off x="10482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97" name="타원 21996">
                <a:extLst>
                  <a:ext uri="{FF2B5EF4-FFF2-40B4-BE49-F238E27FC236}">
                    <a16:creationId xmlns:a16="http://schemas.microsoft.com/office/drawing/2014/main" id="{EEDEF436-B837-40A4-B34F-F3D619054D72}"/>
                  </a:ext>
                </a:extLst>
              </p:cNvPr>
              <p:cNvSpPr/>
              <p:nvPr/>
            </p:nvSpPr>
            <p:spPr>
              <a:xfrm>
                <a:off x="12006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98" name="타원 21997">
                <a:extLst>
                  <a:ext uri="{FF2B5EF4-FFF2-40B4-BE49-F238E27FC236}">
                    <a16:creationId xmlns:a16="http://schemas.microsoft.com/office/drawing/2014/main" id="{F1672FA3-F6F4-4692-8D76-24469790E553}"/>
                  </a:ext>
                </a:extLst>
              </p:cNvPr>
              <p:cNvSpPr/>
              <p:nvPr/>
            </p:nvSpPr>
            <p:spPr>
              <a:xfrm>
                <a:off x="13530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99" name="타원 21998">
                <a:extLst>
                  <a:ext uri="{FF2B5EF4-FFF2-40B4-BE49-F238E27FC236}">
                    <a16:creationId xmlns:a16="http://schemas.microsoft.com/office/drawing/2014/main" id="{07942314-F131-4CBF-B825-F6CA8108034B}"/>
                  </a:ext>
                </a:extLst>
              </p:cNvPr>
              <p:cNvSpPr/>
              <p:nvPr/>
            </p:nvSpPr>
            <p:spPr>
              <a:xfrm>
                <a:off x="15054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00" name="타원 21999">
                <a:extLst>
                  <a:ext uri="{FF2B5EF4-FFF2-40B4-BE49-F238E27FC236}">
                    <a16:creationId xmlns:a16="http://schemas.microsoft.com/office/drawing/2014/main" id="{ADA20C74-D30F-49C6-B14D-89D047CDFC66}"/>
                  </a:ext>
                </a:extLst>
              </p:cNvPr>
              <p:cNvSpPr/>
              <p:nvPr/>
            </p:nvSpPr>
            <p:spPr>
              <a:xfrm>
                <a:off x="16578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01" name="타원 22000">
                <a:extLst>
                  <a:ext uri="{FF2B5EF4-FFF2-40B4-BE49-F238E27FC236}">
                    <a16:creationId xmlns:a16="http://schemas.microsoft.com/office/drawing/2014/main" id="{2100281B-D2B5-4E84-918B-21CE6311129F}"/>
                  </a:ext>
                </a:extLst>
              </p:cNvPr>
              <p:cNvSpPr/>
              <p:nvPr/>
            </p:nvSpPr>
            <p:spPr>
              <a:xfrm>
                <a:off x="18102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02" name="타원 22001">
                <a:extLst>
                  <a:ext uri="{FF2B5EF4-FFF2-40B4-BE49-F238E27FC236}">
                    <a16:creationId xmlns:a16="http://schemas.microsoft.com/office/drawing/2014/main" id="{52597BD4-76FF-4629-AD18-0794A23A5508}"/>
                  </a:ext>
                </a:extLst>
              </p:cNvPr>
              <p:cNvSpPr/>
              <p:nvPr/>
            </p:nvSpPr>
            <p:spPr>
              <a:xfrm>
                <a:off x="19626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03" name="타원 22002">
                <a:extLst>
                  <a:ext uri="{FF2B5EF4-FFF2-40B4-BE49-F238E27FC236}">
                    <a16:creationId xmlns:a16="http://schemas.microsoft.com/office/drawing/2014/main" id="{B245DE8C-EE51-4747-A426-F5C792598088}"/>
                  </a:ext>
                </a:extLst>
              </p:cNvPr>
              <p:cNvSpPr/>
              <p:nvPr/>
            </p:nvSpPr>
            <p:spPr>
              <a:xfrm>
                <a:off x="21150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04" name="타원 22003">
                <a:extLst>
                  <a:ext uri="{FF2B5EF4-FFF2-40B4-BE49-F238E27FC236}">
                    <a16:creationId xmlns:a16="http://schemas.microsoft.com/office/drawing/2014/main" id="{2604EC12-DBD0-4780-9E05-DA302435FED8}"/>
                  </a:ext>
                </a:extLst>
              </p:cNvPr>
              <p:cNvSpPr/>
              <p:nvPr/>
            </p:nvSpPr>
            <p:spPr>
              <a:xfrm>
                <a:off x="22674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05" name="타원 22004">
                <a:extLst>
                  <a:ext uri="{FF2B5EF4-FFF2-40B4-BE49-F238E27FC236}">
                    <a16:creationId xmlns:a16="http://schemas.microsoft.com/office/drawing/2014/main" id="{9B72B3B2-1504-4AF9-A522-6870AD1AB925}"/>
                  </a:ext>
                </a:extLst>
              </p:cNvPr>
              <p:cNvSpPr/>
              <p:nvPr/>
            </p:nvSpPr>
            <p:spPr>
              <a:xfrm>
                <a:off x="24198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06" name="타원 22005">
                <a:extLst>
                  <a:ext uri="{FF2B5EF4-FFF2-40B4-BE49-F238E27FC236}">
                    <a16:creationId xmlns:a16="http://schemas.microsoft.com/office/drawing/2014/main" id="{61E91237-DD19-4D50-82A3-277641F7EB7E}"/>
                  </a:ext>
                </a:extLst>
              </p:cNvPr>
              <p:cNvSpPr/>
              <p:nvPr/>
            </p:nvSpPr>
            <p:spPr>
              <a:xfrm>
                <a:off x="25722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07" name="타원 22006">
                <a:extLst>
                  <a:ext uri="{FF2B5EF4-FFF2-40B4-BE49-F238E27FC236}">
                    <a16:creationId xmlns:a16="http://schemas.microsoft.com/office/drawing/2014/main" id="{D27D639D-E48E-407A-82C7-6D07BAF21901}"/>
                  </a:ext>
                </a:extLst>
              </p:cNvPr>
              <p:cNvSpPr/>
              <p:nvPr/>
            </p:nvSpPr>
            <p:spPr>
              <a:xfrm>
                <a:off x="27246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08" name="타원 22007">
                <a:extLst>
                  <a:ext uri="{FF2B5EF4-FFF2-40B4-BE49-F238E27FC236}">
                    <a16:creationId xmlns:a16="http://schemas.microsoft.com/office/drawing/2014/main" id="{AF53496F-C386-481E-A18D-D717734DFFAD}"/>
                  </a:ext>
                </a:extLst>
              </p:cNvPr>
              <p:cNvSpPr/>
              <p:nvPr/>
            </p:nvSpPr>
            <p:spPr>
              <a:xfrm>
                <a:off x="28770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09" name="타원 22008">
                <a:extLst>
                  <a:ext uri="{FF2B5EF4-FFF2-40B4-BE49-F238E27FC236}">
                    <a16:creationId xmlns:a16="http://schemas.microsoft.com/office/drawing/2014/main" id="{1E24BDDF-9ABB-4EED-A2FB-A8E72EBD1265}"/>
                  </a:ext>
                </a:extLst>
              </p:cNvPr>
              <p:cNvSpPr/>
              <p:nvPr/>
            </p:nvSpPr>
            <p:spPr>
              <a:xfrm>
                <a:off x="30294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10" name="타원 22009">
                <a:extLst>
                  <a:ext uri="{FF2B5EF4-FFF2-40B4-BE49-F238E27FC236}">
                    <a16:creationId xmlns:a16="http://schemas.microsoft.com/office/drawing/2014/main" id="{465A2FB1-EC08-48A4-AF4D-DA02D71EC05F}"/>
                  </a:ext>
                </a:extLst>
              </p:cNvPr>
              <p:cNvSpPr/>
              <p:nvPr/>
            </p:nvSpPr>
            <p:spPr>
              <a:xfrm>
                <a:off x="31818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11" name="타원 22010">
                <a:extLst>
                  <a:ext uri="{FF2B5EF4-FFF2-40B4-BE49-F238E27FC236}">
                    <a16:creationId xmlns:a16="http://schemas.microsoft.com/office/drawing/2014/main" id="{58AAD96E-FBD5-48C3-9DE1-2ACAEA8EB10F}"/>
                  </a:ext>
                </a:extLst>
              </p:cNvPr>
              <p:cNvSpPr/>
              <p:nvPr/>
            </p:nvSpPr>
            <p:spPr>
              <a:xfrm>
                <a:off x="33342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12" name="타원 22011">
                <a:extLst>
                  <a:ext uri="{FF2B5EF4-FFF2-40B4-BE49-F238E27FC236}">
                    <a16:creationId xmlns:a16="http://schemas.microsoft.com/office/drawing/2014/main" id="{7F74B13D-5768-4313-9534-51780F3043D6}"/>
                  </a:ext>
                </a:extLst>
              </p:cNvPr>
              <p:cNvSpPr/>
              <p:nvPr/>
            </p:nvSpPr>
            <p:spPr>
              <a:xfrm>
                <a:off x="34866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13" name="타원 22012">
                <a:extLst>
                  <a:ext uri="{FF2B5EF4-FFF2-40B4-BE49-F238E27FC236}">
                    <a16:creationId xmlns:a16="http://schemas.microsoft.com/office/drawing/2014/main" id="{61BE7A89-47FB-4AC1-81F2-E0C81A183D92}"/>
                  </a:ext>
                </a:extLst>
              </p:cNvPr>
              <p:cNvSpPr/>
              <p:nvPr/>
            </p:nvSpPr>
            <p:spPr>
              <a:xfrm>
                <a:off x="36390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14" name="타원 22013">
                <a:extLst>
                  <a:ext uri="{FF2B5EF4-FFF2-40B4-BE49-F238E27FC236}">
                    <a16:creationId xmlns:a16="http://schemas.microsoft.com/office/drawing/2014/main" id="{DD0C6040-07B4-4783-AC49-121E42FA464E}"/>
                  </a:ext>
                </a:extLst>
              </p:cNvPr>
              <p:cNvSpPr/>
              <p:nvPr/>
            </p:nvSpPr>
            <p:spPr>
              <a:xfrm>
                <a:off x="37914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15" name="타원 22014">
                <a:extLst>
                  <a:ext uri="{FF2B5EF4-FFF2-40B4-BE49-F238E27FC236}">
                    <a16:creationId xmlns:a16="http://schemas.microsoft.com/office/drawing/2014/main" id="{CC11E74D-F09B-4F69-845D-B7916AFD628B}"/>
                  </a:ext>
                </a:extLst>
              </p:cNvPr>
              <p:cNvSpPr/>
              <p:nvPr/>
            </p:nvSpPr>
            <p:spPr>
              <a:xfrm>
                <a:off x="39438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16" name="타원 22015">
                <a:extLst>
                  <a:ext uri="{FF2B5EF4-FFF2-40B4-BE49-F238E27FC236}">
                    <a16:creationId xmlns:a16="http://schemas.microsoft.com/office/drawing/2014/main" id="{0CFA8D21-8AD4-4273-8A89-CF11C6F64306}"/>
                  </a:ext>
                </a:extLst>
              </p:cNvPr>
              <p:cNvSpPr/>
              <p:nvPr/>
            </p:nvSpPr>
            <p:spPr>
              <a:xfrm>
                <a:off x="40962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17" name="타원 22016">
                <a:extLst>
                  <a:ext uri="{FF2B5EF4-FFF2-40B4-BE49-F238E27FC236}">
                    <a16:creationId xmlns:a16="http://schemas.microsoft.com/office/drawing/2014/main" id="{16DB2AF9-3338-4F87-8E9B-D86D937EC378}"/>
                  </a:ext>
                </a:extLst>
              </p:cNvPr>
              <p:cNvSpPr/>
              <p:nvPr/>
            </p:nvSpPr>
            <p:spPr>
              <a:xfrm>
                <a:off x="42486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18" name="타원 22017">
                <a:extLst>
                  <a:ext uri="{FF2B5EF4-FFF2-40B4-BE49-F238E27FC236}">
                    <a16:creationId xmlns:a16="http://schemas.microsoft.com/office/drawing/2014/main" id="{5DD939FF-6E51-4484-AC0F-326102C14077}"/>
                  </a:ext>
                </a:extLst>
              </p:cNvPr>
              <p:cNvSpPr/>
              <p:nvPr/>
            </p:nvSpPr>
            <p:spPr>
              <a:xfrm>
                <a:off x="44010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19" name="타원 22018">
                <a:extLst>
                  <a:ext uri="{FF2B5EF4-FFF2-40B4-BE49-F238E27FC236}">
                    <a16:creationId xmlns:a16="http://schemas.microsoft.com/office/drawing/2014/main" id="{B1EF2413-FFE9-4531-9585-756C0F34CCCF}"/>
                  </a:ext>
                </a:extLst>
              </p:cNvPr>
              <p:cNvSpPr/>
              <p:nvPr/>
            </p:nvSpPr>
            <p:spPr>
              <a:xfrm>
                <a:off x="45534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20" name="타원 22019">
                <a:extLst>
                  <a:ext uri="{FF2B5EF4-FFF2-40B4-BE49-F238E27FC236}">
                    <a16:creationId xmlns:a16="http://schemas.microsoft.com/office/drawing/2014/main" id="{E1883FC6-ACA6-4D23-B11B-BCDF116F3568}"/>
                  </a:ext>
                </a:extLst>
              </p:cNvPr>
              <p:cNvSpPr/>
              <p:nvPr/>
            </p:nvSpPr>
            <p:spPr>
              <a:xfrm>
                <a:off x="47058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21" name="타원 22020">
                <a:extLst>
                  <a:ext uri="{FF2B5EF4-FFF2-40B4-BE49-F238E27FC236}">
                    <a16:creationId xmlns:a16="http://schemas.microsoft.com/office/drawing/2014/main" id="{E2834768-9500-471F-8FC6-2AF1CEF99235}"/>
                  </a:ext>
                </a:extLst>
              </p:cNvPr>
              <p:cNvSpPr/>
              <p:nvPr/>
            </p:nvSpPr>
            <p:spPr>
              <a:xfrm>
                <a:off x="48582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22" name="타원 22021">
                <a:extLst>
                  <a:ext uri="{FF2B5EF4-FFF2-40B4-BE49-F238E27FC236}">
                    <a16:creationId xmlns:a16="http://schemas.microsoft.com/office/drawing/2014/main" id="{3CDEE140-55A7-4561-BAD8-311A643134C7}"/>
                  </a:ext>
                </a:extLst>
              </p:cNvPr>
              <p:cNvSpPr/>
              <p:nvPr/>
            </p:nvSpPr>
            <p:spPr>
              <a:xfrm>
                <a:off x="50106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23" name="타원 22022">
                <a:extLst>
                  <a:ext uri="{FF2B5EF4-FFF2-40B4-BE49-F238E27FC236}">
                    <a16:creationId xmlns:a16="http://schemas.microsoft.com/office/drawing/2014/main" id="{CDC549DF-AF64-4CC8-8470-E02A8FAC638C}"/>
                  </a:ext>
                </a:extLst>
              </p:cNvPr>
              <p:cNvSpPr/>
              <p:nvPr/>
            </p:nvSpPr>
            <p:spPr>
              <a:xfrm>
                <a:off x="51630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24" name="타원 22023">
                <a:extLst>
                  <a:ext uri="{FF2B5EF4-FFF2-40B4-BE49-F238E27FC236}">
                    <a16:creationId xmlns:a16="http://schemas.microsoft.com/office/drawing/2014/main" id="{C4A625BC-EC96-4FC0-B64B-35A5E2B18FA7}"/>
                  </a:ext>
                </a:extLst>
              </p:cNvPr>
              <p:cNvSpPr/>
              <p:nvPr/>
            </p:nvSpPr>
            <p:spPr>
              <a:xfrm>
                <a:off x="53154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25" name="타원 22024">
                <a:extLst>
                  <a:ext uri="{FF2B5EF4-FFF2-40B4-BE49-F238E27FC236}">
                    <a16:creationId xmlns:a16="http://schemas.microsoft.com/office/drawing/2014/main" id="{7B5B2361-635B-4FD1-A913-90B0A3FA2AF4}"/>
                  </a:ext>
                </a:extLst>
              </p:cNvPr>
              <p:cNvSpPr/>
              <p:nvPr/>
            </p:nvSpPr>
            <p:spPr>
              <a:xfrm>
                <a:off x="54678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26" name="타원 22025">
                <a:extLst>
                  <a:ext uri="{FF2B5EF4-FFF2-40B4-BE49-F238E27FC236}">
                    <a16:creationId xmlns:a16="http://schemas.microsoft.com/office/drawing/2014/main" id="{7A3EA507-9C1A-48C3-9829-97E508CA9C8D}"/>
                  </a:ext>
                </a:extLst>
              </p:cNvPr>
              <p:cNvSpPr/>
              <p:nvPr/>
            </p:nvSpPr>
            <p:spPr>
              <a:xfrm>
                <a:off x="5620275" y="6527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27" name="타원 22026">
                <a:extLst>
                  <a:ext uri="{FF2B5EF4-FFF2-40B4-BE49-F238E27FC236}">
                    <a16:creationId xmlns:a16="http://schemas.microsoft.com/office/drawing/2014/main" id="{268E2A02-FD09-411E-BEED-8487BD843FEE}"/>
                  </a:ext>
                </a:extLst>
              </p:cNvPr>
              <p:cNvSpPr/>
              <p:nvPr/>
            </p:nvSpPr>
            <p:spPr>
              <a:xfrm>
                <a:off x="2862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28" name="타원 22027">
                <a:extLst>
                  <a:ext uri="{FF2B5EF4-FFF2-40B4-BE49-F238E27FC236}">
                    <a16:creationId xmlns:a16="http://schemas.microsoft.com/office/drawing/2014/main" id="{2BAA7C48-EFCB-493C-ACA6-0F25D60299B2}"/>
                  </a:ext>
                </a:extLst>
              </p:cNvPr>
              <p:cNvSpPr/>
              <p:nvPr/>
            </p:nvSpPr>
            <p:spPr>
              <a:xfrm>
                <a:off x="4386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29" name="타원 22028">
                <a:extLst>
                  <a:ext uri="{FF2B5EF4-FFF2-40B4-BE49-F238E27FC236}">
                    <a16:creationId xmlns:a16="http://schemas.microsoft.com/office/drawing/2014/main" id="{38EBDE81-8833-41DF-A501-D197399DDB54}"/>
                  </a:ext>
                </a:extLst>
              </p:cNvPr>
              <p:cNvSpPr/>
              <p:nvPr/>
            </p:nvSpPr>
            <p:spPr>
              <a:xfrm>
                <a:off x="5910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30" name="타원 22029">
                <a:extLst>
                  <a:ext uri="{FF2B5EF4-FFF2-40B4-BE49-F238E27FC236}">
                    <a16:creationId xmlns:a16="http://schemas.microsoft.com/office/drawing/2014/main" id="{D31FCB4D-6BCB-48CE-9390-1DB88767496D}"/>
                  </a:ext>
                </a:extLst>
              </p:cNvPr>
              <p:cNvSpPr/>
              <p:nvPr/>
            </p:nvSpPr>
            <p:spPr>
              <a:xfrm>
                <a:off x="7434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31" name="타원 22030">
                <a:extLst>
                  <a:ext uri="{FF2B5EF4-FFF2-40B4-BE49-F238E27FC236}">
                    <a16:creationId xmlns:a16="http://schemas.microsoft.com/office/drawing/2014/main" id="{35BBBDB8-8F0D-47D2-99E0-34AABA32DA85}"/>
                  </a:ext>
                </a:extLst>
              </p:cNvPr>
              <p:cNvSpPr/>
              <p:nvPr/>
            </p:nvSpPr>
            <p:spPr>
              <a:xfrm>
                <a:off x="8958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32" name="타원 22031">
                <a:extLst>
                  <a:ext uri="{FF2B5EF4-FFF2-40B4-BE49-F238E27FC236}">
                    <a16:creationId xmlns:a16="http://schemas.microsoft.com/office/drawing/2014/main" id="{8489280D-42A6-4C3B-903D-E992C39E7B60}"/>
                  </a:ext>
                </a:extLst>
              </p:cNvPr>
              <p:cNvSpPr/>
              <p:nvPr/>
            </p:nvSpPr>
            <p:spPr>
              <a:xfrm>
                <a:off x="10482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33" name="타원 22032">
                <a:extLst>
                  <a:ext uri="{FF2B5EF4-FFF2-40B4-BE49-F238E27FC236}">
                    <a16:creationId xmlns:a16="http://schemas.microsoft.com/office/drawing/2014/main" id="{F3C53914-2517-49CA-B422-610242C540A6}"/>
                  </a:ext>
                </a:extLst>
              </p:cNvPr>
              <p:cNvSpPr/>
              <p:nvPr/>
            </p:nvSpPr>
            <p:spPr>
              <a:xfrm>
                <a:off x="12006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34" name="타원 22033">
                <a:extLst>
                  <a:ext uri="{FF2B5EF4-FFF2-40B4-BE49-F238E27FC236}">
                    <a16:creationId xmlns:a16="http://schemas.microsoft.com/office/drawing/2014/main" id="{31A9A11E-8871-4B5A-844D-4464E8684FA9}"/>
                  </a:ext>
                </a:extLst>
              </p:cNvPr>
              <p:cNvSpPr/>
              <p:nvPr/>
            </p:nvSpPr>
            <p:spPr>
              <a:xfrm>
                <a:off x="13530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35" name="타원 22034">
                <a:extLst>
                  <a:ext uri="{FF2B5EF4-FFF2-40B4-BE49-F238E27FC236}">
                    <a16:creationId xmlns:a16="http://schemas.microsoft.com/office/drawing/2014/main" id="{14E4BFDA-2C7E-489E-9F98-3BAB4A985BDA}"/>
                  </a:ext>
                </a:extLst>
              </p:cNvPr>
              <p:cNvSpPr/>
              <p:nvPr/>
            </p:nvSpPr>
            <p:spPr>
              <a:xfrm>
                <a:off x="15054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36" name="타원 22035">
                <a:extLst>
                  <a:ext uri="{FF2B5EF4-FFF2-40B4-BE49-F238E27FC236}">
                    <a16:creationId xmlns:a16="http://schemas.microsoft.com/office/drawing/2014/main" id="{BA8AB74C-DD0D-4827-84E8-ED2505431F21}"/>
                  </a:ext>
                </a:extLst>
              </p:cNvPr>
              <p:cNvSpPr/>
              <p:nvPr/>
            </p:nvSpPr>
            <p:spPr>
              <a:xfrm>
                <a:off x="16578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37" name="타원 22036">
                <a:extLst>
                  <a:ext uri="{FF2B5EF4-FFF2-40B4-BE49-F238E27FC236}">
                    <a16:creationId xmlns:a16="http://schemas.microsoft.com/office/drawing/2014/main" id="{C6EAAA4C-EAC6-4628-BDD5-6237C7581E43}"/>
                  </a:ext>
                </a:extLst>
              </p:cNvPr>
              <p:cNvSpPr/>
              <p:nvPr/>
            </p:nvSpPr>
            <p:spPr>
              <a:xfrm>
                <a:off x="18102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38" name="타원 22037">
                <a:extLst>
                  <a:ext uri="{FF2B5EF4-FFF2-40B4-BE49-F238E27FC236}">
                    <a16:creationId xmlns:a16="http://schemas.microsoft.com/office/drawing/2014/main" id="{20AB0AB4-9F1E-4D8B-966F-270B6EA78E74}"/>
                  </a:ext>
                </a:extLst>
              </p:cNvPr>
              <p:cNvSpPr/>
              <p:nvPr/>
            </p:nvSpPr>
            <p:spPr>
              <a:xfrm>
                <a:off x="19626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39" name="타원 22038">
                <a:extLst>
                  <a:ext uri="{FF2B5EF4-FFF2-40B4-BE49-F238E27FC236}">
                    <a16:creationId xmlns:a16="http://schemas.microsoft.com/office/drawing/2014/main" id="{6165CA77-5111-4EF4-8BF5-FBAE637117F9}"/>
                  </a:ext>
                </a:extLst>
              </p:cNvPr>
              <p:cNvSpPr/>
              <p:nvPr/>
            </p:nvSpPr>
            <p:spPr>
              <a:xfrm>
                <a:off x="21150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40" name="타원 22039">
                <a:extLst>
                  <a:ext uri="{FF2B5EF4-FFF2-40B4-BE49-F238E27FC236}">
                    <a16:creationId xmlns:a16="http://schemas.microsoft.com/office/drawing/2014/main" id="{DECF13A8-D76A-477B-9D0F-38AE4031F996}"/>
                  </a:ext>
                </a:extLst>
              </p:cNvPr>
              <p:cNvSpPr/>
              <p:nvPr/>
            </p:nvSpPr>
            <p:spPr>
              <a:xfrm>
                <a:off x="22674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41" name="타원 22040">
                <a:extLst>
                  <a:ext uri="{FF2B5EF4-FFF2-40B4-BE49-F238E27FC236}">
                    <a16:creationId xmlns:a16="http://schemas.microsoft.com/office/drawing/2014/main" id="{3BE54E47-B70E-4363-B859-F8970AC8E216}"/>
                  </a:ext>
                </a:extLst>
              </p:cNvPr>
              <p:cNvSpPr/>
              <p:nvPr/>
            </p:nvSpPr>
            <p:spPr>
              <a:xfrm>
                <a:off x="24198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42" name="타원 22041">
                <a:extLst>
                  <a:ext uri="{FF2B5EF4-FFF2-40B4-BE49-F238E27FC236}">
                    <a16:creationId xmlns:a16="http://schemas.microsoft.com/office/drawing/2014/main" id="{CF9E4E1F-17F3-4857-9B14-F8E942C82655}"/>
                  </a:ext>
                </a:extLst>
              </p:cNvPr>
              <p:cNvSpPr/>
              <p:nvPr/>
            </p:nvSpPr>
            <p:spPr>
              <a:xfrm>
                <a:off x="25722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43" name="타원 22042">
                <a:extLst>
                  <a:ext uri="{FF2B5EF4-FFF2-40B4-BE49-F238E27FC236}">
                    <a16:creationId xmlns:a16="http://schemas.microsoft.com/office/drawing/2014/main" id="{557743F1-2272-4D0A-B20D-9F466E967548}"/>
                  </a:ext>
                </a:extLst>
              </p:cNvPr>
              <p:cNvSpPr/>
              <p:nvPr/>
            </p:nvSpPr>
            <p:spPr>
              <a:xfrm>
                <a:off x="27246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44" name="타원 22043">
                <a:extLst>
                  <a:ext uri="{FF2B5EF4-FFF2-40B4-BE49-F238E27FC236}">
                    <a16:creationId xmlns:a16="http://schemas.microsoft.com/office/drawing/2014/main" id="{5A7E33B4-3A90-42AF-B2D6-D28887ACD178}"/>
                  </a:ext>
                </a:extLst>
              </p:cNvPr>
              <p:cNvSpPr/>
              <p:nvPr/>
            </p:nvSpPr>
            <p:spPr>
              <a:xfrm>
                <a:off x="28770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45" name="타원 22044">
                <a:extLst>
                  <a:ext uri="{FF2B5EF4-FFF2-40B4-BE49-F238E27FC236}">
                    <a16:creationId xmlns:a16="http://schemas.microsoft.com/office/drawing/2014/main" id="{D585C26E-F097-4BD1-A65E-45C0CA887203}"/>
                  </a:ext>
                </a:extLst>
              </p:cNvPr>
              <p:cNvSpPr/>
              <p:nvPr/>
            </p:nvSpPr>
            <p:spPr>
              <a:xfrm>
                <a:off x="30294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46" name="타원 22045">
                <a:extLst>
                  <a:ext uri="{FF2B5EF4-FFF2-40B4-BE49-F238E27FC236}">
                    <a16:creationId xmlns:a16="http://schemas.microsoft.com/office/drawing/2014/main" id="{CDCB36B4-7E0E-412D-9A04-785B1E0CEB42}"/>
                  </a:ext>
                </a:extLst>
              </p:cNvPr>
              <p:cNvSpPr/>
              <p:nvPr/>
            </p:nvSpPr>
            <p:spPr>
              <a:xfrm>
                <a:off x="31818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47" name="타원 22046">
                <a:extLst>
                  <a:ext uri="{FF2B5EF4-FFF2-40B4-BE49-F238E27FC236}">
                    <a16:creationId xmlns:a16="http://schemas.microsoft.com/office/drawing/2014/main" id="{E3C93720-036C-4FA1-B8D8-DC1CE39E8D7A}"/>
                  </a:ext>
                </a:extLst>
              </p:cNvPr>
              <p:cNvSpPr/>
              <p:nvPr/>
            </p:nvSpPr>
            <p:spPr>
              <a:xfrm>
                <a:off x="33342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48" name="타원 22047">
                <a:extLst>
                  <a:ext uri="{FF2B5EF4-FFF2-40B4-BE49-F238E27FC236}">
                    <a16:creationId xmlns:a16="http://schemas.microsoft.com/office/drawing/2014/main" id="{CA6B63C7-7867-45E9-B493-FEF19555C884}"/>
                  </a:ext>
                </a:extLst>
              </p:cNvPr>
              <p:cNvSpPr/>
              <p:nvPr/>
            </p:nvSpPr>
            <p:spPr>
              <a:xfrm>
                <a:off x="34866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49" name="타원 22048">
                <a:extLst>
                  <a:ext uri="{FF2B5EF4-FFF2-40B4-BE49-F238E27FC236}">
                    <a16:creationId xmlns:a16="http://schemas.microsoft.com/office/drawing/2014/main" id="{83D1C903-9F4E-4EBF-8E6B-790A7B6F9687}"/>
                  </a:ext>
                </a:extLst>
              </p:cNvPr>
              <p:cNvSpPr/>
              <p:nvPr/>
            </p:nvSpPr>
            <p:spPr>
              <a:xfrm>
                <a:off x="36390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50" name="타원 22049">
                <a:extLst>
                  <a:ext uri="{FF2B5EF4-FFF2-40B4-BE49-F238E27FC236}">
                    <a16:creationId xmlns:a16="http://schemas.microsoft.com/office/drawing/2014/main" id="{083CC3AF-6751-4E8F-AD73-F3E5D8E40D5D}"/>
                  </a:ext>
                </a:extLst>
              </p:cNvPr>
              <p:cNvSpPr/>
              <p:nvPr/>
            </p:nvSpPr>
            <p:spPr>
              <a:xfrm>
                <a:off x="37914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51" name="타원 22050">
                <a:extLst>
                  <a:ext uri="{FF2B5EF4-FFF2-40B4-BE49-F238E27FC236}">
                    <a16:creationId xmlns:a16="http://schemas.microsoft.com/office/drawing/2014/main" id="{9F4EE641-FDF9-4432-A990-1E6E214BDD97}"/>
                  </a:ext>
                </a:extLst>
              </p:cNvPr>
              <p:cNvSpPr/>
              <p:nvPr/>
            </p:nvSpPr>
            <p:spPr>
              <a:xfrm>
                <a:off x="39438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52" name="타원 22051">
                <a:extLst>
                  <a:ext uri="{FF2B5EF4-FFF2-40B4-BE49-F238E27FC236}">
                    <a16:creationId xmlns:a16="http://schemas.microsoft.com/office/drawing/2014/main" id="{317F6C6F-B0B3-43BA-A779-8C77B47E5C4F}"/>
                  </a:ext>
                </a:extLst>
              </p:cNvPr>
              <p:cNvSpPr/>
              <p:nvPr/>
            </p:nvSpPr>
            <p:spPr>
              <a:xfrm>
                <a:off x="40962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53" name="타원 22052">
                <a:extLst>
                  <a:ext uri="{FF2B5EF4-FFF2-40B4-BE49-F238E27FC236}">
                    <a16:creationId xmlns:a16="http://schemas.microsoft.com/office/drawing/2014/main" id="{ECB95EF4-E9D0-49CA-AEDB-505791AF3A0C}"/>
                  </a:ext>
                </a:extLst>
              </p:cNvPr>
              <p:cNvSpPr/>
              <p:nvPr/>
            </p:nvSpPr>
            <p:spPr>
              <a:xfrm>
                <a:off x="42486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54" name="타원 22053">
                <a:extLst>
                  <a:ext uri="{FF2B5EF4-FFF2-40B4-BE49-F238E27FC236}">
                    <a16:creationId xmlns:a16="http://schemas.microsoft.com/office/drawing/2014/main" id="{B70AA4F1-BFC0-42F3-AD59-65F3D8E95E28}"/>
                  </a:ext>
                </a:extLst>
              </p:cNvPr>
              <p:cNvSpPr/>
              <p:nvPr/>
            </p:nvSpPr>
            <p:spPr>
              <a:xfrm>
                <a:off x="44010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55" name="타원 22054">
                <a:extLst>
                  <a:ext uri="{FF2B5EF4-FFF2-40B4-BE49-F238E27FC236}">
                    <a16:creationId xmlns:a16="http://schemas.microsoft.com/office/drawing/2014/main" id="{CB9810C2-D4E6-43DF-A861-EEC0DC9274D8}"/>
                  </a:ext>
                </a:extLst>
              </p:cNvPr>
              <p:cNvSpPr/>
              <p:nvPr/>
            </p:nvSpPr>
            <p:spPr>
              <a:xfrm>
                <a:off x="45534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56" name="타원 22055">
                <a:extLst>
                  <a:ext uri="{FF2B5EF4-FFF2-40B4-BE49-F238E27FC236}">
                    <a16:creationId xmlns:a16="http://schemas.microsoft.com/office/drawing/2014/main" id="{9FFCED85-C596-477D-8B6F-3F59524C8D9F}"/>
                  </a:ext>
                </a:extLst>
              </p:cNvPr>
              <p:cNvSpPr/>
              <p:nvPr/>
            </p:nvSpPr>
            <p:spPr>
              <a:xfrm>
                <a:off x="47058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57" name="타원 22056">
                <a:extLst>
                  <a:ext uri="{FF2B5EF4-FFF2-40B4-BE49-F238E27FC236}">
                    <a16:creationId xmlns:a16="http://schemas.microsoft.com/office/drawing/2014/main" id="{DF3E63DE-F18C-44BA-B911-954B471F3ADF}"/>
                  </a:ext>
                </a:extLst>
              </p:cNvPr>
              <p:cNvSpPr/>
              <p:nvPr/>
            </p:nvSpPr>
            <p:spPr>
              <a:xfrm>
                <a:off x="48582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58" name="타원 22057">
                <a:extLst>
                  <a:ext uri="{FF2B5EF4-FFF2-40B4-BE49-F238E27FC236}">
                    <a16:creationId xmlns:a16="http://schemas.microsoft.com/office/drawing/2014/main" id="{5C3F3DD7-C26E-4F24-BCD0-099E83C2FE29}"/>
                  </a:ext>
                </a:extLst>
              </p:cNvPr>
              <p:cNvSpPr/>
              <p:nvPr/>
            </p:nvSpPr>
            <p:spPr>
              <a:xfrm>
                <a:off x="50106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59" name="타원 22058">
                <a:extLst>
                  <a:ext uri="{FF2B5EF4-FFF2-40B4-BE49-F238E27FC236}">
                    <a16:creationId xmlns:a16="http://schemas.microsoft.com/office/drawing/2014/main" id="{B34C81EA-28FC-4EEB-831A-23F82A74EF0E}"/>
                  </a:ext>
                </a:extLst>
              </p:cNvPr>
              <p:cNvSpPr/>
              <p:nvPr/>
            </p:nvSpPr>
            <p:spPr>
              <a:xfrm>
                <a:off x="51630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60" name="타원 22059">
                <a:extLst>
                  <a:ext uri="{FF2B5EF4-FFF2-40B4-BE49-F238E27FC236}">
                    <a16:creationId xmlns:a16="http://schemas.microsoft.com/office/drawing/2014/main" id="{20585D1D-2454-4389-8841-FBB410F64762}"/>
                  </a:ext>
                </a:extLst>
              </p:cNvPr>
              <p:cNvSpPr/>
              <p:nvPr/>
            </p:nvSpPr>
            <p:spPr>
              <a:xfrm>
                <a:off x="53154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61" name="타원 22060">
                <a:extLst>
                  <a:ext uri="{FF2B5EF4-FFF2-40B4-BE49-F238E27FC236}">
                    <a16:creationId xmlns:a16="http://schemas.microsoft.com/office/drawing/2014/main" id="{64393FAA-9F6F-405B-A56D-BEBC71F070E9}"/>
                  </a:ext>
                </a:extLst>
              </p:cNvPr>
              <p:cNvSpPr/>
              <p:nvPr/>
            </p:nvSpPr>
            <p:spPr>
              <a:xfrm>
                <a:off x="54678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62" name="타원 22061">
                <a:extLst>
                  <a:ext uri="{FF2B5EF4-FFF2-40B4-BE49-F238E27FC236}">
                    <a16:creationId xmlns:a16="http://schemas.microsoft.com/office/drawing/2014/main" id="{75F55D48-3D30-490F-BCA1-92D05D175803}"/>
                  </a:ext>
                </a:extLst>
              </p:cNvPr>
              <p:cNvSpPr/>
              <p:nvPr/>
            </p:nvSpPr>
            <p:spPr>
              <a:xfrm>
                <a:off x="5620275" y="6679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63" name="타원 22062">
                <a:extLst>
                  <a:ext uri="{FF2B5EF4-FFF2-40B4-BE49-F238E27FC236}">
                    <a16:creationId xmlns:a16="http://schemas.microsoft.com/office/drawing/2014/main" id="{6E7C0B42-763B-4869-8465-09CFFD109746}"/>
                  </a:ext>
                </a:extLst>
              </p:cNvPr>
              <p:cNvSpPr/>
              <p:nvPr/>
            </p:nvSpPr>
            <p:spPr>
              <a:xfrm>
                <a:off x="2862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64" name="타원 22063">
                <a:extLst>
                  <a:ext uri="{FF2B5EF4-FFF2-40B4-BE49-F238E27FC236}">
                    <a16:creationId xmlns:a16="http://schemas.microsoft.com/office/drawing/2014/main" id="{CEA4EFB2-8AAF-4803-BEE4-FFD69B5810D6}"/>
                  </a:ext>
                </a:extLst>
              </p:cNvPr>
              <p:cNvSpPr/>
              <p:nvPr/>
            </p:nvSpPr>
            <p:spPr>
              <a:xfrm>
                <a:off x="4386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65" name="타원 22064">
                <a:extLst>
                  <a:ext uri="{FF2B5EF4-FFF2-40B4-BE49-F238E27FC236}">
                    <a16:creationId xmlns:a16="http://schemas.microsoft.com/office/drawing/2014/main" id="{04EEB094-E904-4B5E-8808-EF6BDE236F36}"/>
                  </a:ext>
                </a:extLst>
              </p:cNvPr>
              <p:cNvSpPr/>
              <p:nvPr/>
            </p:nvSpPr>
            <p:spPr>
              <a:xfrm>
                <a:off x="5910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66" name="타원 22065">
                <a:extLst>
                  <a:ext uri="{FF2B5EF4-FFF2-40B4-BE49-F238E27FC236}">
                    <a16:creationId xmlns:a16="http://schemas.microsoft.com/office/drawing/2014/main" id="{645312AE-CE53-412B-AF47-CBE5910FE13F}"/>
                  </a:ext>
                </a:extLst>
              </p:cNvPr>
              <p:cNvSpPr/>
              <p:nvPr/>
            </p:nvSpPr>
            <p:spPr>
              <a:xfrm>
                <a:off x="7434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67" name="타원 22066">
                <a:extLst>
                  <a:ext uri="{FF2B5EF4-FFF2-40B4-BE49-F238E27FC236}">
                    <a16:creationId xmlns:a16="http://schemas.microsoft.com/office/drawing/2014/main" id="{4820F8EE-588F-4558-B354-D6C8FD75C7EF}"/>
                  </a:ext>
                </a:extLst>
              </p:cNvPr>
              <p:cNvSpPr/>
              <p:nvPr/>
            </p:nvSpPr>
            <p:spPr>
              <a:xfrm>
                <a:off x="8958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68" name="타원 22067">
                <a:extLst>
                  <a:ext uri="{FF2B5EF4-FFF2-40B4-BE49-F238E27FC236}">
                    <a16:creationId xmlns:a16="http://schemas.microsoft.com/office/drawing/2014/main" id="{71945DDE-C632-4C55-BF7C-6948530A4005}"/>
                  </a:ext>
                </a:extLst>
              </p:cNvPr>
              <p:cNvSpPr/>
              <p:nvPr/>
            </p:nvSpPr>
            <p:spPr>
              <a:xfrm>
                <a:off x="10482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69" name="타원 22068">
                <a:extLst>
                  <a:ext uri="{FF2B5EF4-FFF2-40B4-BE49-F238E27FC236}">
                    <a16:creationId xmlns:a16="http://schemas.microsoft.com/office/drawing/2014/main" id="{54B05F65-2D72-45F7-9EF9-03D0BFFD18DA}"/>
                  </a:ext>
                </a:extLst>
              </p:cNvPr>
              <p:cNvSpPr/>
              <p:nvPr/>
            </p:nvSpPr>
            <p:spPr>
              <a:xfrm>
                <a:off x="12006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70" name="타원 22069">
                <a:extLst>
                  <a:ext uri="{FF2B5EF4-FFF2-40B4-BE49-F238E27FC236}">
                    <a16:creationId xmlns:a16="http://schemas.microsoft.com/office/drawing/2014/main" id="{E277C0F6-A28C-4CF8-BECB-5A5A80AA8F35}"/>
                  </a:ext>
                </a:extLst>
              </p:cNvPr>
              <p:cNvSpPr/>
              <p:nvPr/>
            </p:nvSpPr>
            <p:spPr>
              <a:xfrm>
                <a:off x="13530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71" name="타원 22070">
                <a:extLst>
                  <a:ext uri="{FF2B5EF4-FFF2-40B4-BE49-F238E27FC236}">
                    <a16:creationId xmlns:a16="http://schemas.microsoft.com/office/drawing/2014/main" id="{57065C6B-BB45-4ED8-B825-9BDCE6619D55}"/>
                  </a:ext>
                </a:extLst>
              </p:cNvPr>
              <p:cNvSpPr/>
              <p:nvPr/>
            </p:nvSpPr>
            <p:spPr>
              <a:xfrm>
                <a:off x="15054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72" name="타원 22071">
                <a:extLst>
                  <a:ext uri="{FF2B5EF4-FFF2-40B4-BE49-F238E27FC236}">
                    <a16:creationId xmlns:a16="http://schemas.microsoft.com/office/drawing/2014/main" id="{DA012C7E-3FF3-4196-97F9-71A87EBA12D3}"/>
                  </a:ext>
                </a:extLst>
              </p:cNvPr>
              <p:cNvSpPr/>
              <p:nvPr/>
            </p:nvSpPr>
            <p:spPr>
              <a:xfrm>
                <a:off x="16578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73" name="타원 22072">
                <a:extLst>
                  <a:ext uri="{FF2B5EF4-FFF2-40B4-BE49-F238E27FC236}">
                    <a16:creationId xmlns:a16="http://schemas.microsoft.com/office/drawing/2014/main" id="{CC6FC217-8A2B-433A-88A7-34C73775720C}"/>
                  </a:ext>
                </a:extLst>
              </p:cNvPr>
              <p:cNvSpPr/>
              <p:nvPr/>
            </p:nvSpPr>
            <p:spPr>
              <a:xfrm>
                <a:off x="18102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74" name="타원 22073">
                <a:extLst>
                  <a:ext uri="{FF2B5EF4-FFF2-40B4-BE49-F238E27FC236}">
                    <a16:creationId xmlns:a16="http://schemas.microsoft.com/office/drawing/2014/main" id="{AB83346B-EBAD-43EC-AFE0-2E78D7E57663}"/>
                  </a:ext>
                </a:extLst>
              </p:cNvPr>
              <p:cNvSpPr/>
              <p:nvPr/>
            </p:nvSpPr>
            <p:spPr>
              <a:xfrm>
                <a:off x="19626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75" name="타원 22074">
                <a:extLst>
                  <a:ext uri="{FF2B5EF4-FFF2-40B4-BE49-F238E27FC236}">
                    <a16:creationId xmlns:a16="http://schemas.microsoft.com/office/drawing/2014/main" id="{6221B606-0ABD-423D-8BBA-3E48623FD517}"/>
                  </a:ext>
                </a:extLst>
              </p:cNvPr>
              <p:cNvSpPr/>
              <p:nvPr/>
            </p:nvSpPr>
            <p:spPr>
              <a:xfrm>
                <a:off x="21150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76" name="타원 22075">
                <a:extLst>
                  <a:ext uri="{FF2B5EF4-FFF2-40B4-BE49-F238E27FC236}">
                    <a16:creationId xmlns:a16="http://schemas.microsoft.com/office/drawing/2014/main" id="{C433635F-3BDA-485B-A486-55B6506F2C7C}"/>
                  </a:ext>
                </a:extLst>
              </p:cNvPr>
              <p:cNvSpPr/>
              <p:nvPr/>
            </p:nvSpPr>
            <p:spPr>
              <a:xfrm>
                <a:off x="22674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77" name="타원 22076">
                <a:extLst>
                  <a:ext uri="{FF2B5EF4-FFF2-40B4-BE49-F238E27FC236}">
                    <a16:creationId xmlns:a16="http://schemas.microsoft.com/office/drawing/2014/main" id="{2F68A5AF-1E19-441D-AB47-8DCFEB3E80E8}"/>
                  </a:ext>
                </a:extLst>
              </p:cNvPr>
              <p:cNvSpPr/>
              <p:nvPr/>
            </p:nvSpPr>
            <p:spPr>
              <a:xfrm>
                <a:off x="24198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78" name="타원 22077">
                <a:extLst>
                  <a:ext uri="{FF2B5EF4-FFF2-40B4-BE49-F238E27FC236}">
                    <a16:creationId xmlns:a16="http://schemas.microsoft.com/office/drawing/2014/main" id="{49ACCC56-EAAB-48EC-8687-5594322D1B67}"/>
                  </a:ext>
                </a:extLst>
              </p:cNvPr>
              <p:cNvSpPr/>
              <p:nvPr/>
            </p:nvSpPr>
            <p:spPr>
              <a:xfrm>
                <a:off x="25722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79" name="타원 22078">
                <a:extLst>
                  <a:ext uri="{FF2B5EF4-FFF2-40B4-BE49-F238E27FC236}">
                    <a16:creationId xmlns:a16="http://schemas.microsoft.com/office/drawing/2014/main" id="{127ED705-D43A-4B9D-B05E-CF7FE9D51ABF}"/>
                  </a:ext>
                </a:extLst>
              </p:cNvPr>
              <p:cNvSpPr/>
              <p:nvPr/>
            </p:nvSpPr>
            <p:spPr>
              <a:xfrm>
                <a:off x="27246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80" name="타원 22079">
                <a:extLst>
                  <a:ext uri="{FF2B5EF4-FFF2-40B4-BE49-F238E27FC236}">
                    <a16:creationId xmlns:a16="http://schemas.microsoft.com/office/drawing/2014/main" id="{C7E7D1D9-0E85-4E30-873A-508F7FF49FC3}"/>
                  </a:ext>
                </a:extLst>
              </p:cNvPr>
              <p:cNvSpPr/>
              <p:nvPr/>
            </p:nvSpPr>
            <p:spPr>
              <a:xfrm>
                <a:off x="28770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81" name="타원 22080">
                <a:extLst>
                  <a:ext uri="{FF2B5EF4-FFF2-40B4-BE49-F238E27FC236}">
                    <a16:creationId xmlns:a16="http://schemas.microsoft.com/office/drawing/2014/main" id="{E43E4D5D-7610-49EA-9170-5F33D2AFB10D}"/>
                  </a:ext>
                </a:extLst>
              </p:cNvPr>
              <p:cNvSpPr/>
              <p:nvPr/>
            </p:nvSpPr>
            <p:spPr>
              <a:xfrm>
                <a:off x="30294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82" name="타원 22081">
                <a:extLst>
                  <a:ext uri="{FF2B5EF4-FFF2-40B4-BE49-F238E27FC236}">
                    <a16:creationId xmlns:a16="http://schemas.microsoft.com/office/drawing/2014/main" id="{C6C9E1F7-964D-44F0-8EDE-0226591430D3}"/>
                  </a:ext>
                </a:extLst>
              </p:cNvPr>
              <p:cNvSpPr/>
              <p:nvPr/>
            </p:nvSpPr>
            <p:spPr>
              <a:xfrm>
                <a:off x="31818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83" name="타원 22082">
                <a:extLst>
                  <a:ext uri="{FF2B5EF4-FFF2-40B4-BE49-F238E27FC236}">
                    <a16:creationId xmlns:a16="http://schemas.microsoft.com/office/drawing/2014/main" id="{67F4AFA7-DD3A-48B3-8DA4-92BEBC86CCC2}"/>
                  </a:ext>
                </a:extLst>
              </p:cNvPr>
              <p:cNvSpPr/>
              <p:nvPr/>
            </p:nvSpPr>
            <p:spPr>
              <a:xfrm>
                <a:off x="33342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84" name="타원 22083">
                <a:extLst>
                  <a:ext uri="{FF2B5EF4-FFF2-40B4-BE49-F238E27FC236}">
                    <a16:creationId xmlns:a16="http://schemas.microsoft.com/office/drawing/2014/main" id="{4F6A1A6E-8BAD-400E-A2ED-FE7099208722}"/>
                  </a:ext>
                </a:extLst>
              </p:cNvPr>
              <p:cNvSpPr/>
              <p:nvPr/>
            </p:nvSpPr>
            <p:spPr>
              <a:xfrm>
                <a:off x="34866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85" name="타원 22084">
                <a:extLst>
                  <a:ext uri="{FF2B5EF4-FFF2-40B4-BE49-F238E27FC236}">
                    <a16:creationId xmlns:a16="http://schemas.microsoft.com/office/drawing/2014/main" id="{72BE983A-68E1-4D12-8EAA-19C113E7ADEE}"/>
                  </a:ext>
                </a:extLst>
              </p:cNvPr>
              <p:cNvSpPr/>
              <p:nvPr/>
            </p:nvSpPr>
            <p:spPr>
              <a:xfrm>
                <a:off x="36390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86" name="타원 22085">
                <a:extLst>
                  <a:ext uri="{FF2B5EF4-FFF2-40B4-BE49-F238E27FC236}">
                    <a16:creationId xmlns:a16="http://schemas.microsoft.com/office/drawing/2014/main" id="{C969D573-5D51-4B1B-9FD2-A741CBA25B94}"/>
                  </a:ext>
                </a:extLst>
              </p:cNvPr>
              <p:cNvSpPr/>
              <p:nvPr/>
            </p:nvSpPr>
            <p:spPr>
              <a:xfrm>
                <a:off x="37914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87" name="타원 22086">
                <a:extLst>
                  <a:ext uri="{FF2B5EF4-FFF2-40B4-BE49-F238E27FC236}">
                    <a16:creationId xmlns:a16="http://schemas.microsoft.com/office/drawing/2014/main" id="{D066FEC5-D60F-4A67-A6BA-D919493823D3}"/>
                  </a:ext>
                </a:extLst>
              </p:cNvPr>
              <p:cNvSpPr/>
              <p:nvPr/>
            </p:nvSpPr>
            <p:spPr>
              <a:xfrm>
                <a:off x="39438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88" name="타원 22087">
                <a:extLst>
                  <a:ext uri="{FF2B5EF4-FFF2-40B4-BE49-F238E27FC236}">
                    <a16:creationId xmlns:a16="http://schemas.microsoft.com/office/drawing/2014/main" id="{3AC57ECF-4E56-4F40-89B3-A96B0B78DE90}"/>
                  </a:ext>
                </a:extLst>
              </p:cNvPr>
              <p:cNvSpPr/>
              <p:nvPr/>
            </p:nvSpPr>
            <p:spPr>
              <a:xfrm>
                <a:off x="40962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89" name="타원 22088">
                <a:extLst>
                  <a:ext uri="{FF2B5EF4-FFF2-40B4-BE49-F238E27FC236}">
                    <a16:creationId xmlns:a16="http://schemas.microsoft.com/office/drawing/2014/main" id="{F36B9C1D-6E5C-4D05-8A0E-CBF129F05AAC}"/>
                  </a:ext>
                </a:extLst>
              </p:cNvPr>
              <p:cNvSpPr/>
              <p:nvPr/>
            </p:nvSpPr>
            <p:spPr>
              <a:xfrm>
                <a:off x="42486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90" name="타원 22089">
                <a:extLst>
                  <a:ext uri="{FF2B5EF4-FFF2-40B4-BE49-F238E27FC236}">
                    <a16:creationId xmlns:a16="http://schemas.microsoft.com/office/drawing/2014/main" id="{DB8DC1DB-6356-4EC0-84FF-AC06D038CEAE}"/>
                  </a:ext>
                </a:extLst>
              </p:cNvPr>
              <p:cNvSpPr/>
              <p:nvPr/>
            </p:nvSpPr>
            <p:spPr>
              <a:xfrm>
                <a:off x="44010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91" name="타원 22090">
                <a:extLst>
                  <a:ext uri="{FF2B5EF4-FFF2-40B4-BE49-F238E27FC236}">
                    <a16:creationId xmlns:a16="http://schemas.microsoft.com/office/drawing/2014/main" id="{8C5468B1-FB55-4842-8D37-C939B8147A40}"/>
                  </a:ext>
                </a:extLst>
              </p:cNvPr>
              <p:cNvSpPr/>
              <p:nvPr/>
            </p:nvSpPr>
            <p:spPr>
              <a:xfrm>
                <a:off x="45534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92" name="타원 22091">
                <a:extLst>
                  <a:ext uri="{FF2B5EF4-FFF2-40B4-BE49-F238E27FC236}">
                    <a16:creationId xmlns:a16="http://schemas.microsoft.com/office/drawing/2014/main" id="{0AF0A292-DCB7-4DD7-BCE4-C76DCA4C2F7C}"/>
                  </a:ext>
                </a:extLst>
              </p:cNvPr>
              <p:cNvSpPr/>
              <p:nvPr/>
            </p:nvSpPr>
            <p:spPr>
              <a:xfrm>
                <a:off x="47058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93" name="타원 22092">
                <a:extLst>
                  <a:ext uri="{FF2B5EF4-FFF2-40B4-BE49-F238E27FC236}">
                    <a16:creationId xmlns:a16="http://schemas.microsoft.com/office/drawing/2014/main" id="{4306D940-7AEF-4ADF-8616-471217CC326A}"/>
                  </a:ext>
                </a:extLst>
              </p:cNvPr>
              <p:cNvSpPr/>
              <p:nvPr/>
            </p:nvSpPr>
            <p:spPr>
              <a:xfrm>
                <a:off x="48582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94" name="타원 22093">
                <a:extLst>
                  <a:ext uri="{FF2B5EF4-FFF2-40B4-BE49-F238E27FC236}">
                    <a16:creationId xmlns:a16="http://schemas.microsoft.com/office/drawing/2014/main" id="{4B14DD6F-EC5B-4F0A-953A-E2062AAFD793}"/>
                  </a:ext>
                </a:extLst>
              </p:cNvPr>
              <p:cNvSpPr/>
              <p:nvPr/>
            </p:nvSpPr>
            <p:spPr>
              <a:xfrm>
                <a:off x="50106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95" name="타원 22094">
                <a:extLst>
                  <a:ext uri="{FF2B5EF4-FFF2-40B4-BE49-F238E27FC236}">
                    <a16:creationId xmlns:a16="http://schemas.microsoft.com/office/drawing/2014/main" id="{3933BF79-DAD5-4AC7-A023-D2FF45805FD2}"/>
                  </a:ext>
                </a:extLst>
              </p:cNvPr>
              <p:cNvSpPr/>
              <p:nvPr/>
            </p:nvSpPr>
            <p:spPr>
              <a:xfrm>
                <a:off x="51630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96" name="타원 22095">
                <a:extLst>
                  <a:ext uri="{FF2B5EF4-FFF2-40B4-BE49-F238E27FC236}">
                    <a16:creationId xmlns:a16="http://schemas.microsoft.com/office/drawing/2014/main" id="{E0645EE6-B19D-44E2-BDA1-9A67A30B2966}"/>
                  </a:ext>
                </a:extLst>
              </p:cNvPr>
              <p:cNvSpPr/>
              <p:nvPr/>
            </p:nvSpPr>
            <p:spPr>
              <a:xfrm>
                <a:off x="53154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97" name="타원 22096">
                <a:extLst>
                  <a:ext uri="{FF2B5EF4-FFF2-40B4-BE49-F238E27FC236}">
                    <a16:creationId xmlns:a16="http://schemas.microsoft.com/office/drawing/2014/main" id="{CC603D3F-5835-4F96-9A3E-265D750C4A6E}"/>
                  </a:ext>
                </a:extLst>
              </p:cNvPr>
              <p:cNvSpPr/>
              <p:nvPr/>
            </p:nvSpPr>
            <p:spPr>
              <a:xfrm>
                <a:off x="54678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98" name="타원 22097">
                <a:extLst>
                  <a:ext uri="{FF2B5EF4-FFF2-40B4-BE49-F238E27FC236}">
                    <a16:creationId xmlns:a16="http://schemas.microsoft.com/office/drawing/2014/main" id="{0354B557-4C78-4116-B647-20719485684A}"/>
                  </a:ext>
                </a:extLst>
              </p:cNvPr>
              <p:cNvSpPr/>
              <p:nvPr/>
            </p:nvSpPr>
            <p:spPr>
              <a:xfrm>
                <a:off x="5620275" y="68320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099" name="타원 22098">
                <a:extLst>
                  <a:ext uri="{FF2B5EF4-FFF2-40B4-BE49-F238E27FC236}">
                    <a16:creationId xmlns:a16="http://schemas.microsoft.com/office/drawing/2014/main" id="{8D4247CB-30BD-4BCC-982D-CD974D782D41}"/>
                  </a:ext>
                </a:extLst>
              </p:cNvPr>
              <p:cNvSpPr/>
              <p:nvPr/>
            </p:nvSpPr>
            <p:spPr>
              <a:xfrm>
                <a:off x="2862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00" name="타원 22099">
                <a:extLst>
                  <a:ext uri="{FF2B5EF4-FFF2-40B4-BE49-F238E27FC236}">
                    <a16:creationId xmlns:a16="http://schemas.microsoft.com/office/drawing/2014/main" id="{B91D3527-B23E-456E-9F77-370922A8477C}"/>
                  </a:ext>
                </a:extLst>
              </p:cNvPr>
              <p:cNvSpPr/>
              <p:nvPr/>
            </p:nvSpPr>
            <p:spPr>
              <a:xfrm>
                <a:off x="4386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01" name="타원 22100">
                <a:extLst>
                  <a:ext uri="{FF2B5EF4-FFF2-40B4-BE49-F238E27FC236}">
                    <a16:creationId xmlns:a16="http://schemas.microsoft.com/office/drawing/2014/main" id="{7B6D5A4B-8FF4-4178-BE03-1194955C750E}"/>
                  </a:ext>
                </a:extLst>
              </p:cNvPr>
              <p:cNvSpPr/>
              <p:nvPr/>
            </p:nvSpPr>
            <p:spPr>
              <a:xfrm>
                <a:off x="5910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02" name="타원 22101">
                <a:extLst>
                  <a:ext uri="{FF2B5EF4-FFF2-40B4-BE49-F238E27FC236}">
                    <a16:creationId xmlns:a16="http://schemas.microsoft.com/office/drawing/2014/main" id="{F596BF4F-95D4-4996-B855-1DEE7FA15CD2}"/>
                  </a:ext>
                </a:extLst>
              </p:cNvPr>
              <p:cNvSpPr/>
              <p:nvPr/>
            </p:nvSpPr>
            <p:spPr>
              <a:xfrm>
                <a:off x="7434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03" name="타원 22102">
                <a:extLst>
                  <a:ext uri="{FF2B5EF4-FFF2-40B4-BE49-F238E27FC236}">
                    <a16:creationId xmlns:a16="http://schemas.microsoft.com/office/drawing/2014/main" id="{A916A094-BFAC-4868-81BF-35942D27E45A}"/>
                  </a:ext>
                </a:extLst>
              </p:cNvPr>
              <p:cNvSpPr/>
              <p:nvPr/>
            </p:nvSpPr>
            <p:spPr>
              <a:xfrm>
                <a:off x="8958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04" name="타원 22103">
                <a:extLst>
                  <a:ext uri="{FF2B5EF4-FFF2-40B4-BE49-F238E27FC236}">
                    <a16:creationId xmlns:a16="http://schemas.microsoft.com/office/drawing/2014/main" id="{695D3705-9CE9-4E46-8BA0-6154FBD40768}"/>
                  </a:ext>
                </a:extLst>
              </p:cNvPr>
              <p:cNvSpPr/>
              <p:nvPr/>
            </p:nvSpPr>
            <p:spPr>
              <a:xfrm>
                <a:off x="10482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05" name="타원 22104">
                <a:extLst>
                  <a:ext uri="{FF2B5EF4-FFF2-40B4-BE49-F238E27FC236}">
                    <a16:creationId xmlns:a16="http://schemas.microsoft.com/office/drawing/2014/main" id="{AC8F3009-878B-42E9-B81C-98E20B04EB5A}"/>
                  </a:ext>
                </a:extLst>
              </p:cNvPr>
              <p:cNvSpPr/>
              <p:nvPr/>
            </p:nvSpPr>
            <p:spPr>
              <a:xfrm>
                <a:off x="12006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06" name="타원 22105">
                <a:extLst>
                  <a:ext uri="{FF2B5EF4-FFF2-40B4-BE49-F238E27FC236}">
                    <a16:creationId xmlns:a16="http://schemas.microsoft.com/office/drawing/2014/main" id="{CC1D975F-EC89-49E8-A714-7C017CE21D7F}"/>
                  </a:ext>
                </a:extLst>
              </p:cNvPr>
              <p:cNvSpPr/>
              <p:nvPr/>
            </p:nvSpPr>
            <p:spPr>
              <a:xfrm>
                <a:off x="13530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07" name="타원 22106">
                <a:extLst>
                  <a:ext uri="{FF2B5EF4-FFF2-40B4-BE49-F238E27FC236}">
                    <a16:creationId xmlns:a16="http://schemas.microsoft.com/office/drawing/2014/main" id="{923898E7-8735-459D-B3E1-98DE40BC760B}"/>
                  </a:ext>
                </a:extLst>
              </p:cNvPr>
              <p:cNvSpPr/>
              <p:nvPr/>
            </p:nvSpPr>
            <p:spPr>
              <a:xfrm>
                <a:off x="15054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08" name="타원 22107">
                <a:extLst>
                  <a:ext uri="{FF2B5EF4-FFF2-40B4-BE49-F238E27FC236}">
                    <a16:creationId xmlns:a16="http://schemas.microsoft.com/office/drawing/2014/main" id="{DFD4725D-204C-4A2A-8ABE-B317E5AED74F}"/>
                  </a:ext>
                </a:extLst>
              </p:cNvPr>
              <p:cNvSpPr/>
              <p:nvPr/>
            </p:nvSpPr>
            <p:spPr>
              <a:xfrm>
                <a:off x="16578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09" name="타원 22108">
                <a:extLst>
                  <a:ext uri="{FF2B5EF4-FFF2-40B4-BE49-F238E27FC236}">
                    <a16:creationId xmlns:a16="http://schemas.microsoft.com/office/drawing/2014/main" id="{FE2CD49E-6216-4ABD-957A-9DF1A7819DB5}"/>
                  </a:ext>
                </a:extLst>
              </p:cNvPr>
              <p:cNvSpPr/>
              <p:nvPr/>
            </p:nvSpPr>
            <p:spPr>
              <a:xfrm>
                <a:off x="18102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10" name="타원 22109">
                <a:extLst>
                  <a:ext uri="{FF2B5EF4-FFF2-40B4-BE49-F238E27FC236}">
                    <a16:creationId xmlns:a16="http://schemas.microsoft.com/office/drawing/2014/main" id="{73466CB4-B797-4EAD-A49F-13BEFEBD530D}"/>
                  </a:ext>
                </a:extLst>
              </p:cNvPr>
              <p:cNvSpPr/>
              <p:nvPr/>
            </p:nvSpPr>
            <p:spPr>
              <a:xfrm>
                <a:off x="19626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11" name="타원 22110">
                <a:extLst>
                  <a:ext uri="{FF2B5EF4-FFF2-40B4-BE49-F238E27FC236}">
                    <a16:creationId xmlns:a16="http://schemas.microsoft.com/office/drawing/2014/main" id="{CDED2E34-9CAF-4D72-9AA9-DFDD3553C374}"/>
                  </a:ext>
                </a:extLst>
              </p:cNvPr>
              <p:cNvSpPr/>
              <p:nvPr/>
            </p:nvSpPr>
            <p:spPr>
              <a:xfrm>
                <a:off x="21150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12" name="타원 22111">
                <a:extLst>
                  <a:ext uri="{FF2B5EF4-FFF2-40B4-BE49-F238E27FC236}">
                    <a16:creationId xmlns:a16="http://schemas.microsoft.com/office/drawing/2014/main" id="{8CD159A1-4A2A-46D0-8460-467191BFFE0E}"/>
                  </a:ext>
                </a:extLst>
              </p:cNvPr>
              <p:cNvSpPr/>
              <p:nvPr/>
            </p:nvSpPr>
            <p:spPr>
              <a:xfrm>
                <a:off x="22674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13" name="타원 22112">
                <a:extLst>
                  <a:ext uri="{FF2B5EF4-FFF2-40B4-BE49-F238E27FC236}">
                    <a16:creationId xmlns:a16="http://schemas.microsoft.com/office/drawing/2014/main" id="{551A60E0-B260-496D-9A5E-8B8347806AE9}"/>
                  </a:ext>
                </a:extLst>
              </p:cNvPr>
              <p:cNvSpPr/>
              <p:nvPr/>
            </p:nvSpPr>
            <p:spPr>
              <a:xfrm>
                <a:off x="24198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14" name="타원 22113">
                <a:extLst>
                  <a:ext uri="{FF2B5EF4-FFF2-40B4-BE49-F238E27FC236}">
                    <a16:creationId xmlns:a16="http://schemas.microsoft.com/office/drawing/2014/main" id="{42FE9243-B82B-4102-B666-58C457B93A78}"/>
                  </a:ext>
                </a:extLst>
              </p:cNvPr>
              <p:cNvSpPr/>
              <p:nvPr/>
            </p:nvSpPr>
            <p:spPr>
              <a:xfrm>
                <a:off x="25722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15" name="타원 22114">
                <a:extLst>
                  <a:ext uri="{FF2B5EF4-FFF2-40B4-BE49-F238E27FC236}">
                    <a16:creationId xmlns:a16="http://schemas.microsoft.com/office/drawing/2014/main" id="{16273596-FF13-423C-B925-DA45203C72F2}"/>
                  </a:ext>
                </a:extLst>
              </p:cNvPr>
              <p:cNvSpPr/>
              <p:nvPr/>
            </p:nvSpPr>
            <p:spPr>
              <a:xfrm>
                <a:off x="27246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16" name="타원 22115">
                <a:extLst>
                  <a:ext uri="{FF2B5EF4-FFF2-40B4-BE49-F238E27FC236}">
                    <a16:creationId xmlns:a16="http://schemas.microsoft.com/office/drawing/2014/main" id="{2FCCCA5A-CB4B-4620-8F21-0650FFB51393}"/>
                  </a:ext>
                </a:extLst>
              </p:cNvPr>
              <p:cNvSpPr/>
              <p:nvPr/>
            </p:nvSpPr>
            <p:spPr>
              <a:xfrm>
                <a:off x="28770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17" name="타원 22116">
                <a:extLst>
                  <a:ext uri="{FF2B5EF4-FFF2-40B4-BE49-F238E27FC236}">
                    <a16:creationId xmlns:a16="http://schemas.microsoft.com/office/drawing/2014/main" id="{7B2BAFF1-294D-42A2-9A75-21CEECF08CAE}"/>
                  </a:ext>
                </a:extLst>
              </p:cNvPr>
              <p:cNvSpPr/>
              <p:nvPr/>
            </p:nvSpPr>
            <p:spPr>
              <a:xfrm>
                <a:off x="30294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18" name="타원 22117">
                <a:extLst>
                  <a:ext uri="{FF2B5EF4-FFF2-40B4-BE49-F238E27FC236}">
                    <a16:creationId xmlns:a16="http://schemas.microsoft.com/office/drawing/2014/main" id="{16BF6F5C-E120-44FC-ADBA-5690C29C9856}"/>
                  </a:ext>
                </a:extLst>
              </p:cNvPr>
              <p:cNvSpPr/>
              <p:nvPr/>
            </p:nvSpPr>
            <p:spPr>
              <a:xfrm>
                <a:off x="31818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19" name="타원 22118">
                <a:extLst>
                  <a:ext uri="{FF2B5EF4-FFF2-40B4-BE49-F238E27FC236}">
                    <a16:creationId xmlns:a16="http://schemas.microsoft.com/office/drawing/2014/main" id="{B83AFD18-DDB5-4983-A9A7-658923CDF377}"/>
                  </a:ext>
                </a:extLst>
              </p:cNvPr>
              <p:cNvSpPr/>
              <p:nvPr/>
            </p:nvSpPr>
            <p:spPr>
              <a:xfrm>
                <a:off x="33342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20" name="타원 22119">
                <a:extLst>
                  <a:ext uri="{FF2B5EF4-FFF2-40B4-BE49-F238E27FC236}">
                    <a16:creationId xmlns:a16="http://schemas.microsoft.com/office/drawing/2014/main" id="{D7690E9B-DA08-465B-8706-507C812E2845}"/>
                  </a:ext>
                </a:extLst>
              </p:cNvPr>
              <p:cNvSpPr/>
              <p:nvPr/>
            </p:nvSpPr>
            <p:spPr>
              <a:xfrm>
                <a:off x="34866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21" name="타원 22120">
                <a:extLst>
                  <a:ext uri="{FF2B5EF4-FFF2-40B4-BE49-F238E27FC236}">
                    <a16:creationId xmlns:a16="http://schemas.microsoft.com/office/drawing/2014/main" id="{55D27BF9-9C69-45D0-85D5-A4E915837BEF}"/>
                  </a:ext>
                </a:extLst>
              </p:cNvPr>
              <p:cNvSpPr/>
              <p:nvPr/>
            </p:nvSpPr>
            <p:spPr>
              <a:xfrm>
                <a:off x="36390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22" name="타원 22121">
                <a:extLst>
                  <a:ext uri="{FF2B5EF4-FFF2-40B4-BE49-F238E27FC236}">
                    <a16:creationId xmlns:a16="http://schemas.microsoft.com/office/drawing/2014/main" id="{A3952038-B004-41E3-9893-7B6EF967893B}"/>
                  </a:ext>
                </a:extLst>
              </p:cNvPr>
              <p:cNvSpPr/>
              <p:nvPr/>
            </p:nvSpPr>
            <p:spPr>
              <a:xfrm>
                <a:off x="37914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23" name="타원 22122">
                <a:extLst>
                  <a:ext uri="{FF2B5EF4-FFF2-40B4-BE49-F238E27FC236}">
                    <a16:creationId xmlns:a16="http://schemas.microsoft.com/office/drawing/2014/main" id="{04FB93F9-955B-4B60-8EE5-121FF87A194A}"/>
                  </a:ext>
                </a:extLst>
              </p:cNvPr>
              <p:cNvSpPr/>
              <p:nvPr/>
            </p:nvSpPr>
            <p:spPr>
              <a:xfrm>
                <a:off x="39438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24" name="타원 22123">
                <a:extLst>
                  <a:ext uri="{FF2B5EF4-FFF2-40B4-BE49-F238E27FC236}">
                    <a16:creationId xmlns:a16="http://schemas.microsoft.com/office/drawing/2014/main" id="{ED378D6C-6596-4F5E-9613-A4BF68A9760F}"/>
                  </a:ext>
                </a:extLst>
              </p:cNvPr>
              <p:cNvSpPr/>
              <p:nvPr/>
            </p:nvSpPr>
            <p:spPr>
              <a:xfrm>
                <a:off x="40962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25" name="타원 22124">
                <a:extLst>
                  <a:ext uri="{FF2B5EF4-FFF2-40B4-BE49-F238E27FC236}">
                    <a16:creationId xmlns:a16="http://schemas.microsoft.com/office/drawing/2014/main" id="{4EA8D43E-BEF7-4FA0-A657-D0AEA93DD667}"/>
                  </a:ext>
                </a:extLst>
              </p:cNvPr>
              <p:cNvSpPr/>
              <p:nvPr/>
            </p:nvSpPr>
            <p:spPr>
              <a:xfrm>
                <a:off x="42486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26" name="타원 22125">
                <a:extLst>
                  <a:ext uri="{FF2B5EF4-FFF2-40B4-BE49-F238E27FC236}">
                    <a16:creationId xmlns:a16="http://schemas.microsoft.com/office/drawing/2014/main" id="{9CE623B1-5325-4F5D-90A1-4B57F263E068}"/>
                  </a:ext>
                </a:extLst>
              </p:cNvPr>
              <p:cNvSpPr/>
              <p:nvPr/>
            </p:nvSpPr>
            <p:spPr>
              <a:xfrm>
                <a:off x="44010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27" name="타원 22126">
                <a:extLst>
                  <a:ext uri="{FF2B5EF4-FFF2-40B4-BE49-F238E27FC236}">
                    <a16:creationId xmlns:a16="http://schemas.microsoft.com/office/drawing/2014/main" id="{C301AF7A-B932-4102-84DB-B98BA6E725DD}"/>
                  </a:ext>
                </a:extLst>
              </p:cNvPr>
              <p:cNvSpPr/>
              <p:nvPr/>
            </p:nvSpPr>
            <p:spPr>
              <a:xfrm>
                <a:off x="45534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28" name="타원 22127">
                <a:extLst>
                  <a:ext uri="{FF2B5EF4-FFF2-40B4-BE49-F238E27FC236}">
                    <a16:creationId xmlns:a16="http://schemas.microsoft.com/office/drawing/2014/main" id="{0A86C04E-1003-4E3C-8933-D061362B7635}"/>
                  </a:ext>
                </a:extLst>
              </p:cNvPr>
              <p:cNvSpPr/>
              <p:nvPr/>
            </p:nvSpPr>
            <p:spPr>
              <a:xfrm>
                <a:off x="47058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29" name="타원 22128">
                <a:extLst>
                  <a:ext uri="{FF2B5EF4-FFF2-40B4-BE49-F238E27FC236}">
                    <a16:creationId xmlns:a16="http://schemas.microsoft.com/office/drawing/2014/main" id="{B8A36598-68F7-4A2C-A06A-6690E4B5C87C}"/>
                  </a:ext>
                </a:extLst>
              </p:cNvPr>
              <p:cNvSpPr/>
              <p:nvPr/>
            </p:nvSpPr>
            <p:spPr>
              <a:xfrm>
                <a:off x="48582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30" name="타원 22129">
                <a:extLst>
                  <a:ext uri="{FF2B5EF4-FFF2-40B4-BE49-F238E27FC236}">
                    <a16:creationId xmlns:a16="http://schemas.microsoft.com/office/drawing/2014/main" id="{53C2BA12-CC51-44F0-BB6C-7833072841F2}"/>
                  </a:ext>
                </a:extLst>
              </p:cNvPr>
              <p:cNvSpPr/>
              <p:nvPr/>
            </p:nvSpPr>
            <p:spPr>
              <a:xfrm>
                <a:off x="50106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31" name="타원 22130">
                <a:extLst>
                  <a:ext uri="{FF2B5EF4-FFF2-40B4-BE49-F238E27FC236}">
                    <a16:creationId xmlns:a16="http://schemas.microsoft.com/office/drawing/2014/main" id="{684AE6F6-96F4-42C3-9EC7-7D60E349B4A9}"/>
                  </a:ext>
                </a:extLst>
              </p:cNvPr>
              <p:cNvSpPr/>
              <p:nvPr/>
            </p:nvSpPr>
            <p:spPr>
              <a:xfrm>
                <a:off x="51630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32" name="타원 22131">
                <a:extLst>
                  <a:ext uri="{FF2B5EF4-FFF2-40B4-BE49-F238E27FC236}">
                    <a16:creationId xmlns:a16="http://schemas.microsoft.com/office/drawing/2014/main" id="{29C73DCC-29F2-422E-845C-D5EB75A1929E}"/>
                  </a:ext>
                </a:extLst>
              </p:cNvPr>
              <p:cNvSpPr/>
              <p:nvPr/>
            </p:nvSpPr>
            <p:spPr>
              <a:xfrm>
                <a:off x="53154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33" name="타원 22132">
                <a:extLst>
                  <a:ext uri="{FF2B5EF4-FFF2-40B4-BE49-F238E27FC236}">
                    <a16:creationId xmlns:a16="http://schemas.microsoft.com/office/drawing/2014/main" id="{513CAFD9-CDEC-45F4-86EB-12CA9CDF3817}"/>
                  </a:ext>
                </a:extLst>
              </p:cNvPr>
              <p:cNvSpPr/>
              <p:nvPr/>
            </p:nvSpPr>
            <p:spPr>
              <a:xfrm>
                <a:off x="54678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34" name="타원 22133">
                <a:extLst>
                  <a:ext uri="{FF2B5EF4-FFF2-40B4-BE49-F238E27FC236}">
                    <a16:creationId xmlns:a16="http://schemas.microsoft.com/office/drawing/2014/main" id="{F1FC1B65-EE59-45B6-A937-7BDDEC853BCC}"/>
                  </a:ext>
                </a:extLst>
              </p:cNvPr>
              <p:cNvSpPr/>
              <p:nvPr/>
            </p:nvSpPr>
            <p:spPr>
              <a:xfrm>
                <a:off x="5620275" y="69844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35" name="타원 22134">
                <a:extLst>
                  <a:ext uri="{FF2B5EF4-FFF2-40B4-BE49-F238E27FC236}">
                    <a16:creationId xmlns:a16="http://schemas.microsoft.com/office/drawing/2014/main" id="{9C22386E-698C-4398-93E0-50822D0B3C41}"/>
                  </a:ext>
                </a:extLst>
              </p:cNvPr>
              <p:cNvSpPr/>
              <p:nvPr/>
            </p:nvSpPr>
            <p:spPr>
              <a:xfrm>
                <a:off x="2862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36" name="타원 22135">
                <a:extLst>
                  <a:ext uri="{FF2B5EF4-FFF2-40B4-BE49-F238E27FC236}">
                    <a16:creationId xmlns:a16="http://schemas.microsoft.com/office/drawing/2014/main" id="{8609F594-00CE-4BCE-8E05-D2BBAFF42C53}"/>
                  </a:ext>
                </a:extLst>
              </p:cNvPr>
              <p:cNvSpPr/>
              <p:nvPr/>
            </p:nvSpPr>
            <p:spPr>
              <a:xfrm>
                <a:off x="4386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37" name="타원 22136">
                <a:extLst>
                  <a:ext uri="{FF2B5EF4-FFF2-40B4-BE49-F238E27FC236}">
                    <a16:creationId xmlns:a16="http://schemas.microsoft.com/office/drawing/2014/main" id="{5E46E6D6-5C8D-4DF6-BC8C-DEC60F5D8770}"/>
                  </a:ext>
                </a:extLst>
              </p:cNvPr>
              <p:cNvSpPr/>
              <p:nvPr/>
            </p:nvSpPr>
            <p:spPr>
              <a:xfrm>
                <a:off x="5910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38" name="타원 22137">
                <a:extLst>
                  <a:ext uri="{FF2B5EF4-FFF2-40B4-BE49-F238E27FC236}">
                    <a16:creationId xmlns:a16="http://schemas.microsoft.com/office/drawing/2014/main" id="{1E3545CA-6F79-4C7A-9FC0-5A58DB532B4B}"/>
                  </a:ext>
                </a:extLst>
              </p:cNvPr>
              <p:cNvSpPr/>
              <p:nvPr/>
            </p:nvSpPr>
            <p:spPr>
              <a:xfrm>
                <a:off x="7434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39" name="타원 22138">
                <a:extLst>
                  <a:ext uri="{FF2B5EF4-FFF2-40B4-BE49-F238E27FC236}">
                    <a16:creationId xmlns:a16="http://schemas.microsoft.com/office/drawing/2014/main" id="{80186E8F-A7CB-4B92-96C8-E1CB12C371D8}"/>
                  </a:ext>
                </a:extLst>
              </p:cNvPr>
              <p:cNvSpPr/>
              <p:nvPr/>
            </p:nvSpPr>
            <p:spPr>
              <a:xfrm>
                <a:off x="8958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40" name="타원 22139">
                <a:extLst>
                  <a:ext uri="{FF2B5EF4-FFF2-40B4-BE49-F238E27FC236}">
                    <a16:creationId xmlns:a16="http://schemas.microsoft.com/office/drawing/2014/main" id="{5FD96A0C-2873-4E8C-8338-59C5509C9D8F}"/>
                  </a:ext>
                </a:extLst>
              </p:cNvPr>
              <p:cNvSpPr/>
              <p:nvPr/>
            </p:nvSpPr>
            <p:spPr>
              <a:xfrm>
                <a:off x="10482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41" name="타원 22140">
                <a:extLst>
                  <a:ext uri="{FF2B5EF4-FFF2-40B4-BE49-F238E27FC236}">
                    <a16:creationId xmlns:a16="http://schemas.microsoft.com/office/drawing/2014/main" id="{5702ECD0-85F6-4B5C-87A4-120D10409062}"/>
                  </a:ext>
                </a:extLst>
              </p:cNvPr>
              <p:cNvSpPr/>
              <p:nvPr/>
            </p:nvSpPr>
            <p:spPr>
              <a:xfrm>
                <a:off x="12006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42" name="타원 22141">
                <a:extLst>
                  <a:ext uri="{FF2B5EF4-FFF2-40B4-BE49-F238E27FC236}">
                    <a16:creationId xmlns:a16="http://schemas.microsoft.com/office/drawing/2014/main" id="{C8FA7112-AD13-4C83-A039-B410406958F4}"/>
                  </a:ext>
                </a:extLst>
              </p:cNvPr>
              <p:cNvSpPr/>
              <p:nvPr/>
            </p:nvSpPr>
            <p:spPr>
              <a:xfrm>
                <a:off x="13530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43" name="타원 22142">
                <a:extLst>
                  <a:ext uri="{FF2B5EF4-FFF2-40B4-BE49-F238E27FC236}">
                    <a16:creationId xmlns:a16="http://schemas.microsoft.com/office/drawing/2014/main" id="{118BE67E-F779-4450-9AF6-B5A2A2D39D98}"/>
                  </a:ext>
                </a:extLst>
              </p:cNvPr>
              <p:cNvSpPr/>
              <p:nvPr/>
            </p:nvSpPr>
            <p:spPr>
              <a:xfrm>
                <a:off x="15054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44" name="타원 22143">
                <a:extLst>
                  <a:ext uri="{FF2B5EF4-FFF2-40B4-BE49-F238E27FC236}">
                    <a16:creationId xmlns:a16="http://schemas.microsoft.com/office/drawing/2014/main" id="{C620398E-6F5B-403D-AF82-E933EBD3D260}"/>
                  </a:ext>
                </a:extLst>
              </p:cNvPr>
              <p:cNvSpPr/>
              <p:nvPr/>
            </p:nvSpPr>
            <p:spPr>
              <a:xfrm>
                <a:off x="16578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45" name="타원 22144">
                <a:extLst>
                  <a:ext uri="{FF2B5EF4-FFF2-40B4-BE49-F238E27FC236}">
                    <a16:creationId xmlns:a16="http://schemas.microsoft.com/office/drawing/2014/main" id="{91BD0B10-B07F-42E0-AD61-3F95B883B423}"/>
                  </a:ext>
                </a:extLst>
              </p:cNvPr>
              <p:cNvSpPr/>
              <p:nvPr/>
            </p:nvSpPr>
            <p:spPr>
              <a:xfrm>
                <a:off x="18102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46" name="타원 22145">
                <a:extLst>
                  <a:ext uri="{FF2B5EF4-FFF2-40B4-BE49-F238E27FC236}">
                    <a16:creationId xmlns:a16="http://schemas.microsoft.com/office/drawing/2014/main" id="{E1A0F675-E02C-4248-966D-0F1BDE8BD4E9}"/>
                  </a:ext>
                </a:extLst>
              </p:cNvPr>
              <p:cNvSpPr/>
              <p:nvPr/>
            </p:nvSpPr>
            <p:spPr>
              <a:xfrm>
                <a:off x="19626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47" name="타원 22146">
                <a:extLst>
                  <a:ext uri="{FF2B5EF4-FFF2-40B4-BE49-F238E27FC236}">
                    <a16:creationId xmlns:a16="http://schemas.microsoft.com/office/drawing/2014/main" id="{A77B04BB-4FA0-447D-A69A-3FFBE092990B}"/>
                  </a:ext>
                </a:extLst>
              </p:cNvPr>
              <p:cNvSpPr/>
              <p:nvPr/>
            </p:nvSpPr>
            <p:spPr>
              <a:xfrm>
                <a:off x="21150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48" name="타원 22147">
                <a:extLst>
                  <a:ext uri="{FF2B5EF4-FFF2-40B4-BE49-F238E27FC236}">
                    <a16:creationId xmlns:a16="http://schemas.microsoft.com/office/drawing/2014/main" id="{71C25C95-22FF-4ACF-87C9-0700CE74BEC1}"/>
                  </a:ext>
                </a:extLst>
              </p:cNvPr>
              <p:cNvSpPr/>
              <p:nvPr/>
            </p:nvSpPr>
            <p:spPr>
              <a:xfrm>
                <a:off x="22674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49" name="타원 22148">
                <a:extLst>
                  <a:ext uri="{FF2B5EF4-FFF2-40B4-BE49-F238E27FC236}">
                    <a16:creationId xmlns:a16="http://schemas.microsoft.com/office/drawing/2014/main" id="{58B45745-0C34-4B57-A5F2-F76F1EE814D4}"/>
                  </a:ext>
                </a:extLst>
              </p:cNvPr>
              <p:cNvSpPr/>
              <p:nvPr/>
            </p:nvSpPr>
            <p:spPr>
              <a:xfrm>
                <a:off x="24198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50" name="타원 22149">
                <a:extLst>
                  <a:ext uri="{FF2B5EF4-FFF2-40B4-BE49-F238E27FC236}">
                    <a16:creationId xmlns:a16="http://schemas.microsoft.com/office/drawing/2014/main" id="{9CFBEE93-4020-402A-B1B5-215485C7DE6D}"/>
                  </a:ext>
                </a:extLst>
              </p:cNvPr>
              <p:cNvSpPr/>
              <p:nvPr/>
            </p:nvSpPr>
            <p:spPr>
              <a:xfrm>
                <a:off x="25722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51" name="타원 22150">
                <a:extLst>
                  <a:ext uri="{FF2B5EF4-FFF2-40B4-BE49-F238E27FC236}">
                    <a16:creationId xmlns:a16="http://schemas.microsoft.com/office/drawing/2014/main" id="{CD145D79-A1D1-46BA-B141-5A4C2264F1C8}"/>
                  </a:ext>
                </a:extLst>
              </p:cNvPr>
              <p:cNvSpPr/>
              <p:nvPr/>
            </p:nvSpPr>
            <p:spPr>
              <a:xfrm>
                <a:off x="27246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52" name="타원 22151">
                <a:extLst>
                  <a:ext uri="{FF2B5EF4-FFF2-40B4-BE49-F238E27FC236}">
                    <a16:creationId xmlns:a16="http://schemas.microsoft.com/office/drawing/2014/main" id="{A91DCE02-C637-4035-BA2F-6836CAE354F5}"/>
                  </a:ext>
                </a:extLst>
              </p:cNvPr>
              <p:cNvSpPr/>
              <p:nvPr/>
            </p:nvSpPr>
            <p:spPr>
              <a:xfrm>
                <a:off x="28770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53" name="타원 22152">
                <a:extLst>
                  <a:ext uri="{FF2B5EF4-FFF2-40B4-BE49-F238E27FC236}">
                    <a16:creationId xmlns:a16="http://schemas.microsoft.com/office/drawing/2014/main" id="{2B45AB36-2F0B-4F72-A2BD-85033E0B68B7}"/>
                  </a:ext>
                </a:extLst>
              </p:cNvPr>
              <p:cNvSpPr/>
              <p:nvPr/>
            </p:nvSpPr>
            <p:spPr>
              <a:xfrm>
                <a:off x="30294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54" name="타원 22153">
                <a:extLst>
                  <a:ext uri="{FF2B5EF4-FFF2-40B4-BE49-F238E27FC236}">
                    <a16:creationId xmlns:a16="http://schemas.microsoft.com/office/drawing/2014/main" id="{FE582936-03C8-4CCA-948C-1FA4E04FCD71}"/>
                  </a:ext>
                </a:extLst>
              </p:cNvPr>
              <p:cNvSpPr/>
              <p:nvPr/>
            </p:nvSpPr>
            <p:spPr>
              <a:xfrm>
                <a:off x="31818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55" name="타원 22154">
                <a:extLst>
                  <a:ext uri="{FF2B5EF4-FFF2-40B4-BE49-F238E27FC236}">
                    <a16:creationId xmlns:a16="http://schemas.microsoft.com/office/drawing/2014/main" id="{BA18FE0D-617E-430F-AC1B-049BC0251ECE}"/>
                  </a:ext>
                </a:extLst>
              </p:cNvPr>
              <p:cNvSpPr/>
              <p:nvPr/>
            </p:nvSpPr>
            <p:spPr>
              <a:xfrm>
                <a:off x="33342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56" name="타원 22155">
                <a:extLst>
                  <a:ext uri="{FF2B5EF4-FFF2-40B4-BE49-F238E27FC236}">
                    <a16:creationId xmlns:a16="http://schemas.microsoft.com/office/drawing/2014/main" id="{2A35CF98-40DE-40F3-8961-E1508143C5B3}"/>
                  </a:ext>
                </a:extLst>
              </p:cNvPr>
              <p:cNvSpPr/>
              <p:nvPr/>
            </p:nvSpPr>
            <p:spPr>
              <a:xfrm>
                <a:off x="34866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57" name="타원 22156">
                <a:extLst>
                  <a:ext uri="{FF2B5EF4-FFF2-40B4-BE49-F238E27FC236}">
                    <a16:creationId xmlns:a16="http://schemas.microsoft.com/office/drawing/2014/main" id="{626D08E0-8C43-4909-90A1-40E91936BF45}"/>
                  </a:ext>
                </a:extLst>
              </p:cNvPr>
              <p:cNvSpPr/>
              <p:nvPr/>
            </p:nvSpPr>
            <p:spPr>
              <a:xfrm>
                <a:off x="36390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58" name="타원 22157">
                <a:extLst>
                  <a:ext uri="{FF2B5EF4-FFF2-40B4-BE49-F238E27FC236}">
                    <a16:creationId xmlns:a16="http://schemas.microsoft.com/office/drawing/2014/main" id="{9E0C8E76-5303-4E0B-849C-94975B6A251A}"/>
                  </a:ext>
                </a:extLst>
              </p:cNvPr>
              <p:cNvSpPr/>
              <p:nvPr/>
            </p:nvSpPr>
            <p:spPr>
              <a:xfrm>
                <a:off x="37914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59" name="타원 22158">
                <a:extLst>
                  <a:ext uri="{FF2B5EF4-FFF2-40B4-BE49-F238E27FC236}">
                    <a16:creationId xmlns:a16="http://schemas.microsoft.com/office/drawing/2014/main" id="{D4755979-E344-4C59-B0B5-E2E03634B279}"/>
                  </a:ext>
                </a:extLst>
              </p:cNvPr>
              <p:cNvSpPr/>
              <p:nvPr/>
            </p:nvSpPr>
            <p:spPr>
              <a:xfrm>
                <a:off x="39438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60" name="타원 22159">
                <a:extLst>
                  <a:ext uri="{FF2B5EF4-FFF2-40B4-BE49-F238E27FC236}">
                    <a16:creationId xmlns:a16="http://schemas.microsoft.com/office/drawing/2014/main" id="{81172CC1-A85E-4324-AF51-5A1009E4579D}"/>
                  </a:ext>
                </a:extLst>
              </p:cNvPr>
              <p:cNvSpPr/>
              <p:nvPr/>
            </p:nvSpPr>
            <p:spPr>
              <a:xfrm>
                <a:off x="40962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61" name="타원 22160">
                <a:extLst>
                  <a:ext uri="{FF2B5EF4-FFF2-40B4-BE49-F238E27FC236}">
                    <a16:creationId xmlns:a16="http://schemas.microsoft.com/office/drawing/2014/main" id="{F6E36B05-0A01-4099-B95E-EC5FF4FFF63A}"/>
                  </a:ext>
                </a:extLst>
              </p:cNvPr>
              <p:cNvSpPr/>
              <p:nvPr/>
            </p:nvSpPr>
            <p:spPr>
              <a:xfrm>
                <a:off x="42486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62" name="타원 22161">
                <a:extLst>
                  <a:ext uri="{FF2B5EF4-FFF2-40B4-BE49-F238E27FC236}">
                    <a16:creationId xmlns:a16="http://schemas.microsoft.com/office/drawing/2014/main" id="{824D5B0E-61DD-400E-A52A-AA05DF8EEEC7}"/>
                  </a:ext>
                </a:extLst>
              </p:cNvPr>
              <p:cNvSpPr/>
              <p:nvPr/>
            </p:nvSpPr>
            <p:spPr>
              <a:xfrm>
                <a:off x="44010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63" name="타원 22162">
                <a:extLst>
                  <a:ext uri="{FF2B5EF4-FFF2-40B4-BE49-F238E27FC236}">
                    <a16:creationId xmlns:a16="http://schemas.microsoft.com/office/drawing/2014/main" id="{B623ACD4-5ACD-4CE2-A6AA-23813C3522F0}"/>
                  </a:ext>
                </a:extLst>
              </p:cNvPr>
              <p:cNvSpPr/>
              <p:nvPr/>
            </p:nvSpPr>
            <p:spPr>
              <a:xfrm>
                <a:off x="45534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64" name="타원 22163">
                <a:extLst>
                  <a:ext uri="{FF2B5EF4-FFF2-40B4-BE49-F238E27FC236}">
                    <a16:creationId xmlns:a16="http://schemas.microsoft.com/office/drawing/2014/main" id="{84023EAF-179F-45B5-9ABE-6179B8202AE1}"/>
                  </a:ext>
                </a:extLst>
              </p:cNvPr>
              <p:cNvSpPr/>
              <p:nvPr/>
            </p:nvSpPr>
            <p:spPr>
              <a:xfrm>
                <a:off x="47058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65" name="타원 22164">
                <a:extLst>
                  <a:ext uri="{FF2B5EF4-FFF2-40B4-BE49-F238E27FC236}">
                    <a16:creationId xmlns:a16="http://schemas.microsoft.com/office/drawing/2014/main" id="{98524C20-1047-400B-B6AF-E067692D07D4}"/>
                  </a:ext>
                </a:extLst>
              </p:cNvPr>
              <p:cNvSpPr/>
              <p:nvPr/>
            </p:nvSpPr>
            <p:spPr>
              <a:xfrm>
                <a:off x="48582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66" name="타원 22165">
                <a:extLst>
                  <a:ext uri="{FF2B5EF4-FFF2-40B4-BE49-F238E27FC236}">
                    <a16:creationId xmlns:a16="http://schemas.microsoft.com/office/drawing/2014/main" id="{2ED5526D-366D-48DF-B211-772AD6CDAF3D}"/>
                  </a:ext>
                </a:extLst>
              </p:cNvPr>
              <p:cNvSpPr/>
              <p:nvPr/>
            </p:nvSpPr>
            <p:spPr>
              <a:xfrm>
                <a:off x="50106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67" name="타원 22166">
                <a:extLst>
                  <a:ext uri="{FF2B5EF4-FFF2-40B4-BE49-F238E27FC236}">
                    <a16:creationId xmlns:a16="http://schemas.microsoft.com/office/drawing/2014/main" id="{DD1DF93F-0E18-4117-AEBD-BC15F079F3DA}"/>
                  </a:ext>
                </a:extLst>
              </p:cNvPr>
              <p:cNvSpPr/>
              <p:nvPr/>
            </p:nvSpPr>
            <p:spPr>
              <a:xfrm>
                <a:off x="51630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68" name="타원 22167">
                <a:extLst>
                  <a:ext uri="{FF2B5EF4-FFF2-40B4-BE49-F238E27FC236}">
                    <a16:creationId xmlns:a16="http://schemas.microsoft.com/office/drawing/2014/main" id="{A4E856FC-584F-4FD2-9243-14579D040F76}"/>
                  </a:ext>
                </a:extLst>
              </p:cNvPr>
              <p:cNvSpPr/>
              <p:nvPr/>
            </p:nvSpPr>
            <p:spPr>
              <a:xfrm>
                <a:off x="53154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69" name="타원 22168">
                <a:extLst>
                  <a:ext uri="{FF2B5EF4-FFF2-40B4-BE49-F238E27FC236}">
                    <a16:creationId xmlns:a16="http://schemas.microsoft.com/office/drawing/2014/main" id="{70AFEFAB-50D6-4223-B03A-98EA58A1D98E}"/>
                  </a:ext>
                </a:extLst>
              </p:cNvPr>
              <p:cNvSpPr/>
              <p:nvPr/>
            </p:nvSpPr>
            <p:spPr>
              <a:xfrm>
                <a:off x="54678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70" name="타원 22169">
                <a:extLst>
                  <a:ext uri="{FF2B5EF4-FFF2-40B4-BE49-F238E27FC236}">
                    <a16:creationId xmlns:a16="http://schemas.microsoft.com/office/drawing/2014/main" id="{831AAB7F-E6B2-47AB-BCC3-25EAA6A980B5}"/>
                  </a:ext>
                </a:extLst>
              </p:cNvPr>
              <p:cNvSpPr/>
              <p:nvPr/>
            </p:nvSpPr>
            <p:spPr>
              <a:xfrm>
                <a:off x="5620275" y="71368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71" name="타원 22170">
                <a:extLst>
                  <a:ext uri="{FF2B5EF4-FFF2-40B4-BE49-F238E27FC236}">
                    <a16:creationId xmlns:a16="http://schemas.microsoft.com/office/drawing/2014/main" id="{289DBA47-70DD-44B0-B98A-D29429979CAE}"/>
                  </a:ext>
                </a:extLst>
              </p:cNvPr>
              <p:cNvSpPr/>
              <p:nvPr/>
            </p:nvSpPr>
            <p:spPr>
              <a:xfrm>
                <a:off x="2862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72" name="타원 22171">
                <a:extLst>
                  <a:ext uri="{FF2B5EF4-FFF2-40B4-BE49-F238E27FC236}">
                    <a16:creationId xmlns:a16="http://schemas.microsoft.com/office/drawing/2014/main" id="{EFC38871-FD31-4425-A0B0-3792CFF81748}"/>
                  </a:ext>
                </a:extLst>
              </p:cNvPr>
              <p:cNvSpPr/>
              <p:nvPr/>
            </p:nvSpPr>
            <p:spPr>
              <a:xfrm>
                <a:off x="4386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73" name="타원 22172">
                <a:extLst>
                  <a:ext uri="{FF2B5EF4-FFF2-40B4-BE49-F238E27FC236}">
                    <a16:creationId xmlns:a16="http://schemas.microsoft.com/office/drawing/2014/main" id="{A083D86D-C232-475C-AEF5-1E9A6162530D}"/>
                  </a:ext>
                </a:extLst>
              </p:cNvPr>
              <p:cNvSpPr/>
              <p:nvPr/>
            </p:nvSpPr>
            <p:spPr>
              <a:xfrm>
                <a:off x="5910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74" name="타원 22173">
                <a:extLst>
                  <a:ext uri="{FF2B5EF4-FFF2-40B4-BE49-F238E27FC236}">
                    <a16:creationId xmlns:a16="http://schemas.microsoft.com/office/drawing/2014/main" id="{3F0EA051-CAB7-4BF9-A2EA-EB7D5FC8169C}"/>
                  </a:ext>
                </a:extLst>
              </p:cNvPr>
              <p:cNvSpPr/>
              <p:nvPr/>
            </p:nvSpPr>
            <p:spPr>
              <a:xfrm>
                <a:off x="7434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75" name="타원 22174">
                <a:extLst>
                  <a:ext uri="{FF2B5EF4-FFF2-40B4-BE49-F238E27FC236}">
                    <a16:creationId xmlns:a16="http://schemas.microsoft.com/office/drawing/2014/main" id="{C164FD4A-296D-4754-AB74-E29B89E4D993}"/>
                  </a:ext>
                </a:extLst>
              </p:cNvPr>
              <p:cNvSpPr/>
              <p:nvPr/>
            </p:nvSpPr>
            <p:spPr>
              <a:xfrm>
                <a:off x="8958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76" name="타원 22175">
                <a:extLst>
                  <a:ext uri="{FF2B5EF4-FFF2-40B4-BE49-F238E27FC236}">
                    <a16:creationId xmlns:a16="http://schemas.microsoft.com/office/drawing/2014/main" id="{CE07B8F4-0626-43A2-820B-55BB04DB2B6A}"/>
                  </a:ext>
                </a:extLst>
              </p:cNvPr>
              <p:cNvSpPr/>
              <p:nvPr/>
            </p:nvSpPr>
            <p:spPr>
              <a:xfrm>
                <a:off x="10482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77" name="타원 22176">
                <a:extLst>
                  <a:ext uri="{FF2B5EF4-FFF2-40B4-BE49-F238E27FC236}">
                    <a16:creationId xmlns:a16="http://schemas.microsoft.com/office/drawing/2014/main" id="{AF2F3F5D-DABE-4D0C-BBF4-924E2BBA9CD1}"/>
                  </a:ext>
                </a:extLst>
              </p:cNvPr>
              <p:cNvSpPr/>
              <p:nvPr/>
            </p:nvSpPr>
            <p:spPr>
              <a:xfrm>
                <a:off x="12006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78" name="타원 22177">
                <a:extLst>
                  <a:ext uri="{FF2B5EF4-FFF2-40B4-BE49-F238E27FC236}">
                    <a16:creationId xmlns:a16="http://schemas.microsoft.com/office/drawing/2014/main" id="{34B349A5-BE39-4477-9BC0-B52BD67EE3A7}"/>
                  </a:ext>
                </a:extLst>
              </p:cNvPr>
              <p:cNvSpPr/>
              <p:nvPr/>
            </p:nvSpPr>
            <p:spPr>
              <a:xfrm>
                <a:off x="13530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79" name="타원 22178">
                <a:extLst>
                  <a:ext uri="{FF2B5EF4-FFF2-40B4-BE49-F238E27FC236}">
                    <a16:creationId xmlns:a16="http://schemas.microsoft.com/office/drawing/2014/main" id="{3C3EFE52-0C68-4F9C-9A07-9FC91E21F8E7}"/>
                  </a:ext>
                </a:extLst>
              </p:cNvPr>
              <p:cNvSpPr/>
              <p:nvPr/>
            </p:nvSpPr>
            <p:spPr>
              <a:xfrm>
                <a:off x="15054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80" name="타원 22179">
                <a:extLst>
                  <a:ext uri="{FF2B5EF4-FFF2-40B4-BE49-F238E27FC236}">
                    <a16:creationId xmlns:a16="http://schemas.microsoft.com/office/drawing/2014/main" id="{2A757B19-0044-493B-9C1F-EC2AD39DB1D6}"/>
                  </a:ext>
                </a:extLst>
              </p:cNvPr>
              <p:cNvSpPr/>
              <p:nvPr/>
            </p:nvSpPr>
            <p:spPr>
              <a:xfrm>
                <a:off x="16578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81" name="타원 22180">
                <a:extLst>
                  <a:ext uri="{FF2B5EF4-FFF2-40B4-BE49-F238E27FC236}">
                    <a16:creationId xmlns:a16="http://schemas.microsoft.com/office/drawing/2014/main" id="{795526AF-C570-4CE9-A9D0-65547DA9B750}"/>
                  </a:ext>
                </a:extLst>
              </p:cNvPr>
              <p:cNvSpPr/>
              <p:nvPr/>
            </p:nvSpPr>
            <p:spPr>
              <a:xfrm>
                <a:off x="18102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82" name="타원 22181">
                <a:extLst>
                  <a:ext uri="{FF2B5EF4-FFF2-40B4-BE49-F238E27FC236}">
                    <a16:creationId xmlns:a16="http://schemas.microsoft.com/office/drawing/2014/main" id="{B22A498E-1ED7-4C8A-8DB6-9DD3C9050567}"/>
                  </a:ext>
                </a:extLst>
              </p:cNvPr>
              <p:cNvSpPr/>
              <p:nvPr/>
            </p:nvSpPr>
            <p:spPr>
              <a:xfrm>
                <a:off x="19626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83" name="타원 22182">
                <a:extLst>
                  <a:ext uri="{FF2B5EF4-FFF2-40B4-BE49-F238E27FC236}">
                    <a16:creationId xmlns:a16="http://schemas.microsoft.com/office/drawing/2014/main" id="{84531CE8-F708-4EB5-8AFD-EF7EE5C90003}"/>
                  </a:ext>
                </a:extLst>
              </p:cNvPr>
              <p:cNvSpPr/>
              <p:nvPr/>
            </p:nvSpPr>
            <p:spPr>
              <a:xfrm>
                <a:off x="21150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84" name="타원 22183">
                <a:extLst>
                  <a:ext uri="{FF2B5EF4-FFF2-40B4-BE49-F238E27FC236}">
                    <a16:creationId xmlns:a16="http://schemas.microsoft.com/office/drawing/2014/main" id="{333FF552-4D86-4EA1-9227-FEADCF58964A}"/>
                  </a:ext>
                </a:extLst>
              </p:cNvPr>
              <p:cNvSpPr/>
              <p:nvPr/>
            </p:nvSpPr>
            <p:spPr>
              <a:xfrm>
                <a:off x="22674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85" name="타원 22184">
                <a:extLst>
                  <a:ext uri="{FF2B5EF4-FFF2-40B4-BE49-F238E27FC236}">
                    <a16:creationId xmlns:a16="http://schemas.microsoft.com/office/drawing/2014/main" id="{C7252DDB-D584-4E61-B64C-BFDD549B373C}"/>
                  </a:ext>
                </a:extLst>
              </p:cNvPr>
              <p:cNvSpPr/>
              <p:nvPr/>
            </p:nvSpPr>
            <p:spPr>
              <a:xfrm>
                <a:off x="24198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86" name="타원 22185">
                <a:extLst>
                  <a:ext uri="{FF2B5EF4-FFF2-40B4-BE49-F238E27FC236}">
                    <a16:creationId xmlns:a16="http://schemas.microsoft.com/office/drawing/2014/main" id="{8DAE9834-C547-412A-870F-EE64CE0848CF}"/>
                  </a:ext>
                </a:extLst>
              </p:cNvPr>
              <p:cNvSpPr/>
              <p:nvPr/>
            </p:nvSpPr>
            <p:spPr>
              <a:xfrm>
                <a:off x="25722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87" name="타원 22186">
                <a:extLst>
                  <a:ext uri="{FF2B5EF4-FFF2-40B4-BE49-F238E27FC236}">
                    <a16:creationId xmlns:a16="http://schemas.microsoft.com/office/drawing/2014/main" id="{87161A6B-9C08-467F-B1BC-A6A3385438BC}"/>
                  </a:ext>
                </a:extLst>
              </p:cNvPr>
              <p:cNvSpPr/>
              <p:nvPr/>
            </p:nvSpPr>
            <p:spPr>
              <a:xfrm>
                <a:off x="27246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88" name="타원 22187">
                <a:extLst>
                  <a:ext uri="{FF2B5EF4-FFF2-40B4-BE49-F238E27FC236}">
                    <a16:creationId xmlns:a16="http://schemas.microsoft.com/office/drawing/2014/main" id="{5CABB89A-6D6E-4878-B8C4-6292CDB3905E}"/>
                  </a:ext>
                </a:extLst>
              </p:cNvPr>
              <p:cNvSpPr/>
              <p:nvPr/>
            </p:nvSpPr>
            <p:spPr>
              <a:xfrm>
                <a:off x="28770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89" name="타원 22188">
                <a:extLst>
                  <a:ext uri="{FF2B5EF4-FFF2-40B4-BE49-F238E27FC236}">
                    <a16:creationId xmlns:a16="http://schemas.microsoft.com/office/drawing/2014/main" id="{24ABE315-7F72-481A-95CE-2446D42B2D0F}"/>
                  </a:ext>
                </a:extLst>
              </p:cNvPr>
              <p:cNvSpPr/>
              <p:nvPr/>
            </p:nvSpPr>
            <p:spPr>
              <a:xfrm>
                <a:off x="30294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90" name="타원 22189">
                <a:extLst>
                  <a:ext uri="{FF2B5EF4-FFF2-40B4-BE49-F238E27FC236}">
                    <a16:creationId xmlns:a16="http://schemas.microsoft.com/office/drawing/2014/main" id="{738F8FE6-25A4-4144-A120-13FB344A8451}"/>
                  </a:ext>
                </a:extLst>
              </p:cNvPr>
              <p:cNvSpPr/>
              <p:nvPr/>
            </p:nvSpPr>
            <p:spPr>
              <a:xfrm>
                <a:off x="31818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91" name="타원 22190">
                <a:extLst>
                  <a:ext uri="{FF2B5EF4-FFF2-40B4-BE49-F238E27FC236}">
                    <a16:creationId xmlns:a16="http://schemas.microsoft.com/office/drawing/2014/main" id="{9314651F-DC55-453F-9116-B5DF5C10FD38}"/>
                  </a:ext>
                </a:extLst>
              </p:cNvPr>
              <p:cNvSpPr/>
              <p:nvPr/>
            </p:nvSpPr>
            <p:spPr>
              <a:xfrm>
                <a:off x="33342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92" name="타원 22191">
                <a:extLst>
                  <a:ext uri="{FF2B5EF4-FFF2-40B4-BE49-F238E27FC236}">
                    <a16:creationId xmlns:a16="http://schemas.microsoft.com/office/drawing/2014/main" id="{0001C604-CE9A-4D0E-820B-A203D8F3FB19}"/>
                  </a:ext>
                </a:extLst>
              </p:cNvPr>
              <p:cNvSpPr/>
              <p:nvPr/>
            </p:nvSpPr>
            <p:spPr>
              <a:xfrm>
                <a:off x="34866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93" name="타원 22192">
                <a:extLst>
                  <a:ext uri="{FF2B5EF4-FFF2-40B4-BE49-F238E27FC236}">
                    <a16:creationId xmlns:a16="http://schemas.microsoft.com/office/drawing/2014/main" id="{4FBD841A-417D-4FD9-8E80-4D6E174B3F9D}"/>
                  </a:ext>
                </a:extLst>
              </p:cNvPr>
              <p:cNvSpPr/>
              <p:nvPr/>
            </p:nvSpPr>
            <p:spPr>
              <a:xfrm>
                <a:off x="36390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94" name="타원 22193">
                <a:extLst>
                  <a:ext uri="{FF2B5EF4-FFF2-40B4-BE49-F238E27FC236}">
                    <a16:creationId xmlns:a16="http://schemas.microsoft.com/office/drawing/2014/main" id="{4B6238F5-C41B-4A0A-AB6A-35DD507BD910}"/>
                  </a:ext>
                </a:extLst>
              </p:cNvPr>
              <p:cNvSpPr/>
              <p:nvPr/>
            </p:nvSpPr>
            <p:spPr>
              <a:xfrm>
                <a:off x="37914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95" name="타원 22194">
                <a:extLst>
                  <a:ext uri="{FF2B5EF4-FFF2-40B4-BE49-F238E27FC236}">
                    <a16:creationId xmlns:a16="http://schemas.microsoft.com/office/drawing/2014/main" id="{DB070439-BD32-48C7-ADDC-3532C1D659B5}"/>
                  </a:ext>
                </a:extLst>
              </p:cNvPr>
              <p:cNvSpPr/>
              <p:nvPr/>
            </p:nvSpPr>
            <p:spPr>
              <a:xfrm>
                <a:off x="39438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96" name="타원 22195">
                <a:extLst>
                  <a:ext uri="{FF2B5EF4-FFF2-40B4-BE49-F238E27FC236}">
                    <a16:creationId xmlns:a16="http://schemas.microsoft.com/office/drawing/2014/main" id="{1E36025A-3157-44AA-ACD5-381FDF80F482}"/>
                  </a:ext>
                </a:extLst>
              </p:cNvPr>
              <p:cNvSpPr/>
              <p:nvPr/>
            </p:nvSpPr>
            <p:spPr>
              <a:xfrm>
                <a:off x="40962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97" name="타원 22196">
                <a:extLst>
                  <a:ext uri="{FF2B5EF4-FFF2-40B4-BE49-F238E27FC236}">
                    <a16:creationId xmlns:a16="http://schemas.microsoft.com/office/drawing/2014/main" id="{44519CDC-5845-470A-A871-1363096611FB}"/>
                  </a:ext>
                </a:extLst>
              </p:cNvPr>
              <p:cNvSpPr/>
              <p:nvPr/>
            </p:nvSpPr>
            <p:spPr>
              <a:xfrm>
                <a:off x="42486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98" name="타원 22197">
                <a:extLst>
                  <a:ext uri="{FF2B5EF4-FFF2-40B4-BE49-F238E27FC236}">
                    <a16:creationId xmlns:a16="http://schemas.microsoft.com/office/drawing/2014/main" id="{A3269795-A693-443C-AAB2-D8953CB7BD7F}"/>
                  </a:ext>
                </a:extLst>
              </p:cNvPr>
              <p:cNvSpPr/>
              <p:nvPr/>
            </p:nvSpPr>
            <p:spPr>
              <a:xfrm>
                <a:off x="44010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99" name="타원 22198">
                <a:extLst>
                  <a:ext uri="{FF2B5EF4-FFF2-40B4-BE49-F238E27FC236}">
                    <a16:creationId xmlns:a16="http://schemas.microsoft.com/office/drawing/2014/main" id="{35333484-08FA-4E82-BAE2-5150A00996F9}"/>
                  </a:ext>
                </a:extLst>
              </p:cNvPr>
              <p:cNvSpPr/>
              <p:nvPr/>
            </p:nvSpPr>
            <p:spPr>
              <a:xfrm>
                <a:off x="45534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00" name="타원 22199">
                <a:extLst>
                  <a:ext uri="{FF2B5EF4-FFF2-40B4-BE49-F238E27FC236}">
                    <a16:creationId xmlns:a16="http://schemas.microsoft.com/office/drawing/2014/main" id="{DB25BD2D-BB14-4811-AAE8-7137F7664603}"/>
                  </a:ext>
                </a:extLst>
              </p:cNvPr>
              <p:cNvSpPr/>
              <p:nvPr/>
            </p:nvSpPr>
            <p:spPr>
              <a:xfrm>
                <a:off x="47058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01" name="타원 22200">
                <a:extLst>
                  <a:ext uri="{FF2B5EF4-FFF2-40B4-BE49-F238E27FC236}">
                    <a16:creationId xmlns:a16="http://schemas.microsoft.com/office/drawing/2014/main" id="{0CE9288A-577C-4019-BBA8-21F5941123D1}"/>
                  </a:ext>
                </a:extLst>
              </p:cNvPr>
              <p:cNvSpPr/>
              <p:nvPr/>
            </p:nvSpPr>
            <p:spPr>
              <a:xfrm>
                <a:off x="48582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02" name="타원 22201">
                <a:extLst>
                  <a:ext uri="{FF2B5EF4-FFF2-40B4-BE49-F238E27FC236}">
                    <a16:creationId xmlns:a16="http://schemas.microsoft.com/office/drawing/2014/main" id="{C807DEFB-CA73-4FBB-8B06-2E5AF977FFF1}"/>
                  </a:ext>
                </a:extLst>
              </p:cNvPr>
              <p:cNvSpPr/>
              <p:nvPr/>
            </p:nvSpPr>
            <p:spPr>
              <a:xfrm>
                <a:off x="50106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03" name="타원 22202">
                <a:extLst>
                  <a:ext uri="{FF2B5EF4-FFF2-40B4-BE49-F238E27FC236}">
                    <a16:creationId xmlns:a16="http://schemas.microsoft.com/office/drawing/2014/main" id="{B2E69F1E-2BA9-427E-B358-FA28509329EC}"/>
                  </a:ext>
                </a:extLst>
              </p:cNvPr>
              <p:cNvSpPr/>
              <p:nvPr/>
            </p:nvSpPr>
            <p:spPr>
              <a:xfrm>
                <a:off x="51630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04" name="타원 22203">
                <a:extLst>
                  <a:ext uri="{FF2B5EF4-FFF2-40B4-BE49-F238E27FC236}">
                    <a16:creationId xmlns:a16="http://schemas.microsoft.com/office/drawing/2014/main" id="{752CE4A8-2A6E-4D09-B57A-87F6982B790B}"/>
                  </a:ext>
                </a:extLst>
              </p:cNvPr>
              <p:cNvSpPr/>
              <p:nvPr/>
            </p:nvSpPr>
            <p:spPr>
              <a:xfrm>
                <a:off x="53154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05" name="타원 22204">
                <a:extLst>
                  <a:ext uri="{FF2B5EF4-FFF2-40B4-BE49-F238E27FC236}">
                    <a16:creationId xmlns:a16="http://schemas.microsoft.com/office/drawing/2014/main" id="{CCDC1B73-900A-4D1D-A1AA-56A23E100DC3}"/>
                  </a:ext>
                </a:extLst>
              </p:cNvPr>
              <p:cNvSpPr/>
              <p:nvPr/>
            </p:nvSpPr>
            <p:spPr>
              <a:xfrm>
                <a:off x="54678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06" name="타원 22205">
                <a:extLst>
                  <a:ext uri="{FF2B5EF4-FFF2-40B4-BE49-F238E27FC236}">
                    <a16:creationId xmlns:a16="http://schemas.microsoft.com/office/drawing/2014/main" id="{C0281CD6-8317-4759-8E37-2A11D0AC1CB7}"/>
                  </a:ext>
                </a:extLst>
              </p:cNvPr>
              <p:cNvSpPr/>
              <p:nvPr/>
            </p:nvSpPr>
            <p:spPr>
              <a:xfrm>
                <a:off x="5620275" y="72892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07" name="타원 22206">
                <a:extLst>
                  <a:ext uri="{FF2B5EF4-FFF2-40B4-BE49-F238E27FC236}">
                    <a16:creationId xmlns:a16="http://schemas.microsoft.com/office/drawing/2014/main" id="{2ECC42D3-6265-42CF-822A-A3D72A3E5F69}"/>
                  </a:ext>
                </a:extLst>
              </p:cNvPr>
              <p:cNvSpPr/>
              <p:nvPr/>
            </p:nvSpPr>
            <p:spPr>
              <a:xfrm>
                <a:off x="2862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08" name="타원 22207">
                <a:extLst>
                  <a:ext uri="{FF2B5EF4-FFF2-40B4-BE49-F238E27FC236}">
                    <a16:creationId xmlns:a16="http://schemas.microsoft.com/office/drawing/2014/main" id="{9751B6E3-6C4D-4E90-86C8-316A5F622638}"/>
                  </a:ext>
                </a:extLst>
              </p:cNvPr>
              <p:cNvSpPr/>
              <p:nvPr/>
            </p:nvSpPr>
            <p:spPr>
              <a:xfrm>
                <a:off x="4386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09" name="타원 22208">
                <a:extLst>
                  <a:ext uri="{FF2B5EF4-FFF2-40B4-BE49-F238E27FC236}">
                    <a16:creationId xmlns:a16="http://schemas.microsoft.com/office/drawing/2014/main" id="{C78E070C-6266-4206-ADCC-A10ABFFA477C}"/>
                  </a:ext>
                </a:extLst>
              </p:cNvPr>
              <p:cNvSpPr/>
              <p:nvPr/>
            </p:nvSpPr>
            <p:spPr>
              <a:xfrm>
                <a:off x="5910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10" name="타원 22209">
                <a:extLst>
                  <a:ext uri="{FF2B5EF4-FFF2-40B4-BE49-F238E27FC236}">
                    <a16:creationId xmlns:a16="http://schemas.microsoft.com/office/drawing/2014/main" id="{74678445-5DFE-4590-8B36-385879BD0A2D}"/>
                  </a:ext>
                </a:extLst>
              </p:cNvPr>
              <p:cNvSpPr/>
              <p:nvPr/>
            </p:nvSpPr>
            <p:spPr>
              <a:xfrm>
                <a:off x="7434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11" name="타원 22210">
                <a:extLst>
                  <a:ext uri="{FF2B5EF4-FFF2-40B4-BE49-F238E27FC236}">
                    <a16:creationId xmlns:a16="http://schemas.microsoft.com/office/drawing/2014/main" id="{723AEEEC-ABD6-4DDB-B56D-AAE445349AFE}"/>
                  </a:ext>
                </a:extLst>
              </p:cNvPr>
              <p:cNvSpPr/>
              <p:nvPr/>
            </p:nvSpPr>
            <p:spPr>
              <a:xfrm>
                <a:off x="8958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12" name="타원 22211">
                <a:extLst>
                  <a:ext uri="{FF2B5EF4-FFF2-40B4-BE49-F238E27FC236}">
                    <a16:creationId xmlns:a16="http://schemas.microsoft.com/office/drawing/2014/main" id="{AFE5E629-CA69-43D6-BC6D-EC94BC163989}"/>
                  </a:ext>
                </a:extLst>
              </p:cNvPr>
              <p:cNvSpPr/>
              <p:nvPr/>
            </p:nvSpPr>
            <p:spPr>
              <a:xfrm>
                <a:off x="10482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13" name="타원 22212">
                <a:extLst>
                  <a:ext uri="{FF2B5EF4-FFF2-40B4-BE49-F238E27FC236}">
                    <a16:creationId xmlns:a16="http://schemas.microsoft.com/office/drawing/2014/main" id="{35F990D9-DA4E-4775-A804-515ACC86929D}"/>
                  </a:ext>
                </a:extLst>
              </p:cNvPr>
              <p:cNvSpPr/>
              <p:nvPr/>
            </p:nvSpPr>
            <p:spPr>
              <a:xfrm>
                <a:off x="12006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14" name="타원 22213">
                <a:extLst>
                  <a:ext uri="{FF2B5EF4-FFF2-40B4-BE49-F238E27FC236}">
                    <a16:creationId xmlns:a16="http://schemas.microsoft.com/office/drawing/2014/main" id="{BE2EA659-4062-446C-AD81-4B89CB3E35CC}"/>
                  </a:ext>
                </a:extLst>
              </p:cNvPr>
              <p:cNvSpPr/>
              <p:nvPr/>
            </p:nvSpPr>
            <p:spPr>
              <a:xfrm>
                <a:off x="13530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15" name="타원 22214">
                <a:extLst>
                  <a:ext uri="{FF2B5EF4-FFF2-40B4-BE49-F238E27FC236}">
                    <a16:creationId xmlns:a16="http://schemas.microsoft.com/office/drawing/2014/main" id="{3C6FE621-47C2-4610-BE05-5F28882574E1}"/>
                  </a:ext>
                </a:extLst>
              </p:cNvPr>
              <p:cNvSpPr/>
              <p:nvPr/>
            </p:nvSpPr>
            <p:spPr>
              <a:xfrm>
                <a:off x="15054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16" name="타원 22215">
                <a:extLst>
                  <a:ext uri="{FF2B5EF4-FFF2-40B4-BE49-F238E27FC236}">
                    <a16:creationId xmlns:a16="http://schemas.microsoft.com/office/drawing/2014/main" id="{E3994A97-A148-4CD1-A1F5-F3EAC96D076A}"/>
                  </a:ext>
                </a:extLst>
              </p:cNvPr>
              <p:cNvSpPr/>
              <p:nvPr/>
            </p:nvSpPr>
            <p:spPr>
              <a:xfrm>
                <a:off x="16578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17" name="타원 22216">
                <a:extLst>
                  <a:ext uri="{FF2B5EF4-FFF2-40B4-BE49-F238E27FC236}">
                    <a16:creationId xmlns:a16="http://schemas.microsoft.com/office/drawing/2014/main" id="{313EC27C-5A5D-4EDD-859B-EB4E3751A76F}"/>
                  </a:ext>
                </a:extLst>
              </p:cNvPr>
              <p:cNvSpPr/>
              <p:nvPr/>
            </p:nvSpPr>
            <p:spPr>
              <a:xfrm>
                <a:off x="18102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18" name="타원 22217">
                <a:extLst>
                  <a:ext uri="{FF2B5EF4-FFF2-40B4-BE49-F238E27FC236}">
                    <a16:creationId xmlns:a16="http://schemas.microsoft.com/office/drawing/2014/main" id="{49328A6C-627A-428A-A645-14C0BC8766C2}"/>
                  </a:ext>
                </a:extLst>
              </p:cNvPr>
              <p:cNvSpPr/>
              <p:nvPr/>
            </p:nvSpPr>
            <p:spPr>
              <a:xfrm>
                <a:off x="19626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19" name="타원 22218">
                <a:extLst>
                  <a:ext uri="{FF2B5EF4-FFF2-40B4-BE49-F238E27FC236}">
                    <a16:creationId xmlns:a16="http://schemas.microsoft.com/office/drawing/2014/main" id="{13E86D84-E064-400A-A844-32171D9BBB50}"/>
                  </a:ext>
                </a:extLst>
              </p:cNvPr>
              <p:cNvSpPr/>
              <p:nvPr/>
            </p:nvSpPr>
            <p:spPr>
              <a:xfrm>
                <a:off x="21150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20" name="타원 22219">
                <a:extLst>
                  <a:ext uri="{FF2B5EF4-FFF2-40B4-BE49-F238E27FC236}">
                    <a16:creationId xmlns:a16="http://schemas.microsoft.com/office/drawing/2014/main" id="{E146C5F7-2F2C-441C-9257-94C8FF2376CB}"/>
                  </a:ext>
                </a:extLst>
              </p:cNvPr>
              <p:cNvSpPr/>
              <p:nvPr/>
            </p:nvSpPr>
            <p:spPr>
              <a:xfrm>
                <a:off x="22674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21" name="타원 22220">
                <a:extLst>
                  <a:ext uri="{FF2B5EF4-FFF2-40B4-BE49-F238E27FC236}">
                    <a16:creationId xmlns:a16="http://schemas.microsoft.com/office/drawing/2014/main" id="{FCC30FFB-650C-4AB1-B991-B504CBA57A6D}"/>
                  </a:ext>
                </a:extLst>
              </p:cNvPr>
              <p:cNvSpPr/>
              <p:nvPr/>
            </p:nvSpPr>
            <p:spPr>
              <a:xfrm>
                <a:off x="24198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22" name="타원 22221">
                <a:extLst>
                  <a:ext uri="{FF2B5EF4-FFF2-40B4-BE49-F238E27FC236}">
                    <a16:creationId xmlns:a16="http://schemas.microsoft.com/office/drawing/2014/main" id="{0A7890BE-EC75-4B59-938C-78D9323919BC}"/>
                  </a:ext>
                </a:extLst>
              </p:cNvPr>
              <p:cNvSpPr/>
              <p:nvPr/>
            </p:nvSpPr>
            <p:spPr>
              <a:xfrm>
                <a:off x="25722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23" name="타원 22222">
                <a:extLst>
                  <a:ext uri="{FF2B5EF4-FFF2-40B4-BE49-F238E27FC236}">
                    <a16:creationId xmlns:a16="http://schemas.microsoft.com/office/drawing/2014/main" id="{3223D32D-90ED-4610-B74D-482DCD8FD248}"/>
                  </a:ext>
                </a:extLst>
              </p:cNvPr>
              <p:cNvSpPr/>
              <p:nvPr/>
            </p:nvSpPr>
            <p:spPr>
              <a:xfrm>
                <a:off x="27246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24" name="타원 22223">
                <a:extLst>
                  <a:ext uri="{FF2B5EF4-FFF2-40B4-BE49-F238E27FC236}">
                    <a16:creationId xmlns:a16="http://schemas.microsoft.com/office/drawing/2014/main" id="{CFDC1014-E817-45E5-A196-325B0AEC4642}"/>
                  </a:ext>
                </a:extLst>
              </p:cNvPr>
              <p:cNvSpPr/>
              <p:nvPr/>
            </p:nvSpPr>
            <p:spPr>
              <a:xfrm>
                <a:off x="28770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25" name="타원 22224">
                <a:extLst>
                  <a:ext uri="{FF2B5EF4-FFF2-40B4-BE49-F238E27FC236}">
                    <a16:creationId xmlns:a16="http://schemas.microsoft.com/office/drawing/2014/main" id="{D5EE1E97-81C2-4EEB-8F8A-596D2B673335}"/>
                  </a:ext>
                </a:extLst>
              </p:cNvPr>
              <p:cNvSpPr/>
              <p:nvPr/>
            </p:nvSpPr>
            <p:spPr>
              <a:xfrm>
                <a:off x="30294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26" name="타원 22225">
                <a:extLst>
                  <a:ext uri="{FF2B5EF4-FFF2-40B4-BE49-F238E27FC236}">
                    <a16:creationId xmlns:a16="http://schemas.microsoft.com/office/drawing/2014/main" id="{C50F80CC-AAC7-4BED-9819-A7B231B18512}"/>
                  </a:ext>
                </a:extLst>
              </p:cNvPr>
              <p:cNvSpPr/>
              <p:nvPr/>
            </p:nvSpPr>
            <p:spPr>
              <a:xfrm>
                <a:off x="31818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27" name="타원 22226">
                <a:extLst>
                  <a:ext uri="{FF2B5EF4-FFF2-40B4-BE49-F238E27FC236}">
                    <a16:creationId xmlns:a16="http://schemas.microsoft.com/office/drawing/2014/main" id="{99D31077-732F-4557-83D5-78D29915C97F}"/>
                  </a:ext>
                </a:extLst>
              </p:cNvPr>
              <p:cNvSpPr/>
              <p:nvPr/>
            </p:nvSpPr>
            <p:spPr>
              <a:xfrm>
                <a:off x="33342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28" name="타원 22227">
                <a:extLst>
                  <a:ext uri="{FF2B5EF4-FFF2-40B4-BE49-F238E27FC236}">
                    <a16:creationId xmlns:a16="http://schemas.microsoft.com/office/drawing/2014/main" id="{7788A532-ACE7-4157-82EC-43D03DAF914F}"/>
                  </a:ext>
                </a:extLst>
              </p:cNvPr>
              <p:cNvSpPr/>
              <p:nvPr/>
            </p:nvSpPr>
            <p:spPr>
              <a:xfrm>
                <a:off x="34866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29" name="타원 22228">
                <a:extLst>
                  <a:ext uri="{FF2B5EF4-FFF2-40B4-BE49-F238E27FC236}">
                    <a16:creationId xmlns:a16="http://schemas.microsoft.com/office/drawing/2014/main" id="{A53D287C-32B6-462D-B72A-C940AD3B9298}"/>
                  </a:ext>
                </a:extLst>
              </p:cNvPr>
              <p:cNvSpPr/>
              <p:nvPr/>
            </p:nvSpPr>
            <p:spPr>
              <a:xfrm>
                <a:off x="36390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30" name="타원 22229">
                <a:extLst>
                  <a:ext uri="{FF2B5EF4-FFF2-40B4-BE49-F238E27FC236}">
                    <a16:creationId xmlns:a16="http://schemas.microsoft.com/office/drawing/2014/main" id="{0D395922-EF74-4784-8DE7-46D95471C1AA}"/>
                  </a:ext>
                </a:extLst>
              </p:cNvPr>
              <p:cNvSpPr/>
              <p:nvPr/>
            </p:nvSpPr>
            <p:spPr>
              <a:xfrm>
                <a:off x="37914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31" name="타원 22230">
                <a:extLst>
                  <a:ext uri="{FF2B5EF4-FFF2-40B4-BE49-F238E27FC236}">
                    <a16:creationId xmlns:a16="http://schemas.microsoft.com/office/drawing/2014/main" id="{D86B0E31-70EE-4839-8B3D-D5D130094A05}"/>
                  </a:ext>
                </a:extLst>
              </p:cNvPr>
              <p:cNvSpPr/>
              <p:nvPr/>
            </p:nvSpPr>
            <p:spPr>
              <a:xfrm>
                <a:off x="39438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32" name="타원 22231">
                <a:extLst>
                  <a:ext uri="{FF2B5EF4-FFF2-40B4-BE49-F238E27FC236}">
                    <a16:creationId xmlns:a16="http://schemas.microsoft.com/office/drawing/2014/main" id="{043983DA-44BF-4995-81C4-8D03138490B1}"/>
                  </a:ext>
                </a:extLst>
              </p:cNvPr>
              <p:cNvSpPr/>
              <p:nvPr/>
            </p:nvSpPr>
            <p:spPr>
              <a:xfrm>
                <a:off x="40962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33" name="타원 22232">
                <a:extLst>
                  <a:ext uri="{FF2B5EF4-FFF2-40B4-BE49-F238E27FC236}">
                    <a16:creationId xmlns:a16="http://schemas.microsoft.com/office/drawing/2014/main" id="{724FF0A4-FD4D-4C92-8013-F44914AF9D2F}"/>
                  </a:ext>
                </a:extLst>
              </p:cNvPr>
              <p:cNvSpPr/>
              <p:nvPr/>
            </p:nvSpPr>
            <p:spPr>
              <a:xfrm>
                <a:off x="42486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34" name="타원 22233">
                <a:extLst>
                  <a:ext uri="{FF2B5EF4-FFF2-40B4-BE49-F238E27FC236}">
                    <a16:creationId xmlns:a16="http://schemas.microsoft.com/office/drawing/2014/main" id="{579E399A-1547-41B3-9C08-ED383C23CB52}"/>
                  </a:ext>
                </a:extLst>
              </p:cNvPr>
              <p:cNvSpPr/>
              <p:nvPr/>
            </p:nvSpPr>
            <p:spPr>
              <a:xfrm>
                <a:off x="44010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35" name="타원 22234">
                <a:extLst>
                  <a:ext uri="{FF2B5EF4-FFF2-40B4-BE49-F238E27FC236}">
                    <a16:creationId xmlns:a16="http://schemas.microsoft.com/office/drawing/2014/main" id="{87B60907-9C78-4283-8A3C-986A8B2BE229}"/>
                  </a:ext>
                </a:extLst>
              </p:cNvPr>
              <p:cNvSpPr/>
              <p:nvPr/>
            </p:nvSpPr>
            <p:spPr>
              <a:xfrm>
                <a:off x="45534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36" name="타원 22235">
                <a:extLst>
                  <a:ext uri="{FF2B5EF4-FFF2-40B4-BE49-F238E27FC236}">
                    <a16:creationId xmlns:a16="http://schemas.microsoft.com/office/drawing/2014/main" id="{2F80DC06-7323-4EA5-941F-4E6A2C72CA91}"/>
                  </a:ext>
                </a:extLst>
              </p:cNvPr>
              <p:cNvSpPr/>
              <p:nvPr/>
            </p:nvSpPr>
            <p:spPr>
              <a:xfrm>
                <a:off x="47058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37" name="타원 22236">
                <a:extLst>
                  <a:ext uri="{FF2B5EF4-FFF2-40B4-BE49-F238E27FC236}">
                    <a16:creationId xmlns:a16="http://schemas.microsoft.com/office/drawing/2014/main" id="{21FC8DCF-7D97-4ECB-B95E-D5EBBB25A557}"/>
                  </a:ext>
                </a:extLst>
              </p:cNvPr>
              <p:cNvSpPr/>
              <p:nvPr/>
            </p:nvSpPr>
            <p:spPr>
              <a:xfrm>
                <a:off x="48582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38" name="타원 22237">
                <a:extLst>
                  <a:ext uri="{FF2B5EF4-FFF2-40B4-BE49-F238E27FC236}">
                    <a16:creationId xmlns:a16="http://schemas.microsoft.com/office/drawing/2014/main" id="{610C033F-4B09-43F8-BC6D-AD4EB3A653FC}"/>
                  </a:ext>
                </a:extLst>
              </p:cNvPr>
              <p:cNvSpPr/>
              <p:nvPr/>
            </p:nvSpPr>
            <p:spPr>
              <a:xfrm>
                <a:off x="50106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39" name="타원 22238">
                <a:extLst>
                  <a:ext uri="{FF2B5EF4-FFF2-40B4-BE49-F238E27FC236}">
                    <a16:creationId xmlns:a16="http://schemas.microsoft.com/office/drawing/2014/main" id="{33D47E81-8CD0-410A-B5CB-EE84B0DC877B}"/>
                  </a:ext>
                </a:extLst>
              </p:cNvPr>
              <p:cNvSpPr/>
              <p:nvPr/>
            </p:nvSpPr>
            <p:spPr>
              <a:xfrm>
                <a:off x="51630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40" name="타원 22239">
                <a:extLst>
                  <a:ext uri="{FF2B5EF4-FFF2-40B4-BE49-F238E27FC236}">
                    <a16:creationId xmlns:a16="http://schemas.microsoft.com/office/drawing/2014/main" id="{A68458AE-8FEB-42D3-90E1-E61CBB2D4A77}"/>
                  </a:ext>
                </a:extLst>
              </p:cNvPr>
              <p:cNvSpPr/>
              <p:nvPr/>
            </p:nvSpPr>
            <p:spPr>
              <a:xfrm>
                <a:off x="53154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41" name="타원 22240">
                <a:extLst>
                  <a:ext uri="{FF2B5EF4-FFF2-40B4-BE49-F238E27FC236}">
                    <a16:creationId xmlns:a16="http://schemas.microsoft.com/office/drawing/2014/main" id="{B286686F-7779-4E2E-9B6B-00D4E0FC74AC}"/>
                  </a:ext>
                </a:extLst>
              </p:cNvPr>
              <p:cNvSpPr/>
              <p:nvPr/>
            </p:nvSpPr>
            <p:spPr>
              <a:xfrm>
                <a:off x="54678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42" name="타원 22241">
                <a:extLst>
                  <a:ext uri="{FF2B5EF4-FFF2-40B4-BE49-F238E27FC236}">
                    <a16:creationId xmlns:a16="http://schemas.microsoft.com/office/drawing/2014/main" id="{B2DCFE15-F8CB-4067-BC43-28FF15EB65EA}"/>
                  </a:ext>
                </a:extLst>
              </p:cNvPr>
              <p:cNvSpPr/>
              <p:nvPr/>
            </p:nvSpPr>
            <p:spPr>
              <a:xfrm>
                <a:off x="5620275" y="7441663"/>
                <a:ext cx="18000" cy="18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43" name="타원 22242">
                <a:extLst>
                  <a:ext uri="{FF2B5EF4-FFF2-40B4-BE49-F238E27FC236}">
                    <a16:creationId xmlns:a16="http://schemas.microsoft.com/office/drawing/2014/main" id="{86C17ACE-7A91-4F87-84DE-11E96F97B2A6}"/>
                  </a:ext>
                </a:extLst>
              </p:cNvPr>
              <p:cNvSpPr/>
              <p:nvPr/>
            </p:nvSpPr>
            <p:spPr>
              <a:xfrm>
                <a:off x="3423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44" name="타원 22243">
                <a:extLst>
                  <a:ext uri="{FF2B5EF4-FFF2-40B4-BE49-F238E27FC236}">
                    <a16:creationId xmlns:a16="http://schemas.microsoft.com/office/drawing/2014/main" id="{AA26BDB3-06A6-4628-82B9-C5971518832E}"/>
                  </a:ext>
                </a:extLst>
              </p:cNvPr>
              <p:cNvSpPr/>
              <p:nvPr/>
            </p:nvSpPr>
            <p:spPr>
              <a:xfrm>
                <a:off x="4947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45" name="타원 22244">
                <a:extLst>
                  <a:ext uri="{FF2B5EF4-FFF2-40B4-BE49-F238E27FC236}">
                    <a16:creationId xmlns:a16="http://schemas.microsoft.com/office/drawing/2014/main" id="{12328A7A-4D8E-4EDD-ABBC-F3D297B0F4F2}"/>
                  </a:ext>
                </a:extLst>
              </p:cNvPr>
              <p:cNvSpPr/>
              <p:nvPr/>
            </p:nvSpPr>
            <p:spPr>
              <a:xfrm>
                <a:off x="6471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46" name="타원 22245">
                <a:extLst>
                  <a:ext uri="{FF2B5EF4-FFF2-40B4-BE49-F238E27FC236}">
                    <a16:creationId xmlns:a16="http://schemas.microsoft.com/office/drawing/2014/main" id="{D545D03C-FA92-4CFA-AC59-E36860A4D667}"/>
                  </a:ext>
                </a:extLst>
              </p:cNvPr>
              <p:cNvSpPr/>
              <p:nvPr/>
            </p:nvSpPr>
            <p:spPr>
              <a:xfrm>
                <a:off x="7995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47" name="타원 22246">
                <a:extLst>
                  <a:ext uri="{FF2B5EF4-FFF2-40B4-BE49-F238E27FC236}">
                    <a16:creationId xmlns:a16="http://schemas.microsoft.com/office/drawing/2014/main" id="{AF1F6EA0-BD40-485A-BC83-A88B2E075347}"/>
                  </a:ext>
                </a:extLst>
              </p:cNvPr>
              <p:cNvSpPr/>
              <p:nvPr/>
            </p:nvSpPr>
            <p:spPr>
              <a:xfrm>
                <a:off x="9519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48" name="타원 22247">
                <a:extLst>
                  <a:ext uri="{FF2B5EF4-FFF2-40B4-BE49-F238E27FC236}">
                    <a16:creationId xmlns:a16="http://schemas.microsoft.com/office/drawing/2014/main" id="{9EFD4736-AE53-41DC-85D6-170255FF6AAC}"/>
                  </a:ext>
                </a:extLst>
              </p:cNvPr>
              <p:cNvSpPr/>
              <p:nvPr/>
            </p:nvSpPr>
            <p:spPr>
              <a:xfrm>
                <a:off x="11043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49" name="타원 22248">
                <a:extLst>
                  <a:ext uri="{FF2B5EF4-FFF2-40B4-BE49-F238E27FC236}">
                    <a16:creationId xmlns:a16="http://schemas.microsoft.com/office/drawing/2014/main" id="{5423D02B-1AF5-472E-99A2-D67613633959}"/>
                  </a:ext>
                </a:extLst>
              </p:cNvPr>
              <p:cNvSpPr/>
              <p:nvPr/>
            </p:nvSpPr>
            <p:spPr>
              <a:xfrm>
                <a:off x="12567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50" name="타원 22249">
                <a:extLst>
                  <a:ext uri="{FF2B5EF4-FFF2-40B4-BE49-F238E27FC236}">
                    <a16:creationId xmlns:a16="http://schemas.microsoft.com/office/drawing/2014/main" id="{99319F66-9E5D-438C-8870-8F17CCFCB902}"/>
                  </a:ext>
                </a:extLst>
              </p:cNvPr>
              <p:cNvSpPr/>
              <p:nvPr/>
            </p:nvSpPr>
            <p:spPr>
              <a:xfrm>
                <a:off x="14091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51" name="타원 22250">
                <a:extLst>
                  <a:ext uri="{FF2B5EF4-FFF2-40B4-BE49-F238E27FC236}">
                    <a16:creationId xmlns:a16="http://schemas.microsoft.com/office/drawing/2014/main" id="{0029013F-9016-41BA-9A36-812288A34327}"/>
                  </a:ext>
                </a:extLst>
              </p:cNvPr>
              <p:cNvSpPr/>
              <p:nvPr/>
            </p:nvSpPr>
            <p:spPr>
              <a:xfrm>
                <a:off x="15615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52" name="타원 22251">
                <a:extLst>
                  <a:ext uri="{FF2B5EF4-FFF2-40B4-BE49-F238E27FC236}">
                    <a16:creationId xmlns:a16="http://schemas.microsoft.com/office/drawing/2014/main" id="{F7C5C3C5-20BF-4747-949E-AB56E8E70235}"/>
                  </a:ext>
                </a:extLst>
              </p:cNvPr>
              <p:cNvSpPr/>
              <p:nvPr/>
            </p:nvSpPr>
            <p:spPr>
              <a:xfrm>
                <a:off x="17139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53" name="타원 22252">
                <a:extLst>
                  <a:ext uri="{FF2B5EF4-FFF2-40B4-BE49-F238E27FC236}">
                    <a16:creationId xmlns:a16="http://schemas.microsoft.com/office/drawing/2014/main" id="{F976ED5E-9167-4E5C-A46E-4804A756B005}"/>
                  </a:ext>
                </a:extLst>
              </p:cNvPr>
              <p:cNvSpPr/>
              <p:nvPr/>
            </p:nvSpPr>
            <p:spPr>
              <a:xfrm>
                <a:off x="18663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54" name="타원 22253">
                <a:extLst>
                  <a:ext uri="{FF2B5EF4-FFF2-40B4-BE49-F238E27FC236}">
                    <a16:creationId xmlns:a16="http://schemas.microsoft.com/office/drawing/2014/main" id="{EFBC6EB2-2512-49BD-8C4B-7B112523CFD1}"/>
                  </a:ext>
                </a:extLst>
              </p:cNvPr>
              <p:cNvSpPr/>
              <p:nvPr/>
            </p:nvSpPr>
            <p:spPr>
              <a:xfrm>
                <a:off x="20187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55" name="타원 22254">
                <a:extLst>
                  <a:ext uri="{FF2B5EF4-FFF2-40B4-BE49-F238E27FC236}">
                    <a16:creationId xmlns:a16="http://schemas.microsoft.com/office/drawing/2014/main" id="{15D2F1C7-D80A-4442-88B0-0ACB81F8AD9E}"/>
                  </a:ext>
                </a:extLst>
              </p:cNvPr>
              <p:cNvSpPr/>
              <p:nvPr/>
            </p:nvSpPr>
            <p:spPr>
              <a:xfrm>
                <a:off x="21711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56" name="타원 22255">
                <a:extLst>
                  <a:ext uri="{FF2B5EF4-FFF2-40B4-BE49-F238E27FC236}">
                    <a16:creationId xmlns:a16="http://schemas.microsoft.com/office/drawing/2014/main" id="{A1B18901-F044-431A-BB2E-271C7C32CC42}"/>
                  </a:ext>
                </a:extLst>
              </p:cNvPr>
              <p:cNvSpPr/>
              <p:nvPr/>
            </p:nvSpPr>
            <p:spPr>
              <a:xfrm>
                <a:off x="23235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57" name="타원 22256">
                <a:extLst>
                  <a:ext uri="{FF2B5EF4-FFF2-40B4-BE49-F238E27FC236}">
                    <a16:creationId xmlns:a16="http://schemas.microsoft.com/office/drawing/2014/main" id="{F3E89383-E7F2-4A50-A127-379342F21F92}"/>
                  </a:ext>
                </a:extLst>
              </p:cNvPr>
              <p:cNvSpPr/>
              <p:nvPr/>
            </p:nvSpPr>
            <p:spPr>
              <a:xfrm>
                <a:off x="24759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58" name="타원 22257">
                <a:extLst>
                  <a:ext uri="{FF2B5EF4-FFF2-40B4-BE49-F238E27FC236}">
                    <a16:creationId xmlns:a16="http://schemas.microsoft.com/office/drawing/2014/main" id="{27F25C82-4CC0-45CA-AE06-3B7DD3D7EFD1}"/>
                  </a:ext>
                </a:extLst>
              </p:cNvPr>
              <p:cNvSpPr/>
              <p:nvPr/>
            </p:nvSpPr>
            <p:spPr>
              <a:xfrm>
                <a:off x="26283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59" name="타원 22258">
                <a:extLst>
                  <a:ext uri="{FF2B5EF4-FFF2-40B4-BE49-F238E27FC236}">
                    <a16:creationId xmlns:a16="http://schemas.microsoft.com/office/drawing/2014/main" id="{6008E286-C3BB-44EA-AE9F-57490AEA5576}"/>
                  </a:ext>
                </a:extLst>
              </p:cNvPr>
              <p:cNvSpPr/>
              <p:nvPr/>
            </p:nvSpPr>
            <p:spPr>
              <a:xfrm>
                <a:off x="27807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60" name="타원 22259">
                <a:extLst>
                  <a:ext uri="{FF2B5EF4-FFF2-40B4-BE49-F238E27FC236}">
                    <a16:creationId xmlns:a16="http://schemas.microsoft.com/office/drawing/2014/main" id="{253DE3F0-C549-4B1F-8042-02DFDDC4B403}"/>
                  </a:ext>
                </a:extLst>
              </p:cNvPr>
              <p:cNvSpPr/>
              <p:nvPr/>
            </p:nvSpPr>
            <p:spPr>
              <a:xfrm>
                <a:off x="29331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61" name="타원 22260">
                <a:extLst>
                  <a:ext uri="{FF2B5EF4-FFF2-40B4-BE49-F238E27FC236}">
                    <a16:creationId xmlns:a16="http://schemas.microsoft.com/office/drawing/2014/main" id="{863FDC87-2F6D-4FF2-A6C0-5BE923655DB9}"/>
                  </a:ext>
                </a:extLst>
              </p:cNvPr>
              <p:cNvSpPr/>
              <p:nvPr/>
            </p:nvSpPr>
            <p:spPr>
              <a:xfrm>
                <a:off x="30855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62" name="타원 22261">
                <a:extLst>
                  <a:ext uri="{FF2B5EF4-FFF2-40B4-BE49-F238E27FC236}">
                    <a16:creationId xmlns:a16="http://schemas.microsoft.com/office/drawing/2014/main" id="{AB0E0C1E-D944-4837-957C-AC4769B9A5E8}"/>
                  </a:ext>
                </a:extLst>
              </p:cNvPr>
              <p:cNvSpPr/>
              <p:nvPr/>
            </p:nvSpPr>
            <p:spPr>
              <a:xfrm>
                <a:off x="32379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63" name="타원 22262">
                <a:extLst>
                  <a:ext uri="{FF2B5EF4-FFF2-40B4-BE49-F238E27FC236}">
                    <a16:creationId xmlns:a16="http://schemas.microsoft.com/office/drawing/2014/main" id="{CE523F3F-93B5-4C94-B1B0-92699858B32D}"/>
                  </a:ext>
                </a:extLst>
              </p:cNvPr>
              <p:cNvSpPr/>
              <p:nvPr/>
            </p:nvSpPr>
            <p:spPr>
              <a:xfrm>
                <a:off x="33903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64" name="타원 22263">
                <a:extLst>
                  <a:ext uri="{FF2B5EF4-FFF2-40B4-BE49-F238E27FC236}">
                    <a16:creationId xmlns:a16="http://schemas.microsoft.com/office/drawing/2014/main" id="{5AD7E15C-B59A-4DFC-A54D-2D6621D681B5}"/>
                  </a:ext>
                </a:extLst>
              </p:cNvPr>
              <p:cNvSpPr/>
              <p:nvPr/>
            </p:nvSpPr>
            <p:spPr>
              <a:xfrm>
                <a:off x="35427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65" name="타원 22264">
                <a:extLst>
                  <a:ext uri="{FF2B5EF4-FFF2-40B4-BE49-F238E27FC236}">
                    <a16:creationId xmlns:a16="http://schemas.microsoft.com/office/drawing/2014/main" id="{25D3EA74-D00C-4F08-9BD4-7AE3375816AC}"/>
                  </a:ext>
                </a:extLst>
              </p:cNvPr>
              <p:cNvSpPr/>
              <p:nvPr/>
            </p:nvSpPr>
            <p:spPr>
              <a:xfrm>
                <a:off x="36951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66" name="타원 22265">
                <a:extLst>
                  <a:ext uri="{FF2B5EF4-FFF2-40B4-BE49-F238E27FC236}">
                    <a16:creationId xmlns:a16="http://schemas.microsoft.com/office/drawing/2014/main" id="{49C50B6C-0045-4BE3-A39C-5C35A23DEED9}"/>
                  </a:ext>
                </a:extLst>
              </p:cNvPr>
              <p:cNvSpPr/>
              <p:nvPr/>
            </p:nvSpPr>
            <p:spPr>
              <a:xfrm>
                <a:off x="38475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67" name="타원 22266">
                <a:extLst>
                  <a:ext uri="{FF2B5EF4-FFF2-40B4-BE49-F238E27FC236}">
                    <a16:creationId xmlns:a16="http://schemas.microsoft.com/office/drawing/2014/main" id="{4857E293-21F5-4AA0-A6E9-60A0D2C40187}"/>
                  </a:ext>
                </a:extLst>
              </p:cNvPr>
              <p:cNvSpPr/>
              <p:nvPr/>
            </p:nvSpPr>
            <p:spPr>
              <a:xfrm>
                <a:off x="39999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68" name="타원 22267">
                <a:extLst>
                  <a:ext uri="{FF2B5EF4-FFF2-40B4-BE49-F238E27FC236}">
                    <a16:creationId xmlns:a16="http://schemas.microsoft.com/office/drawing/2014/main" id="{28B76EF3-DE2A-4DDA-AA65-E870FDD95271}"/>
                  </a:ext>
                </a:extLst>
              </p:cNvPr>
              <p:cNvSpPr/>
              <p:nvPr/>
            </p:nvSpPr>
            <p:spPr>
              <a:xfrm>
                <a:off x="41523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69" name="타원 22268">
                <a:extLst>
                  <a:ext uri="{FF2B5EF4-FFF2-40B4-BE49-F238E27FC236}">
                    <a16:creationId xmlns:a16="http://schemas.microsoft.com/office/drawing/2014/main" id="{CC1F26FD-44D7-45AB-85AC-45A3B5F39A0C}"/>
                  </a:ext>
                </a:extLst>
              </p:cNvPr>
              <p:cNvSpPr/>
              <p:nvPr/>
            </p:nvSpPr>
            <p:spPr>
              <a:xfrm>
                <a:off x="43047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70" name="타원 22269">
                <a:extLst>
                  <a:ext uri="{FF2B5EF4-FFF2-40B4-BE49-F238E27FC236}">
                    <a16:creationId xmlns:a16="http://schemas.microsoft.com/office/drawing/2014/main" id="{A6ADDE43-5589-4028-BC99-91E4BA0D4970}"/>
                  </a:ext>
                </a:extLst>
              </p:cNvPr>
              <p:cNvSpPr/>
              <p:nvPr/>
            </p:nvSpPr>
            <p:spPr>
              <a:xfrm>
                <a:off x="44571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71" name="타원 22270">
                <a:extLst>
                  <a:ext uri="{FF2B5EF4-FFF2-40B4-BE49-F238E27FC236}">
                    <a16:creationId xmlns:a16="http://schemas.microsoft.com/office/drawing/2014/main" id="{D6805917-4AF2-4196-978C-539AF9334BFB}"/>
                  </a:ext>
                </a:extLst>
              </p:cNvPr>
              <p:cNvSpPr/>
              <p:nvPr/>
            </p:nvSpPr>
            <p:spPr>
              <a:xfrm>
                <a:off x="46095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72" name="타원 22271">
                <a:extLst>
                  <a:ext uri="{FF2B5EF4-FFF2-40B4-BE49-F238E27FC236}">
                    <a16:creationId xmlns:a16="http://schemas.microsoft.com/office/drawing/2014/main" id="{8C870086-F908-4924-90B5-A1CC919E0D42}"/>
                  </a:ext>
                </a:extLst>
              </p:cNvPr>
              <p:cNvSpPr/>
              <p:nvPr/>
            </p:nvSpPr>
            <p:spPr>
              <a:xfrm>
                <a:off x="47619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73" name="타원 22272">
                <a:extLst>
                  <a:ext uri="{FF2B5EF4-FFF2-40B4-BE49-F238E27FC236}">
                    <a16:creationId xmlns:a16="http://schemas.microsoft.com/office/drawing/2014/main" id="{702D06E3-D5A8-41ED-9580-AFB538883AC1}"/>
                  </a:ext>
                </a:extLst>
              </p:cNvPr>
              <p:cNvSpPr/>
              <p:nvPr/>
            </p:nvSpPr>
            <p:spPr>
              <a:xfrm>
                <a:off x="49143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74" name="타원 22273">
                <a:extLst>
                  <a:ext uri="{FF2B5EF4-FFF2-40B4-BE49-F238E27FC236}">
                    <a16:creationId xmlns:a16="http://schemas.microsoft.com/office/drawing/2014/main" id="{48B061DB-EF8E-42C2-AE93-15A514B2761D}"/>
                  </a:ext>
                </a:extLst>
              </p:cNvPr>
              <p:cNvSpPr/>
              <p:nvPr/>
            </p:nvSpPr>
            <p:spPr>
              <a:xfrm>
                <a:off x="50667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75" name="타원 22274">
                <a:extLst>
                  <a:ext uri="{FF2B5EF4-FFF2-40B4-BE49-F238E27FC236}">
                    <a16:creationId xmlns:a16="http://schemas.microsoft.com/office/drawing/2014/main" id="{FDBF55C9-D0E6-4AF4-856D-228017DE8219}"/>
                  </a:ext>
                </a:extLst>
              </p:cNvPr>
              <p:cNvSpPr/>
              <p:nvPr/>
            </p:nvSpPr>
            <p:spPr>
              <a:xfrm>
                <a:off x="52191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76" name="타원 22275">
                <a:extLst>
                  <a:ext uri="{FF2B5EF4-FFF2-40B4-BE49-F238E27FC236}">
                    <a16:creationId xmlns:a16="http://schemas.microsoft.com/office/drawing/2014/main" id="{FB6E4C36-22BD-46DD-8119-A052A6A66143}"/>
                  </a:ext>
                </a:extLst>
              </p:cNvPr>
              <p:cNvSpPr/>
              <p:nvPr/>
            </p:nvSpPr>
            <p:spPr>
              <a:xfrm>
                <a:off x="53715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77" name="타원 22276">
                <a:extLst>
                  <a:ext uri="{FF2B5EF4-FFF2-40B4-BE49-F238E27FC236}">
                    <a16:creationId xmlns:a16="http://schemas.microsoft.com/office/drawing/2014/main" id="{73326EB8-67A1-4725-80F1-031E4F5C1B13}"/>
                  </a:ext>
                </a:extLst>
              </p:cNvPr>
              <p:cNvSpPr/>
              <p:nvPr/>
            </p:nvSpPr>
            <p:spPr>
              <a:xfrm>
                <a:off x="55239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78" name="타원 22277">
                <a:extLst>
                  <a:ext uri="{FF2B5EF4-FFF2-40B4-BE49-F238E27FC236}">
                    <a16:creationId xmlns:a16="http://schemas.microsoft.com/office/drawing/2014/main" id="{0BC86FA9-76A2-4532-A9D8-9234471425C8}"/>
                  </a:ext>
                </a:extLst>
              </p:cNvPr>
              <p:cNvSpPr/>
              <p:nvPr/>
            </p:nvSpPr>
            <p:spPr>
              <a:xfrm>
                <a:off x="5676363" y="60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79" name="타원 22278">
                <a:extLst>
                  <a:ext uri="{FF2B5EF4-FFF2-40B4-BE49-F238E27FC236}">
                    <a16:creationId xmlns:a16="http://schemas.microsoft.com/office/drawing/2014/main" id="{724FF338-46E9-4AAC-B10C-BD0667E9661A}"/>
                  </a:ext>
                </a:extLst>
              </p:cNvPr>
              <p:cNvSpPr/>
              <p:nvPr/>
            </p:nvSpPr>
            <p:spPr>
              <a:xfrm>
                <a:off x="3423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80" name="타원 22279">
                <a:extLst>
                  <a:ext uri="{FF2B5EF4-FFF2-40B4-BE49-F238E27FC236}">
                    <a16:creationId xmlns:a16="http://schemas.microsoft.com/office/drawing/2014/main" id="{5CFE3A11-44F4-46F5-B04C-5D828617B9EB}"/>
                  </a:ext>
                </a:extLst>
              </p:cNvPr>
              <p:cNvSpPr/>
              <p:nvPr/>
            </p:nvSpPr>
            <p:spPr>
              <a:xfrm>
                <a:off x="4947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81" name="타원 22280">
                <a:extLst>
                  <a:ext uri="{FF2B5EF4-FFF2-40B4-BE49-F238E27FC236}">
                    <a16:creationId xmlns:a16="http://schemas.microsoft.com/office/drawing/2014/main" id="{FBF51F9A-99DD-406D-9234-3FA29694C4D0}"/>
                  </a:ext>
                </a:extLst>
              </p:cNvPr>
              <p:cNvSpPr/>
              <p:nvPr/>
            </p:nvSpPr>
            <p:spPr>
              <a:xfrm>
                <a:off x="6471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82" name="타원 22281">
                <a:extLst>
                  <a:ext uri="{FF2B5EF4-FFF2-40B4-BE49-F238E27FC236}">
                    <a16:creationId xmlns:a16="http://schemas.microsoft.com/office/drawing/2014/main" id="{60873012-4EEB-49B8-AA67-7D4ED683FBA2}"/>
                  </a:ext>
                </a:extLst>
              </p:cNvPr>
              <p:cNvSpPr/>
              <p:nvPr/>
            </p:nvSpPr>
            <p:spPr>
              <a:xfrm>
                <a:off x="7995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83" name="타원 22282">
                <a:extLst>
                  <a:ext uri="{FF2B5EF4-FFF2-40B4-BE49-F238E27FC236}">
                    <a16:creationId xmlns:a16="http://schemas.microsoft.com/office/drawing/2014/main" id="{CDD0AA68-0ED7-4C82-8D36-924826F74FF7}"/>
                  </a:ext>
                </a:extLst>
              </p:cNvPr>
              <p:cNvSpPr/>
              <p:nvPr/>
            </p:nvSpPr>
            <p:spPr>
              <a:xfrm>
                <a:off x="9519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84" name="타원 22283">
                <a:extLst>
                  <a:ext uri="{FF2B5EF4-FFF2-40B4-BE49-F238E27FC236}">
                    <a16:creationId xmlns:a16="http://schemas.microsoft.com/office/drawing/2014/main" id="{929E3DB2-1C23-4DB6-A9EC-84D0A69043F5}"/>
                  </a:ext>
                </a:extLst>
              </p:cNvPr>
              <p:cNvSpPr/>
              <p:nvPr/>
            </p:nvSpPr>
            <p:spPr>
              <a:xfrm>
                <a:off x="11043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85" name="타원 22284">
                <a:extLst>
                  <a:ext uri="{FF2B5EF4-FFF2-40B4-BE49-F238E27FC236}">
                    <a16:creationId xmlns:a16="http://schemas.microsoft.com/office/drawing/2014/main" id="{0224FF21-96BF-4D6B-8C87-C6D515CEFFF9}"/>
                  </a:ext>
                </a:extLst>
              </p:cNvPr>
              <p:cNvSpPr/>
              <p:nvPr/>
            </p:nvSpPr>
            <p:spPr>
              <a:xfrm>
                <a:off x="12567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86" name="타원 22285">
                <a:extLst>
                  <a:ext uri="{FF2B5EF4-FFF2-40B4-BE49-F238E27FC236}">
                    <a16:creationId xmlns:a16="http://schemas.microsoft.com/office/drawing/2014/main" id="{E7820C12-F01B-4B23-A09E-D1D037229335}"/>
                  </a:ext>
                </a:extLst>
              </p:cNvPr>
              <p:cNvSpPr/>
              <p:nvPr/>
            </p:nvSpPr>
            <p:spPr>
              <a:xfrm>
                <a:off x="14091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87" name="타원 22286">
                <a:extLst>
                  <a:ext uri="{FF2B5EF4-FFF2-40B4-BE49-F238E27FC236}">
                    <a16:creationId xmlns:a16="http://schemas.microsoft.com/office/drawing/2014/main" id="{1947E72E-E7B9-4174-90AE-CD82E505A31F}"/>
                  </a:ext>
                </a:extLst>
              </p:cNvPr>
              <p:cNvSpPr/>
              <p:nvPr/>
            </p:nvSpPr>
            <p:spPr>
              <a:xfrm>
                <a:off x="15615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88" name="타원 22287">
                <a:extLst>
                  <a:ext uri="{FF2B5EF4-FFF2-40B4-BE49-F238E27FC236}">
                    <a16:creationId xmlns:a16="http://schemas.microsoft.com/office/drawing/2014/main" id="{459544A6-6934-4684-8DD5-037AAF3A9DC4}"/>
                  </a:ext>
                </a:extLst>
              </p:cNvPr>
              <p:cNvSpPr/>
              <p:nvPr/>
            </p:nvSpPr>
            <p:spPr>
              <a:xfrm>
                <a:off x="17139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89" name="타원 22288">
                <a:extLst>
                  <a:ext uri="{FF2B5EF4-FFF2-40B4-BE49-F238E27FC236}">
                    <a16:creationId xmlns:a16="http://schemas.microsoft.com/office/drawing/2014/main" id="{FC113AF8-3075-453B-A078-C67C0471CD49}"/>
                  </a:ext>
                </a:extLst>
              </p:cNvPr>
              <p:cNvSpPr/>
              <p:nvPr/>
            </p:nvSpPr>
            <p:spPr>
              <a:xfrm>
                <a:off x="18663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90" name="타원 22289">
                <a:extLst>
                  <a:ext uri="{FF2B5EF4-FFF2-40B4-BE49-F238E27FC236}">
                    <a16:creationId xmlns:a16="http://schemas.microsoft.com/office/drawing/2014/main" id="{B329B188-ED7D-4716-A5EF-E48DB5821391}"/>
                  </a:ext>
                </a:extLst>
              </p:cNvPr>
              <p:cNvSpPr/>
              <p:nvPr/>
            </p:nvSpPr>
            <p:spPr>
              <a:xfrm>
                <a:off x="20187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91" name="타원 22290">
                <a:extLst>
                  <a:ext uri="{FF2B5EF4-FFF2-40B4-BE49-F238E27FC236}">
                    <a16:creationId xmlns:a16="http://schemas.microsoft.com/office/drawing/2014/main" id="{1F79EA38-9BE7-4B55-936E-96A2D994BF26}"/>
                  </a:ext>
                </a:extLst>
              </p:cNvPr>
              <p:cNvSpPr/>
              <p:nvPr/>
            </p:nvSpPr>
            <p:spPr>
              <a:xfrm>
                <a:off x="21711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92" name="타원 22291">
                <a:extLst>
                  <a:ext uri="{FF2B5EF4-FFF2-40B4-BE49-F238E27FC236}">
                    <a16:creationId xmlns:a16="http://schemas.microsoft.com/office/drawing/2014/main" id="{623A8638-AD20-4C6D-B635-3AE82A0D652E}"/>
                  </a:ext>
                </a:extLst>
              </p:cNvPr>
              <p:cNvSpPr/>
              <p:nvPr/>
            </p:nvSpPr>
            <p:spPr>
              <a:xfrm>
                <a:off x="23235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93" name="타원 22292">
                <a:extLst>
                  <a:ext uri="{FF2B5EF4-FFF2-40B4-BE49-F238E27FC236}">
                    <a16:creationId xmlns:a16="http://schemas.microsoft.com/office/drawing/2014/main" id="{D810C0C1-763E-4C19-8653-3D3AF146CB97}"/>
                  </a:ext>
                </a:extLst>
              </p:cNvPr>
              <p:cNvSpPr/>
              <p:nvPr/>
            </p:nvSpPr>
            <p:spPr>
              <a:xfrm>
                <a:off x="24759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94" name="타원 22293">
                <a:extLst>
                  <a:ext uri="{FF2B5EF4-FFF2-40B4-BE49-F238E27FC236}">
                    <a16:creationId xmlns:a16="http://schemas.microsoft.com/office/drawing/2014/main" id="{51530AD5-1FB4-48CD-86C9-D5F7363A9050}"/>
                  </a:ext>
                </a:extLst>
              </p:cNvPr>
              <p:cNvSpPr/>
              <p:nvPr/>
            </p:nvSpPr>
            <p:spPr>
              <a:xfrm>
                <a:off x="26283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95" name="타원 22294">
                <a:extLst>
                  <a:ext uri="{FF2B5EF4-FFF2-40B4-BE49-F238E27FC236}">
                    <a16:creationId xmlns:a16="http://schemas.microsoft.com/office/drawing/2014/main" id="{163C1290-8A88-4588-B2DA-EDFEDD99EBF1}"/>
                  </a:ext>
                </a:extLst>
              </p:cNvPr>
              <p:cNvSpPr/>
              <p:nvPr/>
            </p:nvSpPr>
            <p:spPr>
              <a:xfrm>
                <a:off x="27807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96" name="타원 22295">
                <a:extLst>
                  <a:ext uri="{FF2B5EF4-FFF2-40B4-BE49-F238E27FC236}">
                    <a16:creationId xmlns:a16="http://schemas.microsoft.com/office/drawing/2014/main" id="{864E1DB5-BD82-434B-8F87-B60403DE7DA3}"/>
                  </a:ext>
                </a:extLst>
              </p:cNvPr>
              <p:cNvSpPr/>
              <p:nvPr/>
            </p:nvSpPr>
            <p:spPr>
              <a:xfrm>
                <a:off x="29331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97" name="타원 22296">
                <a:extLst>
                  <a:ext uri="{FF2B5EF4-FFF2-40B4-BE49-F238E27FC236}">
                    <a16:creationId xmlns:a16="http://schemas.microsoft.com/office/drawing/2014/main" id="{5976CBB8-4A3D-4412-A85F-9CAF516DEEA5}"/>
                  </a:ext>
                </a:extLst>
              </p:cNvPr>
              <p:cNvSpPr/>
              <p:nvPr/>
            </p:nvSpPr>
            <p:spPr>
              <a:xfrm>
                <a:off x="30855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98" name="타원 22297">
                <a:extLst>
                  <a:ext uri="{FF2B5EF4-FFF2-40B4-BE49-F238E27FC236}">
                    <a16:creationId xmlns:a16="http://schemas.microsoft.com/office/drawing/2014/main" id="{07FC33AC-3CC2-47E3-BEB8-1AAB30CF4F77}"/>
                  </a:ext>
                </a:extLst>
              </p:cNvPr>
              <p:cNvSpPr/>
              <p:nvPr/>
            </p:nvSpPr>
            <p:spPr>
              <a:xfrm>
                <a:off x="32379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99" name="타원 22298">
                <a:extLst>
                  <a:ext uri="{FF2B5EF4-FFF2-40B4-BE49-F238E27FC236}">
                    <a16:creationId xmlns:a16="http://schemas.microsoft.com/office/drawing/2014/main" id="{C415F003-E547-4EA3-88DD-C41145A8299A}"/>
                  </a:ext>
                </a:extLst>
              </p:cNvPr>
              <p:cNvSpPr/>
              <p:nvPr/>
            </p:nvSpPr>
            <p:spPr>
              <a:xfrm>
                <a:off x="33903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00" name="타원 22299">
                <a:extLst>
                  <a:ext uri="{FF2B5EF4-FFF2-40B4-BE49-F238E27FC236}">
                    <a16:creationId xmlns:a16="http://schemas.microsoft.com/office/drawing/2014/main" id="{2ED006D3-79E4-4565-B704-D3B8BA6171ED}"/>
                  </a:ext>
                </a:extLst>
              </p:cNvPr>
              <p:cNvSpPr/>
              <p:nvPr/>
            </p:nvSpPr>
            <p:spPr>
              <a:xfrm>
                <a:off x="35427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01" name="타원 22300">
                <a:extLst>
                  <a:ext uri="{FF2B5EF4-FFF2-40B4-BE49-F238E27FC236}">
                    <a16:creationId xmlns:a16="http://schemas.microsoft.com/office/drawing/2014/main" id="{D3EDA956-AB68-497A-A51B-136243B07985}"/>
                  </a:ext>
                </a:extLst>
              </p:cNvPr>
              <p:cNvSpPr/>
              <p:nvPr/>
            </p:nvSpPr>
            <p:spPr>
              <a:xfrm>
                <a:off x="36951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02" name="타원 22301">
                <a:extLst>
                  <a:ext uri="{FF2B5EF4-FFF2-40B4-BE49-F238E27FC236}">
                    <a16:creationId xmlns:a16="http://schemas.microsoft.com/office/drawing/2014/main" id="{2FA35BBF-8015-45C5-8C0A-C46EDAE30AE5}"/>
                  </a:ext>
                </a:extLst>
              </p:cNvPr>
              <p:cNvSpPr/>
              <p:nvPr/>
            </p:nvSpPr>
            <p:spPr>
              <a:xfrm>
                <a:off x="38475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03" name="타원 22302">
                <a:extLst>
                  <a:ext uri="{FF2B5EF4-FFF2-40B4-BE49-F238E27FC236}">
                    <a16:creationId xmlns:a16="http://schemas.microsoft.com/office/drawing/2014/main" id="{1AB78F10-D0BF-4DCB-A347-91B5754D8932}"/>
                  </a:ext>
                </a:extLst>
              </p:cNvPr>
              <p:cNvSpPr/>
              <p:nvPr/>
            </p:nvSpPr>
            <p:spPr>
              <a:xfrm>
                <a:off x="39999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04" name="타원 22303">
                <a:extLst>
                  <a:ext uri="{FF2B5EF4-FFF2-40B4-BE49-F238E27FC236}">
                    <a16:creationId xmlns:a16="http://schemas.microsoft.com/office/drawing/2014/main" id="{34CF5334-D257-4E74-A96C-284D9D82675A}"/>
                  </a:ext>
                </a:extLst>
              </p:cNvPr>
              <p:cNvSpPr/>
              <p:nvPr/>
            </p:nvSpPr>
            <p:spPr>
              <a:xfrm>
                <a:off x="41523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05" name="타원 22304">
                <a:extLst>
                  <a:ext uri="{FF2B5EF4-FFF2-40B4-BE49-F238E27FC236}">
                    <a16:creationId xmlns:a16="http://schemas.microsoft.com/office/drawing/2014/main" id="{8735ADB6-076C-45C5-B36D-FF6BFDD99044}"/>
                  </a:ext>
                </a:extLst>
              </p:cNvPr>
              <p:cNvSpPr/>
              <p:nvPr/>
            </p:nvSpPr>
            <p:spPr>
              <a:xfrm>
                <a:off x="43047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06" name="타원 22305">
                <a:extLst>
                  <a:ext uri="{FF2B5EF4-FFF2-40B4-BE49-F238E27FC236}">
                    <a16:creationId xmlns:a16="http://schemas.microsoft.com/office/drawing/2014/main" id="{99588B39-C37D-43CD-8072-523244C23C89}"/>
                  </a:ext>
                </a:extLst>
              </p:cNvPr>
              <p:cNvSpPr/>
              <p:nvPr/>
            </p:nvSpPr>
            <p:spPr>
              <a:xfrm>
                <a:off x="44571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07" name="타원 22306">
                <a:extLst>
                  <a:ext uri="{FF2B5EF4-FFF2-40B4-BE49-F238E27FC236}">
                    <a16:creationId xmlns:a16="http://schemas.microsoft.com/office/drawing/2014/main" id="{B26F605B-C741-47AE-87A5-BC33B463CC5B}"/>
                  </a:ext>
                </a:extLst>
              </p:cNvPr>
              <p:cNvSpPr/>
              <p:nvPr/>
            </p:nvSpPr>
            <p:spPr>
              <a:xfrm>
                <a:off x="46095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08" name="타원 22307">
                <a:extLst>
                  <a:ext uri="{FF2B5EF4-FFF2-40B4-BE49-F238E27FC236}">
                    <a16:creationId xmlns:a16="http://schemas.microsoft.com/office/drawing/2014/main" id="{8C9EA804-2B69-44D1-B203-52C7B5549C54}"/>
                  </a:ext>
                </a:extLst>
              </p:cNvPr>
              <p:cNvSpPr/>
              <p:nvPr/>
            </p:nvSpPr>
            <p:spPr>
              <a:xfrm>
                <a:off x="47619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09" name="타원 22308">
                <a:extLst>
                  <a:ext uri="{FF2B5EF4-FFF2-40B4-BE49-F238E27FC236}">
                    <a16:creationId xmlns:a16="http://schemas.microsoft.com/office/drawing/2014/main" id="{F7F78689-7C53-4803-B197-BB003D85FBB1}"/>
                  </a:ext>
                </a:extLst>
              </p:cNvPr>
              <p:cNvSpPr/>
              <p:nvPr/>
            </p:nvSpPr>
            <p:spPr>
              <a:xfrm>
                <a:off x="49143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10" name="타원 22309">
                <a:extLst>
                  <a:ext uri="{FF2B5EF4-FFF2-40B4-BE49-F238E27FC236}">
                    <a16:creationId xmlns:a16="http://schemas.microsoft.com/office/drawing/2014/main" id="{7CB9888F-4A7D-49D1-94F2-26FA988C1987}"/>
                  </a:ext>
                </a:extLst>
              </p:cNvPr>
              <p:cNvSpPr/>
              <p:nvPr/>
            </p:nvSpPr>
            <p:spPr>
              <a:xfrm>
                <a:off x="50667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11" name="타원 22310">
                <a:extLst>
                  <a:ext uri="{FF2B5EF4-FFF2-40B4-BE49-F238E27FC236}">
                    <a16:creationId xmlns:a16="http://schemas.microsoft.com/office/drawing/2014/main" id="{C8E45511-8A3A-4EC5-B4AA-CBB266B35E6D}"/>
                  </a:ext>
                </a:extLst>
              </p:cNvPr>
              <p:cNvSpPr/>
              <p:nvPr/>
            </p:nvSpPr>
            <p:spPr>
              <a:xfrm>
                <a:off x="52191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12" name="타원 22311">
                <a:extLst>
                  <a:ext uri="{FF2B5EF4-FFF2-40B4-BE49-F238E27FC236}">
                    <a16:creationId xmlns:a16="http://schemas.microsoft.com/office/drawing/2014/main" id="{6E86BF42-52C6-42D0-99A8-8440EEAC4BBC}"/>
                  </a:ext>
                </a:extLst>
              </p:cNvPr>
              <p:cNvSpPr/>
              <p:nvPr/>
            </p:nvSpPr>
            <p:spPr>
              <a:xfrm>
                <a:off x="53715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13" name="타원 22312">
                <a:extLst>
                  <a:ext uri="{FF2B5EF4-FFF2-40B4-BE49-F238E27FC236}">
                    <a16:creationId xmlns:a16="http://schemas.microsoft.com/office/drawing/2014/main" id="{3C4C5CD8-64A7-4AE1-8F56-017951A08B8B}"/>
                  </a:ext>
                </a:extLst>
              </p:cNvPr>
              <p:cNvSpPr/>
              <p:nvPr/>
            </p:nvSpPr>
            <p:spPr>
              <a:xfrm>
                <a:off x="55239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14" name="타원 22313">
                <a:extLst>
                  <a:ext uri="{FF2B5EF4-FFF2-40B4-BE49-F238E27FC236}">
                    <a16:creationId xmlns:a16="http://schemas.microsoft.com/office/drawing/2014/main" id="{8CAD2D6A-A125-41B0-9D68-AA9E9D22DF5C}"/>
                  </a:ext>
                </a:extLst>
              </p:cNvPr>
              <p:cNvSpPr/>
              <p:nvPr/>
            </p:nvSpPr>
            <p:spPr>
              <a:xfrm>
                <a:off x="5676363" y="75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15" name="타원 22314">
                <a:extLst>
                  <a:ext uri="{FF2B5EF4-FFF2-40B4-BE49-F238E27FC236}">
                    <a16:creationId xmlns:a16="http://schemas.microsoft.com/office/drawing/2014/main" id="{823ADB06-A123-4D9E-BABC-4C5C2FAC2330}"/>
                  </a:ext>
                </a:extLst>
              </p:cNvPr>
              <p:cNvSpPr/>
              <p:nvPr/>
            </p:nvSpPr>
            <p:spPr>
              <a:xfrm>
                <a:off x="3423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16" name="타원 22315">
                <a:extLst>
                  <a:ext uri="{FF2B5EF4-FFF2-40B4-BE49-F238E27FC236}">
                    <a16:creationId xmlns:a16="http://schemas.microsoft.com/office/drawing/2014/main" id="{EC8509DB-5C53-45EB-85DC-D8E73C0885C5}"/>
                  </a:ext>
                </a:extLst>
              </p:cNvPr>
              <p:cNvSpPr/>
              <p:nvPr/>
            </p:nvSpPr>
            <p:spPr>
              <a:xfrm>
                <a:off x="4947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17" name="타원 22316">
                <a:extLst>
                  <a:ext uri="{FF2B5EF4-FFF2-40B4-BE49-F238E27FC236}">
                    <a16:creationId xmlns:a16="http://schemas.microsoft.com/office/drawing/2014/main" id="{C26E4355-4899-4AD1-B0B9-3A1CAECC86CD}"/>
                  </a:ext>
                </a:extLst>
              </p:cNvPr>
              <p:cNvSpPr/>
              <p:nvPr/>
            </p:nvSpPr>
            <p:spPr>
              <a:xfrm>
                <a:off x="6471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18" name="타원 22317">
                <a:extLst>
                  <a:ext uri="{FF2B5EF4-FFF2-40B4-BE49-F238E27FC236}">
                    <a16:creationId xmlns:a16="http://schemas.microsoft.com/office/drawing/2014/main" id="{8A452BB1-74BD-4BE7-A1AC-19E4891BFD66}"/>
                  </a:ext>
                </a:extLst>
              </p:cNvPr>
              <p:cNvSpPr/>
              <p:nvPr/>
            </p:nvSpPr>
            <p:spPr>
              <a:xfrm>
                <a:off x="7995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19" name="타원 22318">
                <a:extLst>
                  <a:ext uri="{FF2B5EF4-FFF2-40B4-BE49-F238E27FC236}">
                    <a16:creationId xmlns:a16="http://schemas.microsoft.com/office/drawing/2014/main" id="{3296AF4A-CD39-449D-8162-64D2AC360EBD}"/>
                  </a:ext>
                </a:extLst>
              </p:cNvPr>
              <p:cNvSpPr/>
              <p:nvPr/>
            </p:nvSpPr>
            <p:spPr>
              <a:xfrm>
                <a:off x="9519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20" name="타원 22319">
                <a:extLst>
                  <a:ext uri="{FF2B5EF4-FFF2-40B4-BE49-F238E27FC236}">
                    <a16:creationId xmlns:a16="http://schemas.microsoft.com/office/drawing/2014/main" id="{C7C44977-8F4F-4892-A33B-AC8F5251D033}"/>
                  </a:ext>
                </a:extLst>
              </p:cNvPr>
              <p:cNvSpPr/>
              <p:nvPr/>
            </p:nvSpPr>
            <p:spPr>
              <a:xfrm>
                <a:off x="11043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21" name="타원 22320">
                <a:extLst>
                  <a:ext uri="{FF2B5EF4-FFF2-40B4-BE49-F238E27FC236}">
                    <a16:creationId xmlns:a16="http://schemas.microsoft.com/office/drawing/2014/main" id="{D2A4645F-295E-4784-861E-34D92442E23F}"/>
                  </a:ext>
                </a:extLst>
              </p:cNvPr>
              <p:cNvSpPr/>
              <p:nvPr/>
            </p:nvSpPr>
            <p:spPr>
              <a:xfrm>
                <a:off x="12567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22" name="타원 22321">
                <a:extLst>
                  <a:ext uri="{FF2B5EF4-FFF2-40B4-BE49-F238E27FC236}">
                    <a16:creationId xmlns:a16="http://schemas.microsoft.com/office/drawing/2014/main" id="{9363EB4F-4748-426E-913B-BB066C4E0733}"/>
                  </a:ext>
                </a:extLst>
              </p:cNvPr>
              <p:cNvSpPr/>
              <p:nvPr/>
            </p:nvSpPr>
            <p:spPr>
              <a:xfrm>
                <a:off x="14091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23" name="타원 22322">
                <a:extLst>
                  <a:ext uri="{FF2B5EF4-FFF2-40B4-BE49-F238E27FC236}">
                    <a16:creationId xmlns:a16="http://schemas.microsoft.com/office/drawing/2014/main" id="{982EC918-D915-4E63-8581-D0F9CA0BF9E5}"/>
                  </a:ext>
                </a:extLst>
              </p:cNvPr>
              <p:cNvSpPr/>
              <p:nvPr/>
            </p:nvSpPr>
            <p:spPr>
              <a:xfrm>
                <a:off x="15615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24" name="타원 22323">
                <a:extLst>
                  <a:ext uri="{FF2B5EF4-FFF2-40B4-BE49-F238E27FC236}">
                    <a16:creationId xmlns:a16="http://schemas.microsoft.com/office/drawing/2014/main" id="{104E273D-7AB9-4B34-BFF0-A2BF1060210E}"/>
                  </a:ext>
                </a:extLst>
              </p:cNvPr>
              <p:cNvSpPr/>
              <p:nvPr/>
            </p:nvSpPr>
            <p:spPr>
              <a:xfrm>
                <a:off x="17139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25" name="타원 22324">
                <a:extLst>
                  <a:ext uri="{FF2B5EF4-FFF2-40B4-BE49-F238E27FC236}">
                    <a16:creationId xmlns:a16="http://schemas.microsoft.com/office/drawing/2014/main" id="{16B663BB-E3FA-4646-BDEB-324C3AF93074}"/>
                  </a:ext>
                </a:extLst>
              </p:cNvPr>
              <p:cNvSpPr/>
              <p:nvPr/>
            </p:nvSpPr>
            <p:spPr>
              <a:xfrm>
                <a:off x="18663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26" name="타원 22325">
                <a:extLst>
                  <a:ext uri="{FF2B5EF4-FFF2-40B4-BE49-F238E27FC236}">
                    <a16:creationId xmlns:a16="http://schemas.microsoft.com/office/drawing/2014/main" id="{4438642F-C621-4539-BC60-F1C34B4344B8}"/>
                  </a:ext>
                </a:extLst>
              </p:cNvPr>
              <p:cNvSpPr/>
              <p:nvPr/>
            </p:nvSpPr>
            <p:spPr>
              <a:xfrm>
                <a:off x="20187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27" name="타원 22326">
                <a:extLst>
                  <a:ext uri="{FF2B5EF4-FFF2-40B4-BE49-F238E27FC236}">
                    <a16:creationId xmlns:a16="http://schemas.microsoft.com/office/drawing/2014/main" id="{BD4F9ABA-207D-455A-A2E7-E80132029AC5}"/>
                  </a:ext>
                </a:extLst>
              </p:cNvPr>
              <p:cNvSpPr/>
              <p:nvPr/>
            </p:nvSpPr>
            <p:spPr>
              <a:xfrm>
                <a:off x="21711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28" name="타원 22327">
                <a:extLst>
                  <a:ext uri="{FF2B5EF4-FFF2-40B4-BE49-F238E27FC236}">
                    <a16:creationId xmlns:a16="http://schemas.microsoft.com/office/drawing/2014/main" id="{B4D9697B-C5C2-4887-85F8-CCCD4C280696}"/>
                  </a:ext>
                </a:extLst>
              </p:cNvPr>
              <p:cNvSpPr/>
              <p:nvPr/>
            </p:nvSpPr>
            <p:spPr>
              <a:xfrm>
                <a:off x="23235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29" name="타원 22328">
                <a:extLst>
                  <a:ext uri="{FF2B5EF4-FFF2-40B4-BE49-F238E27FC236}">
                    <a16:creationId xmlns:a16="http://schemas.microsoft.com/office/drawing/2014/main" id="{7426C460-99FD-4536-A3DB-9B28C88D327F}"/>
                  </a:ext>
                </a:extLst>
              </p:cNvPr>
              <p:cNvSpPr/>
              <p:nvPr/>
            </p:nvSpPr>
            <p:spPr>
              <a:xfrm>
                <a:off x="24759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30" name="타원 22329">
                <a:extLst>
                  <a:ext uri="{FF2B5EF4-FFF2-40B4-BE49-F238E27FC236}">
                    <a16:creationId xmlns:a16="http://schemas.microsoft.com/office/drawing/2014/main" id="{0D17B6CC-B106-4D36-B4EB-5230E0AE05D8}"/>
                  </a:ext>
                </a:extLst>
              </p:cNvPr>
              <p:cNvSpPr/>
              <p:nvPr/>
            </p:nvSpPr>
            <p:spPr>
              <a:xfrm>
                <a:off x="26283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31" name="타원 22330">
                <a:extLst>
                  <a:ext uri="{FF2B5EF4-FFF2-40B4-BE49-F238E27FC236}">
                    <a16:creationId xmlns:a16="http://schemas.microsoft.com/office/drawing/2014/main" id="{D9F55823-5A65-4CB6-B962-9936EE5D5AF4}"/>
                  </a:ext>
                </a:extLst>
              </p:cNvPr>
              <p:cNvSpPr/>
              <p:nvPr/>
            </p:nvSpPr>
            <p:spPr>
              <a:xfrm>
                <a:off x="27807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32" name="타원 22331">
                <a:extLst>
                  <a:ext uri="{FF2B5EF4-FFF2-40B4-BE49-F238E27FC236}">
                    <a16:creationId xmlns:a16="http://schemas.microsoft.com/office/drawing/2014/main" id="{728E8D61-62D8-4AAD-BBCC-9049963030FA}"/>
                  </a:ext>
                </a:extLst>
              </p:cNvPr>
              <p:cNvSpPr/>
              <p:nvPr/>
            </p:nvSpPr>
            <p:spPr>
              <a:xfrm>
                <a:off x="29331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33" name="타원 22332">
                <a:extLst>
                  <a:ext uri="{FF2B5EF4-FFF2-40B4-BE49-F238E27FC236}">
                    <a16:creationId xmlns:a16="http://schemas.microsoft.com/office/drawing/2014/main" id="{3865B632-0811-4733-8733-4D99B94BBCB1}"/>
                  </a:ext>
                </a:extLst>
              </p:cNvPr>
              <p:cNvSpPr/>
              <p:nvPr/>
            </p:nvSpPr>
            <p:spPr>
              <a:xfrm>
                <a:off x="30855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34" name="타원 22333">
                <a:extLst>
                  <a:ext uri="{FF2B5EF4-FFF2-40B4-BE49-F238E27FC236}">
                    <a16:creationId xmlns:a16="http://schemas.microsoft.com/office/drawing/2014/main" id="{77AB7FEE-5AE9-4E57-8F8C-30747B7818C1}"/>
                  </a:ext>
                </a:extLst>
              </p:cNvPr>
              <p:cNvSpPr/>
              <p:nvPr/>
            </p:nvSpPr>
            <p:spPr>
              <a:xfrm>
                <a:off x="32379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35" name="타원 22334">
                <a:extLst>
                  <a:ext uri="{FF2B5EF4-FFF2-40B4-BE49-F238E27FC236}">
                    <a16:creationId xmlns:a16="http://schemas.microsoft.com/office/drawing/2014/main" id="{30173110-FFA8-4DFB-9996-FF17CCB69670}"/>
                  </a:ext>
                </a:extLst>
              </p:cNvPr>
              <p:cNvSpPr/>
              <p:nvPr/>
            </p:nvSpPr>
            <p:spPr>
              <a:xfrm>
                <a:off x="33903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36" name="타원 22335">
                <a:extLst>
                  <a:ext uri="{FF2B5EF4-FFF2-40B4-BE49-F238E27FC236}">
                    <a16:creationId xmlns:a16="http://schemas.microsoft.com/office/drawing/2014/main" id="{D5415DE0-025E-4591-A3DA-67882276CA5C}"/>
                  </a:ext>
                </a:extLst>
              </p:cNvPr>
              <p:cNvSpPr/>
              <p:nvPr/>
            </p:nvSpPr>
            <p:spPr>
              <a:xfrm>
                <a:off x="35427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37" name="타원 22336">
                <a:extLst>
                  <a:ext uri="{FF2B5EF4-FFF2-40B4-BE49-F238E27FC236}">
                    <a16:creationId xmlns:a16="http://schemas.microsoft.com/office/drawing/2014/main" id="{392823AA-6831-45DE-A2A6-D19736E1B78D}"/>
                  </a:ext>
                </a:extLst>
              </p:cNvPr>
              <p:cNvSpPr/>
              <p:nvPr/>
            </p:nvSpPr>
            <p:spPr>
              <a:xfrm>
                <a:off x="36951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38" name="타원 22337">
                <a:extLst>
                  <a:ext uri="{FF2B5EF4-FFF2-40B4-BE49-F238E27FC236}">
                    <a16:creationId xmlns:a16="http://schemas.microsoft.com/office/drawing/2014/main" id="{0E806E08-E2EF-44E5-BDEC-A6C7066CB173}"/>
                  </a:ext>
                </a:extLst>
              </p:cNvPr>
              <p:cNvSpPr/>
              <p:nvPr/>
            </p:nvSpPr>
            <p:spPr>
              <a:xfrm>
                <a:off x="38475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39" name="타원 22338">
                <a:extLst>
                  <a:ext uri="{FF2B5EF4-FFF2-40B4-BE49-F238E27FC236}">
                    <a16:creationId xmlns:a16="http://schemas.microsoft.com/office/drawing/2014/main" id="{A1EDF01F-4078-4F49-ACF8-20A3EFE4E5EF}"/>
                  </a:ext>
                </a:extLst>
              </p:cNvPr>
              <p:cNvSpPr/>
              <p:nvPr/>
            </p:nvSpPr>
            <p:spPr>
              <a:xfrm>
                <a:off x="39999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40" name="타원 22339">
                <a:extLst>
                  <a:ext uri="{FF2B5EF4-FFF2-40B4-BE49-F238E27FC236}">
                    <a16:creationId xmlns:a16="http://schemas.microsoft.com/office/drawing/2014/main" id="{0961C81F-0E83-4534-B108-5252FA225FE9}"/>
                  </a:ext>
                </a:extLst>
              </p:cNvPr>
              <p:cNvSpPr/>
              <p:nvPr/>
            </p:nvSpPr>
            <p:spPr>
              <a:xfrm>
                <a:off x="41523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41" name="타원 22340">
                <a:extLst>
                  <a:ext uri="{FF2B5EF4-FFF2-40B4-BE49-F238E27FC236}">
                    <a16:creationId xmlns:a16="http://schemas.microsoft.com/office/drawing/2014/main" id="{48CE4B0A-41D9-4A4B-B06E-60E7D16CA431}"/>
                  </a:ext>
                </a:extLst>
              </p:cNvPr>
              <p:cNvSpPr/>
              <p:nvPr/>
            </p:nvSpPr>
            <p:spPr>
              <a:xfrm>
                <a:off x="43047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42" name="타원 22341">
                <a:extLst>
                  <a:ext uri="{FF2B5EF4-FFF2-40B4-BE49-F238E27FC236}">
                    <a16:creationId xmlns:a16="http://schemas.microsoft.com/office/drawing/2014/main" id="{91657229-7ECD-428B-82AF-7BA9B4E6044C}"/>
                  </a:ext>
                </a:extLst>
              </p:cNvPr>
              <p:cNvSpPr/>
              <p:nvPr/>
            </p:nvSpPr>
            <p:spPr>
              <a:xfrm>
                <a:off x="44571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43" name="타원 22342">
                <a:extLst>
                  <a:ext uri="{FF2B5EF4-FFF2-40B4-BE49-F238E27FC236}">
                    <a16:creationId xmlns:a16="http://schemas.microsoft.com/office/drawing/2014/main" id="{EC07CA64-45FD-4471-90EA-5C8CF5AA6515}"/>
                  </a:ext>
                </a:extLst>
              </p:cNvPr>
              <p:cNvSpPr/>
              <p:nvPr/>
            </p:nvSpPr>
            <p:spPr>
              <a:xfrm>
                <a:off x="46095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44" name="타원 22343">
                <a:extLst>
                  <a:ext uri="{FF2B5EF4-FFF2-40B4-BE49-F238E27FC236}">
                    <a16:creationId xmlns:a16="http://schemas.microsoft.com/office/drawing/2014/main" id="{E1FC3108-BBCE-4221-9E22-896C420A304F}"/>
                  </a:ext>
                </a:extLst>
              </p:cNvPr>
              <p:cNvSpPr/>
              <p:nvPr/>
            </p:nvSpPr>
            <p:spPr>
              <a:xfrm>
                <a:off x="47619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45" name="타원 22344">
                <a:extLst>
                  <a:ext uri="{FF2B5EF4-FFF2-40B4-BE49-F238E27FC236}">
                    <a16:creationId xmlns:a16="http://schemas.microsoft.com/office/drawing/2014/main" id="{0CDD8579-B8DD-471A-9BBB-34E9ADA397DA}"/>
                  </a:ext>
                </a:extLst>
              </p:cNvPr>
              <p:cNvSpPr/>
              <p:nvPr/>
            </p:nvSpPr>
            <p:spPr>
              <a:xfrm>
                <a:off x="49143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46" name="타원 22345">
                <a:extLst>
                  <a:ext uri="{FF2B5EF4-FFF2-40B4-BE49-F238E27FC236}">
                    <a16:creationId xmlns:a16="http://schemas.microsoft.com/office/drawing/2014/main" id="{0FF3679B-69D7-440D-8431-1A93C31B268D}"/>
                  </a:ext>
                </a:extLst>
              </p:cNvPr>
              <p:cNvSpPr/>
              <p:nvPr/>
            </p:nvSpPr>
            <p:spPr>
              <a:xfrm>
                <a:off x="50667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47" name="타원 22346">
                <a:extLst>
                  <a:ext uri="{FF2B5EF4-FFF2-40B4-BE49-F238E27FC236}">
                    <a16:creationId xmlns:a16="http://schemas.microsoft.com/office/drawing/2014/main" id="{2B7C949B-21B8-4D29-BAD5-B1537C26BB4A}"/>
                  </a:ext>
                </a:extLst>
              </p:cNvPr>
              <p:cNvSpPr/>
              <p:nvPr/>
            </p:nvSpPr>
            <p:spPr>
              <a:xfrm>
                <a:off x="52191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48" name="타원 22347">
                <a:extLst>
                  <a:ext uri="{FF2B5EF4-FFF2-40B4-BE49-F238E27FC236}">
                    <a16:creationId xmlns:a16="http://schemas.microsoft.com/office/drawing/2014/main" id="{191423F2-420C-4AAF-A2DC-5D68CCCB77AA}"/>
                  </a:ext>
                </a:extLst>
              </p:cNvPr>
              <p:cNvSpPr/>
              <p:nvPr/>
            </p:nvSpPr>
            <p:spPr>
              <a:xfrm>
                <a:off x="53715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49" name="타원 22348">
                <a:extLst>
                  <a:ext uri="{FF2B5EF4-FFF2-40B4-BE49-F238E27FC236}">
                    <a16:creationId xmlns:a16="http://schemas.microsoft.com/office/drawing/2014/main" id="{94D1EAA8-4719-42B6-A046-53FB6E51A327}"/>
                  </a:ext>
                </a:extLst>
              </p:cNvPr>
              <p:cNvSpPr/>
              <p:nvPr/>
            </p:nvSpPr>
            <p:spPr>
              <a:xfrm>
                <a:off x="55239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50" name="타원 22349">
                <a:extLst>
                  <a:ext uri="{FF2B5EF4-FFF2-40B4-BE49-F238E27FC236}">
                    <a16:creationId xmlns:a16="http://schemas.microsoft.com/office/drawing/2014/main" id="{225700E9-DC54-4CD5-947B-F0540DA916EF}"/>
                  </a:ext>
                </a:extLst>
              </p:cNvPr>
              <p:cNvSpPr/>
              <p:nvPr/>
            </p:nvSpPr>
            <p:spPr>
              <a:xfrm>
                <a:off x="5676363" y="90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51" name="타원 22350">
                <a:extLst>
                  <a:ext uri="{FF2B5EF4-FFF2-40B4-BE49-F238E27FC236}">
                    <a16:creationId xmlns:a16="http://schemas.microsoft.com/office/drawing/2014/main" id="{B66717C0-0E5B-44D7-8EDC-E50371305C89}"/>
                  </a:ext>
                </a:extLst>
              </p:cNvPr>
              <p:cNvSpPr/>
              <p:nvPr/>
            </p:nvSpPr>
            <p:spPr>
              <a:xfrm>
                <a:off x="3423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52" name="타원 22351">
                <a:extLst>
                  <a:ext uri="{FF2B5EF4-FFF2-40B4-BE49-F238E27FC236}">
                    <a16:creationId xmlns:a16="http://schemas.microsoft.com/office/drawing/2014/main" id="{FD797CCB-A93C-40DC-B8C4-B1E8F2950EB9}"/>
                  </a:ext>
                </a:extLst>
              </p:cNvPr>
              <p:cNvSpPr/>
              <p:nvPr/>
            </p:nvSpPr>
            <p:spPr>
              <a:xfrm>
                <a:off x="4947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53" name="타원 22352">
                <a:extLst>
                  <a:ext uri="{FF2B5EF4-FFF2-40B4-BE49-F238E27FC236}">
                    <a16:creationId xmlns:a16="http://schemas.microsoft.com/office/drawing/2014/main" id="{2BDA3DD7-9CB5-4AE7-A942-CD6128719C58}"/>
                  </a:ext>
                </a:extLst>
              </p:cNvPr>
              <p:cNvSpPr/>
              <p:nvPr/>
            </p:nvSpPr>
            <p:spPr>
              <a:xfrm>
                <a:off x="6471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54" name="타원 22353">
                <a:extLst>
                  <a:ext uri="{FF2B5EF4-FFF2-40B4-BE49-F238E27FC236}">
                    <a16:creationId xmlns:a16="http://schemas.microsoft.com/office/drawing/2014/main" id="{5FF79047-7428-4644-B6D7-9D8D8F919BE9}"/>
                  </a:ext>
                </a:extLst>
              </p:cNvPr>
              <p:cNvSpPr/>
              <p:nvPr/>
            </p:nvSpPr>
            <p:spPr>
              <a:xfrm>
                <a:off x="7995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55" name="타원 22354">
                <a:extLst>
                  <a:ext uri="{FF2B5EF4-FFF2-40B4-BE49-F238E27FC236}">
                    <a16:creationId xmlns:a16="http://schemas.microsoft.com/office/drawing/2014/main" id="{1CD24E3F-803E-46E5-805D-679E6281BBA0}"/>
                  </a:ext>
                </a:extLst>
              </p:cNvPr>
              <p:cNvSpPr/>
              <p:nvPr/>
            </p:nvSpPr>
            <p:spPr>
              <a:xfrm>
                <a:off x="9519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56" name="타원 22355">
                <a:extLst>
                  <a:ext uri="{FF2B5EF4-FFF2-40B4-BE49-F238E27FC236}">
                    <a16:creationId xmlns:a16="http://schemas.microsoft.com/office/drawing/2014/main" id="{D6D4C43D-4659-4BA7-ACCB-38AA38FCC848}"/>
                  </a:ext>
                </a:extLst>
              </p:cNvPr>
              <p:cNvSpPr/>
              <p:nvPr/>
            </p:nvSpPr>
            <p:spPr>
              <a:xfrm>
                <a:off x="11043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57" name="타원 22356">
                <a:extLst>
                  <a:ext uri="{FF2B5EF4-FFF2-40B4-BE49-F238E27FC236}">
                    <a16:creationId xmlns:a16="http://schemas.microsoft.com/office/drawing/2014/main" id="{5F3569FE-A3A9-4525-AE2A-0B54BB9C5360}"/>
                  </a:ext>
                </a:extLst>
              </p:cNvPr>
              <p:cNvSpPr/>
              <p:nvPr/>
            </p:nvSpPr>
            <p:spPr>
              <a:xfrm>
                <a:off x="12567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58" name="타원 22357">
                <a:extLst>
                  <a:ext uri="{FF2B5EF4-FFF2-40B4-BE49-F238E27FC236}">
                    <a16:creationId xmlns:a16="http://schemas.microsoft.com/office/drawing/2014/main" id="{08FBECB5-6DF3-4804-BCFE-177EFE68BB10}"/>
                  </a:ext>
                </a:extLst>
              </p:cNvPr>
              <p:cNvSpPr/>
              <p:nvPr/>
            </p:nvSpPr>
            <p:spPr>
              <a:xfrm>
                <a:off x="14091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59" name="타원 22358">
                <a:extLst>
                  <a:ext uri="{FF2B5EF4-FFF2-40B4-BE49-F238E27FC236}">
                    <a16:creationId xmlns:a16="http://schemas.microsoft.com/office/drawing/2014/main" id="{BD557B30-6E28-44EF-AAA0-45A059720687}"/>
                  </a:ext>
                </a:extLst>
              </p:cNvPr>
              <p:cNvSpPr/>
              <p:nvPr/>
            </p:nvSpPr>
            <p:spPr>
              <a:xfrm>
                <a:off x="15615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60" name="타원 22359">
                <a:extLst>
                  <a:ext uri="{FF2B5EF4-FFF2-40B4-BE49-F238E27FC236}">
                    <a16:creationId xmlns:a16="http://schemas.microsoft.com/office/drawing/2014/main" id="{D0165B35-2E0D-4270-88EF-E5A2FE553D33}"/>
                  </a:ext>
                </a:extLst>
              </p:cNvPr>
              <p:cNvSpPr/>
              <p:nvPr/>
            </p:nvSpPr>
            <p:spPr>
              <a:xfrm>
                <a:off x="17139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61" name="타원 22360">
                <a:extLst>
                  <a:ext uri="{FF2B5EF4-FFF2-40B4-BE49-F238E27FC236}">
                    <a16:creationId xmlns:a16="http://schemas.microsoft.com/office/drawing/2014/main" id="{A7F2ED48-1605-426D-8188-69609A4F0BF2}"/>
                  </a:ext>
                </a:extLst>
              </p:cNvPr>
              <p:cNvSpPr/>
              <p:nvPr/>
            </p:nvSpPr>
            <p:spPr>
              <a:xfrm>
                <a:off x="18663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62" name="타원 22361">
                <a:extLst>
                  <a:ext uri="{FF2B5EF4-FFF2-40B4-BE49-F238E27FC236}">
                    <a16:creationId xmlns:a16="http://schemas.microsoft.com/office/drawing/2014/main" id="{FB616BCA-EF52-44E5-9D8E-14ECF0821976}"/>
                  </a:ext>
                </a:extLst>
              </p:cNvPr>
              <p:cNvSpPr/>
              <p:nvPr/>
            </p:nvSpPr>
            <p:spPr>
              <a:xfrm>
                <a:off x="20187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63" name="타원 22362">
                <a:extLst>
                  <a:ext uri="{FF2B5EF4-FFF2-40B4-BE49-F238E27FC236}">
                    <a16:creationId xmlns:a16="http://schemas.microsoft.com/office/drawing/2014/main" id="{1B9D70F4-06EA-430B-84BD-9CA9B99EF7ED}"/>
                  </a:ext>
                </a:extLst>
              </p:cNvPr>
              <p:cNvSpPr/>
              <p:nvPr/>
            </p:nvSpPr>
            <p:spPr>
              <a:xfrm>
                <a:off x="21711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64" name="타원 22363">
                <a:extLst>
                  <a:ext uri="{FF2B5EF4-FFF2-40B4-BE49-F238E27FC236}">
                    <a16:creationId xmlns:a16="http://schemas.microsoft.com/office/drawing/2014/main" id="{A2F212E5-B324-4B69-85D2-54BCAC3F2250}"/>
                  </a:ext>
                </a:extLst>
              </p:cNvPr>
              <p:cNvSpPr/>
              <p:nvPr/>
            </p:nvSpPr>
            <p:spPr>
              <a:xfrm>
                <a:off x="23235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65" name="타원 22364">
                <a:extLst>
                  <a:ext uri="{FF2B5EF4-FFF2-40B4-BE49-F238E27FC236}">
                    <a16:creationId xmlns:a16="http://schemas.microsoft.com/office/drawing/2014/main" id="{1D56BDB7-4F37-45F3-A071-06CAFA3D54ED}"/>
                  </a:ext>
                </a:extLst>
              </p:cNvPr>
              <p:cNvSpPr/>
              <p:nvPr/>
            </p:nvSpPr>
            <p:spPr>
              <a:xfrm>
                <a:off x="24759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66" name="타원 22365">
                <a:extLst>
                  <a:ext uri="{FF2B5EF4-FFF2-40B4-BE49-F238E27FC236}">
                    <a16:creationId xmlns:a16="http://schemas.microsoft.com/office/drawing/2014/main" id="{C29E2054-ABFD-40C7-98E4-A3342A1A823D}"/>
                  </a:ext>
                </a:extLst>
              </p:cNvPr>
              <p:cNvSpPr/>
              <p:nvPr/>
            </p:nvSpPr>
            <p:spPr>
              <a:xfrm>
                <a:off x="26283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67" name="타원 22366">
                <a:extLst>
                  <a:ext uri="{FF2B5EF4-FFF2-40B4-BE49-F238E27FC236}">
                    <a16:creationId xmlns:a16="http://schemas.microsoft.com/office/drawing/2014/main" id="{C3B1FAE9-78EE-4864-AF45-EAC4FDDECADE}"/>
                  </a:ext>
                </a:extLst>
              </p:cNvPr>
              <p:cNvSpPr/>
              <p:nvPr/>
            </p:nvSpPr>
            <p:spPr>
              <a:xfrm>
                <a:off x="27807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68" name="타원 22367">
                <a:extLst>
                  <a:ext uri="{FF2B5EF4-FFF2-40B4-BE49-F238E27FC236}">
                    <a16:creationId xmlns:a16="http://schemas.microsoft.com/office/drawing/2014/main" id="{1757B5A3-07B8-4D81-96CA-7A3D0F752086}"/>
                  </a:ext>
                </a:extLst>
              </p:cNvPr>
              <p:cNvSpPr/>
              <p:nvPr/>
            </p:nvSpPr>
            <p:spPr>
              <a:xfrm>
                <a:off x="29331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69" name="타원 22368">
                <a:extLst>
                  <a:ext uri="{FF2B5EF4-FFF2-40B4-BE49-F238E27FC236}">
                    <a16:creationId xmlns:a16="http://schemas.microsoft.com/office/drawing/2014/main" id="{B4BA21FA-0C0B-487D-A7DD-4F83D89895C3}"/>
                  </a:ext>
                </a:extLst>
              </p:cNvPr>
              <p:cNvSpPr/>
              <p:nvPr/>
            </p:nvSpPr>
            <p:spPr>
              <a:xfrm>
                <a:off x="30855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70" name="타원 22369">
                <a:extLst>
                  <a:ext uri="{FF2B5EF4-FFF2-40B4-BE49-F238E27FC236}">
                    <a16:creationId xmlns:a16="http://schemas.microsoft.com/office/drawing/2014/main" id="{4FE93908-1929-4D10-A626-CC833E193226}"/>
                  </a:ext>
                </a:extLst>
              </p:cNvPr>
              <p:cNvSpPr/>
              <p:nvPr/>
            </p:nvSpPr>
            <p:spPr>
              <a:xfrm>
                <a:off x="32379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71" name="타원 22370">
                <a:extLst>
                  <a:ext uri="{FF2B5EF4-FFF2-40B4-BE49-F238E27FC236}">
                    <a16:creationId xmlns:a16="http://schemas.microsoft.com/office/drawing/2014/main" id="{DBB8A793-F222-482C-913A-9180BBFD9747}"/>
                  </a:ext>
                </a:extLst>
              </p:cNvPr>
              <p:cNvSpPr/>
              <p:nvPr/>
            </p:nvSpPr>
            <p:spPr>
              <a:xfrm>
                <a:off x="33903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72" name="타원 22371">
                <a:extLst>
                  <a:ext uri="{FF2B5EF4-FFF2-40B4-BE49-F238E27FC236}">
                    <a16:creationId xmlns:a16="http://schemas.microsoft.com/office/drawing/2014/main" id="{4A5A2A14-A1C6-471A-809B-8658BA949A1D}"/>
                  </a:ext>
                </a:extLst>
              </p:cNvPr>
              <p:cNvSpPr/>
              <p:nvPr/>
            </p:nvSpPr>
            <p:spPr>
              <a:xfrm>
                <a:off x="35427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73" name="타원 22372">
                <a:extLst>
                  <a:ext uri="{FF2B5EF4-FFF2-40B4-BE49-F238E27FC236}">
                    <a16:creationId xmlns:a16="http://schemas.microsoft.com/office/drawing/2014/main" id="{F7421585-0924-47C7-BD0C-EB438FC86157}"/>
                  </a:ext>
                </a:extLst>
              </p:cNvPr>
              <p:cNvSpPr/>
              <p:nvPr/>
            </p:nvSpPr>
            <p:spPr>
              <a:xfrm>
                <a:off x="36951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74" name="타원 22373">
                <a:extLst>
                  <a:ext uri="{FF2B5EF4-FFF2-40B4-BE49-F238E27FC236}">
                    <a16:creationId xmlns:a16="http://schemas.microsoft.com/office/drawing/2014/main" id="{82E918EC-86AF-4CE5-8188-1963A9E63B2D}"/>
                  </a:ext>
                </a:extLst>
              </p:cNvPr>
              <p:cNvSpPr/>
              <p:nvPr/>
            </p:nvSpPr>
            <p:spPr>
              <a:xfrm>
                <a:off x="38475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75" name="타원 22374">
                <a:extLst>
                  <a:ext uri="{FF2B5EF4-FFF2-40B4-BE49-F238E27FC236}">
                    <a16:creationId xmlns:a16="http://schemas.microsoft.com/office/drawing/2014/main" id="{FA48B5DB-D54A-4A25-BD40-6F1C28FD127D}"/>
                  </a:ext>
                </a:extLst>
              </p:cNvPr>
              <p:cNvSpPr/>
              <p:nvPr/>
            </p:nvSpPr>
            <p:spPr>
              <a:xfrm>
                <a:off x="39999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76" name="타원 22375">
                <a:extLst>
                  <a:ext uri="{FF2B5EF4-FFF2-40B4-BE49-F238E27FC236}">
                    <a16:creationId xmlns:a16="http://schemas.microsoft.com/office/drawing/2014/main" id="{4F86EC79-F0C1-41FD-8602-A4D2C20E6E0A}"/>
                  </a:ext>
                </a:extLst>
              </p:cNvPr>
              <p:cNvSpPr/>
              <p:nvPr/>
            </p:nvSpPr>
            <p:spPr>
              <a:xfrm>
                <a:off x="41523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77" name="타원 22376">
                <a:extLst>
                  <a:ext uri="{FF2B5EF4-FFF2-40B4-BE49-F238E27FC236}">
                    <a16:creationId xmlns:a16="http://schemas.microsoft.com/office/drawing/2014/main" id="{E3CAF18D-3C48-46A5-8D63-1B912B84055F}"/>
                  </a:ext>
                </a:extLst>
              </p:cNvPr>
              <p:cNvSpPr/>
              <p:nvPr/>
            </p:nvSpPr>
            <p:spPr>
              <a:xfrm>
                <a:off x="43047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78" name="타원 22377">
                <a:extLst>
                  <a:ext uri="{FF2B5EF4-FFF2-40B4-BE49-F238E27FC236}">
                    <a16:creationId xmlns:a16="http://schemas.microsoft.com/office/drawing/2014/main" id="{AEBE2D14-CD46-4FE5-8092-720346267B2A}"/>
                  </a:ext>
                </a:extLst>
              </p:cNvPr>
              <p:cNvSpPr/>
              <p:nvPr/>
            </p:nvSpPr>
            <p:spPr>
              <a:xfrm>
                <a:off x="44571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79" name="타원 22378">
                <a:extLst>
                  <a:ext uri="{FF2B5EF4-FFF2-40B4-BE49-F238E27FC236}">
                    <a16:creationId xmlns:a16="http://schemas.microsoft.com/office/drawing/2014/main" id="{D6752519-B324-4204-9793-5A10B544FD9F}"/>
                  </a:ext>
                </a:extLst>
              </p:cNvPr>
              <p:cNvSpPr/>
              <p:nvPr/>
            </p:nvSpPr>
            <p:spPr>
              <a:xfrm>
                <a:off x="46095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80" name="타원 22379">
                <a:extLst>
                  <a:ext uri="{FF2B5EF4-FFF2-40B4-BE49-F238E27FC236}">
                    <a16:creationId xmlns:a16="http://schemas.microsoft.com/office/drawing/2014/main" id="{1F92C3E0-A89F-4BC4-8C4E-D31D6D96E93C}"/>
                  </a:ext>
                </a:extLst>
              </p:cNvPr>
              <p:cNvSpPr/>
              <p:nvPr/>
            </p:nvSpPr>
            <p:spPr>
              <a:xfrm>
                <a:off x="47619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81" name="타원 22380">
                <a:extLst>
                  <a:ext uri="{FF2B5EF4-FFF2-40B4-BE49-F238E27FC236}">
                    <a16:creationId xmlns:a16="http://schemas.microsoft.com/office/drawing/2014/main" id="{FCF71CF0-0F32-4D18-8BF7-B9BB2FCE9EA9}"/>
                  </a:ext>
                </a:extLst>
              </p:cNvPr>
              <p:cNvSpPr/>
              <p:nvPr/>
            </p:nvSpPr>
            <p:spPr>
              <a:xfrm>
                <a:off x="49143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82" name="타원 22381">
                <a:extLst>
                  <a:ext uri="{FF2B5EF4-FFF2-40B4-BE49-F238E27FC236}">
                    <a16:creationId xmlns:a16="http://schemas.microsoft.com/office/drawing/2014/main" id="{1A64A702-691D-4D38-A419-09FB2839E742}"/>
                  </a:ext>
                </a:extLst>
              </p:cNvPr>
              <p:cNvSpPr/>
              <p:nvPr/>
            </p:nvSpPr>
            <p:spPr>
              <a:xfrm>
                <a:off x="50667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83" name="타원 22382">
                <a:extLst>
                  <a:ext uri="{FF2B5EF4-FFF2-40B4-BE49-F238E27FC236}">
                    <a16:creationId xmlns:a16="http://schemas.microsoft.com/office/drawing/2014/main" id="{7B8F9426-D619-46F8-A4E2-079E251F4E00}"/>
                  </a:ext>
                </a:extLst>
              </p:cNvPr>
              <p:cNvSpPr/>
              <p:nvPr/>
            </p:nvSpPr>
            <p:spPr>
              <a:xfrm>
                <a:off x="52191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84" name="타원 22383">
                <a:extLst>
                  <a:ext uri="{FF2B5EF4-FFF2-40B4-BE49-F238E27FC236}">
                    <a16:creationId xmlns:a16="http://schemas.microsoft.com/office/drawing/2014/main" id="{380354C2-6E28-4FAA-871F-6821B02F7D20}"/>
                  </a:ext>
                </a:extLst>
              </p:cNvPr>
              <p:cNvSpPr/>
              <p:nvPr/>
            </p:nvSpPr>
            <p:spPr>
              <a:xfrm>
                <a:off x="53715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85" name="타원 22384">
                <a:extLst>
                  <a:ext uri="{FF2B5EF4-FFF2-40B4-BE49-F238E27FC236}">
                    <a16:creationId xmlns:a16="http://schemas.microsoft.com/office/drawing/2014/main" id="{C248D729-A868-4164-B579-14722A079A66}"/>
                  </a:ext>
                </a:extLst>
              </p:cNvPr>
              <p:cNvSpPr/>
              <p:nvPr/>
            </p:nvSpPr>
            <p:spPr>
              <a:xfrm>
                <a:off x="55239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86" name="타원 22385">
                <a:extLst>
                  <a:ext uri="{FF2B5EF4-FFF2-40B4-BE49-F238E27FC236}">
                    <a16:creationId xmlns:a16="http://schemas.microsoft.com/office/drawing/2014/main" id="{320344D6-3C6D-4111-86F1-8EDA4AD51337}"/>
                  </a:ext>
                </a:extLst>
              </p:cNvPr>
              <p:cNvSpPr/>
              <p:nvPr/>
            </p:nvSpPr>
            <p:spPr>
              <a:xfrm>
                <a:off x="5676363" y="105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87" name="타원 22386">
                <a:extLst>
                  <a:ext uri="{FF2B5EF4-FFF2-40B4-BE49-F238E27FC236}">
                    <a16:creationId xmlns:a16="http://schemas.microsoft.com/office/drawing/2014/main" id="{1A1D9B7A-30E6-49C3-8B6E-1F1765D7C85B}"/>
                  </a:ext>
                </a:extLst>
              </p:cNvPr>
              <p:cNvSpPr/>
              <p:nvPr/>
            </p:nvSpPr>
            <p:spPr>
              <a:xfrm>
                <a:off x="3423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88" name="타원 22387">
                <a:extLst>
                  <a:ext uri="{FF2B5EF4-FFF2-40B4-BE49-F238E27FC236}">
                    <a16:creationId xmlns:a16="http://schemas.microsoft.com/office/drawing/2014/main" id="{C5F39393-498C-4477-B4EC-E8E6974F86B6}"/>
                  </a:ext>
                </a:extLst>
              </p:cNvPr>
              <p:cNvSpPr/>
              <p:nvPr/>
            </p:nvSpPr>
            <p:spPr>
              <a:xfrm>
                <a:off x="4947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89" name="타원 22388">
                <a:extLst>
                  <a:ext uri="{FF2B5EF4-FFF2-40B4-BE49-F238E27FC236}">
                    <a16:creationId xmlns:a16="http://schemas.microsoft.com/office/drawing/2014/main" id="{CB98AE4E-4B6B-4EDA-B9A3-9E83B42071B6}"/>
                  </a:ext>
                </a:extLst>
              </p:cNvPr>
              <p:cNvSpPr/>
              <p:nvPr/>
            </p:nvSpPr>
            <p:spPr>
              <a:xfrm>
                <a:off x="6471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90" name="타원 22389">
                <a:extLst>
                  <a:ext uri="{FF2B5EF4-FFF2-40B4-BE49-F238E27FC236}">
                    <a16:creationId xmlns:a16="http://schemas.microsoft.com/office/drawing/2014/main" id="{0696D9F6-4403-4F74-A4E3-0C4ED96A9C98}"/>
                  </a:ext>
                </a:extLst>
              </p:cNvPr>
              <p:cNvSpPr/>
              <p:nvPr/>
            </p:nvSpPr>
            <p:spPr>
              <a:xfrm>
                <a:off x="7995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91" name="타원 22390">
                <a:extLst>
                  <a:ext uri="{FF2B5EF4-FFF2-40B4-BE49-F238E27FC236}">
                    <a16:creationId xmlns:a16="http://schemas.microsoft.com/office/drawing/2014/main" id="{85175D88-0025-4AA8-957F-6B8EDDDA7E20}"/>
                  </a:ext>
                </a:extLst>
              </p:cNvPr>
              <p:cNvSpPr/>
              <p:nvPr/>
            </p:nvSpPr>
            <p:spPr>
              <a:xfrm>
                <a:off x="9519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92" name="타원 22391">
                <a:extLst>
                  <a:ext uri="{FF2B5EF4-FFF2-40B4-BE49-F238E27FC236}">
                    <a16:creationId xmlns:a16="http://schemas.microsoft.com/office/drawing/2014/main" id="{D37E0C20-EF91-4285-AA89-717B95E86DEA}"/>
                  </a:ext>
                </a:extLst>
              </p:cNvPr>
              <p:cNvSpPr/>
              <p:nvPr/>
            </p:nvSpPr>
            <p:spPr>
              <a:xfrm>
                <a:off x="11043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93" name="타원 22392">
                <a:extLst>
                  <a:ext uri="{FF2B5EF4-FFF2-40B4-BE49-F238E27FC236}">
                    <a16:creationId xmlns:a16="http://schemas.microsoft.com/office/drawing/2014/main" id="{54679A58-5253-4D3D-AF40-FD2EF07A6C6A}"/>
                  </a:ext>
                </a:extLst>
              </p:cNvPr>
              <p:cNvSpPr/>
              <p:nvPr/>
            </p:nvSpPr>
            <p:spPr>
              <a:xfrm>
                <a:off x="12567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94" name="타원 22393">
                <a:extLst>
                  <a:ext uri="{FF2B5EF4-FFF2-40B4-BE49-F238E27FC236}">
                    <a16:creationId xmlns:a16="http://schemas.microsoft.com/office/drawing/2014/main" id="{43DDD116-10B8-4B83-9798-99D17A992D23}"/>
                  </a:ext>
                </a:extLst>
              </p:cNvPr>
              <p:cNvSpPr/>
              <p:nvPr/>
            </p:nvSpPr>
            <p:spPr>
              <a:xfrm>
                <a:off x="14091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95" name="타원 22394">
                <a:extLst>
                  <a:ext uri="{FF2B5EF4-FFF2-40B4-BE49-F238E27FC236}">
                    <a16:creationId xmlns:a16="http://schemas.microsoft.com/office/drawing/2014/main" id="{65497C2C-BD72-48D4-8828-BC9CF98CE147}"/>
                  </a:ext>
                </a:extLst>
              </p:cNvPr>
              <p:cNvSpPr/>
              <p:nvPr/>
            </p:nvSpPr>
            <p:spPr>
              <a:xfrm>
                <a:off x="15615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96" name="타원 22395">
                <a:extLst>
                  <a:ext uri="{FF2B5EF4-FFF2-40B4-BE49-F238E27FC236}">
                    <a16:creationId xmlns:a16="http://schemas.microsoft.com/office/drawing/2014/main" id="{D6ADEE14-F0A3-4E90-BF47-172FE88B9A0A}"/>
                  </a:ext>
                </a:extLst>
              </p:cNvPr>
              <p:cNvSpPr/>
              <p:nvPr/>
            </p:nvSpPr>
            <p:spPr>
              <a:xfrm>
                <a:off x="17139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97" name="타원 22396">
                <a:extLst>
                  <a:ext uri="{FF2B5EF4-FFF2-40B4-BE49-F238E27FC236}">
                    <a16:creationId xmlns:a16="http://schemas.microsoft.com/office/drawing/2014/main" id="{9F4DD296-E278-4350-87F2-F6A01A707886}"/>
                  </a:ext>
                </a:extLst>
              </p:cNvPr>
              <p:cNvSpPr/>
              <p:nvPr/>
            </p:nvSpPr>
            <p:spPr>
              <a:xfrm>
                <a:off x="18663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98" name="타원 22397">
                <a:extLst>
                  <a:ext uri="{FF2B5EF4-FFF2-40B4-BE49-F238E27FC236}">
                    <a16:creationId xmlns:a16="http://schemas.microsoft.com/office/drawing/2014/main" id="{D8CF5D09-BF89-4DE2-BB16-1B8BC1F22814}"/>
                  </a:ext>
                </a:extLst>
              </p:cNvPr>
              <p:cNvSpPr/>
              <p:nvPr/>
            </p:nvSpPr>
            <p:spPr>
              <a:xfrm>
                <a:off x="20187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99" name="타원 22398">
                <a:extLst>
                  <a:ext uri="{FF2B5EF4-FFF2-40B4-BE49-F238E27FC236}">
                    <a16:creationId xmlns:a16="http://schemas.microsoft.com/office/drawing/2014/main" id="{D3A9A5C6-2003-456B-A79C-E909523C372C}"/>
                  </a:ext>
                </a:extLst>
              </p:cNvPr>
              <p:cNvSpPr/>
              <p:nvPr/>
            </p:nvSpPr>
            <p:spPr>
              <a:xfrm>
                <a:off x="21711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00" name="타원 22399">
                <a:extLst>
                  <a:ext uri="{FF2B5EF4-FFF2-40B4-BE49-F238E27FC236}">
                    <a16:creationId xmlns:a16="http://schemas.microsoft.com/office/drawing/2014/main" id="{63DE5526-EF7D-4760-9C2E-EE44BE12764A}"/>
                  </a:ext>
                </a:extLst>
              </p:cNvPr>
              <p:cNvSpPr/>
              <p:nvPr/>
            </p:nvSpPr>
            <p:spPr>
              <a:xfrm>
                <a:off x="23235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01" name="타원 22400">
                <a:extLst>
                  <a:ext uri="{FF2B5EF4-FFF2-40B4-BE49-F238E27FC236}">
                    <a16:creationId xmlns:a16="http://schemas.microsoft.com/office/drawing/2014/main" id="{EBCBD304-A97F-4923-99F0-ACD4DA24B944}"/>
                  </a:ext>
                </a:extLst>
              </p:cNvPr>
              <p:cNvSpPr/>
              <p:nvPr/>
            </p:nvSpPr>
            <p:spPr>
              <a:xfrm>
                <a:off x="24759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02" name="타원 22401">
                <a:extLst>
                  <a:ext uri="{FF2B5EF4-FFF2-40B4-BE49-F238E27FC236}">
                    <a16:creationId xmlns:a16="http://schemas.microsoft.com/office/drawing/2014/main" id="{E577447F-E696-4C32-A69E-01BEA8B8CED7}"/>
                  </a:ext>
                </a:extLst>
              </p:cNvPr>
              <p:cNvSpPr/>
              <p:nvPr/>
            </p:nvSpPr>
            <p:spPr>
              <a:xfrm>
                <a:off x="26283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03" name="타원 22402">
                <a:extLst>
                  <a:ext uri="{FF2B5EF4-FFF2-40B4-BE49-F238E27FC236}">
                    <a16:creationId xmlns:a16="http://schemas.microsoft.com/office/drawing/2014/main" id="{04A5A224-B077-457D-9F1E-86E88C1600BD}"/>
                  </a:ext>
                </a:extLst>
              </p:cNvPr>
              <p:cNvSpPr/>
              <p:nvPr/>
            </p:nvSpPr>
            <p:spPr>
              <a:xfrm>
                <a:off x="27807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04" name="타원 22403">
                <a:extLst>
                  <a:ext uri="{FF2B5EF4-FFF2-40B4-BE49-F238E27FC236}">
                    <a16:creationId xmlns:a16="http://schemas.microsoft.com/office/drawing/2014/main" id="{A39EC05B-489A-4699-9A2C-05A1D77C1858}"/>
                  </a:ext>
                </a:extLst>
              </p:cNvPr>
              <p:cNvSpPr/>
              <p:nvPr/>
            </p:nvSpPr>
            <p:spPr>
              <a:xfrm>
                <a:off x="29331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05" name="타원 22404">
                <a:extLst>
                  <a:ext uri="{FF2B5EF4-FFF2-40B4-BE49-F238E27FC236}">
                    <a16:creationId xmlns:a16="http://schemas.microsoft.com/office/drawing/2014/main" id="{CD900AA0-608F-43F7-83A3-C1112829F445}"/>
                  </a:ext>
                </a:extLst>
              </p:cNvPr>
              <p:cNvSpPr/>
              <p:nvPr/>
            </p:nvSpPr>
            <p:spPr>
              <a:xfrm>
                <a:off x="30855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06" name="타원 22405">
                <a:extLst>
                  <a:ext uri="{FF2B5EF4-FFF2-40B4-BE49-F238E27FC236}">
                    <a16:creationId xmlns:a16="http://schemas.microsoft.com/office/drawing/2014/main" id="{443A6456-046C-4290-8108-F2C8C406CE0E}"/>
                  </a:ext>
                </a:extLst>
              </p:cNvPr>
              <p:cNvSpPr/>
              <p:nvPr/>
            </p:nvSpPr>
            <p:spPr>
              <a:xfrm>
                <a:off x="32379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07" name="타원 22406">
                <a:extLst>
                  <a:ext uri="{FF2B5EF4-FFF2-40B4-BE49-F238E27FC236}">
                    <a16:creationId xmlns:a16="http://schemas.microsoft.com/office/drawing/2014/main" id="{AEE436F6-120F-43E3-B624-622F3AA7AD5F}"/>
                  </a:ext>
                </a:extLst>
              </p:cNvPr>
              <p:cNvSpPr/>
              <p:nvPr/>
            </p:nvSpPr>
            <p:spPr>
              <a:xfrm>
                <a:off x="33903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08" name="타원 22407">
                <a:extLst>
                  <a:ext uri="{FF2B5EF4-FFF2-40B4-BE49-F238E27FC236}">
                    <a16:creationId xmlns:a16="http://schemas.microsoft.com/office/drawing/2014/main" id="{4B25CC91-64D7-44A2-AA91-09FFE61C42C5}"/>
                  </a:ext>
                </a:extLst>
              </p:cNvPr>
              <p:cNvSpPr/>
              <p:nvPr/>
            </p:nvSpPr>
            <p:spPr>
              <a:xfrm>
                <a:off x="35427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09" name="타원 22408">
                <a:extLst>
                  <a:ext uri="{FF2B5EF4-FFF2-40B4-BE49-F238E27FC236}">
                    <a16:creationId xmlns:a16="http://schemas.microsoft.com/office/drawing/2014/main" id="{7AF5D996-FE7A-49E4-9B07-CB8E0EA24A56}"/>
                  </a:ext>
                </a:extLst>
              </p:cNvPr>
              <p:cNvSpPr/>
              <p:nvPr/>
            </p:nvSpPr>
            <p:spPr>
              <a:xfrm>
                <a:off x="36951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10" name="타원 22409">
                <a:extLst>
                  <a:ext uri="{FF2B5EF4-FFF2-40B4-BE49-F238E27FC236}">
                    <a16:creationId xmlns:a16="http://schemas.microsoft.com/office/drawing/2014/main" id="{45146493-704E-41AA-8E14-EB16EC4D2192}"/>
                  </a:ext>
                </a:extLst>
              </p:cNvPr>
              <p:cNvSpPr/>
              <p:nvPr/>
            </p:nvSpPr>
            <p:spPr>
              <a:xfrm>
                <a:off x="38475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11" name="타원 22410">
                <a:extLst>
                  <a:ext uri="{FF2B5EF4-FFF2-40B4-BE49-F238E27FC236}">
                    <a16:creationId xmlns:a16="http://schemas.microsoft.com/office/drawing/2014/main" id="{E2B26D15-0938-4FBF-9A0B-304157694F4B}"/>
                  </a:ext>
                </a:extLst>
              </p:cNvPr>
              <p:cNvSpPr/>
              <p:nvPr/>
            </p:nvSpPr>
            <p:spPr>
              <a:xfrm>
                <a:off x="39999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12" name="타원 22411">
                <a:extLst>
                  <a:ext uri="{FF2B5EF4-FFF2-40B4-BE49-F238E27FC236}">
                    <a16:creationId xmlns:a16="http://schemas.microsoft.com/office/drawing/2014/main" id="{8A8D80A3-4BD3-4370-B3B5-483F35BA5B02}"/>
                  </a:ext>
                </a:extLst>
              </p:cNvPr>
              <p:cNvSpPr/>
              <p:nvPr/>
            </p:nvSpPr>
            <p:spPr>
              <a:xfrm>
                <a:off x="41523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13" name="타원 22412">
                <a:extLst>
                  <a:ext uri="{FF2B5EF4-FFF2-40B4-BE49-F238E27FC236}">
                    <a16:creationId xmlns:a16="http://schemas.microsoft.com/office/drawing/2014/main" id="{4A1CD1C8-D849-442F-8791-26927D44964F}"/>
                  </a:ext>
                </a:extLst>
              </p:cNvPr>
              <p:cNvSpPr/>
              <p:nvPr/>
            </p:nvSpPr>
            <p:spPr>
              <a:xfrm>
                <a:off x="43047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14" name="타원 22413">
                <a:extLst>
                  <a:ext uri="{FF2B5EF4-FFF2-40B4-BE49-F238E27FC236}">
                    <a16:creationId xmlns:a16="http://schemas.microsoft.com/office/drawing/2014/main" id="{04001EEE-B707-4175-9CD4-53825FFD2515}"/>
                  </a:ext>
                </a:extLst>
              </p:cNvPr>
              <p:cNvSpPr/>
              <p:nvPr/>
            </p:nvSpPr>
            <p:spPr>
              <a:xfrm>
                <a:off x="44571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15" name="타원 22414">
                <a:extLst>
                  <a:ext uri="{FF2B5EF4-FFF2-40B4-BE49-F238E27FC236}">
                    <a16:creationId xmlns:a16="http://schemas.microsoft.com/office/drawing/2014/main" id="{96BB15DD-FCEB-4B0D-B494-A5DC6BD0BCBB}"/>
                  </a:ext>
                </a:extLst>
              </p:cNvPr>
              <p:cNvSpPr/>
              <p:nvPr/>
            </p:nvSpPr>
            <p:spPr>
              <a:xfrm>
                <a:off x="46095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16" name="타원 22415">
                <a:extLst>
                  <a:ext uri="{FF2B5EF4-FFF2-40B4-BE49-F238E27FC236}">
                    <a16:creationId xmlns:a16="http://schemas.microsoft.com/office/drawing/2014/main" id="{8B212683-1AD1-4097-9D47-C9B2073F99FB}"/>
                  </a:ext>
                </a:extLst>
              </p:cNvPr>
              <p:cNvSpPr/>
              <p:nvPr/>
            </p:nvSpPr>
            <p:spPr>
              <a:xfrm>
                <a:off x="47619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17" name="타원 22416">
                <a:extLst>
                  <a:ext uri="{FF2B5EF4-FFF2-40B4-BE49-F238E27FC236}">
                    <a16:creationId xmlns:a16="http://schemas.microsoft.com/office/drawing/2014/main" id="{A4E0D38C-8A28-4055-AD98-105BCA79EC0C}"/>
                  </a:ext>
                </a:extLst>
              </p:cNvPr>
              <p:cNvSpPr/>
              <p:nvPr/>
            </p:nvSpPr>
            <p:spPr>
              <a:xfrm>
                <a:off x="49143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18" name="타원 22417">
                <a:extLst>
                  <a:ext uri="{FF2B5EF4-FFF2-40B4-BE49-F238E27FC236}">
                    <a16:creationId xmlns:a16="http://schemas.microsoft.com/office/drawing/2014/main" id="{DC33FFDA-80AA-4942-A18F-4BB571A17E1B}"/>
                  </a:ext>
                </a:extLst>
              </p:cNvPr>
              <p:cNvSpPr/>
              <p:nvPr/>
            </p:nvSpPr>
            <p:spPr>
              <a:xfrm>
                <a:off x="50667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19" name="타원 22418">
                <a:extLst>
                  <a:ext uri="{FF2B5EF4-FFF2-40B4-BE49-F238E27FC236}">
                    <a16:creationId xmlns:a16="http://schemas.microsoft.com/office/drawing/2014/main" id="{EE7EC1C1-C3CC-4D3B-B637-1228B16D1B8F}"/>
                  </a:ext>
                </a:extLst>
              </p:cNvPr>
              <p:cNvSpPr/>
              <p:nvPr/>
            </p:nvSpPr>
            <p:spPr>
              <a:xfrm>
                <a:off x="52191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20" name="타원 22419">
                <a:extLst>
                  <a:ext uri="{FF2B5EF4-FFF2-40B4-BE49-F238E27FC236}">
                    <a16:creationId xmlns:a16="http://schemas.microsoft.com/office/drawing/2014/main" id="{6FEA75FE-737A-4492-92B6-967CB81B23F6}"/>
                  </a:ext>
                </a:extLst>
              </p:cNvPr>
              <p:cNvSpPr/>
              <p:nvPr/>
            </p:nvSpPr>
            <p:spPr>
              <a:xfrm>
                <a:off x="53715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21" name="타원 22420">
                <a:extLst>
                  <a:ext uri="{FF2B5EF4-FFF2-40B4-BE49-F238E27FC236}">
                    <a16:creationId xmlns:a16="http://schemas.microsoft.com/office/drawing/2014/main" id="{DE077E57-4CA4-4285-975B-170FDE0CDBD7}"/>
                  </a:ext>
                </a:extLst>
              </p:cNvPr>
              <p:cNvSpPr/>
              <p:nvPr/>
            </p:nvSpPr>
            <p:spPr>
              <a:xfrm>
                <a:off x="55239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22" name="타원 22421">
                <a:extLst>
                  <a:ext uri="{FF2B5EF4-FFF2-40B4-BE49-F238E27FC236}">
                    <a16:creationId xmlns:a16="http://schemas.microsoft.com/office/drawing/2014/main" id="{7D2AF60A-C3B2-43D3-8F05-81F950B05C6B}"/>
                  </a:ext>
                </a:extLst>
              </p:cNvPr>
              <p:cNvSpPr/>
              <p:nvPr/>
            </p:nvSpPr>
            <p:spPr>
              <a:xfrm>
                <a:off x="5676363" y="121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23" name="타원 22422">
                <a:extLst>
                  <a:ext uri="{FF2B5EF4-FFF2-40B4-BE49-F238E27FC236}">
                    <a16:creationId xmlns:a16="http://schemas.microsoft.com/office/drawing/2014/main" id="{BCBF54AB-6E08-4C18-A5C7-C334FCF50042}"/>
                  </a:ext>
                </a:extLst>
              </p:cNvPr>
              <p:cNvSpPr/>
              <p:nvPr/>
            </p:nvSpPr>
            <p:spPr>
              <a:xfrm>
                <a:off x="3423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24" name="타원 22423">
                <a:extLst>
                  <a:ext uri="{FF2B5EF4-FFF2-40B4-BE49-F238E27FC236}">
                    <a16:creationId xmlns:a16="http://schemas.microsoft.com/office/drawing/2014/main" id="{D23C8021-1761-4AE6-90C0-E6A594E21CBD}"/>
                  </a:ext>
                </a:extLst>
              </p:cNvPr>
              <p:cNvSpPr/>
              <p:nvPr/>
            </p:nvSpPr>
            <p:spPr>
              <a:xfrm>
                <a:off x="4947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25" name="타원 22424">
                <a:extLst>
                  <a:ext uri="{FF2B5EF4-FFF2-40B4-BE49-F238E27FC236}">
                    <a16:creationId xmlns:a16="http://schemas.microsoft.com/office/drawing/2014/main" id="{D6BC8C40-896A-45D5-8712-DCA8E0C1CED5}"/>
                  </a:ext>
                </a:extLst>
              </p:cNvPr>
              <p:cNvSpPr/>
              <p:nvPr/>
            </p:nvSpPr>
            <p:spPr>
              <a:xfrm>
                <a:off x="6471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26" name="타원 22425">
                <a:extLst>
                  <a:ext uri="{FF2B5EF4-FFF2-40B4-BE49-F238E27FC236}">
                    <a16:creationId xmlns:a16="http://schemas.microsoft.com/office/drawing/2014/main" id="{7AF7AF84-430D-4B7E-9477-917CFB2E9A50}"/>
                  </a:ext>
                </a:extLst>
              </p:cNvPr>
              <p:cNvSpPr/>
              <p:nvPr/>
            </p:nvSpPr>
            <p:spPr>
              <a:xfrm>
                <a:off x="7995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27" name="타원 22426">
                <a:extLst>
                  <a:ext uri="{FF2B5EF4-FFF2-40B4-BE49-F238E27FC236}">
                    <a16:creationId xmlns:a16="http://schemas.microsoft.com/office/drawing/2014/main" id="{9DC3555F-68D1-466A-86A7-E372D4D416C7}"/>
                  </a:ext>
                </a:extLst>
              </p:cNvPr>
              <p:cNvSpPr/>
              <p:nvPr/>
            </p:nvSpPr>
            <p:spPr>
              <a:xfrm>
                <a:off x="9519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28" name="타원 22427">
                <a:extLst>
                  <a:ext uri="{FF2B5EF4-FFF2-40B4-BE49-F238E27FC236}">
                    <a16:creationId xmlns:a16="http://schemas.microsoft.com/office/drawing/2014/main" id="{4BABF95C-B7BB-4446-AE39-9DC71E388E75}"/>
                  </a:ext>
                </a:extLst>
              </p:cNvPr>
              <p:cNvSpPr/>
              <p:nvPr/>
            </p:nvSpPr>
            <p:spPr>
              <a:xfrm>
                <a:off x="11043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29" name="타원 22428">
                <a:extLst>
                  <a:ext uri="{FF2B5EF4-FFF2-40B4-BE49-F238E27FC236}">
                    <a16:creationId xmlns:a16="http://schemas.microsoft.com/office/drawing/2014/main" id="{FE603B0B-E791-4FFB-BB6F-9E82E02A06E7}"/>
                  </a:ext>
                </a:extLst>
              </p:cNvPr>
              <p:cNvSpPr/>
              <p:nvPr/>
            </p:nvSpPr>
            <p:spPr>
              <a:xfrm>
                <a:off x="12567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30" name="타원 22429">
                <a:extLst>
                  <a:ext uri="{FF2B5EF4-FFF2-40B4-BE49-F238E27FC236}">
                    <a16:creationId xmlns:a16="http://schemas.microsoft.com/office/drawing/2014/main" id="{67062E5E-967F-4668-AC4C-AE24EB27EF9B}"/>
                  </a:ext>
                </a:extLst>
              </p:cNvPr>
              <p:cNvSpPr/>
              <p:nvPr/>
            </p:nvSpPr>
            <p:spPr>
              <a:xfrm>
                <a:off x="14091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31" name="타원 22430">
                <a:extLst>
                  <a:ext uri="{FF2B5EF4-FFF2-40B4-BE49-F238E27FC236}">
                    <a16:creationId xmlns:a16="http://schemas.microsoft.com/office/drawing/2014/main" id="{62EB01C0-8B21-4C8E-8E83-B7EB6D09FAEB}"/>
                  </a:ext>
                </a:extLst>
              </p:cNvPr>
              <p:cNvSpPr/>
              <p:nvPr/>
            </p:nvSpPr>
            <p:spPr>
              <a:xfrm>
                <a:off x="15615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32" name="타원 22431">
                <a:extLst>
                  <a:ext uri="{FF2B5EF4-FFF2-40B4-BE49-F238E27FC236}">
                    <a16:creationId xmlns:a16="http://schemas.microsoft.com/office/drawing/2014/main" id="{89C024D6-49FB-4F8C-A977-5CEF2ED9A3B1}"/>
                  </a:ext>
                </a:extLst>
              </p:cNvPr>
              <p:cNvSpPr/>
              <p:nvPr/>
            </p:nvSpPr>
            <p:spPr>
              <a:xfrm>
                <a:off x="17139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33" name="타원 22432">
                <a:extLst>
                  <a:ext uri="{FF2B5EF4-FFF2-40B4-BE49-F238E27FC236}">
                    <a16:creationId xmlns:a16="http://schemas.microsoft.com/office/drawing/2014/main" id="{A48BE213-DFE3-4904-B1BE-399869FF657C}"/>
                  </a:ext>
                </a:extLst>
              </p:cNvPr>
              <p:cNvSpPr/>
              <p:nvPr/>
            </p:nvSpPr>
            <p:spPr>
              <a:xfrm>
                <a:off x="18663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34" name="타원 22433">
                <a:extLst>
                  <a:ext uri="{FF2B5EF4-FFF2-40B4-BE49-F238E27FC236}">
                    <a16:creationId xmlns:a16="http://schemas.microsoft.com/office/drawing/2014/main" id="{5E7F9C70-B54B-49C6-B395-77ABF54C69D3}"/>
                  </a:ext>
                </a:extLst>
              </p:cNvPr>
              <p:cNvSpPr/>
              <p:nvPr/>
            </p:nvSpPr>
            <p:spPr>
              <a:xfrm>
                <a:off x="20187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35" name="타원 22434">
                <a:extLst>
                  <a:ext uri="{FF2B5EF4-FFF2-40B4-BE49-F238E27FC236}">
                    <a16:creationId xmlns:a16="http://schemas.microsoft.com/office/drawing/2014/main" id="{EB016FC2-97AB-4F9E-8DDD-813DEEA2E4D8}"/>
                  </a:ext>
                </a:extLst>
              </p:cNvPr>
              <p:cNvSpPr/>
              <p:nvPr/>
            </p:nvSpPr>
            <p:spPr>
              <a:xfrm>
                <a:off x="21711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36" name="타원 22435">
                <a:extLst>
                  <a:ext uri="{FF2B5EF4-FFF2-40B4-BE49-F238E27FC236}">
                    <a16:creationId xmlns:a16="http://schemas.microsoft.com/office/drawing/2014/main" id="{67FB8094-199E-45CD-BAB5-BFBD5D80575A}"/>
                  </a:ext>
                </a:extLst>
              </p:cNvPr>
              <p:cNvSpPr/>
              <p:nvPr/>
            </p:nvSpPr>
            <p:spPr>
              <a:xfrm>
                <a:off x="23235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37" name="타원 22436">
                <a:extLst>
                  <a:ext uri="{FF2B5EF4-FFF2-40B4-BE49-F238E27FC236}">
                    <a16:creationId xmlns:a16="http://schemas.microsoft.com/office/drawing/2014/main" id="{DA881F71-4B5C-49DB-9DBA-7AD2BF160F56}"/>
                  </a:ext>
                </a:extLst>
              </p:cNvPr>
              <p:cNvSpPr/>
              <p:nvPr/>
            </p:nvSpPr>
            <p:spPr>
              <a:xfrm>
                <a:off x="24759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38" name="타원 22437">
                <a:extLst>
                  <a:ext uri="{FF2B5EF4-FFF2-40B4-BE49-F238E27FC236}">
                    <a16:creationId xmlns:a16="http://schemas.microsoft.com/office/drawing/2014/main" id="{E1000016-D7FC-48A3-AFD8-4AEBE3C1BD6D}"/>
                  </a:ext>
                </a:extLst>
              </p:cNvPr>
              <p:cNvSpPr/>
              <p:nvPr/>
            </p:nvSpPr>
            <p:spPr>
              <a:xfrm>
                <a:off x="26283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39" name="타원 22438">
                <a:extLst>
                  <a:ext uri="{FF2B5EF4-FFF2-40B4-BE49-F238E27FC236}">
                    <a16:creationId xmlns:a16="http://schemas.microsoft.com/office/drawing/2014/main" id="{B53574F1-CAA7-46E4-B49F-C7ADEC3C0EEF}"/>
                  </a:ext>
                </a:extLst>
              </p:cNvPr>
              <p:cNvSpPr/>
              <p:nvPr/>
            </p:nvSpPr>
            <p:spPr>
              <a:xfrm>
                <a:off x="27807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40" name="타원 22439">
                <a:extLst>
                  <a:ext uri="{FF2B5EF4-FFF2-40B4-BE49-F238E27FC236}">
                    <a16:creationId xmlns:a16="http://schemas.microsoft.com/office/drawing/2014/main" id="{A775E726-A5A3-44B2-9DE5-8FC555723904}"/>
                  </a:ext>
                </a:extLst>
              </p:cNvPr>
              <p:cNvSpPr/>
              <p:nvPr/>
            </p:nvSpPr>
            <p:spPr>
              <a:xfrm>
                <a:off x="29331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41" name="타원 22440">
                <a:extLst>
                  <a:ext uri="{FF2B5EF4-FFF2-40B4-BE49-F238E27FC236}">
                    <a16:creationId xmlns:a16="http://schemas.microsoft.com/office/drawing/2014/main" id="{6DFDBEDC-414D-432A-8353-6CBBF0FB503F}"/>
                  </a:ext>
                </a:extLst>
              </p:cNvPr>
              <p:cNvSpPr/>
              <p:nvPr/>
            </p:nvSpPr>
            <p:spPr>
              <a:xfrm>
                <a:off x="30855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42" name="타원 22441">
                <a:extLst>
                  <a:ext uri="{FF2B5EF4-FFF2-40B4-BE49-F238E27FC236}">
                    <a16:creationId xmlns:a16="http://schemas.microsoft.com/office/drawing/2014/main" id="{55BE7EBB-59F0-4E37-B0B6-23C6F72D0711}"/>
                  </a:ext>
                </a:extLst>
              </p:cNvPr>
              <p:cNvSpPr/>
              <p:nvPr/>
            </p:nvSpPr>
            <p:spPr>
              <a:xfrm>
                <a:off x="32379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43" name="타원 22442">
                <a:extLst>
                  <a:ext uri="{FF2B5EF4-FFF2-40B4-BE49-F238E27FC236}">
                    <a16:creationId xmlns:a16="http://schemas.microsoft.com/office/drawing/2014/main" id="{7F88CF48-1F35-4041-9FC5-BF0E9BD42991}"/>
                  </a:ext>
                </a:extLst>
              </p:cNvPr>
              <p:cNvSpPr/>
              <p:nvPr/>
            </p:nvSpPr>
            <p:spPr>
              <a:xfrm>
                <a:off x="33903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44" name="타원 22443">
                <a:extLst>
                  <a:ext uri="{FF2B5EF4-FFF2-40B4-BE49-F238E27FC236}">
                    <a16:creationId xmlns:a16="http://schemas.microsoft.com/office/drawing/2014/main" id="{474B4130-DB59-4AFA-9341-A2587926FF2C}"/>
                  </a:ext>
                </a:extLst>
              </p:cNvPr>
              <p:cNvSpPr/>
              <p:nvPr/>
            </p:nvSpPr>
            <p:spPr>
              <a:xfrm>
                <a:off x="35427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45" name="타원 22444">
                <a:extLst>
                  <a:ext uri="{FF2B5EF4-FFF2-40B4-BE49-F238E27FC236}">
                    <a16:creationId xmlns:a16="http://schemas.microsoft.com/office/drawing/2014/main" id="{48E9169F-FA11-4D1C-9FDB-3666CB12B896}"/>
                  </a:ext>
                </a:extLst>
              </p:cNvPr>
              <p:cNvSpPr/>
              <p:nvPr/>
            </p:nvSpPr>
            <p:spPr>
              <a:xfrm>
                <a:off x="36951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46" name="타원 22445">
                <a:extLst>
                  <a:ext uri="{FF2B5EF4-FFF2-40B4-BE49-F238E27FC236}">
                    <a16:creationId xmlns:a16="http://schemas.microsoft.com/office/drawing/2014/main" id="{FE0A6DD2-51F1-4510-B366-279F6B1CA1CD}"/>
                  </a:ext>
                </a:extLst>
              </p:cNvPr>
              <p:cNvSpPr/>
              <p:nvPr/>
            </p:nvSpPr>
            <p:spPr>
              <a:xfrm>
                <a:off x="38475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47" name="타원 22446">
                <a:extLst>
                  <a:ext uri="{FF2B5EF4-FFF2-40B4-BE49-F238E27FC236}">
                    <a16:creationId xmlns:a16="http://schemas.microsoft.com/office/drawing/2014/main" id="{B8D8E1D2-5197-4D18-884E-1BFBE0DBC2B2}"/>
                  </a:ext>
                </a:extLst>
              </p:cNvPr>
              <p:cNvSpPr/>
              <p:nvPr/>
            </p:nvSpPr>
            <p:spPr>
              <a:xfrm>
                <a:off x="39999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48" name="타원 22447">
                <a:extLst>
                  <a:ext uri="{FF2B5EF4-FFF2-40B4-BE49-F238E27FC236}">
                    <a16:creationId xmlns:a16="http://schemas.microsoft.com/office/drawing/2014/main" id="{4CE2814B-C079-405F-9848-080C8610BE69}"/>
                  </a:ext>
                </a:extLst>
              </p:cNvPr>
              <p:cNvSpPr/>
              <p:nvPr/>
            </p:nvSpPr>
            <p:spPr>
              <a:xfrm>
                <a:off x="41523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49" name="타원 22448">
                <a:extLst>
                  <a:ext uri="{FF2B5EF4-FFF2-40B4-BE49-F238E27FC236}">
                    <a16:creationId xmlns:a16="http://schemas.microsoft.com/office/drawing/2014/main" id="{62173384-71B9-4AC5-9C66-31C7748BE16F}"/>
                  </a:ext>
                </a:extLst>
              </p:cNvPr>
              <p:cNvSpPr/>
              <p:nvPr/>
            </p:nvSpPr>
            <p:spPr>
              <a:xfrm>
                <a:off x="43047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50" name="타원 22449">
                <a:extLst>
                  <a:ext uri="{FF2B5EF4-FFF2-40B4-BE49-F238E27FC236}">
                    <a16:creationId xmlns:a16="http://schemas.microsoft.com/office/drawing/2014/main" id="{D9F2B2F9-A178-4D70-86C3-BB0CA07252B5}"/>
                  </a:ext>
                </a:extLst>
              </p:cNvPr>
              <p:cNvSpPr/>
              <p:nvPr/>
            </p:nvSpPr>
            <p:spPr>
              <a:xfrm>
                <a:off x="44571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51" name="타원 22450">
                <a:extLst>
                  <a:ext uri="{FF2B5EF4-FFF2-40B4-BE49-F238E27FC236}">
                    <a16:creationId xmlns:a16="http://schemas.microsoft.com/office/drawing/2014/main" id="{2DDA3AB8-A9E0-43DA-AF4D-7FA73F815EE6}"/>
                  </a:ext>
                </a:extLst>
              </p:cNvPr>
              <p:cNvSpPr/>
              <p:nvPr/>
            </p:nvSpPr>
            <p:spPr>
              <a:xfrm>
                <a:off x="46095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52" name="타원 22451">
                <a:extLst>
                  <a:ext uri="{FF2B5EF4-FFF2-40B4-BE49-F238E27FC236}">
                    <a16:creationId xmlns:a16="http://schemas.microsoft.com/office/drawing/2014/main" id="{95C145A7-F04B-4010-9EFA-321A1698402D}"/>
                  </a:ext>
                </a:extLst>
              </p:cNvPr>
              <p:cNvSpPr/>
              <p:nvPr/>
            </p:nvSpPr>
            <p:spPr>
              <a:xfrm>
                <a:off x="47619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53" name="타원 22452">
                <a:extLst>
                  <a:ext uri="{FF2B5EF4-FFF2-40B4-BE49-F238E27FC236}">
                    <a16:creationId xmlns:a16="http://schemas.microsoft.com/office/drawing/2014/main" id="{99FF2EF1-95FF-4155-A37D-3C42DBBCA833}"/>
                  </a:ext>
                </a:extLst>
              </p:cNvPr>
              <p:cNvSpPr/>
              <p:nvPr/>
            </p:nvSpPr>
            <p:spPr>
              <a:xfrm>
                <a:off x="49143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54" name="타원 22453">
                <a:extLst>
                  <a:ext uri="{FF2B5EF4-FFF2-40B4-BE49-F238E27FC236}">
                    <a16:creationId xmlns:a16="http://schemas.microsoft.com/office/drawing/2014/main" id="{6A110DD4-4887-4112-91B6-3DB0316C2412}"/>
                  </a:ext>
                </a:extLst>
              </p:cNvPr>
              <p:cNvSpPr/>
              <p:nvPr/>
            </p:nvSpPr>
            <p:spPr>
              <a:xfrm>
                <a:off x="50667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55" name="타원 22454">
                <a:extLst>
                  <a:ext uri="{FF2B5EF4-FFF2-40B4-BE49-F238E27FC236}">
                    <a16:creationId xmlns:a16="http://schemas.microsoft.com/office/drawing/2014/main" id="{9A1BD133-924F-40FA-8E49-CB449387BDEE}"/>
                  </a:ext>
                </a:extLst>
              </p:cNvPr>
              <p:cNvSpPr/>
              <p:nvPr/>
            </p:nvSpPr>
            <p:spPr>
              <a:xfrm>
                <a:off x="52191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56" name="타원 22455">
                <a:extLst>
                  <a:ext uri="{FF2B5EF4-FFF2-40B4-BE49-F238E27FC236}">
                    <a16:creationId xmlns:a16="http://schemas.microsoft.com/office/drawing/2014/main" id="{84E3A1E0-2C88-4A7B-AC06-63A7A2D521CB}"/>
                  </a:ext>
                </a:extLst>
              </p:cNvPr>
              <p:cNvSpPr/>
              <p:nvPr/>
            </p:nvSpPr>
            <p:spPr>
              <a:xfrm>
                <a:off x="53715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57" name="타원 22456">
                <a:extLst>
                  <a:ext uri="{FF2B5EF4-FFF2-40B4-BE49-F238E27FC236}">
                    <a16:creationId xmlns:a16="http://schemas.microsoft.com/office/drawing/2014/main" id="{9D2D16A0-117B-44E1-9B7E-5609184187BF}"/>
                  </a:ext>
                </a:extLst>
              </p:cNvPr>
              <p:cNvSpPr/>
              <p:nvPr/>
            </p:nvSpPr>
            <p:spPr>
              <a:xfrm>
                <a:off x="55239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58" name="타원 22457">
                <a:extLst>
                  <a:ext uri="{FF2B5EF4-FFF2-40B4-BE49-F238E27FC236}">
                    <a16:creationId xmlns:a16="http://schemas.microsoft.com/office/drawing/2014/main" id="{3D90AB34-EDC0-48BD-86F4-4CB26ADA6A73}"/>
                  </a:ext>
                </a:extLst>
              </p:cNvPr>
              <p:cNvSpPr/>
              <p:nvPr/>
            </p:nvSpPr>
            <p:spPr>
              <a:xfrm>
                <a:off x="5676363" y="136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59" name="타원 22458">
                <a:extLst>
                  <a:ext uri="{FF2B5EF4-FFF2-40B4-BE49-F238E27FC236}">
                    <a16:creationId xmlns:a16="http://schemas.microsoft.com/office/drawing/2014/main" id="{3B965500-9442-4FF2-A622-D8178E549A28}"/>
                  </a:ext>
                </a:extLst>
              </p:cNvPr>
              <p:cNvSpPr/>
              <p:nvPr/>
            </p:nvSpPr>
            <p:spPr>
              <a:xfrm>
                <a:off x="3423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60" name="타원 22459">
                <a:extLst>
                  <a:ext uri="{FF2B5EF4-FFF2-40B4-BE49-F238E27FC236}">
                    <a16:creationId xmlns:a16="http://schemas.microsoft.com/office/drawing/2014/main" id="{DF9A8993-F0C6-4524-ABE5-D7AA429D13D0}"/>
                  </a:ext>
                </a:extLst>
              </p:cNvPr>
              <p:cNvSpPr/>
              <p:nvPr/>
            </p:nvSpPr>
            <p:spPr>
              <a:xfrm>
                <a:off x="4947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61" name="타원 22460">
                <a:extLst>
                  <a:ext uri="{FF2B5EF4-FFF2-40B4-BE49-F238E27FC236}">
                    <a16:creationId xmlns:a16="http://schemas.microsoft.com/office/drawing/2014/main" id="{33F9D064-82E5-4CEE-B555-34CD4CF4EB82}"/>
                  </a:ext>
                </a:extLst>
              </p:cNvPr>
              <p:cNvSpPr/>
              <p:nvPr/>
            </p:nvSpPr>
            <p:spPr>
              <a:xfrm>
                <a:off x="6471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62" name="타원 22461">
                <a:extLst>
                  <a:ext uri="{FF2B5EF4-FFF2-40B4-BE49-F238E27FC236}">
                    <a16:creationId xmlns:a16="http://schemas.microsoft.com/office/drawing/2014/main" id="{DEB8F28A-4B4A-4893-A9D7-449A75B8407B}"/>
                  </a:ext>
                </a:extLst>
              </p:cNvPr>
              <p:cNvSpPr/>
              <p:nvPr/>
            </p:nvSpPr>
            <p:spPr>
              <a:xfrm>
                <a:off x="7995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63" name="타원 22462">
                <a:extLst>
                  <a:ext uri="{FF2B5EF4-FFF2-40B4-BE49-F238E27FC236}">
                    <a16:creationId xmlns:a16="http://schemas.microsoft.com/office/drawing/2014/main" id="{B94D513F-1856-482A-9AE8-E41CD4C9EE51}"/>
                  </a:ext>
                </a:extLst>
              </p:cNvPr>
              <p:cNvSpPr/>
              <p:nvPr/>
            </p:nvSpPr>
            <p:spPr>
              <a:xfrm>
                <a:off x="9519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64" name="타원 22463">
                <a:extLst>
                  <a:ext uri="{FF2B5EF4-FFF2-40B4-BE49-F238E27FC236}">
                    <a16:creationId xmlns:a16="http://schemas.microsoft.com/office/drawing/2014/main" id="{8BBBDC95-EB9D-48DC-B037-DDAE1BB10624}"/>
                  </a:ext>
                </a:extLst>
              </p:cNvPr>
              <p:cNvSpPr/>
              <p:nvPr/>
            </p:nvSpPr>
            <p:spPr>
              <a:xfrm>
                <a:off x="11043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65" name="타원 22464">
                <a:extLst>
                  <a:ext uri="{FF2B5EF4-FFF2-40B4-BE49-F238E27FC236}">
                    <a16:creationId xmlns:a16="http://schemas.microsoft.com/office/drawing/2014/main" id="{8CCFE944-A001-4403-B08E-385E25D0BAB0}"/>
                  </a:ext>
                </a:extLst>
              </p:cNvPr>
              <p:cNvSpPr/>
              <p:nvPr/>
            </p:nvSpPr>
            <p:spPr>
              <a:xfrm>
                <a:off x="12567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66" name="타원 22465">
                <a:extLst>
                  <a:ext uri="{FF2B5EF4-FFF2-40B4-BE49-F238E27FC236}">
                    <a16:creationId xmlns:a16="http://schemas.microsoft.com/office/drawing/2014/main" id="{E0DD5B6D-96F3-475A-97C9-EB287C8080AC}"/>
                  </a:ext>
                </a:extLst>
              </p:cNvPr>
              <p:cNvSpPr/>
              <p:nvPr/>
            </p:nvSpPr>
            <p:spPr>
              <a:xfrm>
                <a:off x="14091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67" name="타원 22466">
                <a:extLst>
                  <a:ext uri="{FF2B5EF4-FFF2-40B4-BE49-F238E27FC236}">
                    <a16:creationId xmlns:a16="http://schemas.microsoft.com/office/drawing/2014/main" id="{2B9D634E-C11D-40D4-AB34-E093C12A337A}"/>
                  </a:ext>
                </a:extLst>
              </p:cNvPr>
              <p:cNvSpPr/>
              <p:nvPr/>
            </p:nvSpPr>
            <p:spPr>
              <a:xfrm>
                <a:off x="15615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68" name="타원 22467">
                <a:extLst>
                  <a:ext uri="{FF2B5EF4-FFF2-40B4-BE49-F238E27FC236}">
                    <a16:creationId xmlns:a16="http://schemas.microsoft.com/office/drawing/2014/main" id="{BA365D6D-DA41-4FA9-AC74-CF5DA6DDC7C0}"/>
                  </a:ext>
                </a:extLst>
              </p:cNvPr>
              <p:cNvSpPr/>
              <p:nvPr/>
            </p:nvSpPr>
            <p:spPr>
              <a:xfrm>
                <a:off x="17139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69" name="타원 22468">
                <a:extLst>
                  <a:ext uri="{FF2B5EF4-FFF2-40B4-BE49-F238E27FC236}">
                    <a16:creationId xmlns:a16="http://schemas.microsoft.com/office/drawing/2014/main" id="{C8AD29B5-E3E3-470C-A12F-E3759ADC63E6}"/>
                  </a:ext>
                </a:extLst>
              </p:cNvPr>
              <p:cNvSpPr/>
              <p:nvPr/>
            </p:nvSpPr>
            <p:spPr>
              <a:xfrm>
                <a:off x="18663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70" name="타원 22469">
                <a:extLst>
                  <a:ext uri="{FF2B5EF4-FFF2-40B4-BE49-F238E27FC236}">
                    <a16:creationId xmlns:a16="http://schemas.microsoft.com/office/drawing/2014/main" id="{E4A59B46-1AC4-4A33-8297-F34FB4F78319}"/>
                  </a:ext>
                </a:extLst>
              </p:cNvPr>
              <p:cNvSpPr/>
              <p:nvPr/>
            </p:nvSpPr>
            <p:spPr>
              <a:xfrm>
                <a:off x="20187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71" name="타원 22470">
                <a:extLst>
                  <a:ext uri="{FF2B5EF4-FFF2-40B4-BE49-F238E27FC236}">
                    <a16:creationId xmlns:a16="http://schemas.microsoft.com/office/drawing/2014/main" id="{011B1812-A15F-4076-AE65-145F1E33AF62}"/>
                  </a:ext>
                </a:extLst>
              </p:cNvPr>
              <p:cNvSpPr/>
              <p:nvPr/>
            </p:nvSpPr>
            <p:spPr>
              <a:xfrm>
                <a:off x="21711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72" name="타원 22471">
                <a:extLst>
                  <a:ext uri="{FF2B5EF4-FFF2-40B4-BE49-F238E27FC236}">
                    <a16:creationId xmlns:a16="http://schemas.microsoft.com/office/drawing/2014/main" id="{19642A6C-AFFC-4B02-99D5-CD0D2000ED2A}"/>
                  </a:ext>
                </a:extLst>
              </p:cNvPr>
              <p:cNvSpPr/>
              <p:nvPr/>
            </p:nvSpPr>
            <p:spPr>
              <a:xfrm>
                <a:off x="23235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73" name="타원 22472">
                <a:extLst>
                  <a:ext uri="{FF2B5EF4-FFF2-40B4-BE49-F238E27FC236}">
                    <a16:creationId xmlns:a16="http://schemas.microsoft.com/office/drawing/2014/main" id="{4C29C7D8-507C-4188-8E2C-6E7F0473FFB5}"/>
                  </a:ext>
                </a:extLst>
              </p:cNvPr>
              <p:cNvSpPr/>
              <p:nvPr/>
            </p:nvSpPr>
            <p:spPr>
              <a:xfrm>
                <a:off x="24759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74" name="타원 22473">
                <a:extLst>
                  <a:ext uri="{FF2B5EF4-FFF2-40B4-BE49-F238E27FC236}">
                    <a16:creationId xmlns:a16="http://schemas.microsoft.com/office/drawing/2014/main" id="{60FE8FC7-47BB-4CFA-AFB8-044B855DB2E5}"/>
                  </a:ext>
                </a:extLst>
              </p:cNvPr>
              <p:cNvSpPr/>
              <p:nvPr/>
            </p:nvSpPr>
            <p:spPr>
              <a:xfrm>
                <a:off x="26283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75" name="타원 22474">
                <a:extLst>
                  <a:ext uri="{FF2B5EF4-FFF2-40B4-BE49-F238E27FC236}">
                    <a16:creationId xmlns:a16="http://schemas.microsoft.com/office/drawing/2014/main" id="{1034FC00-6D67-4670-AD8A-295EC5A2A777}"/>
                  </a:ext>
                </a:extLst>
              </p:cNvPr>
              <p:cNvSpPr/>
              <p:nvPr/>
            </p:nvSpPr>
            <p:spPr>
              <a:xfrm>
                <a:off x="27807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76" name="타원 22475">
                <a:extLst>
                  <a:ext uri="{FF2B5EF4-FFF2-40B4-BE49-F238E27FC236}">
                    <a16:creationId xmlns:a16="http://schemas.microsoft.com/office/drawing/2014/main" id="{F9F7360D-1458-4CE2-B700-D6A8FD34B656}"/>
                  </a:ext>
                </a:extLst>
              </p:cNvPr>
              <p:cNvSpPr/>
              <p:nvPr/>
            </p:nvSpPr>
            <p:spPr>
              <a:xfrm>
                <a:off x="29331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77" name="타원 22476">
                <a:extLst>
                  <a:ext uri="{FF2B5EF4-FFF2-40B4-BE49-F238E27FC236}">
                    <a16:creationId xmlns:a16="http://schemas.microsoft.com/office/drawing/2014/main" id="{7EE890A8-9D93-486C-83D2-54795A233815}"/>
                  </a:ext>
                </a:extLst>
              </p:cNvPr>
              <p:cNvSpPr/>
              <p:nvPr/>
            </p:nvSpPr>
            <p:spPr>
              <a:xfrm>
                <a:off x="30855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78" name="타원 22477">
                <a:extLst>
                  <a:ext uri="{FF2B5EF4-FFF2-40B4-BE49-F238E27FC236}">
                    <a16:creationId xmlns:a16="http://schemas.microsoft.com/office/drawing/2014/main" id="{5153C77F-C50C-4C73-A8C5-3B4EB6740569}"/>
                  </a:ext>
                </a:extLst>
              </p:cNvPr>
              <p:cNvSpPr/>
              <p:nvPr/>
            </p:nvSpPr>
            <p:spPr>
              <a:xfrm>
                <a:off x="32379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79" name="타원 22478">
                <a:extLst>
                  <a:ext uri="{FF2B5EF4-FFF2-40B4-BE49-F238E27FC236}">
                    <a16:creationId xmlns:a16="http://schemas.microsoft.com/office/drawing/2014/main" id="{0AF1359B-5C47-4126-AE39-0C9A271B4641}"/>
                  </a:ext>
                </a:extLst>
              </p:cNvPr>
              <p:cNvSpPr/>
              <p:nvPr/>
            </p:nvSpPr>
            <p:spPr>
              <a:xfrm>
                <a:off x="33903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80" name="타원 22479">
                <a:extLst>
                  <a:ext uri="{FF2B5EF4-FFF2-40B4-BE49-F238E27FC236}">
                    <a16:creationId xmlns:a16="http://schemas.microsoft.com/office/drawing/2014/main" id="{444190F0-50DE-4AAC-9B6E-E3573FB99F05}"/>
                  </a:ext>
                </a:extLst>
              </p:cNvPr>
              <p:cNvSpPr/>
              <p:nvPr/>
            </p:nvSpPr>
            <p:spPr>
              <a:xfrm>
                <a:off x="35427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81" name="타원 22480">
                <a:extLst>
                  <a:ext uri="{FF2B5EF4-FFF2-40B4-BE49-F238E27FC236}">
                    <a16:creationId xmlns:a16="http://schemas.microsoft.com/office/drawing/2014/main" id="{EDD97400-A457-4A48-9096-12797EFF378F}"/>
                  </a:ext>
                </a:extLst>
              </p:cNvPr>
              <p:cNvSpPr/>
              <p:nvPr/>
            </p:nvSpPr>
            <p:spPr>
              <a:xfrm>
                <a:off x="36951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82" name="타원 22481">
                <a:extLst>
                  <a:ext uri="{FF2B5EF4-FFF2-40B4-BE49-F238E27FC236}">
                    <a16:creationId xmlns:a16="http://schemas.microsoft.com/office/drawing/2014/main" id="{FE5B97BA-BEFB-4C2E-980C-149F3A69E0C2}"/>
                  </a:ext>
                </a:extLst>
              </p:cNvPr>
              <p:cNvSpPr/>
              <p:nvPr/>
            </p:nvSpPr>
            <p:spPr>
              <a:xfrm>
                <a:off x="38475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83" name="타원 22482">
                <a:extLst>
                  <a:ext uri="{FF2B5EF4-FFF2-40B4-BE49-F238E27FC236}">
                    <a16:creationId xmlns:a16="http://schemas.microsoft.com/office/drawing/2014/main" id="{59D2DAC4-6CE5-47AF-B7B2-BDC556F8C957}"/>
                  </a:ext>
                </a:extLst>
              </p:cNvPr>
              <p:cNvSpPr/>
              <p:nvPr/>
            </p:nvSpPr>
            <p:spPr>
              <a:xfrm>
                <a:off x="39999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84" name="타원 22483">
                <a:extLst>
                  <a:ext uri="{FF2B5EF4-FFF2-40B4-BE49-F238E27FC236}">
                    <a16:creationId xmlns:a16="http://schemas.microsoft.com/office/drawing/2014/main" id="{D51A12ED-6AF4-493C-AEA2-2508B6CA76C9}"/>
                  </a:ext>
                </a:extLst>
              </p:cNvPr>
              <p:cNvSpPr/>
              <p:nvPr/>
            </p:nvSpPr>
            <p:spPr>
              <a:xfrm>
                <a:off x="41523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85" name="타원 22484">
                <a:extLst>
                  <a:ext uri="{FF2B5EF4-FFF2-40B4-BE49-F238E27FC236}">
                    <a16:creationId xmlns:a16="http://schemas.microsoft.com/office/drawing/2014/main" id="{FF4CF7A0-6462-4316-A5E2-1D9AF136DDE6}"/>
                  </a:ext>
                </a:extLst>
              </p:cNvPr>
              <p:cNvSpPr/>
              <p:nvPr/>
            </p:nvSpPr>
            <p:spPr>
              <a:xfrm>
                <a:off x="43047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86" name="타원 22485">
                <a:extLst>
                  <a:ext uri="{FF2B5EF4-FFF2-40B4-BE49-F238E27FC236}">
                    <a16:creationId xmlns:a16="http://schemas.microsoft.com/office/drawing/2014/main" id="{4250F7AC-E5CB-4DD4-A546-22E7527009C2}"/>
                  </a:ext>
                </a:extLst>
              </p:cNvPr>
              <p:cNvSpPr/>
              <p:nvPr/>
            </p:nvSpPr>
            <p:spPr>
              <a:xfrm>
                <a:off x="44571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87" name="타원 22486">
                <a:extLst>
                  <a:ext uri="{FF2B5EF4-FFF2-40B4-BE49-F238E27FC236}">
                    <a16:creationId xmlns:a16="http://schemas.microsoft.com/office/drawing/2014/main" id="{B49A8C3B-9D48-4B1A-BBB9-60DE1C85E3F1}"/>
                  </a:ext>
                </a:extLst>
              </p:cNvPr>
              <p:cNvSpPr/>
              <p:nvPr/>
            </p:nvSpPr>
            <p:spPr>
              <a:xfrm>
                <a:off x="46095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88" name="타원 22487">
                <a:extLst>
                  <a:ext uri="{FF2B5EF4-FFF2-40B4-BE49-F238E27FC236}">
                    <a16:creationId xmlns:a16="http://schemas.microsoft.com/office/drawing/2014/main" id="{9E25AC73-AB25-4878-8925-224FA651E153}"/>
                  </a:ext>
                </a:extLst>
              </p:cNvPr>
              <p:cNvSpPr/>
              <p:nvPr/>
            </p:nvSpPr>
            <p:spPr>
              <a:xfrm>
                <a:off x="47619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89" name="타원 22488">
                <a:extLst>
                  <a:ext uri="{FF2B5EF4-FFF2-40B4-BE49-F238E27FC236}">
                    <a16:creationId xmlns:a16="http://schemas.microsoft.com/office/drawing/2014/main" id="{78942D27-5B82-4EF9-9DAF-106C9E321EAE}"/>
                  </a:ext>
                </a:extLst>
              </p:cNvPr>
              <p:cNvSpPr/>
              <p:nvPr/>
            </p:nvSpPr>
            <p:spPr>
              <a:xfrm>
                <a:off x="49143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90" name="타원 22489">
                <a:extLst>
                  <a:ext uri="{FF2B5EF4-FFF2-40B4-BE49-F238E27FC236}">
                    <a16:creationId xmlns:a16="http://schemas.microsoft.com/office/drawing/2014/main" id="{2CB5A254-B3F9-4D92-B473-6DB87461DB5B}"/>
                  </a:ext>
                </a:extLst>
              </p:cNvPr>
              <p:cNvSpPr/>
              <p:nvPr/>
            </p:nvSpPr>
            <p:spPr>
              <a:xfrm>
                <a:off x="50667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91" name="타원 22490">
                <a:extLst>
                  <a:ext uri="{FF2B5EF4-FFF2-40B4-BE49-F238E27FC236}">
                    <a16:creationId xmlns:a16="http://schemas.microsoft.com/office/drawing/2014/main" id="{7BB97D41-1B8C-49E7-9245-8634B226A86A}"/>
                  </a:ext>
                </a:extLst>
              </p:cNvPr>
              <p:cNvSpPr/>
              <p:nvPr/>
            </p:nvSpPr>
            <p:spPr>
              <a:xfrm>
                <a:off x="52191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92" name="타원 22491">
                <a:extLst>
                  <a:ext uri="{FF2B5EF4-FFF2-40B4-BE49-F238E27FC236}">
                    <a16:creationId xmlns:a16="http://schemas.microsoft.com/office/drawing/2014/main" id="{454E9D70-4344-456D-A08E-040B37E920DA}"/>
                  </a:ext>
                </a:extLst>
              </p:cNvPr>
              <p:cNvSpPr/>
              <p:nvPr/>
            </p:nvSpPr>
            <p:spPr>
              <a:xfrm>
                <a:off x="53715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93" name="타원 22492">
                <a:extLst>
                  <a:ext uri="{FF2B5EF4-FFF2-40B4-BE49-F238E27FC236}">
                    <a16:creationId xmlns:a16="http://schemas.microsoft.com/office/drawing/2014/main" id="{C54642D8-50C4-4342-990F-1134C4E48BDA}"/>
                  </a:ext>
                </a:extLst>
              </p:cNvPr>
              <p:cNvSpPr/>
              <p:nvPr/>
            </p:nvSpPr>
            <p:spPr>
              <a:xfrm>
                <a:off x="55239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94" name="타원 22493">
                <a:extLst>
                  <a:ext uri="{FF2B5EF4-FFF2-40B4-BE49-F238E27FC236}">
                    <a16:creationId xmlns:a16="http://schemas.microsoft.com/office/drawing/2014/main" id="{C5AE9FB0-73E7-40B0-A7D9-B3776F61159B}"/>
                  </a:ext>
                </a:extLst>
              </p:cNvPr>
              <p:cNvSpPr/>
              <p:nvPr/>
            </p:nvSpPr>
            <p:spPr>
              <a:xfrm>
                <a:off x="5676363" y="151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95" name="타원 22494">
                <a:extLst>
                  <a:ext uri="{FF2B5EF4-FFF2-40B4-BE49-F238E27FC236}">
                    <a16:creationId xmlns:a16="http://schemas.microsoft.com/office/drawing/2014/main" id="{E5402737-C1A7-4643-9A42-BA5476BD5628}"/>
                  </a:ext>
                </a:extLst>
              </p:cNvPr>
              <p:cNvSpPr/>
              <p:nvPr/>
            </p:nvSpPr>
            <p:spPr>
              <a:xfrm>
                <a:off x="3423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96" name="타원 22495">
                <a:extLst>
                  <a:ext uri="{FF2B5EF4-FFF2-40B4-BE49-F238E27FC236}">
                    <a16:creationId xmlns:a16="http://schemas.microsoft.com/office/drawing/2014/main" id="{E617CB66-9044-4CD7-B546-548E0FD8B28D}"/>
                  </a:ext>
                </a:extLst>
              </p:cNvPr>
              <p:cNvSpPr/>
              <p:nvPr/>
            </p:nvSpPr>
            <p:spPr>
              <a:xfrm>
                <a:off x="4947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97" name="타원 22496">
                <a:extLst>
                  <a:ext uri="{FF2B5EF4-FFF2-40B4-BE49-F238E27FC236}">
                    <a16:creationId xmlns:a16="http://schemas.microsoft.com/office/drawing/2014/main" id="{33815B43-3FA7-46EE-B765-FA29484EFC7D}"/>
                  </a:ext>
                </a:extLst>
              </p:cNvPr>
              <p:cNvSpPr/>
              <p:nvPr/>
            </p:nvSpPr>
            <p:spPr>
              <a:xfrm>
                <a:off x="6471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98" name="타원 22497">
                <a:extLst>
                  <a:ext uri="{FF2B5EF4-FFF2-40B4-BE49-F238E27FC236}">
                    <a16:creationId xmlns:a16="http://schemas.microsoft.com/office/drawing/2014/main" id="{1A317B3E-6ED5-49E1-B836-B2A1A3553AFE}"/>
                  </a:ext>
                </a:extLst>
              </p:cNvPr>
              <p:cNvSpPr/>
              <p:nvPr/>
            </p:nvSpPr>
            <p:spPr>
              <a:xfrm>
                <a:off x="7995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499" name="타원 22498">
                <a:extLst>
                  <a:ext uri="{FF2B5EF4-FFF2-40B4-BE49-F238E27FC236}">
                    <a16:creationId xmlns:a16="http://schemas.microsoft.com/office/drawing/2014/main" id="{08FAF0AF-057D-4808-B765-8EF8E09057E3}"/>
                  </a:ext>
                </a:extLst>
              </p:cNvPr>
              <p:cNvSpPr/>
              <p:nvPr/>
            </p:nvSpPr>
            <p:spPr>
              <a:xfrm>
                <a:off x="9519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00" name="타원 22499">
                <a:extLst>
                  <a:ext uri="{FF2B5EF4-FFF2-40B4-BE49-F238E27FC236}">
                    <a16:creationId xmlns:a16="http://schemas.microsoft.com/office/drawing/2014/main" id="{BA248235-4F4D-401E-A57B-B1466C46A74A}"/>
                  </a:ext>
                </a:extLst>
              </p:cNvPr>
              <p:cNvSpPr/>
              <p:nvPr/>
            </p:nvSpPr>
            <p:spPr>
              <a:xfrm>
                <a:off x="11043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01" name="타원 22500">
                <a:extLst>
                  <a:ext uri="{FF2B5EF4-FFF2-40B4-BE49-F238E27FC236}">
                    <a16:creationId xmlns:a16="http://schemas.microsoft.com/office/drawing/2014/main" id="{F3597399-F241-4446-97DC-E520C29E6092}"/>
                  </a:ext>
                </a:extLst>
              </p:cNvPr>
              <p:cNvSpPr/>
              <p:nvPr/>
            </p:nvSpPr>
            <p:spPr>
              <a:xfrm>
                <a:off x="12567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02" name="타원 22501">
                <a:extLst>
                  <a:ext uri="{FF2B5EF4-FFF2-40B4-BE49-F238E27FC236}">
                    <a16:creationId xmlns:a16="http://schemas.microsoft.com/office/drawing/2014/main" id="{8E7E9FC5-CACE-439C-B3B5-A8D741C939D2}"/>
                  </a:ext>
                </a:extLst>
              </p:cNvPr>
              <p:cNvSpPr/>
              <p:nvPr/>
            </p:nvSpPr>
            <p:spPr>
              <a:xfrm>
                <a:off x="14091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03" name="타원 22502">
                <a:extLst>
                  <a:ext uri="{FF2B5EF4-FFF2-40B4-BE49-F238E27FC236}">
                    <a16:creationId xmlns:a16="http://schemas.microsoft.com/office/drawing/2014/main" id="{FA798312-0DA6-4DB7-905C-5F01E43F0AB8}"/>
                  </a:ext>
                </a:extLst>
              </p:cNvPr>
              <p:cNvSpPr/>
              <p:nvPr/>
            </p:nvSpPr>
            <p:spPr>
              <a:xfrm>
                <a:off x="15615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04" name="타원 22503">
                <a:extLst>
                  <a:ext uri="{FF2B5EF4-FFF2-40B4-BE49-F238E27FC236}">
                    <a16:creationId xmlns:a16="http://schemas.microsoft.com/office/drawing/2014/main" id="{A2F8507F-BF95-474E-BDE7-B0FC5DA53B5D}"/>
                  </a:ext>
                </a:extLst>
              </p:cNvPr>
              <p:cNvSpPr/>
              <p:nvPr/>
            </p:nvSpPr>
            <p:spPr>
              <a:xfrm>
                <a:off x="17139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05" name="타원 22504">
                <a:extLst>
                  <a:ext uri="{FF2B5EF4-FFF2-40B4-BE49-F238E27FC236}">
                    <a16:creationId xmlns:a16="http://schemas.microsoft.com/office/drawing/2014/main" id="{00BDF998-5EBC-402B-8539-2170354B1DD6}"/>
                  </a:ext>
                </a:extLst>
              </p:cNvPr>
              <p:cNvSpPr/>
              <p:nvPr/>
            </p:nvSpPr>
            <p:spPr>
              <a:xfrm>
                <a:off x="18663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06" name="타원 22505">
                <a:extLst>
                  <a:ext uri="{FF2B5EF4-FFF2-40B4-BE49-F238E27FC236}">
                    <a16:creationId xmlns:a16="http://schemas.microsoft.com/office/drawing/2014/main" id="{9DC1F370-FDB0-42A5-9C81-2ED34F91842C}"/>
                  </a:ext>
                </a:extLst>
              </p:cNvPr>
              <p:cNvSpPr/>
              <p:nvPr/>
            </p:nvSpPr>
            <p:spPr>
              <a:xfrm>
                <a:off x="20187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07" name="타원 22506">
                <a:extLst>
                  <a:ext uri="{FF2B5EF4-FFF2-40B4-BE49-F238E27FC236}">
                    <a16:creationId xmlns:a16="http://schemas.microsoft.com/office/drawing/2014/main" id="{B01BA618-01DA-4372-9BC5-E0E409F62EAB}"/>
                  </a:ext>
                </a:extLst>
              </p:cNvPr>
              <p:cNvSpPr/>
              <p:nvPr/>
            </p:nvSpPr>
            <p:spPr>
              <a:xfrm>
                <a:off x="21711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08" name="타원 22507">
                <a:extLst>
                  <a:ext uri="{FF2B5EF4-FFF2-40B4-BE49-F238E27FC236}">
                    <a16:creationId xmlns:a16="http://schemas.microsoft.com/office/drawing/2014/main" id="{C2FF857D-DB48-401C-A108-3073C96D1FCE}"/>
                  </a:ext>
                </a:extLst>
              </p:cNvPr>
              <p:cNvSpPr/>
              <p:nvPr/>
            </p:nvSpPr>
            <p:spPr>
              <a:xfrm>
                <a:off x="23235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09" name="타원 22508">
                <a:extLst>
                  <a:ext uri="{FF2B5EF4-FFF2-40B4-BE49-F238E27FC236}">
                    <a16:creationId xmlns:a16="http://schemas.microsoft.com/office/drawing/2014/main" id="{D99E1DE3-B8DC-4AFC-84B3-69442193A96A}"/>
                  </a:ext>
                </a:extLst>
              </p:cNvPr>
              <p:cNvSpPr/>
              <p:nvPr/>
            </p:nvSpPr>
            <p:spPr>
              <a:xfrm>
                <a:off x="24759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10" name="타원 22509">
                <a:extLst>
                  <a:ext uri="{FF2B5EF4-FFF2-40B4-BE49-F238E27FC236}">
                    <a16:creationId xmlns:a16="http://schemas.microsoft.com/office/drawing/2014/main" id="{27149D5F-0616-4721-B462-DE56831AB26B}"/>
                  </a:ext>
                </a:extLst>
              </p:cNvPr>
              <p:cNvSpPr/>
              <p:nvPr/>
            </p:nvSpPr>
            <p:spPr>
              <a:xfrm>
                <a:off x="26283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11" name="타원 22510">
                <a:extLst>
                  <a:ext uri="{FF2B5EF4-FFF2-40B4-BE49-F238E27FC236}">
                    <a16:creationId xmlns:a16="http://schemas.microsoft.com/office/drawing/2014/main" id="{D09FB72E-9606-4DA7-B402-F4AB6339C8B3}"/>
                  </a:ext>
                </a:extLst>
              </p:cNvPr>
              <p:cNvSpPr/>
              <p:nvPr/>
            </p:nvSpPr>
            <p:spPr>
              <a:xfrm>
                <a:off x="27807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12" name="타원 22511">
                <a:extLst>
                  <a:ext uri="{FF2B5EF4-FFF2-40B4-BE49-F238E27FC236}">
                    <a16:creationId xmlns:a16="http://schemas.microsoft.com/office/drawing/2014/main" id="{08F7B6DC-7706-411B-8F51-1ADB9D82002D}"/>
                  </a:ext>
                </a:extLst>
              </p:cNvPr>
              <p:cNvSpPr/>
              <p:nvPr/>
            </p:nvSpPr>
            <p:spPr>
              <a:xfrm>
                <a:off x="29331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13" name="타원 22512">
                <a:extLst>
                  <a:ext uri="{FF2B5EF4-FFF2-40B4-BE49-F238E27FC236}">
                    <a16:creationId xmlns:a16="http://schemas.microsoft.com/office/drawing/2014/main" id="{8BB5B5E2-B88B-46F9-B952-664531F624DB}"/>
                  </a:ext>
                </a:extLst>
              </p:cNvPr>
              <p:cNvSpPr/>
              <p:nvPr/>
            </p:nvSpPr>
            <p:spPr>
              <a:xfrm>
                <a:off x="30855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14" name="타원 22513">
                <a:extLst>
                  <a:ext uri="{FF2B5EF4-FFF2-40B4-BE49-F238E27FC236}">
                    <a16:creationId xmlns:a16="http://schemas.microsoft.com/office/drawing/2014/main" id="{818A7E9F-ABA1-4AEA-BE86-FA83D487CA42}"/>
                  </a:ext>
                </a:extLst>
              </p:cNvPr>
              <p:cNvSpPr/>
              <p:nvPr/>
            </p:nvSpPr>
            <p:spPr>
              <a:xfrm>
                <a:off x="32379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15" name="타원 22514">
                <a:extLst>
                  <a:ext uri="{FF2B5EF4-FFF2-40B4-BE49-F238E27FC236}">
                    <a16:creationId xmlns:a16="http://schemas.microsoft.com/office/drawing/2014/main" id="{744947B8-45FF-4388-A6D6-971AE0308218}"/>
                  </a:ext>
                </a:extLst>
              </p:cNvPr>
              <p:cNvSpPr/>
              <p:nvPr/>
            </p:nvSpPr>
            <p:spPr>
              <a:xfrm>
                <a:off x="33903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16" name="타원 22515">
                <a:extLst>
                  <a:ext uri="{FF2B5EF4-FFF2-40B4-BE49-F238E27FC236}">
                    <a16:creationId xmlns:a16="http://schemas.microsoft.com/office/drawing/2014/main" id="{F073B3B8-D595-437D-822E-8122C650087D}"/>
                  </a:ext>
                </a:extLst>
              </p:cNvPr>
              <p:cNvSpPr/>
              <p:nvPr/>
            </p:nvSpPr>
            <p:spPr>
              <a:xfrm>
                <a:off x="35427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17" name="타원 22516">
                <a:extLst>
                  <a:ext uri="{FF2B5EF4-FFF2-40B4-BE49-F238E27FC236}">
                    <a16:creationId xmlns:a16="http://schemas.microsoft.com/office/drawing/2014/main" id="{BD5530AF-F006-4EEE-B04F-894EBBD04AF5}"/>
                  </a:ext>
                </a:extLst>
              </p:cNvPr>
              <p:cNvSpPr/>
              <p:nvPr/>
            </p:nvSpPr>
            <p:spPr>
              <a:xfrm>
                <a:off x="36951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18" name="타원 22517">
                <a:extLst>
                  <a:ext uri="{FF2B5EF4-FFF2-40B4-BE49-F238E27FC236}">
                    <a16:creationId xmlns:a16="http://schemas.microsoft.com/office/drawing/2014/main" id="{FC9AD768-6C91-4A1E-9A91-67C9FDD290A9}"/>
                  </a:ext>
                </a:extLst>
              </p:cNvPr>
              <p:cNvSpPr/>
              <p:nvPr/>
            </p:nvSpPr>
            <p:spPr>
              <a:xfrm>
                <a:off x="38475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19" name="타원 22518">
                <a:extLst>
                  <a:ext uri="{FF2B5EF4-FFF2-40B4-BE49-F238E27FC236}">
                    <a16:creationId xmlns:a16="http://schemas.microsoft.com/office/drawing/2014/main" id="{EEFBF32E-286E-4422-B486-61A775DAFAEE}"/>
                  </a:ext>
                </a:extLst>
              </p:cNvPr>
              <p:cNvSpPr/>
              <p:nvPr/>
            </p:nvSpPr>
            <p:spPr>
              <a:xfrm>
                <a:off x="39999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20" name="타원 22519">
                <a:extLst>
                  <a:ext uri="{FF2B5EF4-FFF2-40B4-BE49-F238E27FC236}">
                    <a16:creationId xmlns:a16="http://schemas.microsoft.com/office/drawing/2014/main" id="{8D11FAA4-E5B9-4C41-9203-DD07232336D7}"/>
                  </a:ext>
                </a:extLst>
              </p:cNvPr>
              <p:cNvSpPr/>
              <p:nvPr/>
            </p:nvSpPr>
            <p:spPr>
              <a:xfrm>
                <a:off x="41523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21" name="타원 22520">
                <a:extLst>
                  <a:ext uri="{FF2B5EF4-FFF2-40B4-BE49-F238E27FC236}">
                    <a16:creationId xmlns:a16="http://schemas.microsoft.com/office/drawing/2014/main" id="{50E6F938-9DF0-474D-9576-3F758E5BF580}"/>
                  </a:ext>
                </a:extLst>
              </p:cNvPr>
              <p:cNvSpPr/>
              <p:nvPr/>
            </p:nvSpPr>
            <p:spPr>
              <a:xfrm>
                <a:off x="43047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22" name="타원 22521">
                <a:extLst>
                  <a:ext uri="{FF2B5EF4-FFF2-40B4-BE49-F238E27FC236}">
                    <a16:creationId xmlns:a16="http://schemas.microsoft.com/office/drawing/2014/main" id="{37E72C5C-1C06-4068-A608-C904ACE2B3A2}"/>
                  </a:ext>
                </a:extLst>
              </p:cNvPr>
              <p:cNvSpPr/>
              <p:nvPr/>
            </p:nvSpPr>
            <p:spPr>
              <a:xfrm>
                <a:off x="44571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23" name="타원 22522">
                <a:extLst>
                  <a:ext uri="{FF2B5EF4-FFF2-40B4-BE49-F238E27FC236}">
                    <a16:creationId xmlns:a16="http://schemas.microsoft.com/office/drawing/2014/main" id="{0B14EAF6-F09D-45C3-9E5D-16EA010C35A9}"/>
                  </a:ext>
                </a:extLst>
              </p:cNvPr>
              <p:cNvSpPr/>
              <p:nvPr/>
            </p:nvSpPr>
            <p:spPr>
              <a:xfrm>
                <a:off x="46095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24" name="타원 22523">
                <a:extLst>
                  <a:ext uri="{FF2B5EF4-FFF2-40B4-BE49-F238E27FC236}">
                    <a16:creationId xmlns:a16="http://schemas.microsoft.com/office/drawing/2014/main" id="{493D6BE2-22C6-48BD-BB2D-70C8C08D46F5}"/>
                  </a:ext>
                </a:extLst>
              </p:cNvPr>
              <p:cNvSpPr/>
              <p:nvPr/>
            </p:nvSpPr>
            <p:spPr>
              <a:xfrm>
                <a:off x="47619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25" name="타원 22524">
                <a:extLst>
                  <a:ext uri="{FF2B5EF4-FFF2-40B4-BE49-F238E27FC236}">
                    <a16:creationId xmlns:a16="http://schemas.microsoft.com/office/drawing/2014/main" id="{171F802A-CE33-42EB-AEAA-0E1A86675FE1}"/>
                  </a:ext>
                </a:extLst>
              </p:cNvPr>
              <p:cNvSpPr/>
              <p:nvPr/>
            </p:nvSpPr>
            <p:spPr>
              <a:xfrm>
                <a:off x="49143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26" name="타원 22525">
                <a:extLst>
                  <a:ext uri="{FF2B5EF4-FFF2-40B4-BE49-F238E27FC236}">
                    <a16:creationId xmlns:a16="http://schemas.microsoft.com/office/drawing/2014/main" id="{2A33E88E-8DE3-48EB-9B9B-8D755F4DEE28}"/>
                  </a:ext>
                </a:extLst>
              </p:cNvPr>
              <p:cNvSpPr/>
              <p:nvPr/>
            </p:nvSpPr>
            <p:spPr>
              <a:xfrm>
                <a:off x="50667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27" name="타원 22526">
                <a:extLst>
                  <a:ext uri="{FF2B5EF4-FFF2-40B4-BE49-F238E27FC236}">
                    <a16:creationId xmlns:a16="http://schemas.microsoft.com/office/drawing/2014/main" id="{355495C1-C6AF-4E77-94E2-2B4B6EB261B8}"/>
                  </a:ext>
                </a:extLst>
              </p:cNvPr>
              <p:cNvSpPr/>
              <p:nvPr/>
            </p:nvSpPr>
            <p:spPr>
              <a:xfrm>
                <a:off x="52191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28" name="타원 22527">
                <a:extLst>
                  <a:ext uri="{FF2B5EF4-FFF2-40B4-BE49-F238E27FC236}">
                    <a16:creationId xmlns:a16="http://schemas.microsoft.com/office/drawing/2014/main" id="{2BD396E6-19E0-4FAD-ABA0-E1AEC1A64361}"/>
                  </a:ext>
                </a:extLst>
              </p:cNvPr>
              <p:cNvSpPr/>
              <p:nvPr/>
            </p:nvSpPr>
            <p:spPr>
              <a:xfrm>
                <a:off x="53715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29" name="타원 22528">
                <a:extLst>
                  <a:ext uri="{FF2B5EF4-FFF2-40B4-BE49-F238E27FC236}">
                    <a16:creationId xmlns:a16="http://schemas.microsoft.com/office/drawing/2014/main" id="{EE37F854-3532-4F0F-9C25-47FC021DBC1E}"/>
                  </a:ext>
                </a:extLst>
              </p:cNvPr>
              <p:cNvSpPr/>
              <p:nvPr/>
            </p:nvSpPr>
            <p:spPr>
              <a:xfrm>
                <a:off x="55239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0" name="타원 22529">
                <a:extLst>
                  <a:ext uri="{FF2B5EF4-FFF2-40B4-BE49-F238E27FC236}">
                    <a16:creationId xmlns:a16="http://schemas.microsoft.com/office/drawing/2014/main" id="{0EFACB5D-2D1B-48DB-AAAB-8993257AD440}"/>
                  </a:ext>
                </a:extLst>
              </p:cNvPr>
              <p:cNvSpPr/>
              <p:nvPr/>
            </p:nvSpPr>
            <p:spPr>
              <a:xfrm>
                <a:off x="5676363" y="166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1" name="타원 22530">
                <a:extLst>
                  <a:ext uri="{FF2B5EF4-FFF2-40B4-BE49-F238E27FC236}">
                    <a16:creationId xmlns:a16="http://schemas.microsoft.com/office/drawing/2014/main" id="{876C3877-7B16-499C-8E4A-A4D642845C13}"/>
                  </a:ext>
                </a:extLst>
              </p:cNvPr>
              <p:cNvSpPr/>
              <p:nvPr/>
            </p:nvSpPr>
            <p:spPr>
              <a:xfrm>
                <a:off x="3423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2" name="타원 22531">
                <a:extLst>
                  <a:ext uri="{FF2B5EF4-FFF2-40B4-BE49-F238E27FC236}">
                    <a16:creationId xmlns:a16="http://schemas.microsoft.com/office/drawing/2014/main" id="{66843619-0C3F-4F95-86E0-8FCC937B07DA}"/>
                  </a:ext>
                </a:extLst>
              </p:cNvPr>
              <p:cNvSpPr/>
              <p:nvPr/>
            </p:nvSpPr>
            <p:spPr>
              <a:xfrm>
                <a:off x="4947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3" name="타원 22532">
                <a:extLst>
                  <a:ext uri="{FF2B5EF4-FFF2-40B4-BE49-F238E27FC236}">
                    <a16:creationId xmlns:a16="http://schemas.microsoft.com/office/drawing/2014/main" id="{36153824-3609-407B-9C36-2DF8F4B72D85}"/>
                  </a:ext>
                </a:extLst>
              </p:cNvPr>
              <p:cNvSpPr/>
              <p:nvPr/>
            </p:nvSpPr>
            <p:spPr>
              <a:xfrm>
                <a:off x="6471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4" name="타원 22533">
                <a:extLst>
                  <a:ext uri="{FF2B5EF4-FFF2-40B4-BE49-F238E27FC236}">
                    <a16:creationId xmlns:a16="http://schemas.microsoft.com/office/drawing/2014/main" id="{B0555545-52F5-48BB-B80F-02B1DC35B8CB}"/>
                  </a:ext>
                </a:extLst>
              </p:cNvPr>
              <p:cNvSpPr/>
              <p:nvPr/>
            </p:nvSpPr>
            <p:spPr>
              <a:xfrm>
                <a:off x="7995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5" name="타원 22534">
                <a:extLst>
                  <a:ext uri="{FF2B5EF4-FFF2-40B4-BE49-F238E27FC236}">
                    <a16:creationId xmlns:a16="http://schemas.microsoft.com/office/drawing/2014/main" id="{0DE59FCC-FF78-4231-B3E2-F7F54B76E995}"/>
                  </a:ext>
                </a:extLst>
              </p:cNvPr>
              <p:cNvSpPr/>
              <p:nvPr/>
            </p:nvSpPr>
            <p:spPr>
              <a:xfrm>
                <a:off x="9519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6" name="타원 22535">
                <a:extLst>
                  <a:ext uri="{FF2B5EF4-FFF2-40B4-BE49-F238E27FC236}">
                    <a16:creationId xmlns:a16="http://schemas.microsoft.com/office/drawing/2014/main" id="{5F448E6C-6C25-482F-84BA-E4B218549170}"/>
                  </a:ext>
                </a:extLst>
              </p:cNvPr>
              <p:cNvSpPr/>
              <p:nvPr/>
            </p:nvSpPr>
            <p:spPr>
              <a:xfrm>
                <a:off x="11043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7" name="타원 22536">
                <a:extLst>
                  <a:ext uri="{FF2B5EF4-FFF2-40B4-BE49-F238E27FC236}">
                    <a16:creationId xmlns:a16="http://schemas.microsoft.com/office/drawing/2014/main" id="{C62907F2-C961-409B-9A23-C61C10C3F144}"/>
                  </a:ext>
                </a:extLst>
              </p:cNvPr>
              <p:cNvSpPr/>
              <p:nvPr/>
            </p:nvSpPr>
            <p:spPr>
              <a:xfrm>
                <a:off x="12567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8" name="타원 22537">
                <a:extLst>
                  <a:ext uri="{FF2B5EF4-FFF2-40B4-BE49-F238E27FC236}">
                    <a16:creationId xmlns:a16="http://schemas.microsoft.com/office/drawing/2014/main" id="{035E2032-61CC-4235-8BB7-03F89ECCFD0E}"/>
                  </a:ext>
                </a:extLst>
              </p:cNvPr>
              <p:cNvSpPr/>
              <p:nvPr/>
            </p:nvSpPr>
            <p:spPr>
              <a:xfrm>
                <a:off x="14091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9" name="타원 22538">
                <a:extLst>
                  <a:ext uri="{FF2B5EF4-FFF2-40B4-BE49-F238E27FC236}">
                    <a16:creationId xmlns:a16="http://schemas.microsoft.com/office/drawing/2014/main" id="{5FD9A974-11F0-44D3-B6B3-92BCA3DBC391}"/>
                  </a:ext>
                </a:extLst>
              </p:cNvPr>
              <p:cNvSpPr/>
              <p:nvPr/>
            </p:nvSpPr>
            <p:spPr>
              <a:xfrm>
                <a:off x="15615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0" name="타원 22539">
                <a:extLst>
                  <a:ext uri="{FF2B5EF4-FFF2-40B4-BE49-F238E27FC236}">
                    <a16:creationId xmlns:a16="http://schemas.microsoft.com/office/drawing/2014/main" id="{56881BAA-6311-4A9E-B4BC-6F4058B5AD66}"/>
                  </a:ext>
                </a:extLst>
              </p:cNvPr>
              <p:cNvSpPr/>
              <p:nvPr/>
            </p:nvSpPr>
            <p:spPr>
              <a:xfrm>
                <a:off x="17139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1" name="타원 22540">
                <a:extLst>
                  <a:ext uri="{FF2B5EF4-FFF2-40B4-BE49-F238E27FC236}">
                    <a16:creationId xmlns:a16="http://schemas.microsoft.com/office/drawing/2014/main" id="{563B890A-FF41-4BBB-9AAE-EC3ED04BEA79}"/>
                  </a:ext>
                </a:extLst>
              </p:cNvPr>
              <p:cNvSpPr/>
              <p:nvPr/>
            </p:nvSpPr>
            <p:spPr>
              <a:xfrm>
                <a:off x="18663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2" name="타원 22541">
                <a:extLst>
                  <a:ext uri="{FF2B5EF4-FFF2-40B4-BE49-F238E27FC236}">
                    <a16:creationId xmlns:a16="http://schemas.microsoft.com/office/drawing/2014/main" id="{12C25282-2945-44BE-A561-9CC60809224D}"/>
                  </a:ext>
                </a:extLst>
              </p:cNvPr>
              <p:cNvSpPr/>
              <p:nvPr/>
            </p:nvSpPr>
            <p:spPr>
              <a:xfrm>
                <a:off x="20187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3" name="타원 22542">
                <a:extLst>
                  <a:ext uri="{FF2B5EF4-FFF2-40B4-BE49-F238E27FC236}">
                    <a16:creationId xmlns:a16="http://schemas.microsoft.com/office/drawing/2014/main" id="{A151B7E9-C7EA-4310-8B4C-388A8860EEBA}"/>
                  </a:ext>
                </a:extLst>
              </p:cNvPr>
              <p:cNvSpPr/>
              <p:nvPr/>
            </p:nvSpPr>
            <p:spPr>
              <a:xfrm>
                <a:off x="21711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4" name="타원 22543">
                <a:extLst>
                  <a:ext uri="{FF2B5EF4-FFF2-40B4-BE49-F238E27FC236}">
                    <a16:creationId xmlns:a16="http://schemas.microsoft.com/office/drawing/2014/main" id="{11756EC8-1D93-49F0-AA08-D5F3CFEC2B49}"/>
                  </a:ext>
                </a:extLst>
              </p:cNvPr>
              <p:cNvSpPr/>
              <p:nvPr/>
            </p:nvSpPr>
            <p:spPr>
              <a:xfrm>
                <a:off x="23235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5" name="타원 22544">
                <a:extLst>
                  <a:ext uri="{FF2B5EF4-FFF2-40B4-BE49-F238E27FC236}">
                    <a16:creationId xmlns:a16="http://schemas.microsoft.com/office/drawing/2014/main" id="{DA3D5950-6D9D-4DF6-8322-BDEE2EE5C05B}"/>
                  </a:ext>
                </a:extLst>
              </p:cNvPr>
              <p:cNvSpPr/>
              <p:nvPr/>
            </p:nvSpPr>
            <p:spPr>
              <a:xfrm>
                <a:off x="24759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6" name="타원 22545">
                <a:extLst>
                  <a:ext uri="{FF2B5EF4-FFF2-40B4-BE49-F238E27FC236}">
                    <a16:creationId xmlns:a16="http://schemas.microsoft.com/office/drawing/2014/main" id="{F81A2ED0-3CB0-4D68-B126-A1AE4363E7FC}"/>
                  </a:ext>
                </a:extLst>
              </p:cNvPr>
              <p:cNvSpPr/>
              <p:nvPr/>
            </p:nvSpPr>
            <p:spPr>
              <a:xfrm>
                <a:off x="26283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7" name="타원 22546">
                <a:extLst>
                  <a:ext uri="{FF2B5EF4-FFF2-40B4-BE49-F238E27FC236}">
                    <a16:creationId xmlns:a16="http://schemas.microsoft.com/office/drawing/2014/main" id="{74802CCA-1EB1-4C49-9BF0-67A523374B38}"/>
                  </a:ext>
                </a:extLst>
              </p:cNvPr>
              <p:cNvSpPr/>
              <p:nvPr/>
            </p:nvSpPr>
            <p:spPr>
              <a:xfrm>
                <a:off x="27807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8" name="타원 22547">
                <a:extLst>
                  <a:ext uri="{FF2B5EF4-FFF2-40B4-BE49-F238E27FC236}">
                    <a16:creationId xmlns:a16="http://schemas.microsoft.com/office/drawing/2014/main" id="{369309FE-E37E-49B1-9EAC-64123AA71CFB}"/>
                  </a:ext>
                </a:extLst>
              </p:cNvPr>
              <p:cNvSpPr/>
              <p:nvPr/>
            </p:nvSpPr>
            <p:spPr>
              <a:xfrm>
                <a:off x="29331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9" name="타원 22548">
                <a:extLst>
                  <a:ext uri="{FF2B5EF4-FFF2-40B4-BE49-F238E27FC236}">
                    <a16:creationId xmlns:a16="http://schemas.microsoft.com/office/drawing/2014/main" id="{E84F3A09-1552-423A-96C8-437CF4A9BF6D}"/>
                  </a:ext>
                </a:extLst>
              </p:cNvPr>
              <p:cNvSpPr/>
              <p:nvPr/>
            </p:nvSpPr>
            <p:spPr>
              <a:xfrm>
                <a:off x="30855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50" name="타원 22549">
                <a:extLst>
                  <a:ext uri="{FF2B5EF4-FFF2-40B4-BE49-F238E27FC236}">
                    <a16:creationId xmlns:a16="http://schemas.microsoft.com/office/drawing/2014/main" id="{6B11FD8D-7120-4AC1-98F1-D53BE290A3A3}"/>
                  </a:ext>
                </a:extLst>
              </p:cNvPr>
              <p:cNvSpPr/>
              <p:nvPr/>
            </p:nvSpPr>
            <p:spPr>
              <a:xfrm>
                <a:off x="32379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51" name="타원 22550">
                <a:extLst>
                  <a:ext uri="{FF2B5EF4-FFF2-40B4-BE49-F238E27FC236}">
                    <a16:creationId xmlns:a16="http://schemas.microsoft.com/office/drawing/2014/main" id="{A7A704A6-8230-46D9-BD37-58E37C459617}"/>
                  </a:ext>
                </a:extLst>
              </p:cNvPr>
              <p:cNvSpPr/>
              <p:nvPr/>
            </p:nvSpPr>
            <p:spPr>
              <a:xfrm>
                <a:off x="33903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52" name="타원 22551">
                <a:extLst>
                  <a:ext uri="{FF2B5EF4-FFF2-40B4-BE49-F238E27FC236}">
                    <a16:creationId xmlns:a16="http://schemas.microsoft.com/office/drawing/2014/main" id="{A1E40CB7-8DAB-4241-9094-0B452FFE1605}"/>
                  </a:ext>
                </a:extLst>
              </p:cNvPr>
              <p:cNvSpPr/>
              <p:nvPr/>
            </p:nvSpPr>
            <p:spPr>
              <a:xfrm>
                <a:off x="35427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53" name="타원 22552">
                <a:extLst>
                  <a:ext uri="{FF2B5EF4-FFF2-40B4-BE49-F238E27FC236}">
                    <a16:creationId xmlns:a16="http://schemas.microsoft.com/office/drawing/2014/main" id="{567E35CC-DCE7-44BA-80DD-7BB6C03E9C0E}"/>
                  </a:ext>
                </a:extLst>
              </p:cNvPr>
              <p:cNvSpPr/>
              <p:nvPr/>
            </p:nvSpPr>
            <p:spPr>
              <a:xfrm>
                <a:off x="36951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54" name="타원 22553">
                <a:extLst>
                  <a:ext uri="{FF2B5EF4-FFF2-40B4-BE49-F238E27FC236}">
                    <a16:creationId xmlns:a16="http://schemas.microsoft.com/office/drawing/2014/main" id="{BC989488-C90E-4950-B307-6445E3AAE4AD}"/>
                  </a:ext>
                </a:extLst>
              </p:cNvPr>
              <p:cNvSpPr/>
              <p:nvPr/>
            </p:nvSpPr>
            <p:spPr>
              <a:xfrm>
                <a:off x="38475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55" name="타원 22554">
                <a:extLst>
                  <a:ext uri="{FF2B5EF4-FFF2-40B4-BE49-F238E27FC236}">
                    <a16:creationId xmlns:a16="http://schemas.microsoft.com/office/drawing/2014/main" id="{765ABA23-E1E9-45EC-B402-1667E1D0C8CA}"/>
                  </a:ext>
                </a:extLst>
              </p:cNvPr>
              <p:cNvSpPr/>
              <p:nvPr/>
            </p:nvSpPr>
            <p:spPr>
              <a:xfrm>
                <a:off x="39999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56" name="타원 22555">
                <a:extLst>
                  <a:ext uri="{FF2B5EF4-FFF2-40B4-BE49-F238E27FC236}">
                    <a16:creationId xmlns:a16="http://schemas.microsoft.com/office/drawing/2014/main" id="{15FE4F2E-33F6-4A19-AB41-5F2247661CB8}"/>
                  </a:ext>
                </a:extLst>
              </p:cNvPr>
              <p:cNvSpPr/>
              <p:nvPr/>
            </p:nvSpPr>
            <p:spPr>
              <a:xfrm>
                <a:off x="41523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57" name="타원 22556">
                <a:extLst>
                  <a:ext uri="{FF2B5EF4-FFF2-40B4-BE49-F238E27FC236}">
                    <a16:creationId xmlns:a16="http://schemas.microsoft.com/office/drawing/2014/main" id="{EE7DF962-43A0-491C-9911-4651858FEA59}"/>
                  </a:ext>
                </a:extLst>
              </p:cNvPr>
              <p:cNvSpPr/>
              <p:nvPr/>
            </p:nvSpPr>
            <p:spPr>
              <a:xfrm>
                <a:off x="43047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58" name="타원 22557">
                <a:extLst>
                  <a:ext uri="{FF2B5EF4-FFF2-40B4-BE49-F238E27FC236}">
                    <a16:creationId xmlns:a16="http://schemas.microsoft.com/office/drawing/2014/main" id="{12997A37-4BF4-4A05-90FF-BA502B5D39EC}"/>
                  </a:ext>
                </a:extLst>
              </p:cNvPr>
              <p:cNvSpPr/>
              <p:nvPr/>
            </p:nvSpPr>
            <p:spPr>
              <a:xfrm>
                <a:off x="44571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59" name="타원 22558">
                <a:extLst>
                  <a:ext uri="{FF2B5EF4-FFF2-40B4-BE49-F238E27FC236}">
                    <a16:creationId xmlns:a16="http://schemas.microsoft.com/office/drawing/2014/main" id="{C9CD4C30-8073-4828-A818-90DA7E070878}"/>
                  </a:ext>
                </a:extLst>
              </p:cNvPr>
              <p:cNvSpPr/>
              <p:nvPr/>
            </p:nvSpPr>
            <p:spPr>
              <a:xfrm>
                <a:off x="46095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60" name="타원 22559">
                <a:extLst>
                  <a:ext uri="{FF2B5EF4-FFF2-40B4-BE49-F238E27FC236}">
                    <a16:creationId xmlns:a16="http://schemas.microsoft.com/office/drawing/2014/main" id="{8AF3A22A-D1E1-45FC-AB9D-F42E2DB6CA29}"/>
                  </a:ext>
                </a:extLst>
              </p:cNvPr>
              <p:cNvSpPr/>
              <p:nvPr/>
            </p:nvSpPr>
            <p:spPr>
              <a:xfrm>
                <a:off x="47619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61" name="타원 22560">
                <a:extLst>
                  <a:ext uri="{FF2B5EF4-FFF2-40B4-BE49-F238E27FC236}">
                    <a16:creationId xmlns:a16="http://schemas.microsoft.com/office/drawing/2014/main" id="{17CC5F39-F77E-4606-AFDB-C5FCEDB476B1}"/>
                  </a:ext>
                </a:extLst>
              </p:cNvPr>
              <p:cNvSpPr/>
              <p:nvPr/>
            </p:nvSpPr>
            <p:spPr>
              <a:xfrm>
                <a:off x="49143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62" name="타원 22561">
                <a:extLst>
                  <a:ext uri="{FF2B5EF4-FFF2-40B4-BE49-F238E27FC236}">
                    <a16:creationId xmlns:a16="http://schemas.microsoft.com/office/drawing/2014/main" id="{EBFD1D11-2A32-412C-A0D8-9EF7E81F0712}"/>
                  </a:ext>
                </a:extLst>
              </p:cNvPr>
              <p:cNvSpPr/>
              <p:nvPr/>
            </p:nvSpPr>
            <p:spPr>
              <a:xfrm>
                <a:off x="50667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63" name="타원 22562">
                <a:extLst>
                  <a:ext uri="{FF2B5EF4-FFF2-40B4-BE49-F238E27FC236}">
                    <a16:creationId xmlns:a16="http://schemas.microsoft.com/office/drawing/2014/main" id="{4A36506E-7F91-46EE-A1F0-3DA1D3125C6A}"/>
                  </a:ext>
                </a:extLst>
              </p:cNvPr>
              <p:cNvSpPr/>
              <p:nvPr/>
            </p:nvSpPr>
            <p:spPr>
              <a:xfrm>
                <a:off x="52191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64" name="타원 22563">
                <a:extLst>
                  <a:ext uri="{FF2B5EF4-FFF2-40B4-BE49-F238E27FC236}">
                    <a16:creationId xmlns:a16="http://schemas.microsoft.com/office/drawing/2014/main" id="{B0E28A2F-2D78-4495-8BE4-46FDE8A33767}"/>
                  </a:ext>
                </a:extLst>
              </p:cNvPr>
              <p:cNvSpPr/>
              <p:nvPr/>
            </p:nvSpPr>
            <p:spPr>
              <a:xfrm>
                <a:off x="53715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65" name="타원 22564">
                <a:extLst>
                  <a:ext uri="{FF2B5EF4-FFF2-40B4-BE49-F238E27FC236}">
                    <a16:creationId xmlns:a16="http://schemas.microsoft.com/office/drawing/2014/main" id="{E268900B-CC93-4E31-8A67-8FD74A8685C3}"/>
                  </a:ext>
                </a:extLst>
              </p:cNvPr>
              <p:cNvSpPr/>
              <p:nvPr/>
            </p:nvSpPr>
            <p:spPr>
              <a:xfrm>
                <a:off x="55239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66" name="타원 22565">
                <a:extLst>
                  <a:ext uri="{FF2B5EF4-FFF2-40B4-BE49-F238E27FC236}">
                    <a16:creationId xmlns:a16="http://schemas.microsoft.com/office/drawing/2014/main" id="{F690A34A-3B69-4EEB-A2D5-6FEE1EDEFB60}"/>
                  </a:ext>
                </a:extLst>
              </p:cNvPr>
              <p:cNvSpPr/>
              <p:nvPr/>
            </p:nvSpPr>
            <p:spPr>
              <a:xfrm>
                <a:off x="5676363" y="182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67" name="타원 22566">
                <a:extLst>
                  <a:ext uri="{FF2B5EF4-FFF2-40B4-BE49-F238E27FC236}">
                    <a16:creationId xmlns:a16="http://schemas.microsoft.com/office/drawing/2014/main" id="{5D36B817-501D-4B62-9B47-A53E4463102A}"/>
                  </a:ext>
                </a:extLst>
              </p:cNvPr>
              <p:cNvSpPr/>
              <p:nvPr/>
            </p:nvSpPr>
            <p:spPr>
              <a:xfrm>
                <a:off x="3423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68" name="타원 22567">
                <a:extLst>
                  <a:ext uri="{FF2B5EF4-FFF2-40B4-BE49-F238E27FC236}">
                    <a16:creationId xmlns:a16="http://schemas.microsoft.com/office/drawing/2014/main" id="{ADBE2ECE-7496-493B-8167-FC5D1ADDAF3E}"/>
                  </a:ext>
                </a:extLst>
              </p:cNvPr>
              <p:cNvSpPr/>
              <p:nvPr/>
            </p:nvSpPr>
            <p:spPr>
              <a:xfrm>
                <a:off x="4947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69" name="타원 22568">
                <a:extLst>
                  <a:ext uri="{FF2B5EF4-FFF2-40B4-BE49-F238E27FC236}">
                    <a16:creationId xmlns:a16="http://schemas.microsoft.com/office/drawing/2014/main" id="{3114B111-FF6F-4582-9DD1-9A6A675DF191}"/>
                  </a:ext>
                </a:extLst>
              </p:cNvPr>
              <p:cNvSpPr/>
              <p:nvPr/>
            </p:nvSpPr>
            <p:spPr>
              <a:xfrm>
                <a:off x="6471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70" name="타원 22569">
                <a:extLst>
                  <a:ext uri="{FF2B5EF4-FFF2-40B4-BE49-F238E27FC236}">
                    <a16:creationId xmlns:a16="http://schemas.microsoft.com/office/drawing/2014/main" id="{A6CB08BD-9C2E-47CB-BF11-A1DBC5BE9655}"/>
                  </a:ext>
                </a:extLst>
              </p:cNvPr>
              <p:cNvSpPr/>
              <p:nvPr/>
            </p:nvSpPr>
            <p:spPr>
              <a:xfrm>
                <a:off x="7995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71" name="타원 22570">
                <a:extLst>
                  <a:ext uri="{FF2B5EF4-FFF2-40B4-BE49-F238E27FC236}">
                    <a16:creationId xmlns:a16="http://schemas.microsoft.com/office/drawing/2014/main" id="{FC7F1E55-EFFE-49E3-B8B8-5482D212AEED}"/>
                  </a:ext>
                </a:extLst>
              </p:cNvPr>
              <p:cNvSpPr/>
              <p:nvPr/>
            </p:nvSpPr>
            <p:spPr>
              <a:xfrm>
                <a:off x="9519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72" name="타원 22571">
                <a:extLst>
                  <a:ext uri="{FF2B5EF4-FFF2-40B4-BE49-F238E27FC236}">
                    <a16:creationId xmlns:a16="http://schemas.microsoft.com/office/drawing/2014/main" id="{C919A435-58C8-4C9C-8EA2-0C8EDF986416}"/>
                  </a:ext>
                </a:extLst>
              </p:cNvPr>
              <p:cNvSpPr/>
              <p:nvPr/>
            </p:nvSpPr>
            <p:spPr>
              <a:xfrm>
                <a:off x="11043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73" name="타원 22572">
                <a:extLst>
                  <a:ext uri="{FF2B5EF4-FFF2-40B4-BE49-F238E27FC236}">
                    <a16:creationId xmlns:a16="http://schemas.microsoft.com/office/drawing/2014/main" id="{7569F1C3-C8CC-42DA-B583-CC08D5242925}"/>
                  </a:ext>
                </a:extLst>
              </p:cNvPr>
              <p:cNvSpPr/>
              <p:nvPr/>
            </p:nvSpPr>
            <p:spPr>
              <a:xfrm>
                <a:off x="12567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74" name="타원 22573">
                <a:extLst>
                  <a:ext uri="{FF2B5EF4-FFF2-40B4-BE49-F238E27FC236}">
                    <a16:creationId xmlns:a16="http://schemas.microsoft.com/office/drawing/2014/main" id="{C9A4EEAE-5C86-4DAE-86A4-06A2EB50B222}"/>
                  </a:ext>
                </a:extLst>
              </p:cNvPr>
              <p:cNvSpPr/>
              <p:nvPr/>
            </p:nvSpPr>
            <p:spPr>
              <a:xfrm>
                <a:off x="14091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75" name="타원 22574">
                <a:extLst>
                  <a:ext uri="{FF2B5EF4-FFF2-40B4-BE49-F238E27FC236}">
                    <a16:creationId xmlns:a16="http://schemas.microsoft.com/office/drawing/2014/main" id="{D5F5FE9F-6795-4E00-8DE2-AE71EA6A7150}"/>
                  </a:ext>
                </a:extLst>
              </p:cNvPr>
              <p:cNvSpPr/>
              <p:nvPr/>
            </p:nvSpPr>
            <p:spPr>
              <a:xfrm>
                <a:off x="15615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76" name="타원 22575">
                <a:extLst>
                  <a:ext uri="{FF2B5EF4-FFF2-40B4-BE49-F238E27FC236}">
                    <a16:creationId xmlns:a16="http://schemas.microsoft.com/office/drawing/2014/main" id="{3BFC8374-1653-4E6D-8962-DADA5F2CB499}"/>
                  </a:ext>
                </a:extLst>
              </p:cNvPr>
              <p:cNvSpPr/>
              <p:nvPr/>
            </p:nvSpPr>
            <p:spPr>
              <a:xfrm>
                <a:off x="17139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77" name="타원 22576">
                <a:extLst>
                  <a:ext uri="{FF2B5EF4-FFF2-40B4-BE49-F238E27FC236}">
                    <a16:creationId xmlns:a16="http://schemas.microsoft.com/office/drawing/2014/main" id="{69B755A6-5231-4A82-B855-B8AE14E81550}"/>
                  </a:ext>
                </a:extLst>
              </p:cNvPr>
              <p:cNvSpPr/>
              <p:nvPr/>
            </p:nvSpPr>
            <p:spPr>
              <a:xfrm>
                <a:off x="18663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78" name="타원 22577">
                <a:extLst>
                  <a:ext uri="{FF2B5EF4-FFF2-40B4-BE49-F238E27FC236}">
                    <a16:creationId xmlns:a16="http://schemas.microsoft.com/office/drawing/2014/main" id="{C4992461-CE68-41B2-AED4-D06F1C6D4CF4}"/>
                  </a:ext>
                </a:extLst>
              </p:cNvPr>
              <p:cNvSpPr/>
              <p:nvPr/>
            </p:nvSpPr>
            <p:spPr>
              <a:xfrm>
                <a:off x="20187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79" name="타원 22578">
                <a:extLst>
                  <a:ext uri="{FF2B5EF4-FFF2-40B4-BE49-F238E27FC236}">
                    <a16:creationId xmlns:a16="http://schemas.microsoft.com/office/drawing/2014/main" id="{CEB5D429-4F53-4B3A-B476-983A4684391D}"/>
                  </a:ext>
                </a:extLst>
              </p:cNvPr>
              <p:cNvSpPr/>
              <p:nvPr/>
            </p:nvSpPr>
            <p:spPr>
              <a:xfrm>
                <a:off x="21711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80" name="타원 22579">
                <a:extLst>
                  <a:ext uri="{FF2B5EF4-FFF2-40B4-BE49-F238E27FC236}">
                    <a16:creationId xmlns:a16="http://schemas.microsoft.com/office/drawing/2014/main" id="{A9B31F29-FA51-417D-8C8D-3534EE63E1F4}"/>
                  </a:ext>
                </a:extLst>
              </p:cNvPr>
              <p:cNvSpPr/>
              <p:nvPr/>
            </p:nvSpPr>
            <p:spPr>
              <a:xfrm>
                <a:off x="23235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81" name="타원 22580">
                <a:extLst>
                  <a:ext uri="{FF2B5EF4-FFF2-40B4-BE49-F238E27FC236}">
                    <a16:creationId xmlns:a16="http://schemas.microsoft.com/office/drawing/2014/main" id="{06666150-F931-44FD-AA5D-6FB2323DF570}"/>
                  </a:ext>
                </a:extLst>
              </p:cNvPr>
              <p:cNvSpPr/>
              <p:nvPr/>
            </p:nvSpPr>
            <p:spPr>
              <a:xfrm>
                <a:off x="24759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82" name="타원 22581">
                <a:extLst>
                  <a:ext uri="{FF2B5EF4-FFF2-40B4-BE49-F238E27FC236}">
                    <a16:creationId xmlns:a16="http://schemas.microsoft.com/office/drawing/2014/main" id="{CC535103-D88C-460D-B3B6-3034F111CE0E}"/>
                  </a:ext>
                </a:extLst>
              </p:cNvPr>
              <p:cNvSpPr/>
              <p:nvPr/>
            </p:nvSpPr>
            <p:spPr>
              <a:xfrm>
                <a:off x="26283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83" name="타원 22582">
                <a:extLst>
                  <a:ext uri="{FF2B5EF4-FFF2-40B4-BE49-F238E27FC236}">
                    <a16:creationId xmlns:a16="http://schemas.microsoft.com/office/drawing/2014/main" id="{92BEF5B6-1292-4419-9E68-9FE139F697E6}"/>
                  </a:ext>
                </a:extLst>
              </p:cNvPr>
              <p:cNvSpPr/>
              <p:nvPr/>
            </p:nvSpPr>
            <p:spPr>
              <a:xfrm>
                <a:off x="27807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84" name="타원 22583">
                <a:extLst>
                  <a:ext uri="{FF2B5EF4-FFF2-40B4-BE49-F238E27FC236}">
                    <a16:creationId xmlns:a16="http://schemas.microsoft.com/office/drawing/2014/main" id="{E4E7E017-F0BD-4F85-8206-761854F75E73}"/>
                  </a:ext>
                </a:extLst>
              </p:cNvPr>
              <p:cNvSpPr/>
              <p:nvPr/>
            </p:nvSpPr>
            <p:spPr>
              <a:xfrm>
                <a:off x="29331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85" name="타원 22584">
                <a:extLst>
                  <a:ext uri="{FF2B5EF4-FFF2-40B4-BE49-F238E27FC236}">
                    <a16:creationId xmlns:a16="http://schemas.microsoft.com/office/drawing/2014/main" id="{37D4A765-17EE-482C-A96E-3046E571D322}"/>
                  </a:ext>
                </a:extLst>
              </p:cNvPr>
              <p:cNvSpPr/>
              <p:nvPr/>
            </p:nvSpPr>
            <p:spPr>
              <a:xfrm>
                <a:off x="30855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86" name="타원 22585">
                <a:extLst>
                  <a:ext uri="{FF2B5EF4-FFF2-40B4-BE49-F238E27FC236}">
                    <a16:creationId xmlns:a16="http://schemas.microsoft.com/office/drawing/2014/main" id="{6847B6C0-7FAB-42C4-B31B-BA181926C317}"/>
                  </a:ext>
                </a:extLst>
              </p:cNvPr>
              <p:cNvSpPr/>
              <p:nvPr/>
            </p:nvSpPr>
            <p:spPr>
              <a:xfrm>
                <a:off x="32379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87" name="타원 22586">
                <a:extLst>
                  <a:ext uri="{FF2B5EF4-FFF2-40B4-BE49-F238E27FC236}">
                    <a16:creationId xmlns:a16="http://schemas.microsoft.com/office/drawing/2014/main" id="{1BB7AA8F-C949-4570-81BB-16A877827E5A}"/>
                  </a:ext>
                </a:extLst>
              </p:cNvPr>
              <p:cNvSpPr/>
              <p:nvPr/>
            </p:nvSpPr>
            <p:spPr>
              <a:xfrm>
                <a:off x="33903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88" name="타원 22587">
                <a:extLst>
                  <a:ext uri="{FF2B5EF4-FFF2-40B4-BE49-F238E27FC236}">
                    <a16:creationId xmlns:a16="http://schemas.microsoft.com/office/drawing/2014/main" id="{69F40D93-0B5D-47CE-AE17-A6D8A9E380CD}"/>
                  </a:ext>
                </a:extLst>
              </p:cNvPr>
              <p:cNvSpPr/>
              <p:nvPr/>
            </p:nvSpPr>
            <p:spPr>
              <a:xfrm>
                <a:off x="35427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89" name="타원 22588">
                <a:extLst>
                  <a:ext uri="{FF2B5EF4-FFF2-40B4-BE49-F238E27FC236}">
                    <a16:creationId xmlns:a16="http://schemas.microsoft.com/office/drawing/2014/main" id="{E6485BFB-F784-48AC-A504-F5E0CFA1A9F2}"/>
                  </a:ext>
                </a:extLst>
              </p:cNvPr>
              <p:cNvSpPr/>
              <p:nvPr/>
            </p:nvSpPr>
            <p:spPr>
              <a:xfrm>
                <a:off x="36951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90" name="타원 22589">
                <a:extLst>
                  <a:ext uri="{FF2B5EF4-FFF2-40B4-BE49-F238E27FC236}">
                    <a16:creationId xmlns:a16="http://schemas.microsoft.com/office/drawing/2014/main" id="{EFC744EB-CCD7-402B-BEBF-5D0AD43B525C}"/>
                  </a:ext>
                </a:extLst>
              </p:cNvPr>
              <p:cNvSpPr/>
              <p:nvPr/>
            </p:nvSpPr>
            <p:spPr>
              <a:xfrm>
                <a:off x="38475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91" name="타원 22590">
                <a:extLst>
                  <a:ext uri="{FF2B5EF4-FFF2-40B4-BE49-F238E27FC236}">
                    <a16:creationId xmlns:a16="http://schemas.microsoft.com/office/drawing/2014/main" id="{BFC3D106-FC23-4636-B8E2-D3BE15D07A97}"/>
                  </a:ext>
                </a:extLst>
              </p:cNvPr>
              <p:cNvSpPr/>
              <p:nvPr/>
            </p:nvSpPr>
            <p:spPr>
              <a:xfrm>
                <a:off x="39999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92" name="타원 22591">
                <a:extLst>
                  <a:ext uri="{FF2B5EF4-FFF2-40B4-BE49-F238E27FC236}">
                    <a16:creationId xmlns:a16="http://schemas.microsoft.com/office/drawing/2014/main" id="{8F310FD3-2AE6-4805-8FD2-28D6FFF69398}"/>
                  </a:ext>
                </a:extLst>
              </p:cNvPr>
              <p:cNvSpPr/>
              <p:nvPr/>
            </p:nvSpPr>
            <p:spPr>
              <a:xfrm>
                <a:off x="41523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93" name="타원 22592">
                <a:extLst>
                  <a:ext uri="{FF2B5EF4-FFF2-40B4-BE49-F238E27FC236}">
                    <a16:creationId xmlns:a16="http://schemas.microsoft.com/office/drawing/2014/main" id="{6024627E-CC86-4047-8326-E54CD217C9AC}"/>
                  </a:ext>
                </a:extLst>
              </p:cNvPr>
              <p:cNvSpPr/>
              <p:nvPr/>
            </p:nvSpPr>
            <p:spPr>
              <a:xfrm>
                <a:off x="43047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94" name="타원 22593">
                <a:extLst>
                  <a:ext uri="{FF2B5EF4-FFF2-40B4-BE49-F238E27FC236}">
                    <a16:creationId xmlns:a16="http://schemas.microsoft.com/office/drawing/2014/main" id="{AF952E3C-A543-469F-B142-148F010D2467}"/>
                  </a:ext>
                </a:extLst>
              </p:cNvPr>
              <p:cNvSpPr/>
              <p:nvPr/>
            </p:nvSpPr>
            <p:spPr>
              <a:xfrm>
                <a:off x="44571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95" name="타원 22594">
                <a:extLst>
                  <a:ext uri="{FF2B5EF4-FFF2-40B4-BE49-F238E27FC236}">
                    <a16:creationId xmlns:a16="http://schemas.microsoft.com/office/drawing/2014/main" id="{4805437D-7036-4B54-90F2-1D63182CBBA1}"/>
                  </a:ext>
                </a:extLst>
              </p:cNvPr>
              <p:cNvSpPr/>
              <p:nvPr/>
            </p:nvSpPr>
            <p:spPr>
              <a:xfrm>
                <a:off x="46095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96" name="타원 22595">
                <a:extLst>
                  <a:ext uri="{FF2B5EF4-FFF2-40B4-BE49-F238E27FC236}">
                    <a16:creationId xmlns:a16="http://schemas.microsoft.com/office/drawing/2014/main" id="{169B67BB-C416-4114-871E-3A2D1543D473}"/>
                  </a:ext>
                </a:extLst>
              </p:cNvPr>
              <p:cNvSpPr/>
              <p:nvPr/>
            </p:nvSpPr>
            <p:spPr>
              <a:xfrm>
                <a:off x="47619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97" name="타원 22596">
                <a:extLst>
                  <a:ext uri="{FF2B5EF4-FFF2-40B4-BE49-F238E27FC236}">
                    <a16:creationId xmlns:a16="http://schemas.microsoft.com/office/drawing/2014/main" id="{6F4D65E9-79FD-4A4D-BB36-EB1F487E9091}"/>
                  </a:ext>
                </a:extLst>
              </p:cNvPr>
              <p:cNvSpPr/>
              <p:nvPr/>
            </p:nvSpPr>
            <p:spPr>
              <a:xfrm>
                <a:off x="49143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98" name="타원 22597">
                <a:extLst>
                  <a:ext uri="{FF2B5EF4-FFF2-40B4-BE49-F238E27FC236}">
                    <a16:creationId xmlns:a16="http://schemas.microsoft.com/office/drawing/2014/main" id="{D94FDBB9-267F-4C56-A7EF-F859F9A43204}"/>
                  </a:ext>
                </a:extLst>
              </p:cNvPr>
              <p:cNvSpPr/>
              <p:nvPr/>
            </p:nvSpPr>
            <p:spPr>
              <a:xfrm>
                <a:off x="50667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99" name="타원 22598">
                <a:extLst>
                  <a:ext uri="{FF2B5EF4-FFF2-40B4-BE49-F238E27FC236}">
                    <a16:creationId xmlns:a16="http://schemas.microsoft.com/office/drawing/2014/main" id="{72558129-901D-45D9-80FA-B8810D319B29}"/>
                  </a:ext>
                </a:extLst>
              </p:cNvPr>
              <p:cNvSpPr/>
              <p:nvPr/>
            </p:nvSpPr>
            <p:spPr>
              <a:xfrm>
                <a:off x="52191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00" name="타원 22599">
                <a:extLst>
                  <a:ext uri="{FF2B5EF4-FFF2-40B4-BE49-F238E27FC236}">
                    <a16:creationId xmlns:a16="http://schemas.microsoft.com/office/drawing/2014/main" id="{28A075F5-02FB-4FB9-B613-DDF718636AF7}"/>
                  </a:ext>
                </a:extLst>
              </p:cNvPr>
              <p:cNvSpPr/>
              <p:nvPr/>
            </p:nvSpPr>
            <p:spPr>
              <a:xfrm>
                <a:off x="53715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01" name="타원 22600">
                <a:extLst>
                  <a:ext uri="{FF2B5EF4-FFF2-40B4-BE49-F238E27FC236}">
                    <a16:creationId xmlns:a16="http://schemas.microsoft.com/office/drawing/2014/main" id="{7F40200D-83B8-488B-80DD-3D5E2F4D9CC2}"/>
                  </a:ext>
                </a:extLst>
              </p:cNvPr>
              <p:cNvSpPr/>
              <p:nvPr/>
            </p:nvSpPr>
            <p:spPr>
              <a:xfrm>
                <a:off x="55239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02" name="타원 22601">
                <a:extLst>
                  <a:ext uri="{FF2B5EF4-FFF2-40B4-BE49-F238E27FC236}">
                    <a16:creationId xmlns:a16="http://schemas.microsoft.com/office/drawing/2014/main" id="{D5443650-FD3A-4358-B078-90706685D3F0}"/>
                  </a:ext>
                </a:extLst>
              </p:cNvPr>
              <p:cNvSpPr/>
              <p:nvPr/>
            </p:nvSpPr>
            <p:spPr>
              <a:xfrm>
                <a:off x="5676363" y="197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03" name="타원 22602">
                <a:extLst>
                  <a:ext uri="{FF2B5EF4-FFF2-40B4-BE49-F238E27FC236}">
                    <a16:creationId xmlns:a16="http://schemas.microsoft.com/office/drawing/2014/main" id="{C0F65E1E-DED6-40A9-906A-497DB6860F2E}"/>
                  </a:ext>
                </a:extLst>
              </p:cNvPr>
              <p:cNvSpPr/>
              <p:nvPr/>
            </p:nvSpPr>
            <p:spPr>
              <a:xfrm>
                <a:off x="3423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04" name="타원 22603">
                <a:extLst>
                  <a:ext uri="{FF2B5EF4-FFF2-40B4-BE49-F238E27FC236}">
                    <a16:creationId xmlns:a16="http://schemas.microsoft.com/office/drawing/2014/main" id="{1F1F6EF0-7420-49F9-B541-ED8B75DD5D03}"/>
                  </a:ext>
                </a:extLst>
              </p:cNvPr>
              <p:cNvSpPr/>
              <p:nvPr/>
            </p:nvSpPr>
            <p:spPr>
              <a:xfrm>
                <a:off x="4947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05" name="타원 22604">
                <a:extLst>
                  <a:ext uri="{FF2B5EF4-FFF2-40B4-BE49-F238E27FC236}">
                    <a16:creationId xmlns:a16="http://schemas.microsoft.com/office/drawing/2014/main" id="{D11D01E4-D709-4208-A1EF-9E953803B683}"/>
                  </a:ext>
                </a:extLst>
              </p:cNvPr>
              <p:cNvSpPr/>
              <p:nvPr/>
            </p:nvSpPr>
            <p:spPr>
              <a:xfrm>
                <a:off x="6471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06" name="타원 22605">
                <a:extLst>
                  <a:ext uri="{FF2B5EF4-FFF2-40B4-BE49-F238E27FC236}">
                    <a16:creationId xmlns:a16="http://schemas.microsoft.com/office/drawing/2014/main" id="{E62CB7C1-A750-4CC0-85B6-DEA75C5830F1}"/>
                  </a:ext>
                </a:extLst>
              </p:cNvPr>
              <p:cNvSpPr/>
              <p:nvPr/>
            </p:nvSpPr>
            <p:spPr>
              <a:xfrm>
                <a:off x="7995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07" name="타원 22606">
                <a:extLst>
                  <a:ext uri="{FF2B5EF4-FFF2-40B4-BE49-F238E27FC236}">
                    <a16:creationId xmlns:a16="http://schemas.microsoft.com/office/drawing/2014/main" id="{83E0281D-33E0-4932-BC3E-B55240854343}"/>
                  </a:ext>
                </a:extLst>
              </p:cNvPr>
              <p:cNvSpPr/>
              <p:nvPr/>
            </p:nvSpPr>
            <p:spPr>
              <a:xfrm>
                <a:off x="9519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08" name="타원 22607">
                <a:extLst>
                  <a:ext uri="{FF2B5EF4-FFF2-40B4-BE49-F238E27FC236}">
                    <a16:creationId xmlns:a16="http://schemas.microsoft.com/office/drawing/2014/main" id="{634AFDAA-137A-461A-B95A-06C94FEC077A}"/>
                  </a:ext>
                </a:extLst>
              </p:cNvPr>
              <p:cNvSpPr/>
              <p:nvPr/>
            </p:nvSpPr>
            <p:spPr>
              <a:xfrm>
                <a:off x="11043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09" name="타원 22608">
                <a:extLst>
                  <a:ext uri="{FF2B5EF4-FFF2-40B4-BE49-F238E27FC236}">
                    <a16:creationId xmlns:a16="http://schemas.microsoft.com/office/drawing/2014/main" id="{6DF2AA53-9D8E-4B2D-86C4-9A65B6B19B51}"/>
                  </a:ext>
                </a:extLst>
              </p:cNvPr>
              <p:cNvSpPr/>
              <p:nvPr/>
            </p:nvSpPr>
            <p:spPr>
              <a:xfrm>
                <a:off x="12567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10" name="타원 22609">
                <a:extLst>
                  <a:ext uri="{FF2B5EF4-FFF2-40B4-BE49-F238E27FC236}">
                    <a16:creationId xmlns:a16="http://schemas.microsoft.com/office/drawing/2014/main" id="{79B642F4-C4A4-4638-8CFA-0BBD0E612D65}"/>
                  </a:ext>
                </a:extLst>
              </p:cNvPr>
              <p:cNvSpPr/>
              <p:nvPr/>
            </p:nvSpPr>
            <p:spPr>
              <a:xfrm>
                <a:off x="14091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11" name="타원 22610">
                <a:extLst>
                  <a:ext uri="{FF2B5EF4-FFF2-40B4-BE49-F238E27FC236}">
                    <a16:creationId xmlns:a16="http://schemas.microsoft.com/office/drawing/2014/main" id="{4CAE0324-C821-4DA4-9549-E76723B47FE6}"/>
                  </a:ext>
                </a:extLst>
              </p:cNvPr>
              <p:cNvSpPr/>
              <p:nvPr/>
            </p:nvSpPr>
            <p:spPr>
              <a:xfrm>
                <a:off x="15615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12" name="타원 22611">
                <a:extLst>
                  <a:ext uri="{FF2B5EF4-FFF2-40B4-BE49-F238E27FC236}">
                    <a16:creationId xmlns:a16="http://schemas.microsoft.com/office/drawing/2014/main" id="{9D963914-C41F-458D-A79E-1DA8461090AC}"/>
                  </a:ext>
                </a:extLst>
              </p:cNvPr>
              <p:cNvSpPr/>
              <p:nvPr/>
            </p:nvSpPr>
            <p:spPr>
              <a:xfrm>
                <a:off x="17139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13" name="타원 22612">
                <a:extLst>
                  <a:ext uri="{FF2B5EF4-FFF2-40B4-BE49-F238E27FC236}">
                    <a16:creationId xmlns:a16="http://schemas.microsoft.com/office/drawing/2014/main" id="{1FC5D928-DD04-49B6-97EF-9F292B096563}"/>
                  </a:ext>
                </a:extLst>
              </p:cNvPr>
              <p:cNvSpPr/>
              <p:nvPr/>
            </p:nvSpPr>
            <p:spPr>
              <a:xfrm>
                <a:off x="18663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14" name="타원 22613">
                <a:extLst>
                  <a:ext uri="{FF2B5EF4-FFF2-40B4-BE49-F238E27FC236}">
                    <a16:creationId xmlns:a16="http://schemas.microsoft.com/office/drawing/2014/main" id="{12B50940-24E6-48C3-BC05-706F525AB676}"/>
                  </a:ext>
                </a:extLst>
              </p:cNvPr>
              <p:cNvSpPr/>
              <p:nvPr/>
            </p:nvSpPr>
            <p:spPr>
              <a:xfrm>
                <a:off x="20187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15" name="타원 22614">
                <a:extLst>
                  <a:ext uri="{FF2B5EF4-FFF2-40B4-BE49-F238E27FC236}">
                    <a16:creationId xmlns:a16="http://schemas.microsoft.com/office/drawing/2014/main" id="{56776992-F8AD-41BB-ADA4-47146731CD30}"/>
                  </a:ext>
                </a:extLst>
              </p:cNvPr>
              <p:cNvSpPr/>
              <p:nvPr/>
            </p:nvSpPr>
            <p:spPr>
              <a:xfrm>
                <a:off x="21711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16" name="타원 22615">
                <a:extLst>
                  <a:ext uri="{FF2B5EF4-FFF2-40B4-BE49-F238E27FC236}">
                    <a16:creationId xmlns:a16="http://schemas.microsoft.com/office/drawing/2014/main" id="{13CA1D15-6437-441A-B0E5-CB8204C96431}"/>
                  </a:ext>
                </a:extLst>
              </p:cNvPr>
              <p:cNvSpPr/>
              <p:nvPr/>
            </p:nvSpPr>
            <p:spPr>
              <a:xfrm>
                <a:off x="23235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17" name="타원 22616">
                <a:extLst>
                  <a:ext uri="{FF2B5EF4-FFF2-40B4-BE49-F238E27FC236}">
                    <a16:creationId xmlns:a16="http://schemas.microsoft.com/office/drawing/2014/main" id="{90C40EA1-9A88-4FD1-A2BB-5D90EEA7C275}"/>
                  </a:ext>
                </a:extLst>
              </p:cNvPr>
              <p:cNvSpPr/>
              <p:nvPr/>
            </p:nvSpPr>
            <p:spPr>
              <a:xfrm>
                <a:off x="24759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18" name="타원 22617">
                <a:extLst>
                  <a:ext uri="{FF2B5EF4-FFF2-40B4-BE49-F238E27FC236}">
                    <a16:creationId xmlns:a16="http://schemas.microsoft.com/office/drawing/2014/main" id="{EC57CFB9-943D-407D-9B64-165BC517DFFF}"/>
                  </a:ext>
                </a:extLst>
              </p:cNvPr>
              <p:cNvSpPr/>
              <p:nvPr/>
            </p:nvSpPr>
            <p:spPr>
              <a:xfrm>
                <a:off x="26283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19" name="타원 22618">
                <a:extLst>
                  <a:ext uri="{FF2B5EF4-FFF2-40B4-BE49-F238E27FC236}">
                    <a16:creationId xmlns:a16="http://schemas.microsoft.com/office/drawing/2014/main" id="{F1ED957A-9ED6-4A9B-9F41-179A6D547B51}"/>
                  </a:ext>
                </a:extLst>
              </p:cNvPr>
              <p:cNvSpPr/>
              <p:nvPr/>
            </p:nvSpPr>
            <p:spPr>
              <a:xfrm>
                <a:off x="27807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0" name="타원 22619">
                <a:extLst>
                  <a:ext uri="{FF2B5EF4-FFF2-40B4-BE49-F238E27FC236}">
                    <a16:creationId xmlns:a16="http://schemas.microsoft.com/office/drawing/2014/main" id="{467C084E-F9A0-450F-9685-BE9914E4AD8B}"/>
                  </a:ext>
                </a:extLst>
              </p:cNvPr>
              <p:cNvSpPr/>
              <p:nvPr/>
            </p:nvSpPr>
            <p:spPr>
              <a:xfrm>
                <a:off x="29331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1" name="타원 22620">
                <a:extLst>
                  <a:ext uri="{FF2B5EF4-FFF2-40B4-BE49-F238E27FC236}">
                    <a16:creationId xmlns:a16="http://schemas.microsoft.com/office/drawing/2014/main" id="{49A012A1-6308-45BE-8CC0-2CA3F123EC41}"/>
                  </a:ext>
                </a:extLst>
              </p:cNvPr>
              <p:cNvSpPr/>
              <p:nvPr/>
            </p:nvSpPr>
            <p:spPr>
              <a:xfrm>
                <a:off x="30855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2" name="타원 22621">
                <a:extLst>
                  <a:ext uri="{FF2B5EF4-FFF2-40B4-BE49-F238E27FC236}">
                    <a16:creationId xmlns:a16="http://schemas.microsoft.com/office/drawing/2014/main" id="{929AF6C3-500C-4775-B577-23818A964F34}"/>
                  </a:ext>
                </a:extLst>
              </p:cNvPr>
              <p:cNvSpPr/>
              <p:nvPr/>
            </p:nvSpPr>
            <p:spPr>
              <a:xfrm>
                <a:off x="32379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3" name="타원 22622">
                <a:extLst>
                  <a:ext uri="{FF2B5EF4-FFF2-40B4-BE49-F238E27FC236}">
                    <a16:creationId xmlns:a16="http://schemas.microsoft.com/office/drawing/2014/main" id="{5D3F190C-E081-4977-83A5-56BFA776F2D8}"/>
                  </a:ext>
                </a:extLst>
              </p:cNvPr>
              <p:cNvSpPr/>
              <p:nvPr/>
            </p:nvSpPr>
            <p:spPr>
              <a:xfrm>
                <a:off x="33903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4" name="타원 22623">
                <a:extLst>
                  <a:ext uri="{FF2B5EF4-FFF2-40B4-BE49-F238E27FC236}">
                    <a16:creationId xmlns:a16="http://schemas.microsoft.com/office/drawing/2014/main" id="{DC21912C-D148-4A71-85B0-775DF158B2D4}"/>
                  </a:ext>
                </a:extLst>
              </p:cNvPr>
              <p:cNvSpPr/>
              <p:nvPr/>
            </p:nvSpPr>
            <p:spPr>
              <a:xfrm>
                <a:off x="35427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5" name="타원 22624">
                <a:extLst>
                  <a:ext uri="{FF2B5EF4-FFF2-40B4-BE49-F238E27FC236}">
                    <a16:creationId xmlns:a16="http://schemas.microsoft.com/office/drawing/2014/main" id="{32750979-27CA-4ADA-A49D-0681556EBCD8}"/>
                  </a:ext>
                </a:extLst>
              </p:cNvPr>
              <p:cNvSpPr/>
              <p:nvPr/>
            </p:nvSpPr>
            <p:spPr>
              <a:xfrm>
                <a:off x="36951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6" name="타원 22625">
                <a:extLst>
                  <a:ext uri="{FF2B5EF4-FFF2-40B4-BE49-F238E27FC236}">
                    <a16:creationId xmlns:a16="http://schemas.microsoft.com/office/drawing/2014/main" id="{D017043F-090C-4B43-BEE6-9809BA06A930}"/>
                  </a:ext>
                </a:extLst>
              </p:cNvPr>
              <p:cNvSpPr/>
              <p:nvPr/>
            </p:nvSpPr>
            <p:spPr>
              <a:xfrm>
                <a:off x="38475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7" name="타원 22626">
                <a:extLst>
                  <a:ext uri="{FF2B5EF4-FFF2-40B4-BE49-F238E27FC236}">
                    <a16:creationId xmlns:a16="http://schemas.microsoft.com/office/drawing/2014/main" id="{1113AAF2-17A3-4D1B-8053-16E6C1B50034}"/>
                  </a:ext>
                </a:extLst>
              </p:cNvPr>
              <p:cNvSpPr/>
              <p:nvPr/>
            </p:nvSpPr>
            <p:spPr>
              <a:xfrm>
                <a:off x="39999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8" name="타원 22627">
                <a:extLst>
                  <a:ext uri="{FF2B5EF4-FFF2-40B4-BE49-F238E27FC236}">
                    <a16:creationId xmlns:a16="http://schemas.microsoft.com/office/drawing/2014/main" id="{C41F4EE3-B2BE-4FCB-8B0C-136B97FAF5BA}"/>
                  </a:ext>
                </a:extLst>
              </p:cNvPr>
              <p:cNvSpPr/>
              <p:nvPr/>
            </p:nvSpPr>
            <p:spPr>
              <a:xfrm>
                <a:off x="41523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29" name="타원 22628">
                <a:extLst>
                  <a:ext uri="{FF2B5EF4-FFF2-40B4-BE49-F238E27FC236}">
                    <a16:creationId xmlns:a16="http://schemas.microsoft.com/office/drawing/2014/main" id="{B310CA0E-B145-4A71-B966-52F6D4081CD5}"/>
                  </a:ext>
                </a:extLst>
              </p:cNvPr>
              <p:cNvSpPr/>
              <p:nvPr/>
            </p:nvSpPr>
            <p:spPr>
              <a:xfrm>
                <a:off x="43047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0" name="타원 22629">
                <a:extLst>
                  <a:ext uri="{FF2B5EF4-FFF2-40B4-BE49-F238E27FC236}">
                    <a16:creationId xmlns:a16="http://schemas.microsoft.com/office/drawing/2014/main" id="{34FC301C-5D0E-4AE8-8ABF-5FD442074D55}"/>
                  </a:ext>
                </a:extLst>
              </p:cNvPr>
              <p:cNvSpPr/>
              <p:nvPr/>
            </p:nvSpPr>
            <p:spPr>
              <a:xfrm>
                <a:off x="44571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1" name="타원 22630">
                <a:extLst>
                  <a:ext uri="{FF2B5EF4-FFF2-40B4-BE49-F238E27FC236}">
                    <a16:creationId xmlns:a16="http://schemas.microsoft.com/office/drawing/2014/main" id="{ACECBF6A-B8D3-417F-B598-C4EFB74EE73B}"/>
                  </a:ext>
                </a:extLst>
              </p:cNvPr>
              <p:cNvSpPr/>
              <p:nvPr/>
            </p:nvSpPr>
            <p:spPr>
              <a:xfrm>
                <a:off x="46095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2" name="타원 22631">
                <a:extLst>
                  <a:ext uri="{FF2B5EF4-FFF2-40B4-BE49-F238E27FC236}">
                    <a16:creationId xmlns:a16="http://schemas.microsoft.com/office/drawing/2014/main" id="{B28A0591-03F8-4107-AAEE-752B5F5472C0}"/>
                  </a:ext>
                </a:extLst>
              </p:cNvPr>
              <p:cNvSpPr/>
              <p:nvPr/>
            </p:nvSpPr>
            <p:spPr>
              <a:xfrm>
                <a:off x="47619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3" name="타원 22632">
                <a:extLst>
                  <a:ext uri="{FF2B5EF4-FFF2-40B4-BE49-F238E27FC236}">
                    <a16:creationId xmlns:a16="http://schemas.microsoft.com/office/drawing/2014/main" id="{FB5592BA-2AE2-4DEB-9AF6-79A728DED598}"/>
                  </a:ext>
                </a:extLst>
              </p:cNvPr>
              <p:cNvSpPr/>
              <p:nvPr/>
            </p:nvSpPr>
            <p:spPr>
              <a:xfrm>
                <a:off x="49143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4" name="타원 22633">
                <a:extLst>
                  <a:ext uri="{FF2B5EF4-FFF2-40B4-BE49-F238E27FC236}">
                    <a16:creationId xmlns:a16="http://schemas.microsoft.com/office/drawing/2014/main" id="{C611AC1D-5E42-4771-9736-D3D541AB78F4}"/>
                  </a:ext>
                </a:extLst>
              </p:cNvPr>
              <p:cNvSpPr/>
              <p:nvPr/>
            </p:nvSpPr>
            <p:spPr>
              <a:xfrm>
                <a:off x="50667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5" name="타원 22634">
                <a:extLst>
                  <a:ext uri="{FF2B5EF4-FFF2-40B4-BE49-F238E27FC236}">
                    <a16:creationId xmlns:a16="http://schemas.microsoft.com/office/drawing/2014/main" id="{D091B96C-05A2-4D97-AC55-BB0E58D98D7F}"/>
                  </a:ext>
                </a:extLst>
              </p:cNvPr>
              <p:cNvSpPr/>
              <p:nvPr/>
            </p:nvSpPr>
            <p:spPr>
              <a:xfrm>
                <a:off x="52191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6" name="타원 22635">
                <a:extLst>
                  <a:ext uri="{FF2B5EF4-FFF2-40B4-BE49-F238E27FC236}">
                    <a16:creationId xmlns:a16="http://schemas.microsoft.com/office/drawing/2014/main" id="{3703EE8A-E817-431E-991D-746C80A6D633}"/>
                  </a:ext>
                </a:extLst>
              </p:cNvPr>
              <p:cNvSpPr/>
              <p:nvPr/>
            </p:nvSpPr>
            <p:spPr>
              <a:xfrm>
                <a:off x="53715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7" name="타원 22636">
                <a:extLst>
                  <a:ext uri="{FF2B5EF4-FFF2-40B4-BE49-F238E27FC236}">
                    <a16:creationId xmlns:a16="http://schemas.microsoft.com/office/drawing/2014/main" id="{7BB876DE-E7E8-4B55-9214-681C2A1CCF57}"/>
                  </a:ext>
                </a:extLst>
              </p:cNvPr>
              <p:cNvSpPr/>
              <p:nvPr/>
            </p:nvSpPr>
            <p:spPr>
              <a:xfrm>
                <a:off x="55239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8" name="타원 22637">
                <a:extLst>
                  <a:ext uri="{FF2B5EF4-FFF2-40B4-BE49-F238E27FC236}">
                    <a16:creationId xmlns:a16="http://schemas.microsoft.com/office/drawing/2014/main" id="{CEE92D35-0281-4DD2-BEE0-7DD929F0FC34}"/>
                  </a:ext>
                </a:extLst>
              </p:cNvPr>
              <p:cNvSpPr/>
              <p:nvPr/>
            </p:nvSpPr>
            <p:spPr>
              <a:xfrm>
                <a:off x="5676363" y="212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39" name="타원 22638">
                <a:extLst>
                  <a:ext uri="{FF2B5EF4-FFF2-40B4-BE49-F238E27FC236}">
                    <a16:creationId xmlns:a16="http://schemas.microsoft.com/office/drawing/2014/main" id="{FA5269C9-707E-4733-9219-4EC4507AA1A7}"/>
                  </a:ext>
                </a:extLst>
              </p:cNvPr>
              <p:cNvSpPr/>
              <p:nvPr/>
            </p:nvSpPr>
            <p:spPr>
              <a:xfrm>
                <a:off x="3423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40" name="타원 22639">
                <a:extLst>
                  <a:ext uri="{FF2B5EF4-FFF2-40B4-BE49-F238E27FC236}">
                    <a16:creationId xmlns:a16="http://schemas.microsoft.com/office/drawing/2014/main" id="{8792DA3A-3514-4D80-B164-262C97CA9749}"/>
                  </a:ext>
                </a:extLst>
              </p:cNvPr>
              <p:cNvSpPr/>
              <p:nvPr/>
            </p:nvSpPr>
            <p:spPr>
              <a:xfrm>
                <a:off x="4947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41" name="타원 22640">
                <a:extLst>
                  <a:ext uri="{FF2B5EF4-FFF2-40B4-BE49-F238E27FC236}">
                    <a16:creationId xmlns:a16="http://schemas.microsoft.com/office/drawing/2014/main" id="{E1C19968-076D-4DFD-8E5F-64C9C8816E40}"/>
                  </a:ext>
                </a:extLst>
              </p:cNvPr>
              <p:cNvSpPr/>
              <p:nvPr/>
            </p:nvSpPr>
            <p:spPr>
              <a:xfrm>
                <a:off x="6471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42" name="타원 22641">
                <a:extLst>
                  <a:ext uri="{FF2B5EF4-FFF2-40B4-BE49-F238E27FC236}">
                    <a16:creationId xmlns:a16="http://schemas.microsoft.com/office/drawing/2014/main" id="{B27F1009-3E9E-4732-B59C-529A8EE76163}"/>
                  </a:ext>
                </a:extLst>
              </p:cNvPr>
              <p:cNvSpPr/>
              <p:nvPr/>
            </p:nvSpPr>
            <p:spPr>
              <a:xfrm>
                <a:off x="7995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43" name="타원 22642">
                <a:extLst>
                  <a:ext uri="{FF2B5EF4-FFF2-40B4-BE49-F238E27FC236}">
                    <a16:creationId xmlns:a16="http://schemas.microsoft.com/office/drawing/2014/main" id="{D23609AF-102E-4030-8446-B01E4233E3CB}"/>
                  </a:ext>
                </a:extLst>
              </p:cNvPr>
              <p:cNvSpPr/>
              <p:nvPr/>
            </p:nvSpPr>
            <p:spPr>
              <a:xfrm>
                <a:off x="9519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44" name="타원 22643">
                <a:extLst>
                  <a:ext uri="{FF2B5EF4-FFF2-40B4-BE49-F238E27FC236}">
                    <a16:creationId xmlns:a16="http://schemas.microsoft.com/office/drawing/2014/main" id="{55CA2460-13AA-4C61-B576-B161DBED8FB6}"/>
                  </a:ext>
                </a:extLst>
              </p:cNvPr>
              <p:cNvSpPr/>
              <p:nvPr/>
            </p:nvSpPr>
            <p:spPr>
              <a:xfrm>
                <a:off x="11043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45" name="타원 22644">
                <a:extLst>
                  <a:ext uri="{FF2B5EF4-FFF2-40B4-BE49-F238E27FC236}">
                    <a16:creationId xmlns:a16="http://schemas.microsoft.com/office/drawing/2014/main" id="{EFA263D2-0E0F-46B5-BCA0-44B01EDCEE70}"/>
                  </a:ext>
                </a:extLst>
              </p:cNvPr>
              <p:cNvSpPr/>
              <p:nvPr/>
            </p:nvSpPr>
            <p:spPr>
              <a:xfrm>
                <a:off x="12567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46" name="타원 22645">
                <a:extLst>
                  <a:ext uri="{FF2B5EF4-FFF2-40B4-BE49-F238E27FC236}">
                    <a16:creationId xmlns:a16="http://schemas.microsoft.com/office/drawing/2014/main" id="{AE6577BA-1013-4854-B805-249B9E2330E2}"/>
                  </a:ext>
                </a:extLst>
              </p:cNvPr>
              <p:cNvSpPr/>
              <p:nvPr/>
            </p:nvSpPr>
            <p:spPr>
              <a:xfrm>
                <a:off x="14091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47" name="타원 22646">
                <a:extLst>
                  <a:ext uri="{FF2B5EF4-FFF2-40B4-BE49-F238E27FC236}">
                    <a16:creationId xmlns:a16="http://schemas.microsoft.com/office/drawing/2014/main" id="{39AE0C57-BF7C-4442-94F3-2668ECC48C64}"/>
                  </a:ext>
                </a:extLst>
              </p:cNvPr>
              <p:cNvSpPr/>
              <p:nvPr/>
            </p:nvSpPr>
            <p:spPr>
              <a:xfrm>
                <a:off x="15615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48" name="타원 22647">
                <a:extLst>
                  <a:ext uri="{FF2B5EF4-FFF2-40B4-BE49-F238E27FC236}">
                    <a16:creationId xmlns:a16="http://schemas.microsoft.com/office/drawing/2014/main" id="{CF6AFB30-C540-4B19-8EFE-F17614396EC1}"/>
                  </a:ext>
                </a:extLst>
              </p:cNvPr>
              <p:cNvSpPr/>
              <p:nvPr/>
            </p:nvSpPr>
            <p:spPr>
              <a:xfrm>
                <a:off x="17139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49" name="타원 22648">
                <a:extLst>
                  <a:ext uri="{FF2B5EF4-FFF2-40B4-BE49-F238E27FC236}">
                    <a16:creationId xmlns:a16="http://schemas.microsoft.com/office/drawing/2014/main" id="{6C237DFC-969D-4026-A35C-6665EC7B6522}"/>
                  </a:ext>
                </a:extLst>
              </p:cNvPr>
              <p:cNvSpPr/>
              <p:nvPr/>
            </p:nvSpPr>
            <p:spPr>
              <a:xfrm>
                <a:off x="18663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50" name="타원 22649">
                <a:extLst>
                  <a:ext uri="{FF2B5EF4-FFF2-40B4-BE49-F238E27FC236}">
                    <a16:creationId xmlns:a16="http://schemas.microsoft.com/office/drawing/2014/main" id="{1E043C17-97C5-4275-8FC2-73D6BA01B3DB}"/>
                  </a:ext>
                </a:extLst>
              </p:cNvPr>
              <p:cNvSpPr/>
              <p:nvPr/>
            </p:nvSpPr>
            <p:spPr>
              <a:xfrm>
                <a:off x="20187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51" name="타원 22650">
                <a:extLst>
                  <a:ext uri="{FF2B5EF4-FFF2-40B4-BE49-F238E27FC236}">
                    <a16:creationId xmlns:a16="http://schemas.microsoft.com/office/drawing/2014/main" id="{2CB56735-C3AA-4B6F-B6F8-6DF6A69D9AC3}"/>
                  </a:ext>
                </a:extLst>
              </p:cNvPr>
              <p:cNvSpPr/>
              <p:nvPr/>
            </p:nvSpPr>
            <p:spPr>
              <a:xfrm>
                <a:off x="21711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52" name="타원 22651">
                <a:extLst>
                  <a:ext uri="{FF2B5EF4-FFF2-40B4-BE49-F238E27FC236}">
                    <a16:creationId xmlns:a16="http://schemas.microsoft.com/office/drawing/2014/main" id="{DECA5EF4-1B18-4FD2-B1EE-D4D27F87BC07}"/>
                  </a:ext>
                </a:extLst>
              </p:cNvPr>
              <p:cNvSpPr/>
              <p:nvPr/>
            </p:nvSpPr>
            <p:spPr>
              <a:xfrm>
                <a:off x="23235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53" name="타원 22652">
                <a:extLst>
                  <a:ext uri="{FF2B5EF4-FFF2-40B4-BE49-F238E27FC236}">
                    <a16:creationId xmlns:a16="http://schemas.microsoft.com/office/drawing/2014/main" id="{B157E72B-6736-4D52-BF93-1CD4AAD60359}"/>
                  </a:ext>
                </a:extLst>
              </p:cNvPr>
              <p:cNvSpPr/>
              <p:nvPr/>
            </p:nvSpPr>
            <p:spPr>
              <a:xfrm>
                <a:off x="24759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54" name="타원 22653">
                <a:extLst>
                  <a:ext uri="{FF2B5EF4-FFF2-40B4-BE49-F238E27FC236}">
                    <a16:creationId xmlns:a16="http://schemas.microsoft.com/office/drawing/2014/main" id="{99B1C6C2-3033-40FF-83D9-0E381B9D757E}"/>
                  </a:ext>
                </a:extLst>
              </p:cNvPr>
              <p:cNvSpPr/>
              <p:nvPr/>
            </p:nvSpPr>
            <p:spPr>
              <a:xfrm>
                <a:off x="26283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55" name="타원 22654">
                <a:extLst>
                  <a:ext uri="{FF2B5EF4-FFF2-40B4-BE49-F238E27FC236}">
                    <a16:creationId xmlns:a16="http://schemas.microsoft.com/office/drawing/2014/main" id="{055F085D-0233-45ED-8FB5-11521A4F66F1}"/>
                  </a:ext>
                </a:extLst>
              </p:cNvPr>
              <p:cNvSpPr/>
              <p:nvPr/>
            </p:nvSpPr>
            <p:spPr>
              <a:xfrm>
                <a:off x="27807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56" name="타원 22655">
                <a:extLst>
                  <a:ext uri="{FF2B5EF4-FFF2-40B4-BE49-F238E27FC236}">
                    <a16:creationId xmlns:a16="http://schemas.microsoft.com/office/drawing/2014/main" id="{C90A5299-03E5-404F-BE28-BF23B34DF169}"/>
                  </a:ext>
                </a:extLst>
              </p:cNvPr>
              <p:cNvSpPr/>
              <p:nvPr/>
            </p:nvSpPr>
            <p:spPr>
              <a:xfrm>
                <a:off x="29331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57" name="타원 22656">
                <a:extLst>
                  <a:ext uri="{FF2B5EF4-FFF2-40B4-BE49-F238E27FC236}">
                    <a16:creationId xmlns:a16="http://schemas.microsoft.com/office/drawing/2014/main" id="{B8198C4E-BD4F-470A-9E49-70AEBD7EE783}"/>
                  </a:ext>
                </a:extLst>
              </p:cNvPr>
              <p:cNvSpPr/>
              <p:nvPr/>
            </p:nvSpPr>
            <p:spPr>
              <a:xfrm>
                <a:off x="30855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58" name="타원 22657">
                <a:extLst>
                  <a:ext uri="{FF2B5EF4-FFF2-40B4-BE49-F238E27FC236}">
                    <a16:creationId xmlns:a16="http://schemas.microsoft.com/office/drawing/2014/main" id="{6E49903A-D1C6-4484-A97C-0F9B5E842861}"/>
                  </a:ext>
                </a:extLst>
              </p:cNvPr>
              <p:cNvSpPr/>
              <p:nvPr/>
            </p:nvSpPr>
            <p:spPr>
              <a:xfrm>
                <a:off x="32379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59" name="타원 22658">
                <a:extLst>
                  <a:ext uri="{FF2B5EF4-FFF2-40B4-BE49-F238E27FC236}">
                    <a16:creationId xmlns:a16="http://schemas.microsoft.com/office/drawing/2014/main" id="{2A98A8F6-11BB-4CE2-A901-A4C57CEFEFB2}"/>
                  </a:ext>
                </a:extLst>
              </p:cNvPr>
              <p:cNvSpPr/>
              <p:nvPr/>
            </p:nvSpPr>
            <p:spPr>
              <a:xfrm>
                <a:off x="33903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60" name="타원 22659">
                <a:extLst>
                  <a:ext uri="{FF2B5EF4-FFF2-40B4-BE49-F238E27FC236}">
                    <a16:creationId xmlns:a16="http://schemas.microsoft.com/office/drawing/2014/main" id="{7C817003-D51E-4FC2-9856-A4965219141B}"/>
                  </a:ext>
                </a:extLst>
              </p:cNvPr>
              <p:cNvSpPr/>
              <p:nvPr/>
            </p:nvSpPr>
            <p:spPr>
              <a:xfrm>
                <a:off x="35427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61" name="타원 22660">
                <a:extLst>
                  <a:ext uri="{FF2B5EF4-FFF2-40B4-BE49-F238E27FC236}">
                    <a16:creationId xmlns:a16="http://schemas.microsoft.com/office/drawing/2014/main" id="{AD620DBA-016E-4C6A-A079-B20B57BEFF25}"/>
                  </a:ext>
                </a:extLst>
              </p:cNvPr>
              <p:cNvSpPr/>
              <p:nvPr/>
            </p:nvSpPr>
            <p:spPr>
              <a:xfrm>
                <a:off x="36951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62" name="타원 22661">
                <a:extLst>
                  <a:ext uri="{FF2B5EF4-FFF2-40B4-BE49-F238E27FC236}">
                    <a16:creationId xmlns:a16="http://schemas.microsoft.com/office/drawing/2014/main" id="{C6FA0401-A3C2-48D3-BBEE-90CAD420744C}"/>
                  </a:ext>
                </a:extLst>
              </p:cNvPr>
              <p:cNvSpPr/>
              <p:nvPr/>
            </p:nvSpPr>
            <p:spPr>
              <a:xfrm>
                <a:off x="38475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63" name="타원 22662">
                <a:extLst>
                  <a:ext uri="{FF2B5EF4-FFF2-40B4-BE49-F238E27FC236}">
                    <a16:creationId xmlns:a16="http://schemas.microsoft.com/office/drawing/2014/main" id="{309E5B99-0107-4427-A029-EE3ACD6A622D}"/>
                  </a:ext>
                </a:extLst>
              </p:cNvPr>
              <p:cNvSpPr/>
              <p:nvPr/>
            </p:nvSpPr>
            <p:spPr>
              <a:xfrm>
                <a:off x="39999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64" name="타원 22663">
                <a:extLst>
                  <a:ext uri="{FF2B5EF4-FFF2-40B4-BE49-F238E27FC236}">
                    <a16:creationId xmlns:a16="http://schemas.microsoft.com/office/drawing/2014/main" id="{DE9688C5-3429-4298-B257-FD80AA1FDBE9}"/>
                  </a:ext>
                </a:extLst>
              </p:cNvPr>
              <p:cNvSpPr/>
              <p:nvPr/>
            </p:nvSpPr>
            <p:spPr>
              <a:xfrm>
                <a:off x="41523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65" name="타원 22664">
                <a:extLst>
                  <a:ext uri="{FF2B5EF4-FFF2-40B4-BE49-F238E27FC236}">
                    <a16:creationId xmlns:a16="http://schemas.microsoft.com/office/drawing/2014/main" id="{66B03B37-CE08-43A7-AA50-2326E516A5C5}"/>
                  </a:ext>
                </a:extLst>
              </p:cNvPr>
              <p:cNvSpPr/>
              <p:nvPr/>
            </p:nvSpPr>
            <p:spPr>
              <a:xfrm>
                <a:off x="43047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66" name="타원 22665">
                <a:extLst>
                  <a:ext uri="{FF2B5EF4-FFF2-40B4-BE49-F238E27FC236}">
                    <a16:creationId xmlns:a16="http://schemas.microsoft.com/office/drawing/2014/main" id="{F2E52A38-851B-4188-A822-3DB79BBD7C55}"/>
                  </a:ext>
                </a:extLst>
              </p:cNvPr>
              <p:cNvSpPr/>
              <p:nvPr/>
            </p:nvSpPr>
            <p:spPr>
              <a:xfrm>
                <a:off x="44571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67" name="타원 22666">
                <a:extLst>
                  <a:ext uri="{FF2B5EF4-FFF2-40B4-BE49-F238E27FC236}">
                    <a16:creationId xmlns:a16="http://schemas.microsoft.com/office/drawing/2014/main" id="{18CDA8C0-F7C1-46CC-8278-8D6108BED7C7}"/>
                  </a:ext>
                </a:extLst>
              </p:cNvPr>
              <p:cNvSpPr/>
              <p:nvPr/>
            </p:nvSpPr>
            <p:spPr>
              <a:xfrm>
                <a:off x="46095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68" name="타원 22667">
                <a:extLst>
                  <a:ext uri="{FF2B5EF4-FFF2-40B4-BE49-F238E27FC236}">
                    <a16:creationId xmlns:a16="http://schemas.microsoft.com/office/drawing/2014/main" id="{B577FC76-4942-422C-A249-AE2BF82A5FA2}"/>
                  </a:ext>
                </a:extLst>
              </p:cNvPr>
              <p:cNvSpPr/>
              <p:nvPr/>
            </p:nvSpPr>
            <p:spPr>
              <a:xfrm>
                <a:off x="47619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69" name="타원 22668">
                <a:extLst>
                  <a:ext uri="{FF2B5EF4-FFF2-40B4-BE49-F238E27FC236}">
                    <a16:creationId xmlns:a16="http://schemas.microsoft.com/office/drawing/2014/main" id="{0C141678-599B-456F-B2C6-D7132FFDE1C5}"/>
                  </a:ext>
                </a:extLst>
              </p:cNvPr>
              <p:cNvSpPr/>
              <p:nvPr/>
            </p:nvSpPr>
            <p:spPr>
              <a:xfrm>
                <a:off x="49143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70" name="타원 22669">
                <a:extLst>
                  <a:ext uri="{FF2B5EF4-FFF2-40B4-BE49-F238E27FC236}">
                    <a16:creationId xmlns:a16="http://schemas.microsoft.com/office/drawing/2014/main" id="{559A38B7-CFEB-41E6-9E93-6D3AB61D2EC8}"/>
                  </a:ext>
                </a:extLst>
              </p:cNvPr>
              <p:cNvSpPr/>
              <p:nvPr/>
            </p:nvSpPr>
            <p:spPr>
              <a:xfrm>
                <a:off x="50667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71" name="타원 22670">
                <a:extLst>
                  <a:ext uri="{FF2B5EF4-FFF2-40B4-BE49-F238E27FC236}">
                    <a16:creationId xmlns:a16="http://schemas.microsoft.com/office/drawing/2014/main" id="{9FE3FB62-A98D-4AF3-B07E-3B866EC5C219}"/>
                  </a:ext>
                </a:extLst>
              </p:cNvPr>
              <p:cNvSpPr/>
              <p:nvPr/>
            </p:nvSpPr>
            <p:spPr>
              <a:xfrm>
                <a:off x="52191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72" name="타원 22671">
                <a:extLst>
                  <a:ext uri="{FF2B5EF4-FFF2-40B4-BE49-F238E27FC236}">
                    <a16:creationId xmlns:a16="http://schemas.microsoft.com/office/drawing/2014/main" id="{93142B4A-49D1-4D60-A97D-B3269E99D356}"/>
                  </a:ext>
                </a:extLst>
              </p:cNvPr>
              <p:cNvSpPr/>
              <p:nvPr/>
            </p:nvSpPr>
            <p:spPr>
              <a:xfrm>
                <a:off x="53715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73" name="타원 22672">
                <a:extLst>
                  <a:ext uri="{FF2B5EF4-FFF2-40B4-BE49-F238E27FC236}">
                    <a16:creationId xmlns:a16="http://schemas.microsoft.com/office/drawing/2014/main" id="{FBE7F404-7110-495D-A296-FB22F57CF0EF}"/>
                  </a:ext>
                </a:extLst>
              </p:cNvPr>
              <p:cNvSpPr/>
              <p:nvPr/>
            </p:nvSpPr>
            <p:spPr>
              <a:xfrm>
                <a:off x="55239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74" name="타원 22673">
                <a:extLst>
                  <a:ext uri="{FF2B5EF4-FFF2-40B4-BE49-F238E27FC236}">
                    <a16:creationId xmlns:a16="http://schemas.microsoft.com/office/drawing/2014/main" id="{A36C190A-A2B8-4698-BA24-46947E63EED0}"/>
                  </a:ext>
                </a:extLst>
              </p:cNvPr>
              <p:cNvSpPr/>
              <p:nvPr/>
            </p:nvSpPr>
            <p:spPr>
              <a:xfrm>
                <a:off x="5676363" y="227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75" name="타원 22674">
                <a:extLst>
                  <a:ext uri="{FF2B5EF4-FFF2-40B4-BE49-F238E27FC236}">
                    <a16:creationId xmlns:a16="http://schemas.microsoft.com/office/drawing/2014/main" id="{2143AC1E-BC73-4A48-BA96-014890558F83}"/>
                  </a:ext>
                </a:extLst>
              </p:cNvPr>
              <p:cNvSpPr/>
              <p:nvPr/>
            </p:nvSpPr>
            <p:spPr>
              <a:xfrm>
                <a:off x="3423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76" name="타원 22675">
                <a:extLst>
                  <a:ext uri="{FF2B5EF4-FFF2-40B4-BE49-F238E27FC236}">
                    <a16:creationId xmlns:a16="http://schemas.microsoft.com/office/drawing/2014/main" id="{0808E338-14E2-4A02-843F-0718FF85287D}"/>
                  </a:ext>
                </a:extLst>
              </p:cNvPr>
              <p:cNvSpPr/>
              <p:nvPr/>
            </p:nvSpPr>
            <p:spPr>
              <a:xfrm>
                <a:off x="4947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77" name="타원 22676">
                <a:extLst>
                  <a:ext uri="{FF2B5EF4-FFF2-40B4-BE49-F238E27FC236}">
                    <a16:creationId xmlns:a16="http://schemas.microsoft.com/office/drawing/2014/main" id="{50D520AD-D162-45FD-9AA5-7449CEB72D5A}"/>
                  </a:ext>
                </a:extLst>
              </p:cNvPr>
              <p:cNvSpPr/>
              <p:nvPr/>
            </p:nvSpPr>
            <p:spPr>
              <a:xfrm>
                <a:off x="6471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78" name="타원 22677">
                <a:extLst>
                  <a:ext uri="{FF2B5EF4-FFF2-40B4-BE49-F238E27FC236}">
                    <a16:creationId xmlns:a16="http://schemas.microsoft.com/office/drawing/2014/main" id="{A0A688F9-7D23-4DFE-B624-9665A82716AB}"/>
                  </a:ext>
                </a:extLst>
              </p:cNvPr>
              <p:cNvSpPr/>
              <p:nvPr/>
            </p:nvSpPr>
            <p:spPr>
              <a:xfrm>
                <a:off x="7995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79" name="타원 22678">
                <a:extLst>
                  <a:ext uri="{FF2B5EF4-FFF2-40B4-BE49-F238E27FC236}">
                    <a16:creationId xmlns:a16="http://schemas.microsoft.com/office/drawing/2014/main" id="{654A416F-69E6-4BBB-847A-68B6B3E51CB0}"/>
                  </a:ext>
                </a:extLst>
              </p:cNvPr>
              <p:cNvSpPr/>
              <p:nvPr/>
            </p:nvSpPr>
            <p:spPr>
              <a:xfrm>
                <a:off x="9519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80" name="타원 22679">
                <a:extLst>
                  <a:ext uri="{FF2B5EF4-FFF2-40B4-BE49-F238E27FC236}">
                    <a16:creationId xmlns:a16="http://schemas.microsoft.com/office/drawing/2014/main" id="{39987FDA-6078-4A98-8CD9-C8D7C34E550D}"/>
                  </a:ext>
                </a:extLst>
              </p:cNvPr>
              <p:cNvSpPr/>
              <p:nvPr/>
            </p:nvSpPr>
            <p:spPr>
              <a:xfrm>
                <a:off x="11043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81" name="타원 22680">
                <a:extLst>
                  <a:ext uri="{FF2B5EF4-FFF2-40B4-BE49-F238E27FC236}">
                    <a16:creationId xmlns:a16="http://schemas.microsoft.com/office/drawing/2014/main" id="{A8FAF86A-921F-43D1-928C-3E4835F0AA86}"/>
                  </a:ext>
                </a:extLst>
              </p:cNvPr>
              <p:cNvSpPr/>
              <p:nvPr/>
            </p:nvSpPr>
            <p:spPr>
              <a:xfrm>
                <a:off x="12567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82" name="타원 22681">
                <a:extLst>
                  <a:ext uri="{FF2B5EF4-FFF2-40B4-BE49-F238E27FC236}">
                    <a16:creationId xmlns:a16="http://schemas.microsoft.com/office/drawing/2014/main" id="{DA33C780-2777-4A86-8629-21A34968A573}"/>
                  </a:ext>
                </a:extLst>
              </p:cNvPr>
              <p:cNvSpPr/>
              <p:nvPr/>
            </p:nvSpPr>
            <p:spPr>
              <a:xfrm>
                <a:off x="14091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83" name="타원 22682">
                <a:extLst>
                  <a:ext uri="{FF2B5EF4-FFF2-40B4-BE49-F238E27FC236}">
                    <a16:creationId xmlns:a16="http://schemas.microsoft.com/office/drawing/2014/main" id="{F41E11F1-F09E-4DA5-B7BF-61290EF7518A}"/>
                  </a:ext>
                </a:extLst>
              </p:cNvPr>
              <p:cNvSpPr/>
              <p:nvPr/>
            </p:nvSpPr>
            <p:spPr>
              <a:xfrm>
                <a:off x="15615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84" name="타원 22683">
                <a:extLst>
                  <a:ext uri="{FF2B5EF4-FFF2-40B4-BE49-F238E27FC236}">
                    <a16:creationId xmlns:a16="http://schemas.microsoft.com/office/drawing/2014/main" id="{5FEFBA24-3C1B-46B7-B24D-10454775975E}"/>
                  </a:ext>
                </a:extLst>
              </p:cNvPr>
              <p:cNvSpPr/>
              <p:nvPr/>
            </p:nvSpPr>
            <p:spPr>
              <a:xfrm>
                <a:off x="17139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85" name="타원 22684">
                <a:extLst>
                  <a:ext uri="{FF2B5EF4-FFF2-40B4-BE49-F238E27FC236}">
                    <a16:creationId xmlns:a16="http://schemas.microsoft.com/office/drawing/2014/main" id="{025CF419-9435-4D10-88C8-A9011FB959BD}"/>
                  </a:ext>
                </a:extLst>
              </p:cNvPr>
              <p:cNvSpPr/>
              <p:nvPr/>
            </p:nvSpPr>
            <p:spPr>
              <a:xfrm>
                <a:off x="18663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86" name="타원 22685">
                <a:extLst>
                  <a:ext uri="{FF2B5EF4-FFF2-40B4-BE49-F238E27FC236}">
                    <a16:creationId xmlns:a16="http://schemas.microsoft.com/office/drawing/2014/main" id="{29EF5F12-22AF-4181-8BE4-802190B9DF50}"/>
                  </a:ext>
                </a:extLst>
              </p:cNvPr>
              <p:cNvSpPr/>
              <p:nvPr/>
            </p:nvSpPr>
            <p:spPr>
              <a:xfrm>
                <a:off x="20187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87" name="타원 22686">
                <a:extLst>
                  <a:ext uri="{FF2B5EF4-FFF2-40B4-BE49-F238E27FC236}">
                    <a16:creationId xmlns:a16="http://schemas.microsoft.com/office/drawing/2014/main" id="{A5A77D49-78F1-4A61-A7F1-3F51E31DB356}"/>
                  </a:ext>
                </a:extLst>
              </p:cNvPr>
              <p:cNvSpPr/>
              <p:nvPr/>
            </p:nvSpPr>
            <p:spPr>
              <a:xfrm>
                <a:off x="21711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88" name="타원 22687">
                <a:extLst>
                  <a:ext uri="{FF2B5EF4-FFF2-40B4-BE49-F238E27FC236}">
                    <a16:creationId xmlns:a16="http://schemas.microsoft.com/office/drawing/2014/main" id="{D7BDAC7D-246E-409F-96CC-FBAE574CCB62}"/>
                  </a:ext>
                </a:extLst>
              </p:cNvPr>
              <p:cNvSpPr/>
              <p:nvPr/>
            </p:nvSpPr>
            <p:spPr>
              <a:xfrm>
                <a:off x="23235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89" name="타원 22688">
                <a:extLst>
                  <a:ext uri="{FF2B5EF4-FFF2-40B4-BE49-F238E27FC236}">
                    <a16:creationId xmlns:a16="http://schemas.microsoft.com/office/drawing/2014/main" id="{CAA0EAF1-80C3-445B-8AA4-863DC1666DFE}"/>
                  </a:ext>
                </a:extLst>
              </p:cNvPr>
              <p:cNvSpPr/>
              <p:nvPr/>
            </p:nvSpPr>
            <p:spPr>
              <a:xfrm>
                <a:off x="24759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90" name="타원 22689">
                <a:extLst>
                  <a:ext uri="{FF2B5EF4-FFF2-40B4-BE49-F238E27FC236}">
                    <a16:creationId xmlns:a16="http://schemas.microsoft.com/office/drawing/2014/main" id="{FAF3E67D-2B6B-4642-834C-FF40B5B708F3}"/>
                  </a:ext>
                </a:extLst>
              </p:cNvPr>
              <p:cNvSpPr/>
              <p:nvPr/>
            </p:nvSpPr>
            <p:spPr>
              <a:xfrm>
                <a:off x="26283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91" name="타원 22690">
                <a:extLst>
                  <a:ext uri="{FF2B5EF4-FFF2-40B4-BE49-F238E27FC236}">
                    <a16:creationId xmlns:a16="http://schemas.microsoft.com/office/drawing/2014/main" id="{FF073FAC-4252-49E4-BC1A-71E5917AC5C3}"/>
                  </a:ext>
                </a:extLst>
              </p:cNvPr>
              <p:cNvSpPr/>
              <p:nvPr/>
            </p:nvSpPr>
            <p:spPr>
              <a:xfrm>
                <a:off x="27807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92" name="타원 22691">
                <a:extLst>
                  <a:ext uri="{FF2B5EF4-FFF2-40B4-BE49-F238E27FC236}">
                    <a16:creationId xmlns:a16="http://schemas.microsoft.com/office/drawing/2014/main" id="{508B01EA-29FD-474B-90A3-7E4EC1E4E7F3}"/>
                  </a:ext>
                </a:extLst>
              </p:cNvPr>
              <p:cNvSpPr/>
              <p:nvPr/>
            </p:nvSpPr>
            <p:spPr>
              <a:xfrm>
                <a:off x="29331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93" name="타원 22692">
                <a:extLst>
                  <a:ext uri="{FF2B5EF4-FFF2-40B4-BE49-F238E27FC236}">
                    <a16:creationId xmlns:a16="http://schemas.microsoft.com/office/drawing/2014/main" id="{14E7E6FD-DB40-4BEB-BD2C-798705DCF31B}"/>
                  </a:ext>
                </a:extLst>
              </p:cNvPr>
              <p:cNvSpPr/>
              <p:nvPr/>
            </p:nvSpPr>
            <p:spPr>
              <a:xfrm>
                <a:off x="30855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94" name="타원 22693">
                <a:extLst>
                  <a:ext uri="{FF2B5EF4-FFF2-40B4-BE49-F238E27FC236}">
                    <a16:creationId xmlns:a16="http://schemas.microsoft.com/office/drawing/2014/main" id="{076473A9-4F01-438C-AF3F-4D3A21C453D1}"/>
                  </a:ext>
                </a:extLst>
              </p:cNvPr>
              <p:cNvSpPr/>
              <p:nvPr/>
            </p:nvSpPr>
            <p:spPr>
              <a:xfrm>
                <a:off x="32379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95" name="타원 22694">
                <a:extLst>
                  <a:ext uri="{FF2B5EF4-FFF2-40B4-BE49-F238E27FC236}">
                    <a16:creationId xmlns:a16="http://schemas.microsoft.com/office/drawing/2014/main" id="{76DF78D1-38EC-4D43-896E-6253BE514E68}"/>
                  </a:ext>
                </a:extLst>
              </p:cNvPr>
              <p:cNvSpPr/>
              <p:nvPr/>
            </p:nvSpPr>
            <p:spPr>
              <a:xfrm>
                <a:off x="33903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96" name="타원 22695">
                <a:extLst>
                  <a:ext uri="{FF2B5EF4-FFF2-40B4-BE49-F238E27FC236}">
                    <a16:creationId xmlns:a16="http://schemas.microsoft.com/office/drawing/2014/main" id="{265C8597-F4B5-42FE-9B5D-5CC71CE6C2BB}"/>
                  </a:ext>
                </a:extLst>
              </p:cNvPr>
              <p:cNvSpPr/>
              <p:nvPr/>
            </p:nvSpPr>
            <p:spPr>
              <a:xfrm>
                <a:off x="35427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97" name="타원 22696">
                <a:extLst>
                  <a:ext uri="{FF2B5EF4-FFF2-40B4-BE49-F238E27FC236}">
                    <a16:creationId xmlns:a16="http://schemas.microsoft.com/office/drawing/2014/main" id="{EFAC8515-2539-449C-A818-579C19E9D3A3}"/>
                  </a:ext>
                </a:extLst>
              </p:cNvPr>
              <p:cNvSpPr/>
              <p:nvPr/>
            </p:nvSpPr>
            <p:spPr>
              <a:xfrm>
                <a:off x="36951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98" name="타원 22697">
                <a:extLst>
                  <a:ext uri="{FF2B5EF4-FFF2-40B4-BE49-F238E27FC236}">
                    <a16:creationId xmlns:a16="http://schemas.microsoft.com/office/drawing/2014/main" id="{C060BE0A-290B-4554-AF9A-E134C3447EDE}"/>
                  </a:ext>
                </a:extLst>
              </p:cNvPr>
              <p:cNvSpPr/>
              <p:nvPr/>
            </p:nvSpPr>
            <p:spPr>
              <a:xfrm>
                <a:off x="38475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699" name="타원 22698">
                <a:extLst>
                  <a:ext uri="{FF2B5EF4-FFF2-40B4-BE49-F238E27FC236}">
                    <a16:creationId xmlns:a16="http://schemas.microsoft.com/office/drawing/2014/main" id="{3F88C1FB-F323-4ED9-999B-83F945EB06DE}"/>
                  </a:ext>
                </a:extLst>
              </p:cNvPr>
              <p:cNvSpPr/>
              <p:nvPr/>
            </p:nvSpPr>
            <p:spPr>
              <a:xfrm>
                <a:off x="39999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00" name="타원 22699">
                <a:extLst>
                  <a:ext uri="{FF2B5EF4-FFF2-40B4-BE49-F238E27FC236}">
                    <a16:creationId xmlns:a16="http://schemas.microsoft.com/office/drawing/2014/main" id="{F2671E6A-9005-47B8-A9E1-FA398788D942}"/>
                  </a:ext>
                </a:extLst>
              </p:cNvPr>
              <p:cNvSpPr/>
              <p:nvPr/>
            </p:nvSpPr>
            <p:spPr>
              <a:xfrm>
                <a:off x="41523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01" name="타원 22700">
                <a:extLst>
                  <a:ext uri="{FF2B5EF4-FFF2-40B4-BE49-F238E27FC236}">
                    <a16:creationId xmlns:a16="http://schemas.microsoft.com/office/drawing/2014/main" id="{366F83E4-CC79-4E96-B985-0BE875F385C4}"/>
                  </a:ext>
                </a:extLst>
              </p:cNvPr>
              <p:cNvSpPr/>
              <p:nvPr/>
            </p:nvSpPr>
            <p:spPr>
              <a:xfrm>
                <a:off x="43047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02" name="타원 22701">
                <a:extLst>
                  <a:ext uri="{FF2B5EF4-FFF2-40B4-BE49-F238E27FC236}">
                    <a16:creationId xmlns:a16="http://schemas.microsoft.com/office/drawing/2014/main" id="{F798CA6F-AE1B-4534-B3A5-00F7996F70EE}"/>
                  </a:ext>
                </a:extLst>
              </p:cNvPr>
              <p:cNvSpPr/>
              <p:nvPr/>
            </p:nvSpPr>
            <p:spPr>
              <a:xfrm>
                <a:off x="44571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03" name="타원 22702">
                <a:extLst>
                  <a:ext uri="{FF2B5EF4-FFF2-40B4-BE49-F238E27FC236}">
                    <a16:creationId xmlns:a16="http://schemas.microsoft.com/office/drawing/2014/main" id="{07300B43-1230-4AC0-95CA-5D625D2C47B6}"/>
                  </a:ext>
                </a:extLst>
              </p:cNvPr>
              <p:cNvSpPr/>
              <p:nvPr/>
            </p:nvSpPr>
            <p:spPr>
              <a:xfrm>
                <a:off x="46095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04" name="타원 22703">
                <a:extLst>
                  <a:ext uri="{FF2B5EF4-FFF2-40B4-BE49-F238E27FC236}">
                    <a16:creationId xmlns:a16="http://schemas.microsoft.com/office/drawing/2014/main" id="{3F543270-749C-403D-867D-5314EED2D118}"/>
                  </a:ext>
                </a:extLst>
              </p:cNvPr>
              <p:cNvSpPr/>
              <p:nvPr/>
            </p:nvSpPr>
            <p:spPr>
              <a:xfrm>
                <a:off x="47619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05" name="타원 22704">
                <a:extLst>
                  <a:ext uri="{FF2B5EF4-FFF2-40B4-BE49-F238E27FC236}">
                    <a16:creationId xmlns:a16="http://schemas.microsoft.com/office/drawing/2014/main" id="{78A58CC6-1DC5-4388-A060-A846EB42D393}"/>
                  </a:ext>
                </a:extLst>
              </p:cNvPr>
              <p:cNvSpPr/>
              <p:nvPr/>
            </p:nvSpPr>
            <p:spPr>
              <a:xfrm>
                <a:off x="49143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06" name="타원 22705">
                <a:extLst>
                  <a:ext uri="{FF2B5EF4-FFF2-40B4-BE49-F238E27FC236}">
                    <a16:creationId xmlns:a16="http://schemas.microsoft.com/office/drawing/2014/main" id="{1BDF1248-114A-44FB-91C1-726F7B3F624F}"/>
                  </a:ext>
                </a:extLst>
              </p:cNvPr>
              <p:cNvSpPr/>
              <p:nvPr/>
            </p:nvSpPr>
            <p:spPr>
              <a:xfrm>
                <a:off x="50667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07" name="타원 22706">
                <a:extLst>
                  <a:ext uri="{FF2B5EF4-FFF2-40B4-BE49-F238E27FC236}">
                    <a16:creationId xmlns:a16="http://schemas.microsoft.com/office/drawing/2014/main" id="{A5E97E9C-4B23-45C4-BCBE-5E6CB520CF48}"/>
                  </a:ext>
                </a:extLst>
              </p:cNvPr>
              <p:cNvSpPr/>
              <p:nvPr/>
            </p:nvSpPr>
            <p:spPr>
              <a:xfrm>
                <a:off x="52191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08" name="타원 22707">
                <a:extLst>
                  <a:ext uri="{FF2B5EF4-FFF2-40B4-BE49-F238E27FC236}">
                    <a16:creationId xmlns:a16="http://schemas.microsoft.com/office/drawing/2014/main" id="{C0A051DA-F869-47F1-A6FB-81BCC7FD3F71}"/>
                  </a:ext>
                </a:extLst>
              </p:cNvPr>
              <p:cNvSpPr/>
              <p:nvPr/>
            </p:nvSpPr>
            <p:spPr>
              <a:xfrm>
                <a:off x="53715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09" name="타원 22708">
                <a:extLst>
                  <a:ext uri="{FF2B5EF4-FFF2-40B4-BE49-F238E27FC236}">
                    <a16:creationId xmlns:a16="http://schemas.microsoft.com/office/drawing/2014/main" id="{6AEC79FC-0D09-4CC9-B136-7C852D47276F}"/>
                  </a:ext>
                </a:extLst>
              </p:cNvPr>
              <p:cNvSpPr/>
              <p:nvPr/>
            </p:nvSpPr>
            <p:spPr>
              <a:xfrm>
                <a:off x="55239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10" name="타원 22709">
                <a:extLst>
                  <a:ext uri="{FF2B5EF4-FFF2-40B4-BE49-F238E27FC236}">
                    <a16:creationId xmlns:a16="http://schemas.microsoft.com/office/drawing/2014/main" id="{1C1A7325-13C1-4BC5-80C5-19D9ACC5098D}"/>
                  </a:ext>
                </a:extLst>
              </p:cNvPr>
              <p:cNvSpPr/>
              <p:nvPr/>
            </p:nvSpPr>
            <p:spPr>
              <a:xfrm>
                <a:off x="5676363" y="243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11" name="타원 22710">
                <a:extLst>
                  <a:ext uri="{FF2B5EF4-FFF2-40B4-BE49-F238E27FC236}">
                    <a16:creationId xmlns:a16="http://schemas.microsoft.com/office/drawing/2014/main" id="{97EE4221-90D1-4486-BE8C-0D500C428AA1}"/>
                  </a:ext>
                </a:extLst>
              </p:cNvPr>
              <p:cNvSpPr/>
              <p:nvPr/>
            </p:nvSpPr>
            <p:spPr>
              <a:xfrm>
                <a:off x="3423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12" name="타원 22711">
                <a:extLst>
                  <a:ext uri="{FF2B5EF4-FFF2-40B4-BE49-F238E27FC236}">
                    <a16:creationId xmlns:a16="http://schemas.microsoft.com/office/drawing/2014/main" id="{EDD7C2CB-2DD0-4826-8011-8D922832B1C6}"/>
                  </a:ext>
                </a:extLst>
              </p:cNvPr>
              <p:cNvSpPr/>
              <p:nvPr/>
            </p:nvSpPr>
            <p:spPr>
              <a:xfrm>
                <a:off x="4947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13" name="타원 22712">
                <a:extLst>
                  <a:ext uri="{FF2B5EF4-FFF2-40B4-BE49-F238E27FC236}">
                    <a16:creationId xmlns:a16="http://schemas.microsoft.com/office/drawing/2014/main" id="{DDFF1BC5-2067-49A7-A20B-BED8C8A780D2}"/>
                  </a:ext>
                </a:extLst>
              </p:cNvPr>
              <p:cNvSpPr/>
              <p:nvPr/>
            </p:nvSpPr>
            <p:spPr>
              <a:xfrm>
                <a:off x="6471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14" name="타원 22713">
                <a:extLst>
                  <a:ext uri="{FF2B5EF4-FFF2-40B4-BE49-F238E27FC236}">
                    <a16:creationId xmlns:a16="http://schemas.microsoft.com/office/drawing/2014/main" id="{0BBD9DC8-6154-4B91-B547-3EF6949EDDF1}"/>
                  </a:ext>
                </a:extLst>
              </p:cNvPr>
              <p:cNvSpPr/>
              <p:nvPr/>
            </p:nvSpPr>
            <p:spPr>
              <a:xfrm>
                <a:off x="7995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15" name="타원 22714">
                <a:extLst>
                  <a:ext uri="{FF2B5EF4-FFF2-40B4-BE49-F238E27FC236}">
                    <a16:creationId xmlns:a16="http://schemas.microsoft.com/office/drawing/2014/main" id="{99A08E77-197A-4393-A406-D2CF9E8B5B45}"/>
                  </a:ext>
                </a:extLst>
              </p:cNvPr>
              <p:cNvSpPr/>
              <p:nvPr/>
            </p:nvSpPr>
            <p:spPr>
              <a:xfrm>
                <a:off x="9519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16" name="타원 22715">
                <a:extLst>
                  <a:ext uri="{FF2B5EF4-FFF2-40B4-BE49-F238E27FC236}">
                    <a16:creationId xmlns:a16="http://schemas.microsoft.com/office/drawing/2014/main" id="{20000A6B-D36F-4F98-A02B-55F4CC845ECD}"/>
                  </a:ext>
                </a:extLst>
              </p:cNvPr>
              <p:cNvSpPr/>
              <p:nvPr/>
            </p:nvSpPr>
            <p:spPr>
              <a:xfrm>
                <a:off x="11043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17" name="타원 22716">
                <a:extLst>
                  <a:ext uri="{FF2B5EF4-FFF2-40B4-BE49-F238E27FC236}">
                    <a16:creationId xmlns:a16="http://schemas.microsoft.com/office/drawing/2014/main" id="{460EA6ED-C643-4426-A413-87CD5CEB0058}"/>
                  </a:ext>
                </a:extLst>
              </p:cNvPr>
              <p:cNvSpPr/>
              <p:nvPr/>
            </p:nvSpPr>
            <p:spPr>
              <a:xfrm>
                <a:off x="12567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18" name="타원 22717">
                <a:extLst>
                  <a:ext uri="{FF2B5EF4-FFF2-40B4-BE49-F238E27FC236}">
                    <a16:creationId xmlns:a16="http://schemas.microsoft.com/office/drawing/2014/main" id="{9F90A9EB-045A-4F67-9774-80D92537F36F}"/>
                  </a:ext>
                </a:extLst>
              </p:cNvPr>
              <p:cNvSpPr/>
              <p:nvPr/>
            </p:nvSpPr>
            <p:spPr>
              <a:xfrm>
                <a:off x="14091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19" name="타원 22718">
                <a:extLst>
                  <a:ext uri="{FF2B5EF4-FFF2-40B4-BE49-F238E27FC236}">
                    <a16:creationId xmlns:a16="http://schemas.microsoft.com/office/drawing/2014/main" id="{CCF0F0CA-39C8-4F10-BAC0-8971FE5874AE}"/>
                  </a:ext>
                </a:extLst>
              </p:cNvPr>
              <p:cNvSpPr/>
              <p:nvPr/>
            </p:nvSpPr>
            <p:spPr>
              <a:xfrm>
                <a:off x="15615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20" name="타원 22719">
                <a:extLst>
                  <a:ext uri="{FF2B5EF4-FFF2-40B4-BE49-F238E27FC236}">
                    <a16:creationId xmlns:a16="http://schemas.microsoft.com/office/drawing/2014/main" id="{36EAAC2B-73D2-4230-B573-DF99A61ADF71}"/>
                  </a:ext>
                </a:extLst>
              </p:cNvPr>
              <p:cNvSpPr/>
              <p:nvPr/>
            </p:nvSpPr>
            <p:spPr>
              <a:xfrm>
                <a:off x="17139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21" name="타원 22720">
                <a:extLst>
                  <a:ext uri="{FF2B5EF4-FFF2-40B4-BE49-F238E27FC236}">
                    <a16:creationId xmlns:a16="http://schemas.microsoft.com/office/drawing/2014/main" id="{A60A99F1-BEB6-49BF-AB95-E1CE3B571ACF}"/>
                  </a:ext>
                </a:extLst>
              </p:cNvPr>
              <p:cNvSpPr/>
              <p:nvPr/>
            </p:nvSpPr>
            <p:spPr>
              <a:xfrm>
                <a:off x="18663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22" name="타원 22721">
                <a:extLst>
                  <a:ext uri="{FF2B5EF4-FFF2-40B4-BE49-F238E27FC236}">
                    <a16:creationId xmlns:a16="http://schemas.microsoft.com/office/drawing/2014/main" id="{C7CD9201-0EDD-4CFC-B459-53D6A24EC493}"/>
                  </a:ext>
                </a:extLst>
              </p:cNvPr>
              <p:cNvSpPr/>
              <p:nvPr/>
            </p:nvSpPr>
            <p:spPr>
              <a:xfrm>
                <a:off x="20187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23" name="타원 22722">
                <a:extLst>
                  <a:ext uri="{FF2B5EF4-FFF2-40B4-BE49-F238E27FC236}">
                    <a16:creationId xmlns:a16="http://schemas.microsoft.com/office/drawing/2014/main" id="{0E62A1C5-8D01-4842-B1FC-6F8611135230}"/>
                  </a:ext>
                </a:extLst>
              </p:cNvPr>
              <p:cNvSpPr/>
              <p:nvPr/>
            </p:nvSpPr>
            <p:spPr>
              <a:xfrm>
                <a:off x="21711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24" name="타원 22723">
                <a:extLst>
                  <a:ext uri="{FF2B5EF4-FFF2-40B4-BE49-F238E27FC236}">
                    <a16:creationId xmlns:a16="http://schemas.microsoft.com/office/drawing/2014/main" id="{9BC376C0-593B-4365-A365-0085921E4303}"/>
                  </a:ext>
                </a:extLst>
              </p:cNvPr>
              <p:cNvSpPr/>
              <p:nvPr/>
            </p:nvSpPr>
            <p:spPr>
              <a:xfrm>
                <a:off x="23235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25" name="타원 22724">
                <a:extLst>
                  <a:ext uri="{FF2B5EF4-FFF2-40B4-BE49-F238E27FC236}">
                    <a16:creationId xmlns:a16="http://schemas.microsoft.com/office/drawing/2014/main" id="{2AFC82C4-BBBD-406F-88A0-CA94B07A10C1}"/>
                  </a:ext>
                </a:extLst>
              </p:cNvPr>
              <p:cNvSpPr/>
              <p:nvPr/>
            </p:nvSpPr>
            <p:spPr>
              <a:xfrm>
                <a:off x="24759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26" name="타원 22725">
                <a:extLst>
                  <a:ext uri="{FF2B5EF4-FFF2-40B4-BE49-F238E27FC236}">
                    <a16:creationId xmlns:a16="http://schemas.microsoft.com/office/drawing/2014/main" id="{F4B79855-A5A5-4D3F-8AE8-9A1AFCF34326}"/>
                  </a:ext>
                </a:extLst>
              </p:cNvPr>
              <p:cNvSpPr/>
              <p:nvPr/>
            </p:nvSpPr>
            <p:spPr>
              <a:xfrm>
                <a:off x="26283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27" name="타원 22726">
                <a:extLst>
                  <a:ext uri="{FF2B5EF4-FFF2-40B4-BE49-F238E27FC236}">
                    <a16:creationId xmlns:a16="http://schemas.microsoft.com/office/drawing/2014/main" id="{0DCEE445-BCAA-4E5D-A56D-8395474262AF}"/>
                  </a:ext>
                </a:extLst>
              </p:cNvPr>
              <p:cNvSpPr/>
              <p:nvPr/>
            </p:nvSpPr>
            <p:spPr>
              <a:xfrm>
                <a:off x="27807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28" name="타원 22727">
                <a:extLst>
                  <a:ext uri="{FF2B5EF4-FFF2-40B4-BE49-F238E27FC236}">
                    <a16:creationId xmlns:a16="http://schemas.microsoft.com/office/drawing/2014/main" id="{5E4D1A8A-82FE-471A-B76D-66462ED74259}"/>
                  </a:ext>
                </a:extLst>
              </p:cNvPr>
              <p:cNvSpPr/>
              <p:nvPr/>
            </p:nvSpPr>
            <p:spPr>
              <a:xfrm>
                <a:off x="29331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29" name="타원 22728">
                <a:extLst>
                  <a:ext uri="{FF2B5EF4-FFF2-40B4-BE49-F238E27FC236}">
                    <a16:creationId xmlns:a16="http://schemas.microsoft.com/office/drawing/2014/main" id="{0D993A9F-32EE-4451-8EF5-0AF3033AA79D}"/>
                  </a:ext>
                </a:extLst>
              </p:cNvPr>
              <p:cNvSpPr/>
              <p:nvPr/>
            </p:nvSpPr>
            <p:spPr>
              <a:xfrm>
                <a:off x="30855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30" name="타원 22729">
                <a:extLst>
                  <a:ext uri="{FF2B5EF4-FFF2-40B4-BE49-F238E27FC236}">
                    <a16:creationId xmlns:a16="http://schemas.microsoft.com/office/drawing/2014/main" id="{11E38888-D2BD-4C40-AAA1-FE1A55964921}"/>
                  </a:ext>
                </a:extLst>
              </p:cNvPr>
              <p:cNvSpPr/>
              <p:nvPr/>
            </p:nvSpPr>
            <p:spPr>
              <a:xfrm>
                <a:off x="32379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31" name="타원 22730">
                <a:extLst>
                  <a:ext uri="{FF2B5EF4-FFF2-40B4-BE49-F238E27FC236}">
                    <a16:creationId xmlns:a16="http://schemas.microsoft.com/office/drawing/2014/main" id="{FF961876-E975-4E65-AD8F-F299DE1DF4DB}"/>
                  </a:ext>
                </a:extLst>
              </p:cNvPr>
              <p:cNvSpPr/>
              <p:nvPr/>
            </p:nvSpPr>
            <p:spPr>
              <a:xfrm>
                <a:off x="33903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32" name="타원 22731">
                <a:extLst>
                  <a:ext uri="{FF2B5EF4-FFF2-40B4-BE49-F238E27FC236}">
                    <a16:creationId xmlns:a16="http://schemas.microsoft.com/office/drawing/2014/main" id="{E3420E21-B9FC-49CC-BB01-EF824C7FE1F9}"/>
                  </a:ext>
                </a:extLst>
              </p:cNvPr>
              <p:cNvSpPr/>
              <p:nvPr/>
            </p:nvSpPr>
            <p:spPr>
              <a:xfrm>
                <a:off x="35427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33" name="타원 22732">
                <a:extLst>
                  <a:ext uri="{FF2B5EF4-FFF2-40B4-BE49-F238E27FC236}">
                    <a16:creationId xmlns:a16="http://schemas.microsoft.com/office/drawing/2014/main" id="{E0274AF6-9F2B-4F8A-AF41-31C98BEA67CB}"/>
                  </a:ext>
                </a:extLst>
              </p:cNvPr>
              <p:cNvSpPr/>
              <p:nvPr/>
            </p:nvSpPr>
            <p:spPr>
              <a:xfrm>
                <a:off x="36951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34" name="타원 22733">
                <a:extLst>
                  <a:ext uri="{FF2B5EF4-FFF2-40B4-BE49-F238E27FC236}">
                    <a16:creationId xmlns:a16="http://schemas.microsoft.com/office/drawing/2014/main" id="{967DD78A-529F-43EE-8F70-86B69A374285}"/>
                  </a:ext>
                </a:extLst>
              </p:cNvPr>
              <p:cNvSpPr/>
              <p:nvPr/>
            </p:nvSpPr>
            <p:spPr>
              <a:xfrm>
                <a:off x="38475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35" name="타원 22734">
                <a:extLst>
                  <a:ext uri="{FF2B5EF4-FFF2-40B4-BE49-F238E27FC236}">
                    <a16:creationId xmlns:a16="http://schemas.microsoft.com/office/drawing/2014/main" id="{1A286F53-C342-491B-A6D2-A17B1ABB34CA}"/>
                  </a:ext>
                </a:extLst>
              </p:cNvPr>
              <p:cNvSpPr/>
              <p:nvPr/>
            </p:nvSpPr>
            <p:spPr>
              <a:xfrm>
                <a:off x="39999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36" name="타원 22735">
                <a:extLst>
                  <a:ext uri="{FF2B5EF4-FFF2-40B4-BE49-F238E27FC236}">
                    <a16:creationId xmlns:a16="http://schemas.microsoft.com/office/drawing/2014/main" id="{DDC33A02-CA3D-4C29-A774-C6BA3B5B9596}"/>
                  </a:ext>
                </a:extLst>
              </p:cNvPr>
              <p:cNvSpPr/>
              <p:nvPr/>
            </p:nvSpPr>
            <p:spPr>
              <a:xfrm>
                <a:off x="41523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37" name="타원 22736">
                <a:extLst>
                  <a:ext uri="{FF2B5EF4-FFF2-40B4-BE49-F238E27FC236}">
                    <a16:creationId xmlns:a16="http://schemas.microsoft.com/office/drawing/2014/main" id="{B378D6AD-1AAF-4A65-95EE-AC466157D26C}"/>
                  </a:ext>
                </a:extLst>
              </p:cNvPr>
              <p:cNvSpPr/>
              <p:nvPr/>
            </p:nvSpPr>
            <p:spPr>
              <a:xfrm>
                <a:off x="43047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38" name="타원 22737">
                <a:extLst>
                  <a:ext uri="{FF2B5EF4-FFF2-40B4-BE49-F238E27FC236}">
                    <a16:creationId xmlns:a16="http://schemas.microsoft.com/office/drawing/2014/main" id="{76485722-3767-40BF-A7B4-88AC28C14117}"/>
                  </a:ext>
                </a:extLst>
              </p:cNvPr>
              <p:cNvSpPr/>
              <p:nvPr/>
            </p:nvSpPr>
            <p:spPr>
              <a:xfrm>
                <a:off x="44571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39" name="타원 22738">
                <a:extLst>
                  <a:ext uri="{FF2B5EF4-FFF2-40B4-BE49-F238E27FC236}">
                    <a16:creationId xmlns:a16="http://schemas.microsoft.com/office/drawing/2014/main" id="{EFE62B98-C548-4011-BCE6-FB1253E1A5F2}"/>
                  </a:ext>
                </a:extLst>
              </p:cNvPr>
              <p:cNvSpPr/>
              <p:nvPr/>
            </p:nvSpPr>
            <p:spPr>
              <a:xfrm>
                <a:off x="46095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40" name="타원 22739">
                <a:extLst>
                  <a:ext uri="{FF2B5EF4-FFF2-40B4-BE49-F238E27FC236}">
                    <a16:creationId xmlns:a16="http://schemas.microsoft.com/office/drawing/2014/main" id="{6B7996EA-9EE0-46E3-AFA6-78AFC534BE33}"/>
                  </a:ext>
                </a:extLst>
              </p:cNvPr>
              <p:cNvSpPr/>
              <p:nvPr/>
            </p:nvSpPr>
            <p:spPr>
              <a:xfrm>
                <a:off x="47619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41" name="타원 22740">
                <a:extLst>
                  <a:ext uri="{FF2B5EF4-FFF2-40B4-BE49-F238E27FC236}">
                    <a16:creationId xmlns:a16="http://schemas.microsoft.com/office/drawing/2014/main" id="{B6FB97E8-B34A-46EF-BD6A-9BDE53D7ED27}"/>
                  </a:ext>
                </a:extLst>
              </p:cNvPr>
              <p:cNvSpPr/>
              <p:nvPr/>
            </p:nvSpPr>
            <p:spPr>
              <a:xfrm>
                <a:off x="49143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42" name="타원 22741">
                <a:extLst>
                  <a:ext uri="{FF2B5EF4-FFF2-40B4-BE49-F238E27FC236}">
                    <a16:creationId xmlns:a16="http://schemas.microsoft.com/office/drawing/2014/main" id="{087E5F9F-3180-40EB-AC05-C94A5B9B5350}"/>
                  </a:ext>
                </a:extLst>
              </p:cNvPr>
              <p:cNvSpPr/>
              <p:nvPr/>
            </p:nvSpPr>
            <p:spPr>
              <a:xfrm>
                <a:off x="50667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43" name="타원 22742">
                <a:extLst>
                  <a:ext uri="{FF2B5EF4-FFF2-40B4-BE49-F238E27FC236}">
                    <a16:creationId xmlns:a16="http://schemas.microsoft.com/office/drawing/2014/main" id="{35A7DF2E-EC86-41F1-A20F-406A5AF92A81}"/>
                  </a:ext>
                </a:extLst>
              </p:cNvPr>
              <p:cNvSpPr/>
              <p:nvPr/>
            </p:nvSpPr>
            <p:spPr>
              <a:xfrm>
                <a:off x="52191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44" name="타원 22743">
                <a:extLst>
                  <a:ext uri="{FF2B5EF4-FFF2-40B4-BE49-F238E27FC236}">
                    <a16:creationId xmlns:a16="http://schemas.microsoft.com/office/drawing/2014/main" id="{A10B23CA-A938-42E8-88AA-48B6F0331FF3}"/>
                  </a:ext>
                </a:extLst>
              </p:cNvPr>
              <p:cNvSpPr/>
              <p:nvPr/>
            </p:nvSpPr>
            <p:spPr>
              <a:xfrm>
                <a:off x="53715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45" name="타원 22744">
                <a:extLst>
                  <a:ext uri="{FF2B5EF4-FFF2-40B4-BE49-F238E27FC236}">
                    <a16:creationId xmlns:a16="http://schemas.microsoft.com/office/drawing/2014/main" id="{0905DCA2-5309-4EE3-89AA-C5E2F972DD52}"/>
                  </a:ext>
                </a:extLst>
              </p:cNvPr>
              <p:cNvSpPr/>
              <p:nvPr/>
            </p:nvSpPr>
            <p:spPr>
              <a:xfrm>
                <a:off x="55239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46" name="타원 22745">
                <a:extLst>
                  <a:ext uri="{FF2B5EF4-FFF2-40B4-BE49-F238E27FC236}">
                    <a16:creationId xmlns:a16="http://schemas.microsoft.com/office/drawing/2014/main" id="{C9AF4516-3E26-4AF9-96B1-F6E56A8FB86C}"/>
                  </a:ext>
                </a:extLst>
              </p:cNvPr>
              <p:cNvSpPr/>
              <p:nvPr/>
            </p:nvSpPr>
            <p:spPr>
              <a:xfrm>
                <a:off x="5676363" y="258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47" name="타원 22746">
                <a:extLst>
                  <a:ext uri="{FF2B5EF4-FFF2-40B4-BE49-F238E27FC236}">
                    <a16:creationId xmlns:a16="http://schemas.microsoft.com/office/drawing/2014/main" id="{661502DA-7C4E-4BEF-881B-0FC83C6FDCE8}"/>
                  </a:ext>
                </a:extLst>
              </p:cNvPr>
              <p:cNvSpPr/>
              <p:nvPr/>
            </p:nvSpPr>
            <p:spPr>
              <a:xfrm>
                <a:off x="3423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48" name="타원 22747">
                <a:extLst>
                  <a:ext uri="{FF2B5EF4-FFF2-40B4-BE49-F238E27FC236}">
                    <a16:creationId xmlns:a16="http://schemas.microsoft.com/office/drawing/2014/main" id="{BCDF6586-00BD-4C85-A968-2E1D603080B9}"/>
                  </a:ext>
                </a:extLst>
              </p:cNvPr>
              <p:cNvSpPr/>
              <p:nvPr/>
            </p:nvSpPr>
            <p:spPr>
              <a:xfrm>
                <a:off x="4947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49" name="타원 22748">
                <a:extLst>
                  <a:ext uri="{FF2B5EF4-FFF2-40B4-BE49-F238E27FC236}">
                    <a16:creationId xmlns:a16="http://schemas.microsoft.com/office/drawing/2014/main" id="{446D38E4-4AB9-4726-980C-96D03B23B71D}"/>
                  </a:ext>
                </a:extLst>
              </p:cNvPr>
              <p:cNvSpPr/>
              <p:nvPr/>
            </p:nvSpPr>
            <p:spPr>
              <a:xfrm>
                <a:off x="6471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50" name="타원 22749">
                <a:extLst>
                  <a:ext uri="{FF2B5EF4-FFF2-40B4-BE49-F238E27FC236}">
                    <a16:creationId xmlns:a16="http://schemas.microsoft.com/office/drawing/2014/main" id="{FEABA2F9-798A-4BBB-ADC4-AD973470798E}"/>
                  </a:ext>
                </a:extLst>
              </p:cNvPr>
              <p:cNvSpPr/>
              <p:nvPr/>
            </p:nvSpPr>
            <p:spPr>
              <a:xfrm>
                <a:off x="7995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51" name="타원 22750">
                <a:extLst>
                  <a:ext uri="{FF2B5EF4-FFF2-40B4-BE49-F238E27FC236}">
                    <a16:creationId xmlns:a16="http://schemas.microsoft.com/office/drawing/2014/main" id="{F1CFE2D1-CB24-475D-ABE1-0D2693C8B98C}"/>
                  </a:ext>
                </a:extLst>
              </p:cNvPr>
              <p:cNvSpPr/>
              <p:nvPr/>
            </p:nvSpPr>
            <p:spPr>
              <a:xfrm>
                <a:off x="9519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52" name="타원 22751">
                <a:extLst>
                  <a:ext uri="{FF2B5EF4-FFF2-40B4-BE49-F238E27FC236}">
                    <a16:creationId xmlns:a16="http://schemas.microsoft.com/office/drawing/2014/main" id="{18C3A71C-F63E-4018-8472-4275F002050D}"/>
                  </a:ext>
                </a:extLst>
              </p:cNvPr>
              <p:cNvSpPr/>
              <p:nvPr/>
            </p:nvSpPr>
            <p:spPr>
              <a:xfrm>
                <a:off x="11043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53" name="타원 22752">
                <a:extLst>
                  <a:ext uri="{FF2B5EF4-FFF2-40B4-BE49-F238E27FC236}">
                    <a16:creationId xmlns:a16="http://schemas.microsoft.com/office/drawing/2014/main" id="{B45CCDBF-A4F5-4C9B-B045-203B64A8EA09}"/>
                  </a:ext>
                </a:extLst>
              </p:cNvPr>
              <p:cNvSpPr/>
              <p:nvPr/>
            </p:nvSpPr>
            <p:spPr>
              <a:xfrm>
                <a:off x="12567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54" name="타원 22753">
                <a:extLst>
                  <a:ext uri="{FF2B5EF4-FFF2-40B4-BE49-F238E27FC236}">
                    <a16:creationId xmlns:a16="http://schemas.microsoft.com/office/drawing/2014/main" id="{56B49D16-ABD5-412A-8414-DAB3692F11F9}"/>
                  </a:ext>
                </a:extLst>
              </p:cNvPr>
              <p:cNvSpPr/>
              <p:nvPr/>
            </p:nvSpPr>
            <p:spPr>
              <a:xfrm>
                <a:off x="14091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55" name="타원 22754">
                <a:extLst>
                  <a:ext uri="{FF2B5EF4-FFF2-40B4-BE49-F238E27FC236}">
                    <a16:creationId xmlns:a16="http://schemas.microsoft.com/office/drawing/2014/main" id="{91CCDC79-9C6D-453F-B80F-9FC5CA4419B2}"/>
                  </a:ext>
                </a:extLst>
              </p:cNvPr>
              <p:cNvSpPr/>
              <p:nvPr/>
            </p:nvSpPr>
            <p:spPr>
              <a:xfrm>
                <a:off x="15615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56" name="타원 22755">
                <a:extLst>
                  <a:ext uri="{FF2B5EF4-FFF2-40B4-BE49-F238E27FC236}">
                    <a16:creationId xmlns:a16="http://schemas.microsoft.com/office/drawing/2014/main" id="{6786A80F-5697-4782-BCB4-2C2C6C850CC7}"/>
                  </a:ext>
                </a:extLst>
              </p:cNvPr>
              <p:cNvSpPr/>
              <p:nvPr/>
            </p:nvSpPr>
            <p:spPr>
              <a:xfrm>
                <a:off x="17139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57" name="타원 22756">
                <a:extLst>
                  <a:ext uri="{FF2B5EF4-FFF2-40B4-BE49-F238E27FC236}">
                    <a16:creationId xmlns:a16="http://schemas.microsoft.com/office/drawing/2014/main" id="{DAA5DF93-ADBA-4C63-90C2-945743E0B031}"/>
                  </a:ext>
                </a:extLst>
              </p:cNvPr>
              <p:cNvSpPr/>
              <p:nvPr/>
            </p:nvSpPr>
            <p:spPr>
              <a:xfrm>
                <a:off x="18663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58" name="타원 22757">
                <a:extLst>
                  <a:ext uri="{FF2B5EF4-FFF2-40B4-BE49-F238E27FC236}">
                    <a16:creationId xmlns:a16="http://schemas.microsoft.com/office/drawing/2014/main" id="{8DDCF287-E198-40EB-B5EF-746A7E66A908}"/>
                  </a:ext>
                </a:extLst>
              </p:cNvPr>
              <p:cNvSpPr/>
              <p:nvPr/>
            </p:nvSpPr>
            <p:spPr>
              <a:xfrm>
                <a:off x="20187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59" name="타원 22758">
                <a:extLst>
                  <a:ext uri="{FF2B5EF4-FFF2-40B4-BE49-F238E27FC236}">
                    <a16:creationId xmlns:a16="http://schemas.microsoft.com/office/drawing/2014/main" id="{B5F39F1E-58F1-40BF-95AB-61356C25F8FF}"/>
                  </a:ext>
                </a:extLst>
              </p:cNvPr>
              <p:cNvSpPr/>
              <p:nvPr/>
            </p:nvSpPr>
            <p:spPr>
              <a:xfrm>
                <a:off x="21711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60" name="타원 22759">
                <a:extLst>
                  <a:ext uri="{FF2B5EF4-FFF2-40B4-BE49-F238E27FC236}">
                    <a16:creationId xmlns:a16="http://schemas.microsoft.com/office/drawing/2014/main" id="{95C55CA9-9C35-49F0-BC45-DA261501942A}"/>
                  </a:ext>
                </a:extLst>
              </p:cNvPr>
              <p:cNvSpPr/>
              <p:nvPr/>
            </p:nvSpPr>
            <p:spPr>
              <a:xfrm>
                <a:off x="23235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61" name="타원 22760">
                <a:extLst>
                  <a:ext uri="{FF2B5EF4-FFF2-40B4-BE49-F238E27FC236}">
                    <a16:creationId xmlns:a16="http://schemas.microsoft.com/office/drawing/2014/main" id="{4AC348F5-9582-4513-99D6-D04BEC6C78AB}"/>
                  </a:ext>
                </a:extLst>
              </p:cNvPr>
              <p:cNvSpPr/>
              <p:nvPr/>
            </p:nvSpPr>
            <p:spPr>
              <a:xfrm>
                <a:off x="24759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62" name="타원 22761">
                <a:extLst>
                  <a:ext uri="{FF2B5EF4-FFF2-40B4-BE49-F238E27FC236}">
                    <a16:creationId xmlns:a16="http://schemas.microsoft.com/office/drawing/2014/main" id="{8953A47B-D7DB-4522-8751-752E97D1BADA}"/>
                  </a:ext>
                </a:extLst>
              </p:cNvPr>
              <p:cNvSpPr/>
              <p:nvPr/>
            </p:nvSpPr>
            <p:spPr>
              <a:xfrm>
                <a:off x="26283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63" name="타원 22762">
                <a:extLst>
                  <a:ext uri="{FF2B5EF4-FFF2-40B4-BE49-F238E27FC236}">
                    <a16:creationId xmlns:a16="http://schemas.microsoft.com/office/drawing/2014/main" id="{798B5DDE-51D4-41A5-99E1-ABE36B07AC0D}"/>
                  </a:ext>
                </a:extLst>
              </p:cNvPr>
              <p:cNvSpPr/>
              <p:nvPr/>
            </p:nvSpPr>
            <p:spPr>
              <a:xfrm>
                <a:off x="27807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64" name="타원 22763">
                <a:extLst>
                  <a:ext uri="{FF2B5EF4-FFF2-40B4-BE49-F238E27FC236}">
                    <a16:creationId xmlns:a16="http://schemas.microsoft.com/office/drawing/2014/main" id="{B3F38919-6015-4250-A8FE-705F075E736A}"/>
                  </a:ext>
                </a:extLst>
              </p:cNvPr>
              <p:cNvSpPr/>
              <p:nvPr/>
            </p:nvSpPr>
            <p:spPr>
              <a:xfrm>
                <a:off x="29331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65" name="타원 22764">
                <a:extLst>
                  <a:ext uri="{FF2B5EF4-FFF2-40B4-BE49-F238E27FC236}">
                    <a16:creationId xmlns:a16="http://schemas.microsoft.com/office/drawing/2014/main" id="{D6EC63F6-2793-4782-BF11-21EAD1334885}"/>
                  </a:ext>
                </a:extLst>
              </p:cNvPr>
              <p:cNvSpPr/>
              <p:nvPr/>
            </p:nvSpPr>
            <p:spPr>
              <a:xfrm>
                <a:off x="30855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66" name="타원 22765">
                <a:extLst>
                  <a:ext uri="{FF2B5EF4-FFF2-40B4-BE49-F238E27FC236}">
                    <a16:creationId xmlns:a16="http://schemas.microsoft.com/office/drawing/2014/main" id="{A62B8355-07E2-4ED0-8239-A3EEC653BC48}"/>
                  </a:ext>
                </a:extLst>
              </p:cNvPr>
              <p:cNvSpPr/>
              <p:nvPr/>
            </p:nvSpPr>
            <p:spPr>
              <a:xfrm>
                <a:off x="32379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67" name="타원 22766">
                <a:extLst>
                  <a:ext uri="{FF2B5EF4-FFF2-40B4-BE49-F238E27FC236}">
                    <a16:creationId xmlns:a16="http://schemas.microsoft.com/office/drawing/2014/main" id="{30428A8A-E280-460F-9B37-25EAAB12C495}"/>
                  </a:ext>
                </a:extLst>
              </p:cNvPr>
              <p:cNvSpPr/>
              <p:nvPr/>
            </p:nvSpPr>
            <p:spPr>
              <a:xfrm>
                <a:off x="33903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68" name="타원 22767">
                <a:extLst>
                  <a:ext uri="{FF2B5EF4-FFF2-40B4-BE49-F238E27FC236}">
                    <a16:creationId xmlns:a16="http://schemas.microsoft.com/office/drawing/2014/main" id="{EF5A4127-65C4-4E93-9C15-BA2F663DED0D}"/>
                  </a:ext>
                </a:extLst>
              </p:cNvPr>
              <p:cNvSpPr/>
              <p:nvPr/>
            </p:nvSpPr>
            <p:spPr>
              <a:xfrm>
                <a:off x="35427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69" name="타원 22768">
                <a:extLst>
                  <a:ext uri="{FF2B5EF4-FFF2-40B4-BE49-F238E27FC236}">
                    <a16:creationId xmlns:a16="http://schemas.microsoft.com/office/drawing/2014/main" id="{8939D703-0221-419F-8CD2-B7898F3AE17B}"/>
                  </a:ext>
                </a:extLst>
              </p:cNvPr>
              <p:cNvSpPr/>
              <p:nvPr/>
            </p:nvSpPr>
            <p:spPr>
              <a:xfrm>
                <a:off x="36951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70" name="타원 22769">
                <a:extLst>
                  <a:ext uri="{FF2B5EF4-FFF2-40B4-BE49-F238E27FC236}">
                    <a16:creationId xmlns:a16="http://schemas.microsoft.com/office/drawing/2014/main" id="{56DE019D-9122-419D-A529-5BD8ED19CA73}"/>
                  </a:ext>
                </a:extLst>
              </p:cNvPr>
              <p:cNvSpPr/>
              <p:nvPr/>
            </p:nvSpPr>
            <p:spPr>
              <a:xfrm>
                <a:off x="38475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71" name="타원 22770">
                <a:extLst>
                  <a:ext uri="{FF2B5EF4-FFF2-40B4-BE49-F238E27FC236}">
                    <a16:creationId xmlns:a16="http://schemas.microsoft.com/office/drawing/2014/main" id="{9004B093-1B89-473A-9EC1-971C7713EED8}"/>
                  </a:ext>
                </a:extLst>
              </p:cNvPr>
              <p:cNvSpPr/>
              <p:nvPr/>
            </p:nvSpPr>
            <p:spPr>
              <a:xfrm>
                <a:off x="39999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72" name="타원 22771">
                <a:extLst>
                  <a:ext uri="{FF2B5EF4-FFF2-40B4-BE49-F238E27FC236}">
                    <a16:creationId xmlns:a16="http://schemas.microsoft.com/office/drawing/2014/main" id="{8719D0FE-4ECB-4ED4-861F-CCC09CD75E80}"/>
                  </a:ext>
                </a:extLst>
              </p:cNvPr>
              <p:cNvSpPr/>
              <p:nvPr/>
            </p:nvSpPr>
            <p:spPr>
              <a:xfrm>
                <a:off x="41523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73" name="타원 22772">
                <a:extLst>
                  <a:ext uri="{FF2B5EF4-FFF2-40B4-BE49-F238E27FC236}">
                    <a16:creationId xmlns:a16="http://schemas.microsoft.com/office/drawing/2014/main" id="{EFE61074-A9E3-42FA-88DA-FBDA12201EB1}"/>
                  </a:ext>
                </a:extLst>
              </p:cNvPr>
              <p:cNvSpPr/>
              <p:nvPr/>
            </p:nvSpPr>
            <p:spPr>
              <a:xfrm>
                <a:off x="43047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74" name="타원 22773">
                <a:extLst>
                  <a:ext uri="{FF2B5EF4-FFF2-40B4-BE49-F238E27FC236}">
                    <a16:creationId xmlns:a16="http://schemas.microsoft.com/office/drawing/2014/main" id="{FB6AB273-649D-43CE-9E99-F208D9DF73F9}"/>
                  </a:ext>
                </a:extLst>
              </p:cNvPr>
              <p:cNvSpPr/>
              <p:nvPr/>
            </p:nvSpPr>
            <p:spPr>
              <a:xfrm>
                <a:off x="44571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75" name="타원 22774">
                <a:extLst>
                  <a:ext uri="{FF2B5EF4-FFF2-40B4-BE49-F238E27FC236}">
                    <a16:creationId xmlns:a16="http://schemas.microsoft.com/office/drawing/2014/main" id="{55985C3F-04A4-4F44-AFC4-2CDB42CBCB66}"/>
                  </a:ext>
                </a:extLst>
              </p:cNvPr>
              <p:cNvSpPr/>
              <p:nvPr/>
            </p:nvSpPr>
            <p:spPr>
              <a:xfrm>
                <a:off x="46095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76" name="타원 22775">
                <a:extLst>
                  <a:ext uri="{FF2B5EF4-FFF2-40B4-BE49-F238E27FC236}">
                    <a16:creationId xmlns:a16="http://schemas.microsoft.com/office/drawing/2014/main" id="{28F45F93-89C8-4BD0-A0E6-475D48B1A88E}"/>
                  </a:ext>
                </a:extLst>
              </p:cNvPr>
              <p:cNvSpPr/>
              <p:nvPr/>
            </p:nvSpPr>
            <p:spPr>
              <a:xfrm>
                <a:off x="47619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77" name="타원 22776">
                <a:extLst>
                  <a:ext uri="{FF2B5EF4-FFF2-40B4-BE49-F238E27FC236}">
                    <a16:creationId xmlns:a16="http://schemas.microsoft.com/office/drawing/2014/main" id="{C13A8E9A-05D5-4B9F-9A48-FFE14A71A775}"/>
                  </a:ext>
                </a:extLst>
              </p:cNvPr>
              <p:cNvSpPr/>
              <p:nvPr/>
            </p:nvSpPr>
            <p:spPr>
              <a:xfrm>
                <a:off x="49143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78" name="타원 22777">
                <a:extLst>
                  <a:ext uri="{FF2B5EF4-FFF2-40B4-BE49-F238E27FC236}">
                    <a16:creationId xmlns:a16="http://schemas.microsoft.com/office/drawing/2014/main" id="{0EF8DD78-4013-493F-9139-21A243A8FCCA}"/>
                  </a:ext>
                </a:extLst>
              </p:cNvPr>
              <p:cNvSpPr/>
              <p:nvPr/>
            </p:nvSpPr>
            <p:spPr>
              <a:xfrm>
                <a:off x="50667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79" name="타원 22778">
                <a:extLst>
                  <a:ext uri="{FF2B5EF4-FFF2-40B4-BE49-F238E27FC236}">
                    <a16:creationId xmlns:a16="http://schemas.microsoft.com/office/drawing/2014/main" id="{A82B8EB2-1CFE-4194-8CBA-718FA3A49A70}"/>
                  </a:ext>
                </a:extLst>
              </p:cNvPr>
              <p:cNvSpPr/>
              <p:nvPr/>
            </p:nvSpPr>
            <p:spPr>
              <a:xfrm>
                <a:off x="52191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80" name="타원 22779">
                <a:extLst>
                  <a:ext uri="{FF2B5EF4-FFF2-40B4-BE49-F238E27FC236}">
                    <a16:creationId xmlns:a16="http://schemas.microsoft.com/office/drawing/2014/main" id="{ADDF760F-D533-4AFB-A975-DC63A5BD01A7}"/>
                  </a:ext>
                </a:extLst>
              </p:cNvPr>
              <p:cNvSpPr/>
              <p:nvPr/>
            </p:nvSpPr>
            <p:spPr>
              <a:xfrm>
                <a:off x="53715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81" name="타원 22780">
                <a:extLst>
                  <a:ext uri="{FF2B5EF4-FFF2-40B4-BE49-F238E27FC236}">
                    <a16:creationId xmlns:a16="http://schemas.microsoft.com/office/drawing/2014/main" id="{6968B747-02D2-47C7-BA7B-169A950D645B}"/>
                  </a:ext>
                </a:extLst>
              </p:cNvPr>
              <p:cNvSpPr/>
              <p:nvPr/>
            </p:nvSpPr>
            <p:spPr>
              <a:xfrm>
                <a:off x="55239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82" name="타원 22781">
                <a:extLst>
                  <a:ext uri="{FF2B5EF4-FFF2-40B4-BE49-F238E27FC236}">
                    <a16:creationId xmlns:a16="http://schemas.microsoft.com/office/drawing/2014/main" id="{AA4E26AA-69F9-4075-9434-3CA717146599}"/>
                  </a:ext>
                </a:extLst>
              </p:cNvPr>
              <p:cNvSpPr/>
              <p:nvPr/>
            </p:nvSpPr>
            <p:spPr>
              <a:xfrm>
                <a:off x="5676363" y="273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83" name="타원 22782">
                <a:extLst>
                  <a:ext uri="{FF2B5EF4-FFF2-40B4-BE49-F238E27FC236}">
                    <a16:creationId xmlns:a16="http://schemas.microsoft.com/office/drawing/2014/main" id="{4DBF97D9-CE79-43BC-B7C7-7940BF82C8AF}"/>
                  </a:ext>
                </a:extLst>
              </p:cNvPr>
              <p:cNvSpPr/>
              <p:nvPr/>
            </p:nvSpPr>
            <p:spPr>
              <a:xfrm>
                <a:off x="3423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84" name="타원 22783">
                <a:extLst>
                  <a:ext uri="{FF2B5EF4-FFF2-40B4-BE49-F238E27FC236}">
                    <a16:creationId xmlns:a16="http://schemas.microsoft.com/office/drawing/2014/main" id="{EC096346-D78F-48E1-8115-717D422A55D4}"/>
                  </a:ext>
                </a:extLst>
              </p:cNvPr>
              <p:cNvSpPr/>
              <p:nvPr/>
            </p:nvSpPr>
            <p:spPr>
              <a:xfrm>
                <a:off x="4947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85" name="타원 22784">
                <a:extLst>
                  <a:ext uri="{FF2B5EF4-FFF2-40B4-BE49-F238E27FC236}">
                    <a16:creationId xmlns:a16="http://schemas.microsoft.com/office/drawing/2014/main" id="{3C7B59C9-870B-46A1-947B-263001BC43B9}"/>
                  </a:ext>
                </a:extLst>
              </p:cNvPr>
              <p:cNvSpPr/>
              <p:nvPr/>
            </p:nvSpPr>
            <p:spPr>
              <a:xfrm>
                <a:off x="6471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86" name="타원 22785">
                <a:extLst>
                  <a:ext uri="{FF2B5EF4-FFF2-40B4-BE49-F238E27FC236}">
                    <a16:creationId xmlns:a16="http://schemas.microsoft.com/office/drawing/2014/main" id="{34776351-C8A1-483E-ADFF-34989B4C9BAB}"/>
                  </a:ext>
                </a:extLst>
              </p:cNvPr>
              <p:cNvSpPr/>
              <p:nvPr/>
            </p:nvSpPr>
            <p:spPr>
              <a:xfrm>
                <a:off x="7995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87" name="타원 22786">
                <a:extLst>
                  <a:ext uri="{FF2B5EF4-FFF2-40B4-BE49-F238E27FC236}">
                    <a16:creationId xmlns:a16="http://schemas.microsoft.com/office/drawing/2014/main" id="{B8C112A3-14D7-4918-88F5-068320CE5267}"/>
                  </a:ext>
                </a:extLst>
              </p:cNvPr>
              <p:cNvSpPr/>
              <p:nvPr/>
            </p:nvSpPr>
            <p:spPr>
              <a:xfrm>
                <a:off x="9519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88" name="타원 22787">
                <a:extLst>
                  <a:ext uri="{FF2B5EF4-FFF2-40B4-BE49-F238E27FC236}">
                    <a16:creationId xmlns:a16="http://schemas.microsoft.com/office/drawing/2014/main" id="{70B32F6E-1CC6-4F2A-BE3D-59315688797C}"/>
                  </a:ext>
                </a:extLst>
              </p:cNvPr>
              <p:cNvSpPr/>
              <p:nvPr/>
            </p:nvSpPr>
            <p:spPr>
              <a:xfrm>
                <a:off x="11043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89" name="타원 22788">
                <a:extLst>
                  <a:ext uri="{FF2B5EF4-FFF2-40B4-BE49-F238E27FC236}">
                    <a16:creationId xmlns:a16="http://schemas.microsoft.com/office/drawing/2014/main" id="{A8B1BA9D-45DB-464D-A7D0-A4A2F18941A8}"/>
                  </a:ext>
                </a:extLst>
              </p:cNvPr>
              <p:cNvSpPr/>
              <p:nvPr/>
            </p:nvSpPr>
            <p:spPr>
              <a:xfrm>
                <a:off x="12567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90" name="타원 22789">
                <a:extLst>
                  <a:ext uri="{FF2B5EF4-FFF2-40B4-BE49-F238E27FC236}">
                    <a16:creationId xmlns:a16="http://schemas.microsoft.com/office/drawing/2014/main" id="{098A665C-D64B-489C-93CC-BB9F5C223219}"/>
                  </a:ext>
                </a:extLst>
              </p:cNvPr>
              <p:cNvSpPr/>
              <p:nvPr/>
            </p:nvSpPr>
            <p:spPr>
              <a:xfrm>
                <a:off x="14091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91" name="타원 22790">
                <a:extLst>
                  <a:ext uri="{FF2B5EF4-FFF2-40B4-BE49-F238E27FC236}">
                    <a16:creationId xmlns:a16="http://schemas.microsoft.com/office/drawing/2014/main" id="{DF59CAE2-1628-4C5D-9B6D-122D5AE61780}"/>
                  </a:ext>
                </a:extLst>
              </p:cNvPr>
              <p:cNvSpPr/>
              <p:nvPr/>
            </p:nvSpPr>
            <p:spPr>
              <a:xfrm>
                <a:off x="15615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92" name="타원 22791">
                <a:extLst>
                  <a:ext uri="{FF2B5EF4-FFF2-40B4-BE49-F238E27FC236}">
                    <a16:creationId xmlns:a16="http://schemas.microsoft.com/office/drawing/2014/main" id="{A11A2F10-F0F4-4974-8BCD-24AC44CF5C7D}"/>
                  </a:ext>
                </a:extLst>
              </p:cNvPr>
              <p:cNvSpPr/>
              <p:nvPr/>
            </p:nvSpPr>
            <p:spPr>
              <a:xfrm>
                <a:off x="17139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93" name="타원 22792">
                <a:extLst>
                  <a:ext uri="{FF2B5EF4-FFF2-40B4-BE49-F238E27FC236}">
                    <a16:creationId xmlns:a16="http://schemas.microsoft.com/office/drawing/2014/main" id="{58FB6666-3248-4BCB-9079-0191556791D9}"/>
                  </a:ext>
                </a:extLst>
              </p:cNvPr>
              <p:cNvSpPr/>
              <p:nvPr/>
            </p:nvSpPr>
            <p:spPr>
              <a:xfrm>
                <a:off x="18663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94" name="타원 22793">
                <a:extLst>
                  <a:ext uri="{FF2B5EF4-FFF2-40B4-BE49-F238E27FC236}">
                    <a16:creationId xmlns:a16="http://schemas.microsoft.com/office/drawing/2014/main" id="{66BDA328-72AC-4139-9CD9-18868CE06D58}"/>
                  </a:ext>
                </a:extLst>
              </p:cNvPr>
              <p:cNvSpPr/>
              <p:nvPr/>
            </p:nvSpPr>
            <p:spPr>
              <a:xfrm>
                <a:off x="20187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95" name="타원 22794">
                <a:extLst>
                  <a:ext uri="{FF2B5EF4-FFF2-40B4-BE49-F238E27FC236}">
                    <a16:creationId xmlns:a16="http://schemas.microsoft.com/office/drawing/2014/main" id="{07D543C5-1C6E-4182-BEBF-E232E4B3E746}"/>
                  </a:ext>
                </a:extLst>
              </p:cNvPr>
              <p:cNvSpPr/>
              <p:nvPr/>
            </p:nvSpPr>
            <p:spPr>
              <a:xfrm>
                <a:off x="21711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96" name="타원 22795">
                <a:extLst>
                  <a:ext uri="{FF2B5EF4-FFF2-40B4-BE49-F238E27FC236}">
                    <a16:creationId xmlns:a16="http://schemas.microsoft.com/office/drawing/2014/main" id="{4EE885B6-A0FB-4FC6-B33B-1ECD0D386448}"/>
                  </a:ext>
                </a:extLst>
              </p:cNvPr>
              <p:cNvSpPr/>
              <p:nvPr/>
            </p:nvSpPr>
            <p:spPr>
              <a:xfrm>
                <a:off x="23235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97" name="타원 22796">
                <a:extLst>
                  <a:ext uri="{FF2B5EF4-FFF2-40B4-BE49-F238E27FC236}">
                    <a16:creationId xmlns:a16="http://schemas.microsoft.com/office/drawing/2014/main" id="{33E8AFE7-76F9-4C30-8486-BFF511A00E3F}"/>
                  </a:ext>
                </a:extLst>
              </p:cNvPr>
              <p:cNvSpPr/>
              <p:nvPr/>
            </p:nvSpPr>
            <p:spPr>
              <a:xfrm>
                <a:off x="24759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98" name="타원 22797">
                <a:extLst>
                  <a:ext uri="{FF2B5EF4-FFF2-40B4-BE49-F238E27FC236}">
                    <a16:creationId xmlns:a16="http://schemas.microsoft.com/office/drawing/2014/main" id="{D5EE1CF1-EDA8-4BE7-BD3C-BC05F0A9A780}"/>
                  </a:ext>
                </a:extLst>
              </p:cNvPr>
              <p:cNvSpPr/>
              <p:nvPr/>
            </p:nvSpPr>
            <p:spPr>
              <a:xfrm>
                <a:off x="26283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799" name="타원 22798">
                <a:extLst>
                  <a:ext uri="{FF2B5EF4-FFF2-40B4-BE49-F238E27FC236}">
                    <a16:creationId xmlns:a16="http://schemas.microsoft.com/office/drawing/2014/main" id="{2B4B40F0-AF4F-4C78-9325-808F7267CB95}"/>
                  </a:ext>
                </a:extLst>
              </p:cNvPr>
              <p:cNvSpPr/>
              <p:nvPr/>
            </p:nvSpPr>
            <p:spPr>
              <a:xfrm>
                <a:off x="27807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00" name="타원 22799">
                <a:extLst>
                  <a:ext uri="{FF2B5EF4-FFF2-40B4-BE49-F238E27FC236}">
                    <a16:creationId xmlns:a16="http://schemas.microsoft.com/office/drawing/2014/main" id="{498FC86E-87C1-4170-965D-9BFEF8918CA0}"/>
                  </a:ext>
                </a:extLst>
              </p:cNvPr>
              <p:cNvSpPr/>
              <p:nvPr/>
            </p:nvSpPr>
            <p:spPr>
              <a:xfrm>
                <a:off x="29331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01" name="타원 22800">
                <a:extLst>
                  <a:ext uri="{FF2B5EF4-FFF2-40B4-BE49-F238E27FC236}">
                    <a16:creationId xmlns:a16="http://schemas.microsoft.com/office/drawing/2014/main" id="{9AAB0236-3365-4F0D-B03F-5E6CD30A9B28}"/>
                  </a:ext>
                </a:extLst>
              </p:cNvPr>
              <p:cNvSpPr/>
              <p:nvPr/>
            </p:nvSpPr>
            <p:spPr>
              <a:xfrm>
                <a:off x="30855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02" name="타원 22801">
                <a:extLst>
                  <a:ext uri="{FF2B5EF4-FFF2-40B4-BE49-F238E27FC236}">
                    <a16:creationId xmlns:a16="http://schemas.microsoft.com/office/drawing/2014/main" id="{1660574D-82F0-4681-9B31-8F0862EF84E9}"/>
                  </a:ext>
                </a:extLst>
              </p:cNvPr>
              <p:cNvSpPr/>
              <p:nvPr/>
            </p:nvSpPr>
            <p:spPr>
              <a:xfrm>
                <a:off x="32379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03" name="타원 22802">
                <a:extLst>
                  <a:ext uri="{FF2B5EF4-FFF2-40B4-BE49-F238E27FC236}">
                    <a16:creationId xmlns:a16="http://schemas.microsoft.com/office/drawing/2014/main" id="{1293E01F-1F15-4CBE-AADF-AD5020BF121A}"/>
                  </a:ext>
                </a:extLst>
              </p:cNvPr>
              <p:cNvSpPr/>
              <p:nvPr/>
            </p:nvSpPr>
            <p:spPr>
              <a:xfrm>
                <a:off x="33903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04" name="타원 22803">
                <a:extLst>
                  <a:ext uri="{FF2B5EF4-FFF2-40B4-BE49-F238E27FC236}">
                    <a16:creationId xmlns:a16="http://schemas.microsoft.com/office/drawing/2014/main" id="{6A687C6A-AA6F-4306-90B4-8216791CB8A3}"/>
                  </a:ext>
                </a:extLst>
              </p:cNvPr>
              <p:cNvSpPr/>
              <p:nvPr/>
            </p:nvSpPr>
            <p:spPr>
              <a:xfrm>
                <a:off x="35427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05" name="타원 22804">
                <a:extLst>
                  <a:ext uri="{FF2B5EF4-FFF2-40B4-BE49-F238E27FC236}">
                    <a16:creationId xmlns:a16="http://schemas.microsoft.com/office/drawing/2014/main" id="{59E3C2D3-50CC-4DDE-A982-E885B147846C}"/>
                  </a:ext>
                </a:extLst>
              </p:cNvPr>
              <p:cNvSpPr/>
              <p:nvPr/>
            </p:nvSpPr>
            <p:spPr>
              <a:xfrm>
                <a:off x="36951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06" name="타원 22805">
                <a:extLst>
                  <a:ext uri="{FF2B5EF4-FFF2-40B4-BE49-F238E27FC236}">
                    <a16:creationId xmlns:a16="http://schemas.microsoft.com/office/drawing/2014/main" id="{A3BECA78-7949-4BB3-84B4-16CE8204423C}"/>
                  </a:ext>
                </a:extLst>
              </p:cNvPr>
              <p:cNvSpPr/>
              <p:nvPr/>
            </p:nvSpPr>
            <p:spPr>
              <a:xfrm>
                <a:off x="38475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07" name="타원 22806">
                <a:extLst>
                  <a:ext uri="{FF2B5EF4-FFF2-40B4-BE49-F238E27FC236}">
                    <a16:creationId xmlns:a16="http://schemas.microsoft.com/office/drawing/2014/main" id="{41A10A2A-237C-4D76-9E16-9533A816A009}"/>
                  </a:ext>
                </a:extLst>
              </p:cNvPr>
              <p:cNvSpPr/>
              <p:nvPr/>
            </p:nvSpPr>
            <p:spPr>
              <a:xfrm>
                <a:off x="39999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08" name="타원 22807">
                <a:extLst>
                  <a:ext uri="{FF2B5EF4-FFF2-40B4-BE49-F238E27FC236}">
                    <a16:creationId xmlns:a16="http://schemas.microsoft.com/office/drawing/2014/main" id="{C1B5A1DD-83A4-42AA-88B7-B1CCB802B2D1}"/>
                  </a:ext>
                </a:extLst>
              </p:cNvPr>
              <p:cNvSpPr/>
              <p:nvPr/>
            </p:nvSpPr>
            <p:spPr>
              <a:xfrm>
                <a:off x="41523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09" name="타원 22808">
                <a:extLst>
                  <a:ext uri="{FF2B5EF4-FFF2-40B4-BE49-F238E27FC236}">
                    <a16:creationId xmlns:a16="http://schemas.microsoft.com/office/drawing/2014/main" id="{CE90297B-60F7-431A-9186-352490FB5959}"/>
                  </a:ext>
                </a:extLst>
              </p:cNvPr>
              <p:cNvSpPr/>
              <p:nvPr/>
            </p:nvSpPr>
            <p:spPr>
              <a:xfrm>
                <a:off x="43047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10" name="타원 22809">
                <a:extLst>
                  <a:ext uri="{FF2B5EF4-FFF2-40B4-BE49-F238E27FC236}">
                    <a16:creationId xmlns:a16="http://schemas.microsoft.com/office/drawing/2014/main" id="{797ECDA9-AB2B-4244-B84F-D4E0A1DA6032}"/>
                  </a:ext>
                </a:extLst>
              </p:cNvPr>
              <p:cNvSpPr/>
              <p:nvPr/>
            </p:nvSpPr>
            <p:spPr>
              <a:xfrm>
                <a:off x="44571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11" name="타원 22810">
                <a:extLst>
                  <a:ext uri="{FF2B5EF4-FFF2-40B4-BE49-F238E27FC236}">
                    <a16:creationId xmlns:a16="http://schemas.microsoft.com/office/drawing/2014/main" id="{E9363198-197E-4CE1-B360-97DD37F766FD}"/>
                  </a:ext>
                </a:extLst>
              </p:cNvPr>
              <p:cNvSpPr/>
              <p:nvPr/>
            </p:nvSpPr>
            <p:spPr>
              <a:xfrm>
                <a:off x="46095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12" name="타원 22811">
                <a:extLst>
                  <a:ext uri="{FF2B5EF4-FFF2-40B4-BE49-F238E27FC236}">
                    <a16:creationId xmlns:a16="http://schemas.microsoft.com/office/drawing/2014/main" id="{BDD52EF4-6F92-478E-8569-0362925A17B6}"/>
                  </a:ext>
                </a:extLst>
              </p:cNvPr>
              <p:cNvSpPr/>
              <p:nvPr/>
            </p:nvSpPr>
            <p:spPr>
              <a:xfrm>
                <a:off x="47619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13" name="타원 22812">
                <a:extLst>
                  <a:ext uri="{FF2B5EF4-FFF2-40B4-BE49-F238E27FC236}">
                    <a16:creationId xmlns:a16="http://schemas.microsoft.com/office/drawing/2014/main" id="{9B76E7D9-9F3E-4CE9-8B23-8A183D799D65}"/>
                  </a:ext>
                </a:extLst>
              </p:cNvPr>
              <p:cNvSpPr/>
              <p:nvPr/>
            </p:nvSpPr>
            <p:spPr>
              <a:xfrm>
                <a:off x="49143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14" name="타원 22813">
                <a:extLst>
                  <a:ext uri="{FF2B5EF4-FFF2-40B4-BE49-F238E27FC236}">
                    <a16:creationId xmlns:a16="http://schemas.microsoft.com/office/drawing/2014/main" id="{43F08D98-7E67-49DC-8FDD-5EF73B81CD3D}"/>
                  </a:ext>
                </a:extLst>
              </p:cNvPr>
              <p:cNvSpPr/>
              <p:nvPr/>
            </p:nvSpPr>
            <p:spPr>
              <a:xfrm>
                <a:off x="50667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15" name="타원 22814">
                <a:extLst>
                  <a:ext uri="{FF2B5EF4-FFF2-40B4-BE49-F238E27FC236}">
                    <a16:creationId xmlns:a16="http://schemas.microsoft.com/office/drawing/2014/main" id="{EC8850C0-05AD-4722-BE48-4D5BE9C4046D}"/>
                  </a:ext>
                </a:extLst>
              </p:cNvPr>
              <p:cNvSpPr/>
              <p:nvPr/>
            </p:nvSpPr>
            <p:spPr>
              <a:xfrm>
                <a:off x="52191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16" name="타원 22815">
                <a:extLst>
                  <a:ext uri="{FF2B5EF4-FFF2-40B4-BE49-F238E27FC236}">
                    <a16:creationId xmlns:a16="http://schemas.microsoft.com/office/drawing/2014/main" id="{DAF7B16B-F374-45C0-BB3B-38D77643216E}"/>
                  </a:ext>
                </a:extLst>
              </p:cNvPr>
              <p:cNvSpPr/>
              <p:nvPr/>
            </p:nvSpPr>
            <p:spPr>
              <a:xfrm>
                <a:off x="53715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17" name="타원 22816">
                <a:extLst>
                  <a:ext uri="{FF2B5EF4-FFF2-40B4-BE49-F238E27FC236}">
                    <a16:creationId xmlns:a16="http://schemas.microsoft.com/office/drawing/2014/main" id="{FF7011C0-7097-4B3F-BC46-59FFF8575AC1}"/>
                  </a:ext>
                </a:extLst>
              </p:cNvPr>
              <p:cNvSpPr/>
              <p:nvPr/>
            </p:nvSpPr>
            <p:spPr>
              <a:xfrm>
                <a:off x="55239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18" name="타원 22817">
                <a:extLst>
                  <a:ext uri="{FF2B5EF4-FFF2-40B4-BE49-F238E27FC236}">
                    <a16:creationId xmlns:a16="http://schemas.microsoft.com/office/drawing/2014/main" id="{2CCF91FE-6432-4E42-A1F3-C8F87AA90DDF}"/>
                  </a:ext>
                </a:extLst>
              </p:cNvPr>
              <p:cNvSpPr/>
              <p:nvPr/>
            </p:nvSpPr>
            <p:spPr>
              <a:xfrm>
                <a:off x="5676363" y="288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19" name="타원 22818">
                <a:extLst>
                  <a:ext uri="{FF2B5EF4-FFF2-40B4-BE49-F238E27FC236}">
                    <a16:creationId xmlns:a16="http://schemas.microsoft.com/office/drawing/2014/main" id="{BE201FB6-48F8-4CC2-9586-421EF3ACF2EE}"/>
                  </a:ext>
                </a:extLst>
              </p:cNvPr>
              <p:cNvSpPr/>
              <p:nvPr/>
            </p:nvSpPr>
            <p:spPr>
              <a:xfrm>
                <a:off x="3423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20" name="타원 22819">
                <a:extLst>
                  <a:ext uri="{FF2B5EF4-FFF2-40B4-BE49-F238E27FC236}">
                    <a16:creationId xmlns:a16="http://schemas.microsoft.com/office/drawing/2014/main" id="{CEAC2421-2170-4E05-BBD3-C4BC0E1B0307}"/>
                  </a:ext>
                </a:extLst>
              </p:cNvPr>
              <p:cNvSpPr/>
              <p:nvPr/>
            </p:nvSpPr>
            <p:spPr>
              <a:xfrm>
                <a:off x="4947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21" name="타원 22820">
                <a:extLst>
                  <a:ext uri="{FF2B5EF4-FFF2-40B4-BE49-F238E27FC236}">
                    <a16:creationId xmlns:a16="http://schemas.microsoft.com/office/drawing/2014/main" id="{0F115C0A-600C-4E68-A672-135029280DA6}"/>
                  </a:ext>
                </a:extLst>
              </p:cNvPr>
              <p:cNvSpPr/>
              <p:nvPr/>
            </p:nvSpPr>
            <p:spPr>
              <a:xfrm>
                <a:off x="6471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22" name="타원 22821">
                <a:extLst>
                  <a:ext uri="{FF2B5EF4-FFF2-40B4-BE49-F238E27FC236}">
                    <a16:creationId xmlns:a16="http://schemas.microsoft.com/office/drawing/2014/main" id="{86B7D66F-1EB8-453D-9207-EACC8F5C6287}"/>
                  </a:ext>
                </a:extLst>
              </p:cNvPr>
              <p:cNvSpPr/>
              <p:nvPr/>
            </p:nvSpPr>
            <p:spPr>
              <a:xfrm>
                <a:off x="7995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23" name="타원 22822">
                <a:extLst>
                  <a:ext uri="{FF2B5EF4-FFF2-40B4-BE49-F238E27FC236}">
                    <a16:creationId xmlns:a16="http://schemas.microsoft.com/office/drawing/2014/main" id="{65824A14-56BE-41F2-AF44-A561489B8623}"/>
                  </a:ext>
                </a:extLst>
              </p:cNvPr>
              <p:cNvSpPr/>
              <p:nvPr/>
            </p:nvSpPr>
            <p:spPr>
              <a:xfrm>
                <a:off x="9519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24" name="타원 22823">
                <a:extLst>
                  <a:ext uri="{FF2B5EF4-FFF2-40B4-BE49-F238E27FC236}">
                    <a16:creationId xmlns:a16="http://schemas.microsoft.com/office/drawing/2014/main" id="{6EB4CE81-5195-4A05-9034-E1F70D4FC871}"/>
                  </a:ext>
                </a:extLst>
              </p:cNvPr>
              <p:cNvSpPr/>
              <p:nvPr/>
            </p:nvSpPr>
            <p:spPr>
              <a:xfrm>
                <a:off x="11043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25" name="타원 22824">
                <a:extLst>
                  <a:ext uri="{FF2B5EF4-FFF2-40B4-BE49-F238E27FC236}">
                    <a16:creationId xmlns:a16="http://schemas.microsoft.com/office/drawing/2014/main" id="{C27D98F5-B428-41A1-B44C-3531760277DA}"/>
                  </a:ext>
                </a:extLst>
              </p:cNvPr>
              <p:cNvSpPr/>
              <p:nvPr/>
            </p:nvSpPr>
            <p:spPr>
              <a:xfrm>
                <a:off x="12567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26" name="타원 22825">
                <a:extLst>
                  <a:ext uri="{FF2B5EF4-FFF2-40B4-BE49-F238E27FC236}">
                    <a16:creationId xmlns:a16="http://schemas.microsoft.com/office/drawing/2014/main" id="{E4F948E6-BA60-43C0-B9BA-294356716BE1}"/>
                  </a:ext>
                </a:extLst>
              </p:cNvPr>
              <p:cNvSpPr/>
              <p:nvPr/>
            </p:nvSpPr>
            <p:spPr>
              <a:xfrm>
                <a:off x="14091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27" name="타원 22826">
                <a:extLst>
                  <a:ext uri="{FF2B5EF4-FFF2-40B4-BE49-F238E27FC236}">
                    <a16:creationId xmlns:a16="http://schemas.microsoft.com/office/drawing/2014/main" id="{61830378-4C3F-454F-B94A-CC570536A468}"/>
                  </a:ext>
                </a:extLst>
              </p:cNvPr>
              <p:cNvSpPr/>
              <p:nvPr/>
            </p:nvSpPr>
            <p:spPr>
              <a:xfrm>
                <a:off x="15615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28" name="타원 22827">
                <a:extLst>
                  <a:ext uri="{FF2B5EF4-FFF2-40B4-BE49-F238E27FC236}">
                    <a16:creationId xmlns:a16="http://schemas.microsoft.com/office/drawing/2014/main" id="{F8C1EC0A-855A-4F65-A7FB-22CD8470090E}"/>
                  </a:ext>
                </a:extLst>
              </p:cNvPr>
              <p:cNvSpPr/>
              <p:nvPr/>
            </p:nvSpPr>
            <p:spPr>
              <a:xfrm>
                <a:off x="17139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29" name="타원 22828">
                <a:extLst>
                  <a:ext uri="{FF2B5EF4-FFF2-40B4-BE49-F238E27FC236}">
                    <a16:creationId xmlns:a16="http://schemas.microsoft.com/office/drawing/2014/main" id="{2E7F943F-E00D-4BE4-A54F-D03363339F73}"/>
                  </a:ext>
                </a:extLst>
              </p:cNvPr>
              <p:cNvSpPr/>
              <p:nvPr/>
            </p:nvSpPr>
            <p:spPr>
              <a:xfrm>
                <a:off x="18663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30" name="타원 22829">
                <a:extLst>
                  <a:ext uri="{FF2B5EF4-FFF2-40B4-BE49-F238E27FC236}">
                    <a16:creationId xmlns:a16="http://schemas.microsoft.com/office/drawing/2014/main" id="{D86B9724-9363-4358-A56F-B2833BED785C}"/>
                  </a:ext>
                </a:extLst>
              </p:cNvPr>
              <p:cNvSpPr/>
              <p:nvPr/>
            </p:nvSpPr>
            <p:spPr>
              <a:xfrm>
                <a:off x="20187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31" name="타원 22830">
                <a:extLst>
                  <a:ext uri="{FF2B5EF4-FFF2-40B4-BE49-F238E27FC236}">
                    <a16:creationId xmlns:a16="http://schemas.microsoft.com/office/drawing/2014/main" id="{17A36081-D193-4054-982C-EA95D8A4435A}"/>
                  </a:ext>
                </a:extLst>
              </p:cNvPr>
              <p:cNvSpPr/>
              <p:nvPr/>
            </p:nvSpPr>
            <p:spPr>
              <a:xfrm>
                <a:off x="21711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32" name="타원 22831">
                <a:extLst>
                  <a:ext uri="{FF2B5EF4-FFF2-40B4-BE49-F238E27FC236}">
                    <a16:creationId xmlns:a16="http://schemas.microsoft.com/office/drawing/2014/main" id="{4E4CBBB6-5AE9-4E37-A1F0-A93E9F2DCB09}"/>
                  </a:ext>
                </a:extLst>
              </p:cNvPr>
              <p:cNvSpPr/>
              <p:nvPr/>
            </p:nvSpPr>
            <p:spPr>
              <a:xfrm>
                <a:off x="23235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33" name="타원 22832">
                <a:extLst>
                  <a:ext uri="{FF2B5EF4-FFF2-40B4-BE49-F238E27FC236}">
                    <a16:creationId xmlns:a16="http://schemas.microsoft.com/office/drawing/2014/main" id="{EFD127CD-CDF2-46B6-B074-9F6D71D076BD}"/>
                  </a:ext>
                </a:extLst>
              </p:cNvPr>
              <p:cNvSpPr/>
              <p:nvPr/>
            </p:nvSpPr>
            <p:spPr>
              <a:xfrm>
                <a:off x="24759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34" name="타원 22833">
                <a:extLst>
                  <a:ext uri="{FF2B5EF4-FFF2-40B4-BE49-F238E27FC236}">
                    <a16:creationId xmlns:a16="http://schemas.microsoft.com/office/drawing/2014/main" id="{7FDA585A-C763-4C6F-9FE8-9EA249BAD2BF}"/>
                  </a:ext>
                </a:extLst>
              </p:cNvPr>
              <p:cNvSpPr/>
              <p:nvPr/>
            </p:nvSpPr>
            <p:spPr>
              <a:xfrm>
                <a:off x="26283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35" name="타원 22834">
                <a:extLst>
                  <a:ext uri="{FF2B5EF4-FFF2-40B4-BE49-F238E27FC236}">
                    <a16:creationId xmlns:a16="http://schemas.microsoft.com/office/drawing/2014/main" id="{4E118026-06F4-4393-8F99-56709962E464}"/>
                  </a:ext>
                </a:extLst>
              </p:cNvPr>
              <p:cNvSpPr/>
              <p:nvPr/>
            </p:nvSpPr>
            <p:spPr>
              <a:xfrm>
                <a:off x="27807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36" name="타원 22835">
                <a:extLst>
                  <a:ext uri="{FF2B5EF4-FFF2-40B4-BE49-F238E27FC236}">
                    <a16:creationId xmlns:a16="http://schemas.microsoft.com/office/drawing/2014/main" id="{7498B50F-3265-469B-A1EE-A80D5424BA0F}"/>
                  </a:ext>
                </a:extLst>
              </p:cNvPr>
              <p:cNvSpPr/>
              <p:nvPr/>
            </p:nvSpPr>
            <p:spPr>
              <a:xfrm>
                <a:off x="29331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37" name="타원 22836">
                <a:extLst>
                  <a:ext uri="{FF2B5EF4-FFF2-40B4-BE49-F238E27FC236}">
                    <a16:creationId xmlns:a16="http://schemas.microsoft.com/office/drawing/2014/main" id="{040E63E6-C71B-4BBA-AC29-64DD3C9E90C8}"/>
                  </a:ext>
                </a:extLst>
              </p:cNvPr>
              <p:cNvSpPr/>
              <p:nvPr/>
            </p:nvSpPr>
            <p:spPr>
              <a:xfrm>
                <a:off x="30855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38" name="타원 22837">
                <a:extLst>
                  <a:ext uri="{FF2B5EF4-FFF2-40B4-BE49-F238E27FC236}">
                    <a16:creationId xmlns:a16="http://schemas.microsoft.com/office/drawing/2014/main" id="{4ADEC33E-520B-49BD-8223-D195E8390FF0}"/>
                  </a:ext>
                </a:extLst>
              </p:cNvPr>
              <p:cNvSpPr/>
              <p:nvPr/>
            </p:nvSpPr>
            <p:spPr>
              <a:xfrm>
                <a:off x="32379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39" name="타원 22838">
                <a:extLst>
                  <a:ext uri="{FF2B5EF4-FFF2-40B4-BE49-F238E27FC236}">
                    <a16:creationId xmlns:a16="http://schemas.microsoft.com/office/drawing/2014/main" id="{4DD38555-3EB7-49BC-A558-517E1DA9C5E5}"/>
                  </a:ext>
                </a:extLst>
              </p:cNvPr>
              <p:cNvSpPr/>
              <p:nvPr/>
            </p:nvSpPr>
            <p:spPr>
              <a:xfrm>
                <a:off x="33903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40" name="타원 22839">
                <a:extLst>
                  <a:ext uri="{FF2B5EF4-FFF2-40B4-BE49-F238E27FC236}">
                    <a16:creationId xmlns:a16="http://schemas.microsoft.com/office/drawing/2014/main" id="{3E4BE9F0-0EF8-4B25-B092-4D85C0D51989}"/>
                  </a:ext>
                </a:extLst>
              </p:cNvPr>
              <p:cNvSpPr/>
              <p:nvPr/>
            </p:nvSpPr>
            <p:spPr>
              <a:xfrm>
                <a:off x="35427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41" name="타원 22840">
                <a:extLst>
                  <a:ext uri="{FF2B5EF4-FFF2-40B4-BE49-F238E27FC236}">
                    <a16:creationId xmlns:a16="http://schemas.microsoft.com/office/drawing/2014/main" id="{D40E41D2-E614-420B-859E-4F7EC3AF8BDF}"/>
                  </a:ext>
                </a:extLst>
              </p:cNvPr>
              <p:cNvSpPr/>
              <p:nvPr/>
            </p:nvSpPr>
            <p:spPr>
              <a:xfrm>
                <a:off x="36951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42" name="타원 22841">
                <a:extLst>
                  <a:ext uri="{FF2B5EF4-FFF2-40B4-BE49-F238E27FC236}">
                    <a16:creationId xmlns:a16="http://schemas.microsoft.com/office/drawing/2014/main" id="{930D3109-922E-471C-B49D-B57224D11E81}"/>
                  </a:ext>
                </a:extLst>
              </p:cNvPr>
              <p:cNvSpPr/>
              <p:nvPr/>
            </p:nvSpPr>
            <p:spPr>
              <a:xfrm>
                <a:off x="38475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43" name="타원 22842">
                <a:extLst>
                  <a:ext uri="{FF2B5EF4-FFF2-40B4-BE49-F238E27FC236}">
                    <a16:creationId xmlns:a16="http://schemas.microsoft.com/office/drawing/2014/main" id="{64942967-2690-410F-B59F-D0ADAED5719F}"/>
                  </a:ext>
                </a:extLst>
              </p:cNvPr>
              <p:cNvSpPr/>
              <p:nvPr/>
            </p:nvSpPr>
            <p:spPr>
              <a:xfrm>
                <a:off x="39999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44" name="타원 22843">
                <a:extLst>
                  <a:ext uri="{FF2B5EF4-FFF2-40B4-BE49-F238E27FC236}">
                    <a16:creationId xmlns:a16="http://schemas.microsoft.com/office/drawing/2014/main" id="{F478C40D-8C1B-4814-9287-FBF121622F16}"/>
                  </a:ext>
                </a:extLst>
              </p:cNvPr>
              <p:cNvSpPr/>
              <p:nvPr/>
            </p:nvSpPr>
            <p:spPr>
              <a:xfrm>
                <a:off x="41523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45" name="타원 22844">
                <a:extLst>
                  <a:ext uri="{FF2B5EF4-FFF2-40B4-BE49-F238E27FC236}">
                    <a16:creationId xmlns:a16="http://schemas.microsoft.com/office/drawing/2014/main" id="{E614A937-48C1-43F4-A6A6-FB7853A07307}"/>
                  </a:ext>
                </a:extLst>
              </p:cNvPr>
              <p:cNvSpPr/>
              <p:nvPr/>
            </p:nvSpPr>
            <p:spPr>
              <a:xfrm>
                <a:off x="43047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46" name="타원 22845">
                <a:extLst>
                  <a:ext uri="{FF2B5EF4-FFF2-40B4-BE49-F238E27FC236}">
                    <a16:creationId xmlns:a16="http://schemas.microsoft.com/office/drawing/2014/main" id="{8E5D7BBA-5AA3-4C2A-A285-4841721ACC09}"/>
                  </a:ext>
                </a:extLst>
              </p:cNvPr>
              <p:cNvSpPr/>
              <p:nvPr/>
            </p:nvSpPr>
            <p:spPr>
              <a:xfrm>
                <a:off x="44571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47" name="타원 22846">
                <a:extLst>
                  <a:ext uri="{FF2B5EF4-FFF2-40B4-BE49-F238E27FC236}">
                    <a16:creationId xmlns:a16="http://schemas.microsoft.com/office/drawing/2014/main" id="{F957B134-32E0-4C99-83CE-BB06AC5F88AA}"/>
                  </a:ext>
                </a:extLst>
              </p:cNvPr>
              <p:cNvSpPr/>
              <p:nvPr/>
            </p:nvSpPr>
            <p:spPr>
              <a:xfrm>
                <a:off x="46095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48" name="타원 22847">
                <a:extLst>
                  <a:ext uri="{FF2B5EF4-FFF2-40B4-BE49-F238E27FC236}">
                    <a16:creationId xmlns:a16="http://schemas.microsoft.com/office/drawing/2014/main" id="{5F330F38-E9B3-43C8-B55C-97AE82193CEB}"/>
                  </a:ext>
                </a:extLst>
              </p:cNvPr>
              <p:cNvSpPr/>
              <p:nvPr/>
            </p:nvSpPr>
            <p:spPr>
              <a:xfrm>
                <a:off x="47619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49" name="타원 22848">
                <a:extLst>
                  <a:ext uri="{FF2B5EF4-FFF2-40B4-BE49-F238E27FC236}">
                    <a16:creationId xmlns:a16="http://schemas.microsoft.com/office/drawing/2014/main" id="{DCFCBEB9-8255-4C1F-8BEF-8B854F199110}"/>
                  </a:ext>
                </a:extLst>
              </p:cNvPr>
              <p:cNvSpPr/>
              <p:nvPr/>
            </p:nvSpPr>
            <p:spPr>
              <a:xfrm>
                <a:off x="49143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50" name="타원 22849">
                <a:extLst>
                  <a:ext uri="{FF2B5EF4-FFF2-40B4-BE49-F238E27FC236}">
                    <a16:creationId xmlns:a16="http://schemas.microsoft.com/office/drawing/2014/main" id="{911C519B-B047-4292-80F1-E92357DFC0ED}"/>
                  </a:ext>
                </a:extLst>
              </p:cNvPr>
              <p:cNvSpPr/>
              <p:nvPr/>
            </p:nvSpPr>
            <p:spPr>
              <a:xfrm>
                <a:off x="50667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51" name="타원 22850">
                <a:extLst>
                  <a:ext uri="{FF2B5EF4-FFF2-40B4-BE49-F238E27FC236}">
                    <a16:creationId xmlns:a16="http://schemas.microsoft.com/office/drawing/2014/main" id="{DF250D22-872E-4810-97FC-785AF1FAE393}"/>
                  </a:ext>
                </a:extLst>
              </p:cNvPr>
              <p:cNvSpPr/>
              <p:nvPr/>
            </p:nvSpPr>
            <p:spPr>
              <a:xfrm>
                <a:off x="52191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52" name="타원 22851">
                <a:extLst>
                  <a:ext uri="{FF2B5EF4-FFF2-40B4-BE49-F238E27FC236}">
                    <a16:creationId xmlns:a16="http://schemas.microsoft.com/office/drawing/2014/main" id="{1141721C-4ADF-41FA-B810-F448497B62DE}"/>
                  </a:ext>
                </a:extLst>
              </p:cNvPr>
              <p:cNvSpPr/>
              <p:nvPr/>
            </p:nvSpPr>
            <p:spPr>
              <a:xfrm>
                <a:off x="53715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53" name="타원 22852">
                <a:extLst>
                  <a:ext uri="{FF2B5EF4-FFF2-40B4-BE49-F238E27FC236}">
                    <a16:creationId xmlns:a16="http://schemas.microsoft.com/office/drawing/2014/main" id="{7B00812D-E30B-4A46-A54D-CEF8E290CFED}"/>
                  </a:ext>
                </a:extLst>
              </p:cNvPr>
              <p:cNvSpPr/>
              <p:nvPr/>
            </p:nvSpPr>
            <p:spPr>
              <a:xfrm>
                <a:off x="55239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54" name="타원 22853">
                <a:extLst>
                  <a:ext uri="{FF2B5EF4-FFF2-40B4-BE49-F238E27FC236}">
                    <a16:creationId xmlns:a16="http://schemas.microsoft.com/office/drawing/2014/main" id="{25130807-F688-40C5-9C42-44E0D2065CC9}"/>
                  </a:ext>
                </a:extLst>
              </p:cNvPr>
              <p:cNvSpPr/>
              <p:nvPr/>
            </p:nvSpPr>
            <p:spPr>
              <a:xfrm>
                <a:off x="5676363" y="304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55" name="타원 22854">
                <a:extLst>
                  <a:ext uri="{FF2B5EF4-FFF2-40B4-BE49-F238E27FC236}">
                    <a16:creationId xmlns:a16="http://schemas.microsoft.com/office/drawing/2014/main" id="{90F600AE-A106-43B8-93DC-6E455385E419}"/>
                  </a:ext>
                </a:extLst>
              </p:cNvPr>
              <p:cNvSpPr/>
              <p:nvPr/>
            </p:nvSpPr>
            <p:spPr>
              <a:xfrm>
                <a:off x="3423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56" name="타원 22855">
                <a:extLst>
                  <a:ext uri="{FF2B5EF4-FFF2-40B4-BE49-F238E27FC236}">
                    <a16:creationId xmlns:a16="http://schemas.microsoft.com/office/drawing/2014/main" id="{03D70D17-4575-44B8-A528-B76110682157}"/>
                  </a:ext>
                </a:extLst>
              </p:cNvPr>
              <p:cNvSpPr/>
              <p:nvPr/>
            </p:nvSpPr>
            <p:spPr>
              <a:xfrm>
                <a:off x="4947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57" name="타원 22856">
                <a:extLst>
                  <a:ext uri="{FF2B5EF4-FFF2-40B4-BE49-F238E27FC236}">
                    <a16:creationId xmlns:a16="http://schemas.microsoft.com/office/drawing/2014/main" id="{930BD84E-63C0-424B-BE19-0C18BA37412F}"/>
                  </a:ext>
                </a:extLst>
              </p:cNvPr>
              <p:cNvSpPr/>
              <p:nvPr/>
            </p:nvSpPr>
            <p:spPr>
              <a:xfrm>
                <a:off x="6471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58" name="타원 22857">
                <a:extLst>
                  <a:ext uri="{FF2B5EF4-FFF2-40B4-BE49-F238E27FC236}">
                    <a16:creationId xmlns:a16="http://schemas.microsoft.com/office/drawing/2014/main" id="{8145ED64-6629-48C9-AE6F-FB7D1C7345AE}"/>
                  </a:ext>
                </a:extLst>
              </p:cNvPr>
              <p:cNvSpPr/>
              <p:nvPr/>
            </p:nvSpPr>
            <p:spPr>
              <a:xfrm>
                <a:off x="7995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59" name="타원 22858">
                <a:extLst>
                  <a:ext uri="{FF2B5EF4-FFF2-40B4-BE49-F238E27FC236}">
                    <a16:creationId xmlns:a16="http://schemas.microsoft.com/office/drawing/2014/main" id="{842A1A80-6123-4B7E-941E-C57667B45504}"/>
                  </a:ext>
                </a:extLst>
              </p:cNvPr>
              <p:cNvSpPr/>
              <p:nvPr/>
            </p:nvSpPr>
            <p:spPr>
              <a:xfrm>
                <a:off x="9519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60" name="타원 22859">
                <a:extLst>
                  <a:ext uri="{FF2B5EF4-FFF2-40B4-BE49-F238E27FC236}">
                    <a16:creationId xmlns:a16="http://schemas.microsoft.com/office/drawing/2014/main" id="{F6454140-3653-42BE-B522-01AC4AA5D260}"/>
                  </a:ext>
                </a:extLst>
              </p:cNvPr>
              <p:cNvSpPr/>
              <p:nvPr/>
            </p:nvSpPr>
            <p:spPr>
              <a:xfrm>
                <a:off x="11043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61" name="타원 22860">
                <a:extLst>
                  <a:ext uri="{FF2B5EF4-FFF2-40B4-BE49-F238E27FC236}">
                    <a16:creationId xmlns:a16="http://schemas.microsoft.com/office/drawing/2014/main" id="{7996BBFA-C0ED-43D7-A950-FD851AC089AA}"/>
                  </a:ext>
                </a:extLst>
              </p:cNvPr>
              <p:cNvSpPr/>
              <p:nvPr/>
            </p:nvSpPr>
            <p:spPr>
              <a:xfrm>
                <a:off x="12567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62" name="타원 22861">
                <a:extLst>
                  <a:ext uri="{FF2B5EF4-FFF2-40B4-BE49-F238E27FC236}">
                    <a16:creationId xmlns:a16="http://schemas.microsoft.com/office/drawing/2014/main" id="{41C2A63F-BA77-4A25-9A90-855E2BA26DA0}"/>
                  </a:ext>
                </a:extLst>
              </p:cNvPr>
              <p:cNvSpPr/>
              <p:nvPr/>
            </p:nvSpPr>
            <p:spPr>
              <a:xfrm>
                <a:off x="14091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63" name="타원 22862">
                <a:extLst>
                  <a:ext uri="{FF2B5EF4-FFF2-40B4-BE49-F238E27FC236}">
                    <a16:creationId xmlns:a16="http://schemas.microsoft.com/office/drawing/2014/main" id="{10722375-4457-4CAD-9CFE-5958D61818DE}"/>
                  </a:ext>
                </a:extLst>
              </p:cNvPr>
              <p:cNvSpPr/>
              <p:nvPr/>
            </p:nvSpPr>
            <p:spPr>
              <a:xfrm>
                <a:off x="15615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64" name="타원 22863">
                <a:extLst>
                  <a:ext uri="{FF2B5EF4-FFF2-40B4-BE49-F238E27FC236}">
                    <a16:creationId xmlns:a16="http://schemas.microsoft.com/office/drawing/2014/main" id="{207DD5E4-4EF0-42F6-AD45-9280AEC188E0}"/>
                  </a:ext>
                </a:extLst>
              </p:cNvPr>
              <p:cNvSpPr/>
              <p:nvPr/>
            </p:nvSpPr>
            <p:spPr>
              <a:xfrm>
                <a:off x="17139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65" name="타원 22864">
                <a:extLst>
                  <a:ext uri="{FF2B5EF4-FFF2-40B4-BE49-F238E27FC236}">
                    <a16:creationId xmlns:a16="http://schemas.microsoft.com/office/drawing/2014/main" id="{3E1E772E-A7E1-482E-B720-EA367304A8B1}"/>
                  </a:ext>
                </a:extLst>
              </p:cNvPr>
              <p:cNvSpPr/>
              <p:nvPr/>
            </p:nvSpPr>
            <p:spPr>
              <a:xfrm>
                <a:off x="18663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66" name="타원 22865">
                <a:extLst>
                  <a:ext uri="{FF2B5EF4-FFF2-40B4-BE49-F238E27FC236}">
                    <a16:creationId xmlns:a16="http://schemas.microsoft.com/office/drawing/2014/main" id="{C34245BC-1F5B-429A-B232-AB22449DD8CD}"/>
                  </a:ext>
                </a:extLst>
              </p:cNvPr>
              <p:cNvSpPr/>
              <p:nvPr/>
            </p:nvSpPr>
            <p:spPr>
              <a:xfrm>
                <a:off x="20187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67" name="타원 22866">
                <a:extLst>
                  <a:ext uri="{FF2B5EF4-FFF2-40B4-BE49-F238E27FC236}">
                    <a16:creationId xmlns:a16="http://schemas.microsoft.com/office/drawing/2014/main" id="{DD1AA020-590E-473B-95DD-C7BC29D82AF3}"/>
                  </a:ext>
                </a:extLst>
              </p:cNvPr>
              <p:cNvSpPr/>
              <p:nvPr/>
            </p:nvSpPr>
            <p:spPr>
              <a:xfrm>
                <a:off x="21711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68" name="타원 22867">
                <a:extLst>
                  <a:ext uri="{FF2B5EF4-FFF2-40B4-BE49-F238E27FC236}">
                    <a16:creationId xmlns:a16="http://schemas.microsoft.com/office/drawing/2014/main" id="{8FE6CBA9-1CF8-4271-8898-9FEA6C3D4796}"/>
                  </a:ext>
                </a:extLst>
              </p:cNvPr>
              <p:cNvSpPr/>
              <p:nvPr/>
            </p:nvSpPr>
            <p:spPr>
              <a:xfrm>
                <a:off x="23235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69" name="타원 22868">
                <a:extLst>
                  <a:ext uri="{FF2B5EF4-FFF2-40B4-BE49-F238E27FC236}">
                    <a16:creationId xmlns:a16="http://schemas.microsoft.com/office/drawing/2014/main" id="{8230B164-EF9F-4C0D-83AA-6C6DB47025F8}"/>
                  </a:ext>
                </a:extLst>
              </p:cNvPr>
              <p:cNvSpPr/>
              <p:nvPr/>
            </p:nvSpPr>
            <p:spPr>
              <a:xfrm>
                <a:off x="24759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70" name="타원 22869">
                <a:extLst>
                  <a:ext uri="{FF2B5EF4-FFF2-40B4-BE49-F238E27FC236}">
                    <a16:creationId xmlns:a16="http://schemas.microsoft.com/office/drawing/2014/main" id="{21AF056C-79A6-45EE-A6E4-EDC2FE23948D}"/>
                  </a:ext>
                </a:extLst>
              </p:cNvPr>
              <p:cNvSpPr/>
              <p:nvPr/>
            </p:nvSpPr>
            <p:spPr>
              <a:xfrm>
                <a:off x="26283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71" name="타원 22870">
                <a:extLst>
                  <a:ext uri="{FF2B5EF4-FFF2-40B4-BE49-F238E27FC236}">
                    <a16:creationId xmlns:a16="http://schemas.microsoft.com/office/drawing/2014/main" id="{2EE30599-230E-46C6-8CF9-72736DCE8327}"/>
                  </a:ext>
                </a:extLst>
              </p:cNvPr>
              <p:cNvSpPr/>
              <p:nvPr/>
            </p:nvSpPr>
            <p:spPr>
              <a:xfrm>
                <a:off x="27807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72" name="타원 22871">
                <a:extLst>
                  <a:ext uri="{FF2B5EF4-FFF2-40B4-BE49-F238E27FC236}">
                    <a16:creationId xmlns:a16="http://schemas.microsoft.com/office/drawing/2014/main" id="{5859B217-F61A-4841-B8E0-E59C7AC0CC02}"/>
                  </a:ext>
                </a:extLst>
              </p:cNvPr>
              <p:cNvSpPr/>
              <p:nvPr/>
            </p:nvSpPr>
            <p:spPr>
              <a:xfrm>
                <a:off x="29331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73" name="타원 22872">
                <a:extLst>
                  <a:ext uri="{FF2B5EF4-FFF2-40B4-BE49-F238E27FC236}">
                    <a16:creationId xmlns:a16="http://schemas.microsoft.com/office/drawing/2014/main" id="{61B9574C-BAFE-4EA0-8F4C-268BF6F81568}"/>
                  </a:ext>
                </a:extLst>
              </p:cNvPr>
              <p:cNvSpPr/>
              <p:nvPr/>
            </p:nvSpPr>
            <p:spPr>
              <a:xfrm>
                <a:off x="30855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74" name="타원 22873">
                <a:extLst>
                  <a:ext uri="{FF2B5EF4-FFF2-40B4-BE49-F238E27FC236}">
                    <a16:creationId xmlns:a16="http://schemas.microsoft.com/office/drawing/2014/main" id="{A0CA5F79-DCDA-4C23-A4BD-6F64CAB41FAA}"/>
                  </a:ext>
                </a:extLst>
              </p:cNvPr>
              <p:cNvSpPr/>
              <p:nvPr/>
            </p:nvSpPr>
            <p:spPr>
              <a:xfrm>
                <a:off x="32379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75" name="타원 22874">
                <a:extLst>
                  <a:ext uri="{FF2B5EF4-FFF2-40B4-BE49-F238E27FC236}">
                    <a16:creationId xmlns:a16="http://schemas.microsoft.com/office/drawing/2014/main" id="{97F76394-4ABC-4E2D-97A7-A1D3AFC4ABAC}"/>
                  </a:ext>
                </a:extLst>
              </p:cNvPr>
              <p:cNvSpPr/>
              <p:nvPr/>
            </p:nvSpPr>
            <p:spPr>
              <a:xfrm>
                <a:off x="33903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76" name="타원 22875">
                <a:extLst>
                  <a:ext uri="{FF2B5EF4-FFF2-40B4-BE49-F238E27FC236}">
                    <a16:creationId xmlns:a16="http://schemas.microsoft.com/office/drawing/2014/main" id="{DBC13628-349D-4428-BAE8-EDFC319A9620}"/>
                  </a:ext>
                </a:extLst>
              </p:cNvPr>
              <p:cNvSpPr/>
              <p:nvPr/>
            </p:nvSpPr>
            <p:spPr>
              <a:xfrm>
                <a:off x="35427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77" name="타원 22876">
                <a:extLst>
                  <a:ext uri="{FF2B5EF4-FFF2-40B4-BE49-F238E27FC236}">
                    <a16:creationId xmlns:a16="http://schemas.microsoft.com/office/drawing/2014/main" id="{644D558C-5621-4E3D-A6D2-F736A3D24416}"/>
                  </a:ext>
                </a:extLst>
              </p:cNvPr>
              <p:cNvSpPr/>
              <p:nvPr/>
            </p:nvSpPr>
            <p:spPr>
              <a:xfrm>
                <a:off x="36951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78" name="타원 22877">
                <a:extLst>
                  <a:ext uri="{FF2B5EF4-FFF2-40B4-BE49-F238E27FC236}">
                    <a16:creationId xmlns:a16="http://schemas.microsoft.com/office/drawing/2014/main" id="{35C0D7DB-AE2C-48A0-A189-314BD73CCD96}"/>
                  </a:ext>
                </a:extLst>
              </p:cNvPr>
              <p:cNvSpPr/>
              <p:nvPr/>
            </p:nvSpPr>
            <p:spPr>
              <a:xfrm>
                <a:off x="38475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79" name="타원 22878">
                <a:extLst>
                  <a:ext uri="{FF2B5EF4-FFF2-40B4-BE49-F238E27FC236}">
                    <a16:creationId xmlns:a16="http://schemas.microsoft.com/office/drawing/2014/main" id="{436441CC-833B-4159-B05C-FFA9EC491446}"/>
                  </a:ext>
                </a:extLst>
              </p:cNvPr>
              <p:cNvSpPr/>
              <p:nvPr/>
            </p:nvSpPr>
            <p:spPr>
              <a:xfrm>
                <a:off x="39999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80" name="타원 22879">
                <a:extLst>
                  <a:ext uri="{FF2B5EF4-FFF2-40B4-BE49-F238E27FC236}">
                    <a16:creationId xmlns:a16="http://schemas.microsoft.com/office/drawing/2014/main" id="{E5C1DDBC-D14B-4D62-A134-A28CD3BC4802}"/>
                  </a:ext>
                </a:extLst>
              </p:cNvPr>
              <p:cNvSpPr/>
              <p:nvPr/>
            </p:nvSpPr>
            <p:spPr>
              <a:xfrm>
                <a:off x="41523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81" name="타원 22880">
                <a:extLst>
                  <a:ext uri="{FF2B5EF4-FFF2-40B4-BE49-F238E27FC236}">
                    <a16:creationId xmlns:a16="http://schemas.microsoft.com/office/drawing/2014/main" id="{CE86D391-E7DF-4CF4-A98B-0771CC1ED0BE}"/>
                  </a:ext>
                </a:extLst>
              </p:cNvPr>
              <p:cNvSpPr/>
              <p:nvPr/>
            </p:nvSpPr>
            <p:spPr>
              <a:xfrm>
                <a:off x="43047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82" name="타원 22881">
                <a:extLst>
                  <a:ext uri="{FF2B5EF4-FFF2-40B4-BE49-F238E27FC236}">
                    <a16:creationId xmlns:a16="http://schemas.microsoft.com/office/drawing/2014/main" id="{F4C88A72-8626-47BE-83D9-1CA9A282A0A2}"/>
                  </a:ext>
                </a:extLst>
              </p:cNvPr>
              <p:cNvSpPr/>
              <p:nvPr/>
            </p:nvSpPr>
            <p:spPr>
              <a:xfrm>
                <a:off x="44571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83" name="타원 22882">
                <a:extLst>
                  <a:ext uri="{FF2B5EF4-FFF2-40B4-BE49-F238E27FC236}">
                    <a16:creationId xmlns:a16="http://schemas.microsoft.com/office/drawing/2014/main" id="{C535EC1C-1198-4AAA-ABAE-F12685971811}"/>
                  </a:ext>
                </a:extLst>
              </p:cNvPr>
              <p:cNvSpPr/>
              <p:nvPr/>
            </p:nvSpPr>
            <p:spPr>
              <a:xfrm>
                <a:off x="46095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84" name="타원 22883">
                <a:extLst>
                  <a:ext uri="{FF2B5EF4-FFF2-40B4-BE49-F238E27FC236}">
                    <a16:creationId xmlns:a16="http://schemas.microsoft.com/office/drawing/2014/main" id="{AD70FE78-B0CF-4F8A-90EA-A437A21A8D40}"/>
                  </a:ext>
                </a:extLst>
              </p:cNvPr>
              <p:cNvSpPr/>
              <p:nvPr/>
            </p:nvSpPr>
            <p:spPr>
              <a:xfrm>
                <a:off x="47619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85" name="타원 22884">
                <a:extLst>
                  <a:ext uri="{FF2B5EF4-FFF2-40B4-BE49-F238E27FC236}">
                    <a16:creationId xmlns:a16="http://schemas.microsoft.com/office/drawing/2014/main" id="{B887B126-0039-431F-9079-19C6F9885895}"/>
                  </a:ext>
                </a:extLst>
              </p:cNvPr>
              <p:cNvSpPr/>
              <p:nvPr/>
            </p:nvSpPr>
            <p:spPr>
              <a:xfrm>
                <a:off x="49143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86" name="타원 22885">
                <a:extLst>
                  <a:ext uri="{FF2B5EF4-FFF2-40B4-BE49-F238E27FC236}">
                    <a16:creationId xmlns:a16="http://schemas.microsoft.com/office/drawing/2014/main" id="{9BC8CCBC-91EF-4F5A-B768-199A34E98639}"/>
                  </a:ext>
                </a:extLst>
              </p:cNvPr>
              <p:cNvSpPr/>
              <p:nvPr/>
            </p:nvSpPr>
            <p:spPr>
              <a:xfrm>
                <a:off x="50667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87" name="타원 22886">
                <a:extLst>
                  <a:ext uri="{FF2B5EF4-FFF2-40B4-BE49-F238E27FC236}">
                    <a16:creationId xmlns:a16="http://schemas.microsoft.com/office/drawing/2014/main" id="{E464ADCF-47A9-48F2-883D-701A181B235C}"/>
                  </a:ext>
                </a:extLst>
              </p:cNvPr>
              <p:cNvSpPr/>
              <p:nvPr/>
            </p:nvSpPr>
            <p:spPr>
              <a:xfrm>
                <a:off x="52191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88" name="타원 22887">
                <a:extLst>
                  <a:ext uri="{FF2B5EF4-FFF2-40B4-BE49-F238E27FC236}">
                    <a16:creationId xmlns:a16="http://schemas.microsoft.com/office/drawing/2014/main" id="{B1DC5F0C-B2CB-4AE1-82ED-AF04C205B5FB}"/>
                  </a:ext>
                </a:extLst>
              </p:cNvPr>
              <p:cNvSpPr/>
              <p:nvPr/>
            </p:nvSpPr>
            <p:spPr>
              <a:xfrm>
                <a:off x="53715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89" name="타원 22888">
                <a:extLst>
                  <a:ext uri="{FF2B5EF4-FFF2-40B4-BE49-F238E27FC236}">
                    <a16:creationId xmlns:a16="http://schemas.microsoft.com/office/drawing/2014/main" id="{E09D1139-ACA2-4C32-9C04-FD125EDD8F0C}"/>
                  </a:ext>
                </a:extLst>
              </p:cNvPr>
              <p:cNvSpPr/>
              <p:nvPr/>
            </p:nvSpPr>
            <p:spPr>
              <a:xfrm>
                <a:off x="55239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90" name="타원 22889">
                <a:extLst>
                  <a:ext uri="{FF2B5EF4-FFF2-40B4-BE49-F238E27FC236}">
                    <a16:creationId xmlns:a16="http://schemas.microsoft.com/office/drawing/2014/main" id="{BD080803-5AEE-4052-8399-2884A44D69CB}"/>
                  </a:ext>
                </a:extLst>
              </p:cNvPr>
              <p:cNvSpPr/>
              <p:nvPr/>
            </p:nvSpPr>
            <p:spPr>
              <a:xfrm>
                <a:off x="5676363" y="319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91" name="타원 22890">
                <a:extLst>
                  <a:ext uri="{FF2B5EF4-FFF2-40B4-BE49-F238E27FC236}">
                    <a16:creationId xmlns:a16="http://schemas.microsoft.com/office/drawing/2014/main" id="{EC4455A1-12DF-420E-80FF-0E258B643030}"/>
                  </a:ext>
                </a:extLst>
              </p:cNvPr>
              <p:cNvSpPr/>
              <p:nvPr/>
            </p:nvSpPr>
            <p:spPr>
              <a:xfrm>
                <a:off x="3423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92" name="타원 22891">
                <a:extLst>
                  <a:ext uri="{FF2B5EF4-FFF2-40B4-BE49-F238E27FC236}">
                    <a16:creationId xmlns:a16="http://schemas.microsoft.com/office/drawing/2014/main" id="{E74BEAEB-774B-4C87-B0EA-76E16F11329A}"/>
                  </a:ext>
                </a:extLst>
              </p:cNvPr>
              <p:cNvSpPr/>
              <p:nvPr/>
            </p:nvSpPr>
            <p:spPr>
              <a:xfrm>
                <a:off x="4947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93" name="타원 22892">
                <a:extLst>
                  <a:ext uri="{FF2B5EF4-FFF2-40B4-BE49-F238E27FC236}">
                    <a16:creationId xmlns:a16="http://schemas.microsoft.com/office/drawing/2014/main" id="{1DC257AA-4011-4308-8DA9-B3AF6D204619}"/>
                  </a:ext>
                </a:extLst>
              </p:cNvPr>
              <p:cNvSpPr/>
              <p:nvPr/>
            </p:nvSpPr>
            <p:spPr>
              <a:xfrm>
                <a:off x="6471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94" name="타원 22893">
                <a:extLst>
                  <a:ext uri="{FF2B5EF4-FFF2-40B4-BE49-F238E27FC236}">
                    <a16:creationId xmlns:a16="http://schemas.microsoft.com/office/drawing/2014/main" id="{3AD0DD46-7008-4A78-83E4-DC0FC9319710}"/>
                  </a:ext>
                </a:extLst>
              </p:cNvPr>
              <p:cNvSpPr/>
              <p:nvPr/>
            </p:nvSpPr>
            <p:spPr>
              <a:xfrm>
                <a:off x="7995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95" name="타원 22894">
                <a:extLst>
                  <a:ext uri="{FF2B5EF4-FFF2-40B4-BE49-F238E27FC236}">
                    <a16:creationId xmlns:a16="http://schemas.microsoft.com/office/drawing/2014/main" id="{D6B7BECE-EB79-45A6-A72C-A6EE6993DBC4}"/>
                  </a:ext>
                </a:extLst>
              </p:cNvPr>
              <p:cNvSpPr/>
              <p:nvPr/>
            </p:nvSpPr>
            <p:spPr>
              <a:xfrm>
                <a:off x="9519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96" name="타원 22895">
                <a:extLst>
                  <a:ext uri="{FF2B5EF4-FFF2-40B4-BE49-F238E27FC236}">
                    <a16:creationId xmlns:a16="http://schemas.microsoft.com/office/drawing/2014/main" id="{C8F688A4-6E34-4F17-8E92-7FE01485D82C}"/>
                  </a:ext>
                </a:extLst>
              </p:cNvPr>
              <p:cNvSpPr/>
              <p:nvPr/>
            </p:nvSpPr>
            <p:spPr>
              <a:xfrm>
                <a:off x="11043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97" name="타원 22896">
                <a:extLst>
                  <a:ext uri="{FF2B5EF4-FFF2-40B4-BE49-F238E27FC236}">
                    <a16:creationId xmlns:a16="http://schemas.microsoft.com/office/drawing/2014/main" id="{B4099C6E-7FCA-401F-BEB3-DCED07537D25}"/>
                  </a:ext>
                </a:extLst>
              </p:cNvPr>
              <p:cNvSpPr/>
              <p:nvPr/>
            </p:nvSpPr>
            <p:spPr>
              <a:xfrm>
                <a:off x="12567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98" name="타원 22897">
                <a:extLst>
                  <a:ext uri="{FF2B5EF4-FFF2-40B4-BE49-F238E27FC236}">
                    <a16:creationId xmlns:a16="http://schemas.microsoft.com/office/drawing/2014/main" id="{1791A5B2-13B1-4CB1-9E07-0684C3A7CECC}"/>
                  </a:ext>
                </a:extLst>
              </p:cNvPr>
              <p:cNvSpPr/>
              <p:nvPr/>
            </p:nvSpPr>
            <p:spPr>
              <a:xfrm>
                <a:off x="14091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899" name="타원 22898">
                <a:extLst>
                  <a:ext uri="{FF2B5EF4-FFF2-40B4-BE49-F238E27FC236}">
                    <a16:creationId xmlns:a16="http://schemas.microsoft.com/office/drawing/2014/main" id="{D7AA86DF-4323-4741-846F-CD0115F49C63}"/>
                  </a:ext>
                </a:extLst>
              </p:cNvPr>
              <p:cNvSpPr/>
              <p:nvPr/>
            </p:nvSpPr>
            <p:spPr>
              <a:xfrm>
                <a:off x="15615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00" name="타원 22899">
                <a:extLst>
                  <a:ext uri="{FF2B5EF4-FFF2-40B4-BE49-F238E27FC236}">
                    <a16:creationId xmlns:a16="http://schemas.microsoft.com/office/drawing/2014/main" id="{77EF6CE4-4618-46C8-BF51-CA74D04DFE5F}"/>
                  </a:ext>
                </a:extLst>
              </p:cNvPr>
              <p:cNvSpPr/>
              <p:nvPr/>
            </p:nvSpPr>
            <p:spPr>
              <a:xfrm>
                <a:off x="17139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01" name="타원 22900">
                <a:extLst>
                  <a:ext uri="{FF2B5EF4-FFF2-40B4-BE49-F238E27FC236}">
                    <a16:creationId xmlns:a16="http://schemas.microsoft.com/office/drawing/2014/main" id="{3999220E-8307-4ADB-8008-9CD93957D30C}"/>
                  </a:ext>
                </a:extLst>
              </p:cNvPr>
              <p:cNvSpPr/>
              <p:nvPr/>
            </p:nvSpPr>
            <p:spPr>
              <a:xfrm>
                <a:off x="18663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02" name="타원 22901">
                <a:extLst>
                  <a:ext uri="{FF2B5EF4-FFF2-40B4-BE49-F238E27FC236}">
                    <a16:creationId xmlns:a16="http://schemas.microsoft.com/office/drawing/2014/main" id="{6523DCE3-7B00-47B4-A735-26ADAC79596D}"/>
                  </a:ext>
                </a:extLst>
              </p:cNvPr>
              <p:cNvSpPr/>
              <p:nvPr/>
            </p:nvSpPr>
            <p:spPr>
              <a:xfrm>
                <a:off x="20187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03" name="타원 22902">
                <a:extLst>
                  <a:ext uri="{FF2B5EF4-FFF2-40B4-BE49-F238E27FC236}">
                    <a16:creationId xmlns:a16="http://schemas.microsoft.com/office/drawing/2014/main" id="{CEB5D893-CF10-4C73-861C-979EDB24B502}"/>
                  </a:ext>
                </a:extLst>
              </p:cNvPr>
              <p:cNvSpPr/>
              <p:nvPr/>
            </p:nvSpPr>
            <p:spPr>
              <a:xfrm>
                <a:off x="21711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04" name="타원 22903">
                <a:extLst>
                  <a:ext uri="{FF2B5EF4-FFF2-40B4-BE49-F238E27FC236}">
                    <a16:creationId xmlns:a16="http://schemas.microsoft.com/office/drawing/2014/main" id="{FDD9860B-7F4A-4D65-81D3-DB00B92EB81E}"/>
                  </a:ext>
                </a:extLst>
              </p:cNvPr>
              <p:cNvSpPr/>
              <p:nvPr/>
            </p:nvSpPr>
            <p:spPr>
              <a:xfrm>
                <a:off x="23235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05" name="타원 22904">
                <a:extLst>
                  <a:ext uri="{FF2B5EF4-FFF2-40B4-BE49-F238E27FC236}">
                    <a16:creationId xmlns:a16="http://schemas.microsoft.com/office/drawing/2014/main" id="{EA35B7CF-F01C-4AD8-8F50-6DE81CB3608F}"/>
                  </a:ext>
                </a:extLst>
              </p:cNvPr>
              <p:cNvSpPr/>
              <p:nvPr/>
            </p:nvSpPr>
            <p:spPr>
              <a:xfrm>
                <a:off x="24759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06" name="타원 22905">
                <a:extLst>
                  <a:ext uri="{FF2B5EF4-FFF2-40B4-BE49-F238E27FC236}">
                    <a16:creationId xmlns:a16="http://schemas.microsoft.com/office/drawing/2014/main" id="{DD501C55-7C6E-4EB3-8B98-356CCA46DF7A}"/>
                  </a:ext>
                </a:extLst>
              </p:cNvPr>
              <p:cNvSpPr/>
              <p:nvPr/>
            </p:nvSpPr>
            <p:spPr>
              <a:xfrm>
                <a:off x="26283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07" name="타원 22906">
                <a:extLst>
                  <a:ext uri="{FF2B5EF4-FFF2-40B4-BE49-F238E27FC236}">
                    <a16:creationId xmlns:a16="http://schemas.microsoft.com/office/drawing/2014/main" id="{94EF881E-ED87-4C7D-80E3-54CD27E7034C}"/>
                  </a:ext>
                </a:extLst>
              </p:cNvPr>
              <p:cNvSpPr/>
              <p:nvPr/>
            </p:nvSpPr>
            <p:spPr>
              <a:xfrm>
                <a:off x="27807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08" name="타원 22907">
                <a:extLst>
                  <a:ext uri="{FF2B5EF4-FFF2-40B4-BE49-F238E27FC236}">
                    <a16:creationId xmlns:a16="http://schemas.microsoft.com/office/drawing/2014/main" id="{26FED0C4-6D02-4B95-A907-571208B6A455}"/>
                  </a:ext>
                </a:extLst>
              </p:cNvPr>
              <p:cNvSpPr/>
              <p:nvPr/>
            </p:nvSpPr>
            <p:spPr>
              <a:xfrm>
                <a:off x="29331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09" name="타원 22908">
                <a:extLst>
                  <a:ext uri="{FF2B5EF4-FFF2-40B4-BE49-F238E27FC236}">
                    <a16:creationId xmlns:a16="http://schemas.microsoft.com/office/drawing/2014/main" id="{D0E95DF4-E3CC-47AF-9EB4-84B20742D408}"/>
                  </a:ext>
                </a:extLst>
              </p:cNvPr>
              <p:cNvSpPr/>
              <p:nvPr/>
            </p:nvSpPr>
            <p:spPr>
              <a:xfrm>
                <a:off x="30855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10" name="타원 22909">
                <a:extLst>
                  <a:ext uri="{FF2B5EF4-FFF2-40B4-BE49-F238E27FC236}">
                    <a16:creationId xmlns:a16="http://schemas.microsoft.com/office/drawing/2014/main" id="{91EABF45-493B-421C-A7F8-7952622441CC}"/>
                  </a:ext>
                </a:extLst>
              </p:cNvPr>
              <p:cNvSpPr/>
              <p:nvPr/>
            </p:nvSpPr>
            <p:spPr>
              <a:xfrm>
                <a:off x="32379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11" name="타원 22910">
                <a:extLst>
                  <a:ext uri="{FF2B5EF4-FFF2-40B4-BE49-F238E27FC236}">
                    <a16:creationId xmlns:a16="http://schemas.microsoft.com/office/drawing/2014/main" id="{8D2AADCE-1F1F-48B0-800D-84199082536C}"/>
                  </a:ext>
                </a:extLst>
              </p:cNvPr>
              <p:cNvSpPr/>
              <p:nvPr/>
            </p:nvSpPr>
            <p:spPr>
              <a:xfrm>
                <a:off x="33903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12" name="타원 22911">
                <a:extLst>
                  <a:ext uri="{FF2B5EF4-FFF2-40B4-BE49-F238E27FC236}">
                    <a16:creationId xmlns:a16="http://schemas.microsoft.com/office/drawing/2014/main" id="{D6B2A941-26FA-4968-BA94-DC1CCE07D9C4}"/>
                  </a:ext>
                </a:extLst>
              </p:cNvPr>
              <p:cNvSpPr/>
              <p:nvPr/>
            </p:nvSpPr>
            <p:spPr>
              <a:xfrm>
                <a:off x="35427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13" name="타원 22912">
                <a:extLst>
                  <a:ext uri="{FF2B5EF4-FFF2-40B4-BE49-F238E27FC236}">
                    <a16:creationId xmlns:a16="http://schemas.microsoft.com/office/drawing/2014/main" id="{95504A69-E0B0-4802-8EB3-E4D4CF0088DA}"/>
                  </a:ext>
                </a:extLst>
              </p:cNvPr>
              <p:cNvSpPr/>
              <p:nvPr/>
            </p:nvSpPr>
            <p:spPr>
              <a:xfrm>
                <a:off x="36951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14" name="타원 22913">
                <a:extLst>
                  <a:ext uri="{FF2B5EF4-FFF2-40B4-BE49-F238E27FC236}">
                    <a16:creationId xmlns:a16="http://schemas.microsoft.com/office/drawing/2014/main" id="{E6338E08-58BE-4453-B582-93D3900F34A8}"/>
                  </a:ext>
                </a:extLst>
              </p:cNvPr>
              <p:cNvSpPr/>
              <p:nvPr/>
            </p:nvSpPr>
            <p:spPr>
              <a:xfrm>
                <a:off x="38475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15" name="타원 22914">
                <a:extLst>
                  <a:ext uri="{FF2B5EF4-FFF2-40B4-BE49-F238E27FC236}">
                    <a16:creationId xmlns:a16="http://schemas.microsoft.com/office/drawing/2014/main" id="{6A347544-11DD-42B9-A7E1-2C39B26ECC5C}"/>
                  </a:ext>
                </a:extLst>
              </p:cNvPr>
              <p:cNvSpPr/>
              <p:nvPr/>
            </p:nvSpPr>
            <p:spPr>
              <a:xfrm>
                <a:off x="39999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16" name="타원 22915">
                <a:extLst>
                  <a:ext uri="{FF2B5EF4-FFF2-40B4-BE49-F238E27FC236}">
                    <a16:creationId xmlns:a16="http://schemas.microsoft.com/office/drawing/2014/main" id="{234F8926-27C6-4E1F-998C-1FFE6B31C5AF}"/>
                  </a:ext>
                </a:extLst>
              </p:cNvPr>
              <p:cNvSpPr/>
              <p:nvPr/>
            </p:nvSpPr>
            <p:spPr>
              <a:xfrm>
                <a:off x="41523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17" name="타원 22916">
                <a:extLst>
                  <a:ext uri="{FF2B5EF4-FFF2-40B4-BE49-F238E27FC236}">
                    <a16:creationId xmlns:a16="http://schemas.microsoft.com/office/drawing/2014/main" id="{6A4D61E2-49D4-4D8B-B660-EC157CDEAFA0}"/>
                  </a:ext>
                </a:extLst>
              </p:cNvPr>
              <p:cNvSpPr/>
              <p:nvPr/>
            </p:nvSpPr>
            <p:spPr>
              <a:xfrm>
                <a:off x="43047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18" name="타원 22917">
                <a:extLst>
                  <a:ext uri="{FF2B5EF4-FFF2-40B4-BE49-F238E27FC236}">
                    <a16:creationId xmlns:a16="http://schemas.microsoft.com/office/drawing/2014/main" id="{7DBA6604-6FAE-48C3-9F09-133B440D73B9}"/>
                  </a:ext>
                </a:extLst>
              </p:cNvPr>
              <p:cNvSpPr/>
              <p:nvPr/>
            </p:nvSpPr>
            <p:spPr>
              <a:xfrm>
                <a:off x="44571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19" name="타원 22918">
                <a:extLst>
                  <a:ext uri="{FF2B5EF4-FFF2-40B4-BE49-F238E27FC236}">
                    <a16:creationId xmlns:a16="http://schemas.microsoft.com/office/drawing/2014/main" id="{01561D50-60B7-4909-9A2C-4D0D3E4100D3}"/>
                  </a:ext>
                </a:extLst>
              </p:cNvPr>
              <p:cNvSpPr/>
              <p:nvPr/>
            </p:nvSpPr>
            <p:spPr>
              <a:xfrm>
                <a:off x="46095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20" name="타원 22919">
                <a:extLst>
                  <a:ext uri="{FF2B5EF4-FFF2-40B4-BE49-F238E27FC236}">
                    <a16:creationId xmlns:a16="http://schemas.microsoft.com/office/drawing/2014/main" id="{EC8465AC-F142-4C95-8516-58DB72134C93}"/>
                  </a:ext>
                </a:extLst>
              </p:cNvPr>
              <p:cNvSpPr/>
              <p:nvPr/>
            </p:nvSpPr>
            <p:spPr>
              <a:xfrm>
                <a:off x="47619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21" name="타원 22920">
                <a:extLst>
                  <a:ext uri="{FF2B5EF4-FFF2-40B4-BE49-F238E27FC236}">
                    <a16:creationId xmlns:a16="http://schemas.microsoft.com/office/drawing/2014/main" id="{916277DB-25F0-437B-8239-B86386A2D81E}"/>
                  </a:ext>
                </a:extLst>
              </p:cNvPr>
              <p:cNvSpPr/>
              <p:nvPr/>
            </p:nvSpPr>
            <p:spPr>
              <a:xfrm>
                <a:off x="49143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22" name="타원 22921">
                <a:extLst>
                  <a:ext uri="{FF2B5EF4-FFF2-40B4-BE49-F238E27FC236}">
                    <a16:creationId xmlns:a16="http://schemas.microsoft.com/office/drawing/2014/main" id="{E72FCD2F-FF09-4AD3-BE7D-1FB3F4563A8C}"/>
                  </a:ext>
                </a:extLst>
              </p:cNvPr>
              <p:cNvSpPr/>
              <p:nvPr/>
            </p:nvSpPr>
            <p:spPr>
              <a:xfrm>
                <a:off x="50667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23" name="타원 22922">
                <a:extLst>
                  <a:ext uri="{FF2B5EF4-FFF2-40B4-BE49-F238E27FC236}">
                    <a16:creationId xmlns:a16="http://schemas.microsoft.com/office/drawing/2014/main" id="{A5336627-A403-48A3-94C2-CC3E76BFE49B}"/>
                  </a:ext>
                </a:extLst>
              </p:cNvPr>
              <p:cNvSpPr/>
              <p:nvPr/>
            </p:nvSpPr>
            <p:spPr>
              <a:xfrm>
                <a:off x="52191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24" name="타원 22923">
                <a:extLst>
                  <a:ext uri="{FF2B5EF4-FFF2-40B4-BE49-F238E27FC236}">
                    <a16:creationId xmlns:a16="http://schemas.microsoft.com/office/drawing/2014/main" id="{C3A761C1-1FA0-489D-8472-8620FF037016}"/>
                  </a:ext>
                </a:extLst>
              </p:cNvPr>
              <p:cNvSpPr/>
              <p:nvPr/>
            </p:nvSpPr>
            <p:spPr>
              <a:xfrm>
                <a:off x="53715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25" name="타원 22924">
                <a:extLst>
                  <a:ext uri="{FF2B5EF4-FFF2-40B4-BE49-F238E27FC236}">
                    <a16:creationId xmlns:a16="http://schemas.microsoft.com/office/drawing/2014/main" id="{D4E140E6-BEFE-4367-B7B9-7513BA6FD313}"/>
                  </a:ext>
                </a:extLst>
              </p:cNvPr>
              <p:cNvSpPr/>
              <p:nvPr/>
            </p:nvSpPr>
            <p:spPr>
              <a:xfrm>
                <a:off x="55239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26" name="타원 22925">
                <a:extLst>
                  <a:ext uri="{FF2B5EF4-FFF2-40B4-BE49-F238E27FC236}">
                    <a16:creationId xmlns:a16="http://schemas.microsoft.com/office/drawing/2014/main" id="{EA42AF62-89F4-41E2-9C15-462B52057299}"/>
                  </a:ext>
                </a:extLst>
              </p:cNvPr>
              <p:cNvSpPr/>
              <p:nvPr/>
            </p:nvSpPr>
            <p:spPr>
              <a:xfrm>
                <a:off x="5676363" y="334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27" name="타원 22926">
                <a:extLst>
                  <a:ext uri="{FF2B5EF4-FFF2-40B4-BE49-F238E27FC236}">
                    <a16:creationId xmlns:a16="http://schemas.microsoft.com/office/drawing/2014/main" id="{9CCB5433-29B8-4F58-907F-3FA7B4373C6F}"/>
                  </a:ext>
                </a:extLst>
              </p:cNvPr>
              <p:cNvSpPr/>
              <p:nvPr/>
            </p:nvSpPr>
            <p:spPr>
              <a:xfrm>
                <a:off x="3423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28" name="타원 22927">
                <a:extLst>
                  <a:ext uri="{FF2B5EF4-FFF2-40B4-BE49-F238E27FC236}">
                    <a16:creationId xmlns:a16="http://schemas.microsoft.com/office/drawing/2014/main" id="{983D3E4F-916F-48BA-8761-4FB7AC076415}"/>
                  </a:ext>
                </a:extLst>
              </p:cNvPr>
              <p:cNvSpPr/>
              <p:nvPr/>
            </p:nvSpPr>
            <p:spPr>
              <a:xfrm>
                <a:off x="4947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29" name="타원 22928">
                <a:extLst>
                  <a:ext uri="{FF2B5EF4-FFF2-40B4-BE49-F238E27FC236}">
                    <a16:creationId xmlns:a16="http://schemas.microsoft.com/office/drawing/2014/main" id="{2B7B636E-700D-43A1-98FC-564BD84D68A1}"/>
                  </a:ext>
                </a:extLst>
              </p:cNvPr>
              <p:cNvSpPr/>
              <p:nvPr/>
            </p:nvSpPr>
            <p:spPr>
              <a:xfrm>
                <a:off x="6471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30" name="타원 22929">
                <a:extLst>
                  <a:ext uri="{FF2B5EF4-FFF2-40B4-BE49-F238E27FC236}">
                    <a16:creationId xmlns:a16="http://schemas.microsoft.com/office/drawing/2014/main" id="{9A360A1E-B7A8-4742-8174-3B82AC3F5B64}"/>
                  </a:ext>
                </a:extLst>
              </p:cNvPr>
              <p:cNvSpPr/>
              <p:nvPr/>
            </p:nvSpPr>
            <p:spPr>
              <a:xfrm>
                <a:off x="7995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31" name="타원 22930">
                <a:extLst>
                  <a:ext uri="{FF2B5EF4-FFF2-40B4-BE49-F238E27FC236}">
                    <a16:creationId xmlns:a16="http://schemas.microsoft.com/office/drawing/2014/main" id="{26350BC4-67D5-4FAD-B358-FC09FF3DAEB2}"/>
                  </a:ext>
                </a:extLst>
              </p:cNvPr>
              <p:cNvSpPr/>
              <p:nvPr/>
            </p:nvSpPr>
            <p:spPr>
              <a:xfrm>
                <a:off x="9519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32" name="타원 22931">
                <a:extLst>
                  <a:ext uri="{FF2B5EF4-FFF2-40B4-BE49-F238E27FC236}">
                    <a16:creationId xmlns:a16="http://schemas.microsoft.com/office/drawing/2014/main" id="{A05F52FA-8055-41AD-88FE-07891514CA26}"/>
                  </a:ext>
                </a:extLst>
              </p:cNvPr>
              <p:cNvSpPr/>
              <p:nvPr/>
            </p:nvSpPr>
            <p:spPr>
              <a:xfrm>
                <a:off x="11043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33" name="타원 22932">
                <a:extLst>
                  <a:ext uri="{FF2B5EF4-FFF2-40B4-BE49-F238E27FC236}">
                    <a16:creationId xmlns:a16="http://schemas.microsoft.com/office/drawing/2014/main" id="{833E6A8E-0895-4232-B20C-5AAA22AAB3AF}"/>
                  </a:ext>
                </a:extLst>
              </p:cNvPr>
              <p:cNvSpPr/>
              <p:nvPr/>
            </p:nvSpPr>
            <p:spPr>
              <a:xfrm>
                <a:off x="12567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34" name="타원 22933">
                <a:extLst>
                  <a:ext uri="{FF2B5EF4-FFF2-40B4-BE49-F238E27FC236}">
                    <a16:creationId xmlns:a16="http://schemas.microsoft.com/office/drawing/2014/main" id="{600A5D5D-DBF7-43CF-A5AF-91057808747D}"/>
                  </a:ext>
                </a:extLst>
              </p:cNvPr>
              <p:cNvSpPr/>
              <p:nvPr/>
            </p:nvSpPr>
            <p:spPr>
              <a:xfrm>
                <a:off x="14091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35" name="타원 22934">
                <a:extLst>
                  <a:ext uri="{FF2B5EF4-FFF2-40B4-BE49-F238E27FC236}">
                    <a16:creationId xmlns:a16="http://schemas.microsoft.com/office/drawing/2014/main" id="{BEDB74E7-01B9-49E7-B12F-15DDCF68398F}"/>
                  </a:ext>
                </a:extLst>
              </p:cNvPr>
              <p:cNvSpPr/>
              <p:nvPr/>
            </p:nvSpPr>
            <p:spPr>
              <a:xfrm>
                <a:off x="15615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36" name="타원 22935">
                <a:extLst>
                  <a:ext uri="{FF2B5EF4-FFF2-40B4-BE49-F238E27FC236}">
                    <a16:creationId xmlns:a16="http://schemas.microsoft.com/office/drawing/2014/main" id="{386BCF75-B473-40B2-BE73-30247611CFAD}"/>
                  </a:ext>
                </a:extLst>
              </p:cNvPr>
              <p:cNvSpPr/>
              <p:nvPr/>
            </p:nvSpPr>
            <p:spPr>
              <a:xfrm>
                <a:off x="17139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37" name="타원 22936">
                <a:extLst>
                  <a:ext uri="{FF2B5EF4-FFF2-40B4-BE49-F238E27FC236}">
                    <a16:creationId xmlns:a16="http://schemas.microsoft.com/office/drawing/2014/main" id="{812972AA-D29E-48FB-B047-31F32258C5FF}"/>
                  </a:ext>
                </a:extLst>
              </p:cNvPr>
              <p:cNvSpPr/>
              <p:nvPr/>
            </p:nvSpPr>
            <p:spPr>
              <a:xfrm>
                <a:off x="18663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38" name="타원 22937">
                <a:extLst>
                  <a:ext uri="{FF2B5EF4-FFF2-40B4-BE49-F238E27FC236}">
                    <a16:creationId xmlns:a16="http://schemas.microsoft.com/office/drawing/2014/main" id="{BAC61650-C214-4CC2-B9AF-861A8FF782C3}"/>
                  </a:ext>
                </a:extLst>
              </p:cNvPr>
              <p:cNvSpPr/>
              <p:nvPr/>
            </p:nvSpPr>
            <p:spPr>
              <a:xfrm>
                <a:off x="20187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39" name="타원 22938">
                <a:extLst>
                  <a:ext uri="{FF2B5EF4-FFF2-40B4-BE49-F238E27FC236}">
                    <a16:creationId xmlns:a16="http://schemas.microsoft.com/office/drawing/2014/main" id="{C8BA6ADB-2C8A-41D6-96D5-4C117F057CE8}"/>
                  </a:ext>
                </a:extLst>
              </p:cNvPr>
              <p:cNvSpPr/>
              <p:nvPr/>
            </p:nvSpPr>
            <p:spPr>
              <a:xfrm>
                <a:off x="21711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40" name="타원 22939">
                <a:extLst>
                  <a:ext uri="{FF2B5EF4-FFF2-40B4-BE49-F238E27FC236}">
                    <a16:creationId xmlns:a16="http://schemas.microsoft.com/office/drawing/2014/main" id="{29B5C993-7994-4FD7-B03F-1B4C5552BAD7}"/>
                  </a:ext>
                </a:extLst>
              </p:cNvPr>
              <p:cNvSpPr/>
              <p:nvPr/>
            </p:nvSpPr>
            <p:spPr>
              <a:xfrm>
                <a:off x="23235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41" name="타원 22940">
                <a:extLst>
                  <a:ext uri="{FF2B5EF4-FFF2-40B4-BE49-F238E27FC236}">
                    <a16:creationId xmlns:a16="http://schemas.microsoft.com/office/drawing/2014/main" id="{3C87DF08-04EA-442F-9EEC-6ADBE538F828}"/>
                  </a:ext>
                </a:extLst>
              </p:cNvPr>
              <p:cNvSpPr/>
              <p:nvPr/>
            </p:nvSpPr>
            <p:spPr>
              <a:xfrm>
                <a:off x="24759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42" name="타원 22941">
                <a:extLst>
                  <a:ext uri="{FF2B5EF4-FFF2-40B4-BE49-F238E27FC236}">
                    <a16:creationId xmlns:a16="http://schemas.microsoft.com/office/drawing/2014/main" id="{4856BBF9-4504-41AF-91DB-A4D6DCA62182}"/>
                  </a:ext>
                </a:extLst>
              </p:cNvPr>
              <p:cNvSpPr/>
              <p:nvPr/>
            </p:nvSpPr>
            <p:spPr>
              <a:xfrm>
                <a:off x="26283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43" name="타원 22942">
                <a:extLst>
                  <a:ext uri="{FF2B5EF4-FFF2-40B4-BE49-F238E27FC236}">
                    <a16:creationId xmlns:a16="http://schemas.microsoft.com/office/drawing/2014/main" id="{61255FA1-5245-4B5D-830B-2B60221CD162}"/>
                  </a:ext>
                </a:extLst>
              </p:cNvPr>
              <p:cNvSpPr/>
              <p:nvPr/>
            </p:nvSpPr>
            <p:spPr>
              <a:xfrm>
                <a:off x="27807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44" name="타원 22943">
                <a:extLst>
                  <a:ext uri="{FF2B5EF4-FFF2-40B4-BE49-F238E27FC236}">
                    <a16:creationId xmlns:a16="http://schemas.microsoft.com/office/drawing/2014/main" id="{F9E6A378-FACD-4653-953E-085D2F26CDE3}"/>
                  </a:ext>
                </a:extLst>
              </p:cNvPr>
              <p:cNvSpPr/>
              <p:nvPr/>
            </p:nvSpPr>
            <p:spPr>
              <a:xfrm>
                <a:off x="29331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45" name="타원 22944">
                <a:extLst>
                  <a:ext uri="{FF2B5EF4-FFF2-40B4-BE49-F238E27FC236}">
                    <a16:creationId xmlns:a16="http://schemas.microsoft.com/office/drawing/2014/main" id="{1B748B35-34FD-498A-9ECF-C2537BB51F61}"/>
                  </a:ext>
                </a:extLst>
              </p:cNvPr>
              <p:cNvSpPr/>
              <p:nvPr/>
            </p:nvSpPr>
            <p:spPr>
              <a:xfrm>
                <a:off x="30855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46" name="타원 22945">
                <a:extLst>
                  <a:ext uri="{FF2B5EF4-FFF2-40B4-BE49-F238E27FC236}">
                    <a16:creationId xmlns:a16="http://schemas.microsoft.com/office/drawing/2014/main" id="{2F56B153-5EA8-4F48-9A11-E929B10ECA3B}"/>
                  </a:ext>
                </a:extLst>
              </p:cNvPr>
              <p:cNvSpPr/>
              <p:nvPr/>
            </p:nvSpPr>
            <p:spPr>
              <a:xfrm>
                <a:off x="32379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47" name="타원 22946">
                <a:extLst>
                  <a:ext uri="{FF2B5EF4-FFF2-40B4-BE49-F238E27FC236}">
                    <a16:creationId xmlns:a16="http://schemas.microsoft.com/office/drawing/2014/main" id="{0BAD33C0-B519-42AC-A0AA-979DADE1E002}"/>
                  </a:ext>
                </a:extLst>
              </p:cNvPr>
              <p:cNvSpPr/>
              <p:nvPr/>
            </p:nvSpPr>
            <p:spPr>
              <a:xfrm>
                <a:off x="33903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48" name="타원 22947">
                <a:extLst>
                  <a:ext uri="{FF2B5EF4-FFF2-40B4-BE49-F238E27FC236}">
                    <a16:creationId xmlns:a16="http://schemas.microsoft.com/office/drawing/2014/main" id="{308DC712-AA20-4084-B7E8-9110D6725920}"/>
                  </a:ext>
                </a:extLst>
              </p:cNvPr>
              <p:cNvSpPr/>
              <p:nvPr/>
            </p:nvSpPr>
            <p:spPr>
              <a:xfrm>
                <a:off x="35427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49" name="타원 22948">
                <a:extLst>
                  <a:ext uri="{FF2B5EF4-FFF2-40B4-BE49-F238E27FC236}">
                    <a16:creationId xmlns:a16="http://schemas.microsoft.com/office/drawing/2014/main" id="{150CC3B9-B152-49E7-8BCF-AD17654AF813}"/>
                  </a:ext>
                </a:extLst>
              </p:cNvPr>
              <p:cNvSpPr/>
              <p:nvPr/>
            </p:nvSpPr>
            <p:spPr>
              <a:xfrm>
                <a:off x="36951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50" name="타원 22949">
                <a:extLst>
                  <a:ext uri="{FF2B5EF4-FFF2-40B4-BE49-F238E27FC236}">
                    <a16:creationId xmlns:a16="http://schemas.microsoft.com/office/drawing/2014/main" id="{79ACE0B2-ABB1-4A6A-9D2A-DEA7431297C0}"/>
                  </a:ext>
                </a:extLst>
              </p:cNvPr>
              <p:cNvSpPr/>
              <p:nvPr/>
            </p:nvSpPr>
            <p:spPr>
              <a:xfrm>
                <a:off x="38475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51" name="타원 22950">
                <a:extLst>
                  <a:ext uri="{FF2B5EF4-FFF2-40B4-BE49-F238E27FC236}">
                    <a16:creationId xmlns:a16="http://schemas.microsoft.com/office/drawing/2014/main" id="{48059DD7-BB47-4B93-888D-980EE51A5010}"/>
                  </a:ext>
                </a:extLst>
              </p:cNvPr>
              <p:cNvSpPr/>
              <p:nvPr/>
            </p:nvSpPr>
            <p:spPr>
              <a:xfrm>
                <a:off x="39999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52" name="타원 22951">
                <a:extLst>
                  <a:ext uri="{FF2B5EF4-FFF2-40B4-BE49-F238E27FC236}">
                    <a16:creationId xmlns:a16="http://schemas.microsoft.com/office/drawing/2014/main" id="{55974B6A-5B0E-44C3-BD38-4EAB937A8B6D}"/>
                  </a:ext>
                </a:extLst>
              </p:cNvPr>
              <p:cNvSpPr/>
              <p:nvPr/>
            </p:nvSpPr>
            <p:spPr>
              <a:xfrm>
                <a:off x="41523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53" name="타원 22952">
                <a:extLst>
                  <a:ext uri="{FF2B5EF4-FFF2-40B4-BE49-F238E27FC236}">
                    <a16:creationId xmlns:a16="http://schemas.microsoft.com/office/drawing/2014/main" id="{1013BD44-1277-4F57-91F8-A873DB74583D}"/>
                  </a:ext>
                </a:extLst>
              </p:cNvPr>
              <p:cNvSpPr/>
              <p:nvPr/>
            </p:nvSpPr>
            <p:spPr>
              <a:xfrm>
                <a:off x="43047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54" name="타원 22953">
                <a:extLst>
                  <a:ext uri="{FF2B5EF4-FFF2-40B4-BE49-F238E27FC236}">
                    <a16:creationId xmlns:a16="http://schemas.microsoft.com/office/drawing/2014/main" id="{B4BD7D45-0AD8-4CCB-9621-B98C3315312C}"/>
                  </a:ext>
                </a:extLst>
              </p:cNvPr>
              <p:cNvSpPr/>
              <p:nvPr/>
            </p:nvSpPr>
            <p:spPr>
              <a:xfrm>
                <a:off x="44571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55" name="타원 22954">
                <a:extLst>
                  <a:ext uri="{FF2B5EF4-FFF2-40B4-BE49-F238E27FC236}">
                    <a16:creationId xmlns:a16="http://schemas.microsoft.com/office/drawing/2014/main" id="{1E12E4D9-CD82-4FEA-A215-A6DC5F9D8F64}"/>
                  </a:ext>
                </a:extLst>
              </p:cNvPr>
              <p:cNvSpPr/>
              <p:nvPr/>
            </p:nvSpPr>
            <p:spPr>
              <a:xfrm>
                <a:off x="46095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56" name="타원 22955">
                <a:extLst>
                  <a:ext uri="{FF2B5EF4-FFF2-40B4-BE49-F238E27FC236}">
                    <a16:creationId xmlns:a16="http://schemas.microsoft.com/office/drawing/2014/main" id="{C9F3F25F-2E4D-4209-9A2E-E61E49B5C469}"/>
                  </a:ext>
                </a:extLst>
              </p:cNvPr>
              <p:cNvSpPr/>
              <p:nvPr/>
            </p:nvSpPr>
            <p:spPr>
              <a:xfrm>
                <a:off x="47619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57" name="타원 22956">
                <a:extLst>
                  <a:ext uri="{FF2B5EF4-FFF2-40B4-BE49-F238E27FC236}">
                    <a16:creationId xmlns:a16="http://schemas.microsoft.com/office/drawing/2014/main" id="{34B86CC2-3C69-47FA-825B-31B8AA5F0721}"/>
                  </a:ext>
                </a:extLst>
              </p:cNvPr>
              <p:cNvSpPr/>
              <p:nvPr/>
            </p:nvSpPr>
            <p:spPr>
              <a:xfrm>
                <a:off x="49143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58" name="타원 22957">
                <a:extLst>
                  <a:ext uri="{FF2B5EF4-FFF2-40B4-BE49-F238E27FC236}">
                    <a16:creationId xmlns:a16="http://schemas.microsoft.com/office/drawing/2014/main" id="{9A353C02-B257-448B-8145-840E163B222E}"/>
                  </a:ext>
                </a:extLst>
              </p:cNvPr>
              <p:cNvSpPr/>
              <p:nvPr/>
            </p:nvSpPr>
            <p:spPr>
              <a:xfrm>
                <a:off x="50667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59" name="타원 22958">
                <a:extLst>
                  <a:ext uri="{FF2B5EF4-FFF2-40B4-BE49-F238E27FC236}">
                    <a16:creationId xmlns:a16="http://schemas.microsoft.com/office/drawing/2014/main" id="{1ED342AD-2ACD-4943-9F11-1643F442A4FF}"/>
                  </a:ext>
                </a:extLst>
              </p:cNvPr>
              <p:cNvSpPr/>
              <p:nvPr/>
            </p:nvSpPr>
            <p:spPr>
              <a:xfrm>
                <a:off x="52191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60" name="타원 22959">
                <a:extLst>
                  <a:ext uri="{FF2B5EF4-FFF2-40B4-BE49-F238E27FC236}">
                    <a16:creationId xmlns:a16="http://schemas.microsoft.com/office/drawing/2014/main" id="{C6C8D5ED-7E60-4ABB-B831-56D0CE796D11}"/>
                  </a:ext>
                </a:extLst>
              </p:cNvPr>
              <p:cNvSpPr/>
              <p:nvPr/>
            </p:nvSpPr>
            <p:spPr>
              <a:xfrm>
                <a:off x="53715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61" name="타원 22960">
                <a:extLst>
                  <a:ext uri="{FF2B5EF4-FFF2-40B4-BE49-F238E27FC236}">
                    <a16:creationId xmlns:a16="http://schemas.microsoft.com/office/drawing/2014/main" id="{41EF5933-ADD1-422C-AAAB-C2CEAF91C91B}"/>
                  </a:ext>
                </a:extLst>
              </p:cNvPr>
              <p:cNvSpPr/>
              <p:nvPr/>
            </p:nvSpPr>
            <p:spPr>
              <a:xfrm>
                <a:off x="55239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62" name="타원 22961">
                <a:extLst>
                  <a:ext uri="{FF2B5EF4-FFF2-40B4-BE49-F238E27FC236}">
                    <a16:creationId xmlns:a16="http://schemas.microsoft.com/office/drawing/2014/main" id="{36F3B582-B40B-4A20-AFC2-7C778CF2581A}"/>
                  </a:ext>
                </a:extLst>
              </p:cNvPr>
              <p:cNvSpPr/>
              <p:nvPr/>
            </p:nvSpPr>
            <p:spPr>
              <a:xfrm>
                <a:off x="5676363" y="349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63" name="타원 22962">
                <a:extLst>
                  <a:ext uri="{FF2B5EF4-FFF2-40B4-BE49-F238E27FC236}">
                    <a16:creationId xmlns:a16="http://schemas.microsoft.com/office/drawing/2014/main" id="{0C1F4174-A077-4105-AADC-B469FA18DD82}"/>
                  </a:ext>
                </a:extLst>
              </p:cNvPr>
              <p:cNvSpPr/>
              <p:nvPr/>
            </p:nvSpPr>
            <p:spPr>
              <a:xfrm>
                <a:off x="3423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64" name="타원 22963">
                <a:extLst>
                  <a:ext uri="{FF2B5EF4-FFF2-40B4-BE49-F238E27FC236}">
                    <a16:creationId xmlns:a16="http://schemas.microsoft.com/office/drawing/2014/main" id="{029BBA1E-4A83-4E34-ADD2-B5858A33FBDC}"/>
                  </a:ext>
                </a:extLst>
              </p:cNvPr>
              <p:cNvSpPr/>
              <p:nvPr/>
            </p:nvSpPr>
            <p:spPr>
              <a:xfrm>
                <a:off x="4947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65" name="타원 22964">
                <a:extLst>
                  <a:ext uri="{FF2B5EF4-FFF2-40B4-BE49-F238E27FC236}">
                    <a16:creationId xmlns:a16="http://schemas.microsoft.com/office/drawing/2014/main" id="{DFCE6041-BEC8-4819-8C07-96A8B476C74C}"/>
                  </a:ext>
                </a:extLst>
              </p:cNvPr>
              <p:cNvSpPr/>
              <p:nvPr/>
            </p:nvSpPr>
            <p:spPr>
              <a:xfrm>
                <a:off x="6471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66" name="타원 22965">
                <a:extLst>
                  <a:ext uri="{FF2B5EF4-FFF2-40B4-BE49-F238E27FC236}">
                    <a16:creationId xmlns:a16="http://schemas.microsoft.com/office/drawing/2014/main" id="{106FD8E9-826C-491D-BC7A-4038EB1E21DF}"/>
                  </a:ext>
                </a:extLst>
              </p:cNvPr>
              <p:cNvSpPr/>
              <p:nvPr/>
            </p:nvSpPr>
            <p:spPr>
              <a:xfrm>
                <a:off x="7995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67" name="타원 22966">
                <a:extLst>
                  <a:ext uri="{FF2B5EF4-FFF2-40B4-BE49-F238E27FC236}">
                    <a16:creationId xmlns:a16="http://schemas.microsoft.com/office/drawing/2014/main" id="{03710348-757A-470F-A612-FDA0FE639763}"/>
                  </a:ext>
                </a:extLst>
              </p:cNvPr>
              <p:cNvSpPr/>
              <p:nvPr/>
            </p:nvSpPr>
            <p:spPr>
              <a:xfrm>
                <a:off x="9519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68" name="타원 22967">
                <a:extLst>
                  <a:ext uri="{FF2B5EF4-FFF2-40B4-BE49-F238E27FC236}">
                    <a16:creationId xmlns:a16="http://schemas.microsoft.com/office/drawing/2014/main" id="{E28B0556-813A-4116-BAD0-DF809CC18387}"/>
                  </a:ext>
                </a:extLst>
              </p:cNvPr>
              <p:cNvSpPr/>
              <p:nvPr/>
            </p:nvSpPr>
            <p:spPr>
              <a:xfrm>
                <a:off x="11043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69" name="타원 22968">
                <a:extLst>
                  <a:ext uri="{FF2B5EF4-FFF2-40B4-BE49-F238E27FC236}">
                    <a16:creationId xmlns:a16="http://schemas.microsoft.com/office/drawing/2014/main" id="{090AB4FC-0155-41B8-B6F3-E4D179DEDDB0}"/>
                  </a:ext>
                </a:extLst>
              </p:cNvPr>
              <p:cNvSpPr/>
              <p:nvPr/>
            </p:nvSpPr>
            <p:spPr>
              <a:xfrm>
                <a:off x="12567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70" name="타원 22969">
                <a:extLst>
                  <a:ext uri="{FF2B5EF4-FFF2-40B4-BE49-F238E27FC236}">
                    <a16:creationId xmlns:a16="http://schemas.microsoft.com/office/drawing/2014/main" id="{81A9B332-6435-45CE-A9E0-135317E980BE}"/>
                  </a:ext>
                </a:extLst>
              </p:cNvPr>
              <p:cNvSpPr/>
              <p:nvPr/>
            </p:nvSpPr>
            <p:spPr>
              <a:xfrm>
                <a:off x="14091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71" name="타원 22970">
                <a:extLst>
                  <a:ext uri="{FF2B5EF4-FFF2-40B4-BE49-F238E27FC236}">
                    <a16:creationId xmlns:a16="http://schemas.microsoft.com/office/drawing/2014/main" id="{86FE5053-56AB-4957-968E-72847C9D4E9F}"/>
                  </a:ext>
                </a:extLst>
              </p:cNvPr>
              <p:cNvSpPr/>
              <p:nvPr/>
            </p:nvSpPr>
            <p:spPr>
              <a:xfrm>
                <a:off x="15615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72" name="타원 22971">
                <a:extLst>
                  <a:ext uri="{FF2B5EF4-FFF2-40B4-BE49-F238E27FC236}">
                    <a16:creationId xmlns:a16="http://schemas.microsoft.com/office/drawing/2014/main" id="{89F152EE-4CC4-40E4-8B6E-29D677648D3E}"/>
                  </a:ext>
                </a:extLst>
              </p:cNvPr>
              <p:cNvSpPr/>
              <p:nvPr/>
            </p:nvSpPr>
            <p:spPr>
              <a:xfrm>
                <a:off x="17139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73" name="타원 22972">
                <a:extLst>
                  <a:ext uri="{FF2B5EF4-FFF2-40B4-BE49-F238E27FC236}">
                    <a16:creationId xmlns:a16="http://schemas.microsoft.com/office/drawing/2014/main" id="{76CFFD6B-C6D3-4C57-8FBE-DC9226EE74EE}"/>
                  </a:ext>
                </a:extLst>
              </p:cNvPr>
              <p:cNvSpPr/>
              <p:nvPr/>
            </p:nvSpPr>
            <p:spPr>
              <a:xfrm>
                <a:off x="18663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74" name="타원 22973">
                <a:extLst>
                  <a:ext uri="{FF2B5EF4-FFF2-40B4-BE49-F238E27FC236}">
                    <a16:creationId xmlns:a16="http://schemas.microsoft.com/office/drawing/2014/main" id="{A9A85163-842D-4395-875D-E6606AE61D00}"/>
                  </a:ext>
                </a:extLst>
              </p:cNvPr>
              <p:cNvSpPr/>
              <p:nvPr/>
            </p:nvSpPr>
            <p:spPr>
              <a:xfrm>
                <a:off x="20187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75" name="타원 22974">
                <a:extLst>
                  <a:ext uri="{FF2B5EF4-FFF2-40B4-BE49-F238E27FC236}">
                    <a16:creationId xmlns:a16="http://schemas.microsoft.com/office/drawing/2014/main" id="{6D424C42-023A-48FC-9486-6011DE7FE562}"/>
                  </a:ext>
                </a:extLst>
              </p:cNvPr>
              <p:cNvSpPr/>
              <p:nvPr/>
            </p:nvSpPr>
            <p:spPr>
              <a:xfrm>
                <a:off x="21711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76" name="타원 22975">
                <a:extLst>
                  <a:ext uri="{FF2B5EF4-FFF2-40B4-BE49-F238E27FC236}">
                    <a16:creationId xmlns:a16="http://schemas.microsoft.com/office/drawing/2014/main" id="{14BFCC94-737C-4A31-85A3-C61EE4A3BA05}"/>
                  </a:ext>
                </a:extLst>
              </p:cNvPr>
              <p:cNvSpPr/>
              <p:nvPr/>
            </p:nvSpPr>
            <p:spPr>
              <a:xfrm>
                <a:off x="23235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77" name="타원 22976">
                <a:extLst>
                  <a:ext uri="{FF2B5EF4-FFF2-40B4-BE49-F238E27FC236}">
                    <a16:creationId xmlns:a16="http://schemas.microsoft.com/office/drawing/2014/main" id="{43B47B57-7815-4364-944A-A48A21B58E18}"/>
                  </a:ext>
                </a:extLst>
              </p:cNvPr>
              <p:cNvSpPr/>
              <p:nvPr/>
            </p:nvSpPr>
            <p:spPr>
              <a:xfrm>
                <a:off x="24759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78" name="타원 22977">
                <a:extLst>
                  <a:ext uri="{FF2B5EF4-FFF2-40B4-BE49-F238E27FC236}">
                    <a16:creationId xmlns:a16="http://schemas.microsoft.com/office/drawing/2014/main" id="{1B6EF957-53B7-4F99-A9BE-5BB7F8BC7ABA}"/>
                  </a:ext>
                </a:extLst>
              </p:cNvPr>
              <p:cNvSpPr/>
              <p:nvPr/>
            </p:nvSpPr>
            <p:spPr>
              <a:xfrm>
                <a:off x="26283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79" name="타원 22978">
                <a:extLst>
                  <a:ext uri="{FF2B5EF4-FFF2-40B4-BE49-F238E27FC236}">
                    <a16:creationId xmlns:a16="http://schemas.microsoft.com/office/drawing/2014/main" id="{B84E090C-643A-4541-BD6E-CDC56798E22D}"/>
                  </a:ext>
                </a:extLst>
              </p:cNvPr>
              <p:cNvSpPr/>
              <p:nvPr/>
            </p:nvSpPr>
            <p:spPr>
              <a:xfrm>
                <a:off x="27807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80" name="타원 22979">
                <a:extLst>
                  <a:ext uri="{FF2B5EF4-FFF2-40B4-BE49-F238E27FC236}">
                    <a16:creationId xmlns:a16="http://schemas.microsoft.com/office/drawing/2014/main" id="{F266B67A-0A96-4ABF-A7FA-29956C710D0E}"/>
                  </a:ext>
                </a:extLst>
              </p:cNvPr>
              <p:cNvSpPr/>
              <p:nvPr/>
            </p:nvSpPr>
            <p:spPr>
              <a:xfrm>
                <a:off x="29331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81" name="타원 22980">
                <a:extLst>
                  <a:ext uri="{FF2B5EF4-FFF2-40B4-BE49-F238E27FC236}">
                    <a16:creationId xmlns:a16="http://schemas.microsoft.com/office/drawing/2014/main" id="{B6EFFF73-59B2-45C5-BBDD-F71D00BA96AF}"/>
                  </a:ext>
                </a:extLst>
              </p:cNvPr>
              <p:cNvSpPr/>
              <p:nvPr/>
            </p:nvSpPr>
            <p:spPr>
              <a:xfrm>
                <a:off x="30855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82" name="타원 22981">
                <a:extLst>
                  <a:ext uri="{FF2B5EF4-FFF2-40B4-BE49-F238E27FC236}">
                    <a16:creationId xmlns:a16="http://schemas.microsoft.com/office/drawing/2014/main" id="{6135092E-26B1-44B8-89C0-C229120E42B4}"/>
                  </a:ext>
                </a:extLst>
              </p:cNvPr>
              <p:cNvSpPr/>
              <p:nvPr/>
            </p:nvSpPr>
            <p:spPr>
              <a:xfrm>
                <a:off x="32379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83" name="타원 22982">
                <a:extLst>
                  <a:ext uri="{FF2B5EF4-FFF2-40B4-BE49-F238E27FC236}">
                    <a16:creationId xmlns:a16="http://schemas.microsoft.com/office/drawing/2014/main" id="{BA099D67-DED4-41F5-856F-3BC9A6FE9A7D}"/>
                  </a:ext>
                </a:extLst>
              </p:cNvPr>
              <p:cNvSpPr/>
              <p:nvPr/>
            </p:nvSpPr>
            <p:spPr>
              <a:xfrm>
                <a:off x="33903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84" name="타원 22983">
                <a:extLst>
                  <a:ext uri="{FF2B5EF4-FFF2-40B4-BE49-F238E27FC236}">
                    <a16:creationId xmlns:a16="http://schemas.microsoft.com/office/drawing/2014/main" id="{108AF1DA-448B-4A10-8CD7-69F575AD4744}"/>
                  </a:ext>
                </a:extLst>
              </p:cNvPr>
              <p:cNvSpPr/>
              <p:nvPr/>
            </p:nvSpPr>
            <p:spPr>
              <a:xfrm>
                <a:off x="35427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85" name="타원 22984">
                <a:extLst>
                  <a:ext uri="{FF2B5EF4-FFF2-40B4-BE49-F238E27FC236}">
                    <a16:creationId xmlns:a16="http://schemas.microsoft.com/office/drawing/2014/main" id="{1379985A-6D01-498A-80D1-51D3FC75E882}"/>
                  </a:ext>
                </a:extLst>
              </p:cNvPr>
              <p:cNvSpPr/>
              <p:nvPr/>
            </p:nvSpPr>
            <p:spPr>
              <a:xfrm>
                <a:off x="36951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86" name="타원 22985">
                <a:extLst>
                  <a:ext uri="{FF2B5EF4-FFF2-40B4-BE49-F238E27FC236}">
                    <a16:creationId xmlns:a16="http://schemas.microsoft.com/office/drawing/2014/main" id="{89A38DA8-B25E-47C3-821B-68C7DD05327D}"/>
                  </a:ext>
                </a:extLst>
              </p:cNvPr>
              <p:cNvSpPr/>
              <p:nvPr/>
            </p:nvSpPr>
            <p:spPr>
              <a:xfrm>
                <a:off x="38475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87" name="타원 22986">
                <a:extLst>
                  <a:ext uri="{FF2B5EF4-FFF2-40B4-BE49-F238E27FC236}">
                    <a16:creationId xmlns:a16="http://schemas.microsoft.com/office/drawing/2014/main" id="{9686B032-6ED0-4476-8672-9C9CD54F24C5}"/>
                  </a:ext>
                </a:extLst>
              </p:cNvPr>
              <p:cNvSpPr/>
              <p:nvPr/>
            </p:nvSpPr>
            <p:spPr>
              <a:xfrm>
                <a:off x="39999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88" name="타원 22987">
                <a:extLst>
                  <a:ext uri="{FF2B5EF4-FFF2-40B4-BE49-F238E27FC236}">
                    <a16:creationId xmlns:a16="http://schemas.microsoft.com/office/drawing/2014/main" id="{0EC7E153-B24B-4B89-AFF2-68A559C4C302}"/>
                  </a:ext>
                </a:extLst>
              </p:cNvPr>
              <p:cNvSpPr/>
              <p:nvPr/>
            </p:nvSpPr>
            <p:spPr>
              <a:xfrm>
                <a:off x="41523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89" name="타원 22988">
                <a:extLst>
                  <a:ext uri="{FF2B5EF4-FFF2-40B4-BE49-F238E27FC236}">
                    <a16:creationId xmlns:a16="http://schemas.microsoft.com/office/drawing/2014/main" id="{5BFF5E46-0EE0-4329-B0AB-EFA176B80965}"/>
                  </a:ext>
                </a:extLst>
              </p:cNvPr>
              <p:cNvSpPr/>
              <p:nvPr/>
            </p:nvSpPr>
            <p:spPr>
              <a:xfrm>
                <a:off x="43047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90" name="타원 22989">
                <a:extLst>
                  <a:ext uri="{FF2B5EF4-FFF2-40B4-BE49-F238E27FC236}">
                    <a16:creationId xmlns:a16="http://schemas.microsoft.com/office/drawing/2014/main" id="{A3A23819-9DAE-418A-A57C-2297BEF10070}"/>
                  </a:ext>
                </a:extLst>
              </p:cNvPr>
              <p:cNvSpPr/>
              <p:nvPr/>
            </p:nvSpPr>
            <p:spPr>
              <a:xfrm>
                <a:off x="44571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91" name="타원 22990">
                <a:extLst>
                  <a:ext uri="{FF2B5EF4-FFF2-40B4-BE49-F238E27FC236}">
                    <a16:creationId xmlns:a16="http://schemas.microsoft.com/office/drawing/2014/main" id="{D3ED533E-64BD-42CB-A924-4FCD8D5001A2}"/>
                  </a:ext>
                </a:extLst>
              </p:cNvPr>
              <p:cNvSpPr/>
              <p:nvPr/>
            </p:nvSpPr>
            <p:spPr>
              <a:xfrm>
                <a:off x="46095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92" name="타원 22991">
                <a:extLst>
                  <a:ext uri="{FF2B5EF4-FFF2-40B4-BE49-F238E27FC236}">
                    <a16:creationId xmlns:a16="http://schemas.microsoft.com/office/drawing/2014/main" id="{DC5C6AB0-BDA3-42A9-98E8-9254DF1F3ABF}"/>
                  </a:ext>
                </a:extLst>
              </p:cNvPr>
              <p:cNvSpPr/>
              <p:nvPr/>
            </p:nvSpPr>
            <p:spPr>
              <a:xfrm>
                <a:off x="47619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93" name="타원 22992">
                <a:extLst>
                  <a:ext uri="{FF2B5EF4-FFF2-40B4-BE49-F238E27FC236}">
                    <a16:creationId xmlns:a16="http://schemas.microsoft.com/office/drawing/2014/main" id="{96887078-51D9-44A7-A533-B43973CF4B49}"/>
                  </a:ext>
                </a:extLst>
              </p:cNvPr>
              <p:cNvSpPr/>
              <p:nvPr/>
            </p:nvSpPr>
            <p:spPr>
              <a:xfrm>
                <a:off x="49143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94" name="타원 22993">
                <a:extLst>
                  <a:ext uri="{FF2B5EF4-FFF2-40B4-BE49-F238E27FC236}">
                    <a16:creationId xmlns:a16="http://schemas.microsoft.com/office/drawing/2014/main" id="{5DECBF06-5D9E-40E7-A979-39BED0AEB8AC}"/>
                  </a:ext>
                </a:extLst>
              </p:cNvPr>
              <p:cNvSpPr/>
              <p:nvPr/>
            </p:nvSpPr>
            <p:spPr>
              <a:xfrm>
                <a:off x="50667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95" name="타원 22994">
                <a:extLst>
                  <a:ext uri="{FF2B5EF4-FFF2-40B4-BE49-F238E27FC236}">
                    <a16:creationId xmlns:a16="http://schemas.microsoft.com/office/drawing/2014/main" id="{04232F14-990A-4D40-A26C-9A3B531947AA}"/>
                  </a:ext>
                </a:extLst>
              </p:cNvPr>
              <p:cNvSpPr/>
              <p:nvPr/>
            </p:nvSpPr>
            <p:spPr>
              <a:xfrm>
                <a:off x="52191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96" name="타원 22995">
                <a:extLst>
                  <a:ext uri="{FF2B5EF4-FFF2-40B4-BE49-F238E27FC236}">
                    <a16:creationId xmlns:a16="http://schemas.microsoft.com/office/drawing/2014/main" id="{3E95C696-DBDB-49A4-A723-5742BA1406F9}"/>
                  </a:ext>
                </a:extLst>
              </p:cNvPr>
              <p:cNvSpPr/>
              <p:nvPr/>
            </p:nvSpPr>
            <p:spPr>
              <a:xfrm>
                <a:off x="53715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97" name="타원 22996">
                <a:extLst>
                  <a:ext uri="{FF2B5EF4-FFF2-40B4-BE49-F238E27FC236}">
                    <a16:creationId xmlns:a16="http://schemas.microsoft.com/office/drawing/2014/main" id="{5DE7D43A-214C-48B1-BCA6-4ABD02353992}"/>
                  </a:ext>
                </a:extLst>
              </p:cNvPr>
              <p:cNvSpPr/>
              <p:nvPr/>
            </p:nvSpPr>
            <p:spPr>
              <a:xfrm>
                <a:off x="55239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98" name="타원 22997">
                <a:extLst>
                  <a:ext uri="{FF2B5EF4-FFF2-40B4-BE49-F238E27FC236}">
                    <a16:creationId xmlns:a16="http://schemas.microsoft.com/office/drawing/2014/main" id="{00301DFF-B2E4-4974-B0AF-8D7FF6237A7C}"/>
                  </a:ext>
                </a:extLst>
              </p:cNvPr>
              <p:cNvSpPr/>
              <p:nvPr/>
            </p:nvSpPr>
            <p:spPr>
              <a:xfrm>
                <a:off x="5676363" y="364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999" name="타원 22998">
                <a:extLst>
                  <a:ext uri="{FF2B5EF4-FFF2-40B4-BE49-F238E27FC236}">
                    <a16:creationId xmlns:a16="http://schemas.microsoft.com/office/drawing/2014/main" id="{783448E2-21A0-4A28-9ED0-BE6B01863D42}"/>
                  </a:ext>
                </a:extLst>
              </p:cNvPr>
              <p:cNvSpPr/>
              <p:nvPr/>
            </p:nvSpPr>
            <p:spPr>
              <a:xfrm>
                <a:off x="3423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00" name="타원 22999">
                <a:extLst>
                  <a:ext uri="{FF2B5EF4-FFF2-40B4-BE49-F238E27FC236}">
                    <a16:creationId xmlns:a16="http://schemas.microsoft.com/office/drawing/2014/main" id="{90025A5C-61B0-49BE-9348-484B13DA2B2E}"/>
                  </a:ext>
                </a:extLst>
              </p:cNvPr>
              <p:cNvSpPr/>
              <p:nvPr/>
            </p:nvSpPr>
            <p:spPr>
              <a:xfrm>
                <a:off x="4947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01" name="타원 23000">
                <a:extLst>
                  <a:ext uri="{FF2B5EF4-FFF2-40B4-BE49-F238E27FC236}">
                    <a16:creationId xmlns:a16="http://schemas.microsoft.com/office/drawing/2014/main" id="{C0C6E827-D5A8-4AE0-8AD0-BEF7C09EFA70}"/>
                  </a:ext>
                </a:extLst>
              </p:cNvPr>
              <p:cNvSpPr/>
              <p:nvPr/>
            </p:nvSpPr>
            <p:spPr>
              <a:xfrm>
                <a:off x="6471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02" name="타원 23001">
                <a:extLst>
                  <a:ext uri="{FF2B5EF4-FFF2-40B4-BE49-F238E27FC236}">
                    <a16:creationId xmlns:a16="http://schemas.microsoft.com/office/drawing/2014/main" id="{E7308B73-8B0B-4053-BF6B-4711FCF06749}"/>
                  </a:ext>
                </a:extLst>
              </p:cNvPr>
              <p:cNvSpPr/>
              <p:nvPr/>
            </p:nvSpPr>
            <p:spPr>
              <a:xfrm>
                <a:off x="7995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03" name="타원 23002">
                <a:extLst>
                  <a:ext uri="{FF2B5EF4-FFF2-40B4-BE49-F238E27FC236}">
                    <a16:creationId xmlns:a16="http://schemas.microsoft.com/office/drawing/2014/main" id="{6D88E0EB-FCA9-40E2-A54B-97F0B835B50E}"/>
                  </a:ext>
                </a:extLst>
              </p:cNvPr>
              <p:cNvSpPr/>
              <p:nvPr/>
            </p:nvSpPr>
            <p:spPr>
              <a:xfrm>
                <a:off x="9519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04" name="타원 23003">
                <a:extLst>
                  <a:ext uri="{FF2B5EF4-FFF2-40B4-BE49-F238E27FC236}">
                    <a16:creationId xmlns:a16="http://schemas.microsoft.com/office/drawing/2014/main" id="{6AC81FE9-4B17-4FB6-B6D2-CF2CDA38DFDC}"/>
                  </a:ext>
                </a:extLst>
              </p:cNvPr>
              <p:cNvSpPr/>
              <p:nvPr/>
            </p:nvSpPr>
            <p:spPr>
              <a:xfrm>
                <a:off x="11043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05" name="타원 23004">
                <a:extLst>
                  <a:ext uri="{FF2B5EF4-FFF2-40B4-BE49-F238E27FC236}">
                    <a16:creationId xmlns:a16="http://schemas.microsoft.com/office/drawing/2014/main" id="{DADE61D5-9A94-4673-ACB6-5E3063EA764E}"/>
                  </a:ext>
                </a:extLst>
              </p:cNvPr>
              <p:cNvSpPr/>
              <p:nvPr/>
            </p:nvSpPr>
            <p:spPr>
              <a:xfrm>
                <a:off x="12567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06" name="타원 23005">
                <a:extLst>
                  <a:ext uri="{FF2B5EF4-FFF2-40B4-BE49-F238E27FC236}">
                    <a16:creationId xmlns:a16="http://schemas.microsoft.com/office/drawing/2014/main" id="{0EA981CD-845D-446E-96A1-73D131138A9B}"/>
                  </a:ext>
                </a:extLst>
              </p:cNvPr>
              <p:cNvSpPr/>
              <p:nvPr/>
            </p:nvSpPr>
            <p:spPr>
              <a:xfrm>
                <a:off x="14091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07" name="타원 23006">
                <a:extLst>
                  <a:ext uri="{FF2B5EF4-FFF2-40B4-BE49-F238E27FC236}">
                    <a16:creationId xmlns:a16="http://schemas.microsoft.com/office/drawing/2014/main" id="{2262C017-62DE-4415-8BC9-EA257B8B1D2D}"/>
                  </a:ext>
                </a:extLst>
              </p:cNvPr>
              <p:cNvSpPr/>
              <p:nvPr/>
            </p:nvSpPr>
            <p:spPr>
              <a:xfrm>
                <a:off x="15615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08" name="타원 23007">
                <a:extLst>
                  <a:ext uri="{FF2B5EF4-FFF2-40B4-BE49-F238E27FC236}">
                    <a16:creationId xmlns:a16="http://schemas.microsoft.com/office/drawing/2014/main" id="{5ADB3543-35B3-48E8-9F1A-C8464316D250}"/>
                  </a:ext>
                </a:extLst>
              </p:cNvPr>
              <p:cNvSpPr/>
              <p:nvPr/>
            </p:nvSpPr>
            <p:spPr>
              <a:xfrm>
                <a:off x="17139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09" name="타원 23008">
                <a:extLst>
                  <a:ext uri="{FF2B5EF4-FFF2-40B4-BE49-F238E27FC236}">
                    <a16:creationId xmlns:a16="http://schemas.microsoft.com/office/drawing/2014/main" id="{6635E050-FDD1-46D7-8734-1BF70EB04AC5}"/>
                  </a:ext>
                </a:extLst>
              </p:cNvPr>
              <p:cNvSpPr/>
              <p:nvPr/>
            </p:nvSpPr>
            <p:spPr>
              <a:xfrm>
                <a:off x="18663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10" name="타원 23009">
                <a:extLst>
                  <a:ext uri="{FF2B5EF4-FFF2-40B4-BE49-F238E27FC236}">
                    <a16:creationId xmlns:a16="http://schemas.microsoft.com/office/drawing/2014/main" id="{86B108A5-CB43-4ACF-AB74-DC970F26D7F2}"/>
                  </a:ext>
                </a:extLst>
              </p:cNvPr>
              <p:cNvSpPr/>
              <p:nvPr/>
            </p:nvSpPr>
            <p:spPr>
              <a:xfrm>
                <a:off x="20187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11" name="타원 23010">
                <a:extLst>
                  <a:ext uri="{FF2B5EF4-FFF2-40B4-BE49-F238E27FC236}">
                    <a16:creationId xmlns:a16="http://schemas.microsoft.com/office/drawing/2014/main" id="{987A6483-49FE-44B0-AE04-3CCD1432661C}"/>
                  </a:ext>
                </a:extLst>
              </p:cNvPr>
              <p:cNvSpPr/>
              <p:nvPr/>
            </p:nvSpPr>
            <p:spPr>
              <a:xfrm>
                <a:off x="21711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12" name="타원 23011">
                <a:extLst>
                  <a:ext uri="{FF2B5EF4-FFF2-40B4-BE49-F238E27FC236}">
                    <a16:creationId xmlns:a16="http://schemas.microsoft.com/office/drawing/2014/main" id="{866AD5F3-CC0F-4F24-A436-3A6B1A57FE39}"/>
                  </a:ext>
                </a:extLst>
              </p:cNvPr>
              <p:cNvSpPr/>
              <p:nvPr/>
            </p:nvSpPr>
            <p:spPr>
              <a:xfrm>
                <a:off x="23235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13" name="타원 23012">
                <a:extLst>
                  <a:ext uri="{FF2B5EF4-FFF2-40B4-BE49-F238E27FC236}">
                    <a16:creationId xmlns:a16="http://schemas.microsoft.com/office/drawing/2014/main" id="{076C1E54-1CD8-4C52-B79B-D186370675DF}"/>
                  </a:ext>
                </a:extLst>
              </p:cNvPr>
              <p:cNvSpPr/>
              <p:nvPr/>
            </p:nvSpPr>
            <p:spPr>
              <a:xfrm>
                <a:off x="24759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14" name="타원 23013">
                <a:extLst>
                  <a:ext uri="{FF2B5EF4-FFF2-40B4-BE49-F238E27FC236}">
                    <a16:creationId xmlns:a16="http://schemas.microsoft.com/office/drawing/2014/main" id="{7800FC31-6946-46F6-8EDC-2FD3965AC4F6}"/>
                  </a:ext>
                </a:extLst>
              </p:cNvPr>
              <p:cNvSpPr/>
              <p:nvPr/>
            </p:nvSpPr>
            <p:spPr>
              <a:xfrm>
                <a:off x="26283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15" name="타원 23014">
                <a:extLst>
                  <a:ext uri="{FF2B5EF4-FFF2-40B4-BE49-F238E27FC236}">
                    <a16:creationId xmlns:a16="http://schemas.microsoft.com/office/drawing/2014/main" id="{6475D6E6-017D-474B-91AA-AD4F262F7F96}"/>
                  </a:ext>
                </a:extLst>
              </p:cNvPr>
              <p:cNvSpPr/>
              <p:nvPr/>
            </p:nvSpPr>
            <p:spPr>
              <a:xfrm>
                <a:off x="27807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16" name="타원 23015">
                <a:extLst>
                  <a:ext uri="{FF2B5EF4-FFF2-40B4-BE49-F238E27FC236}">
                    <a16:creationId xmlns:a16="http://schemas.microsoft.com/office/drawing/2014/main" id="{CAE326B0-2457-4D64-9A0C-C5393FF364C1}"/>
                  </a:ext>
                </a:extLst>
              </p:cNvPr>
              <p:cNvSpPr/>
              <p:nvPr/>
            </p:nvSpPr>
            <p:spPr>
              <a:xfrm>
                <a:off x="29331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17" name="타원 23016">
                <a:extLst>
                  <a:ext uri="{FF2B5EF4-FFF2-40B4-BE49-F238E27FC236}">
                    <a16:creationId xmlns:a16="http://schemas.microsoft.com/office/drawing/2014/main" id="{390643C4-A073-4C88-A0F1-2153F9CC3B03}"/>
                  </a:ext>
                </a:extLst>
              </p:cNvPr>
              <p:cNvSpPr/>
              <p:nvPr/>
            </p:nvSpPr>
            <p:spPr>
              <a:xfrm>
                <a:off x="30855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18" name="타원 23017">
                <a:extLst>
                  <a:ext uri="{FF2B5EF4-FFF2-40B4-BE49-F238E27FC236}">
                    <a16:creationId xmlns:a16="http://schemas.microsoft.com/office/drawing/2014/main" id="{17D99529-0758-4045-9AF9-47D8698BAC5B}"/>
                  </a:ext>
                </a:extLst>
              </p:cNvPr>
              <p:cNvSpPr/>
              <p:nvPr/>
            </p:nvSpPr>
            <p:spPr>
              <a:xfrm>
                <a:off x="32379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19" name="타원 23018">
                <a:extLst>
                  <a:ext uri="{FF2B5EF4-FFF2-40B4-BE49-F238E27FC236}">
                    <a16:creationId xmlns:a16="http://schemas.microsoft.com/office/drawing/2014/main" id="{AB209D17-7245-4C3E-8C6D-B1B7CEF85105}"/>
                  </a:ext>
                </a:extLst>
              </p:cNvPr>
              <p:cNvSpPr/>
              <p:nvPr/>
            </p:nvSpPr>
            <p:spPr>
              <a:xfrm>
                <a:off x="33903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20" name="타원 23019">
                <a:extLst>
                  <a:ext uri="{FF2B5EF4-FFF2-40B4-BE49-F238E27FC236}">
                    <a16:creationId xmlns:a16="http://schemas.microsoft.com/office/drawing/2014/main" id="{B86E455C-DA30-43A1-B1FA-AF743D903033}"/>
                  </a:ext>
                </a:extLst>
              </p:cNvPr>
              <p:cNvSpPr/>
              <p:nvPr/>
            </p:nvSpPr>
            <p:spPr>
              <a:xfrm>
                <a:off x="35427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21" name="타원 23020">
                <a:extLst>
                  <a:ext uri="{FF2B5EF4-FFF2-40B4-BE49-F238E27FC236}">
                    <a16:creationId xmlns:a16="http://schemas.microsoft.com/office/drawing/2014/main" id="{865785B2-28BA-409B-BD61-9A242F016833}"/>
                  </a:ext>
                </a:extLst>
              </p:cNvPr>
              <p:cNvSpPr/>
              <p:nvPr/>
            </p:nvSpPr>
            <p:spPr>
              <a:xfrm>
                <a:off x="36951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22" name="타원 23021">
                <a:extLst>
                  <a:ext uri="{FF2B5EF4-FFF2-40B4-BE49-F238E27FC236}">
                    <a16:creationId xmlns:a16="http://schemas.microsoft.com/office/drawing/2014/main" id="{59B83953-ADD4-4DF8-A600-D252AB314D93}"/>
                  </a:ext>
                </a:extLst>
              </p:cNvPr>
              <p:cNvSpPr/>
              <p:nvPr/>
            </p:nvSpPr>
            <p:spPr>
              <a:xfrm>
                <a:off x="38475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23" name="타원 23022">
                <a:extLst>
                  <a:ext uri="{FF2B5EF4-FFF2-40B4-BE49-F238E27FC236}">
                    <a16:creationId xmlns:a16="http://schemas.microsoft.com/office/drawing/2014/main" id="{B102C203-6B6B-4097-9BDD-B8779B77BD71}"/>
                  </a:ext>
                </a:extLst>
              </p:cNvPr>
              <p:cNvSpPr/>
              <p:nvPr/>
            </p:nvSpPr>
            <p:spPr>
              <a:xfrm>
                <a:off x="39999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24" name="타원 23023">
                <a:extLst>
                  <a:ext uri="{FF2B5EF4-FFF2-40B4-BE49-F238E27FC236}">
                    <a16:creationId xmlns:a16="http://schemas.microsoft.com/office/drawing/2014/main" id="{3976462A-2505-4C87-9F0B-E034B1C82FB5}"/>
                  </a:ext>
                </a:extLst>
              </p:cNvPr>
              <p:cNvSpPr/>
              <p:nvPr/>
            </p:nvSpPr>
            <p:spPr>
              <a:xfrm>
                <a:off x="41523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25" name="타원 23024">
                <a:extLst>
                  <a:ext uri="{FF2B5EF4-FFF2-40B4-BE49-F238E27FC236}">
                    <a16:creationId xmlns:a16="http://schemas.microsoft.com/office/drawing/2014/main" id="{CE22E8A0-0C29-4CFA-B253-CB021ADACC0B}"/>
                  </a:ext>
                </a:extLst>
              </p:cNvPr>
              <p:cNvSpPr/>
              <p:nvPr/>
            </p:nvSpPr>
            <p:spPr>
              <a:xfrm>
                <a:off x="43047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26" name="타원 23025">
                <a:extLst>
                  <a:ext uri="{FF2B5EF4-FFF2-40B4-BE49-F238E27FC236}">
                    <a16:creationId xmlns:a16="http://schemas.microsoft.com/office/drawing/2014/main" id="{FA4CA6AF-FC35-418E-9666-71903C0BD7ED}"/>
                  </a:ext>
                </a:extLst>
              </p:cNvPr>
              <p:cNvSpPr/>
              <p:nvPr/>
            </p:nvSpPr>
            <p:spPr>
              <a:xfrm>
                <a:off x="44571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27" name="타원 23026">
                <a:extLst>
                  <a:ext uri="{FF2B5EF4-FFF2-40B4-BE49-F238E27FC236}">
                    <a16:creationId xmlns:a16="http://schemas.microsoft.com/office/drawing/2014/main" id="{92E5461F-FF15-453A-8685-6679A8A4A511}"/>
                  </a:ext>
                </a:extLst>
              </p:cNvPr>
              <p:cNvSpPr/>
              <p:nvPr/>
            </p:nvSpPr>
            <p:spPr>
              <a:xfrm>
                <a:off x="46095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28" name="타원 23027">
                <a:extLst>
                  <a:ext uri="{FF2B5EF4-FFF2-40B4-BE49-F238E27FC236}">
                    <a16:creationId xmlns:a16="http://schemas.microsoft.com/office/drawing/2014/main" id="{DF530032-D417-4B71-848F-21106124208E}"/>
                  </a:ext>
                </a:extLst>
              </p:cNvPr>
              <p:cNvSpPr/>
              <p:nvPr/>
            </p:nvSpPr>
            <p:spPr>
              <a:xfrm>
                <a:off x="47619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29" name="타원 23028">
                <a:extLst>
                  <a:ext uri="{FF2B5EF4-FFF2-40B4-BE49-F238E27FC236}">
                    <a16:creationId xmlns:a16="http://schemas.microsoft.com/office/drawing/2014/main" id="{2C2EE147-3869-4883-827E-92E77C8B958B}"/>
                  </a:ext>
                </a:extLst>
              </p:cNvPr>
              <p:cNvSpPr/>
              <p:nvPr/>
            </p:nvSpPr>
            <p:spPr>
              <a:xfrm>
                <a:off x="49143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30" name="타원 23029">
                <a:extLst>
                  <a:ext uri="{FF2B5EF4-FFF2-40B4-BE49-F238E27FC236}">
                    <a16:creationId xmlns:a16="http://schemas.microsoft.com/office/drawing/2014/main" id="{906371D3-E75D-4433-94D7-FF74DB086683}"/>
                  </a:ext>
                </a:extLst>
              </p:cNvPr>
              <p:cNvSpPr/>
              <p:nvPr/>
            </p:nvSpPr>
            <p:spPr>
              <a:xfrm>
                <a:off x="50667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31" name="타원 23030">
                <a:extLst>
                  <a:ext uri="{FF2B5EF4-FFF2-40B4-BE49-F238E27FC236}">
                    <a16:creationId xmlns:a16="http://schemas.microsoft.com/office/drawing/2014/main" id="{A7450BDC-6BFF-44DD-9E53-5CF37E309595}"/>
                  </a:ext>
                </a:extLst>
              </p:cNvPr>
              <p:cNvSpPr/>
              <p:nvPr/>
            </p:nvSpPr>
            <p:spPr>
              <a:xfrm>
                <a:off x="52191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32" name="타원 23031">
                <a:extLst>
                  <a:ext uri="{FF2B5EF4-FFF2-40B4-BE49-F238E27FC236}">
                    <a16:creationId xmlns:a16="http://schemas.microsoft.com/office/drawing/2014/main" id="{097ABE92-0229-43CB-B71D-FACEC092FD67}"/>
                  </a:ext>
                </a:extLst>
              </p:cNvPr>
              <p:cNvSpPr/>
              <p:nvPr/>
            </p:nvSpPr>
            <p:spPr>
              <a:xfrm>
                <a:off x="53715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33" name="타원 23032">
                <a:extLst>
                  <a:ext uri="{FF2B5EF4-FFF2-40B4-BE49-F238E27FC236}">
                    <a16:creationId xmlns:a16="http://schemas.microsoft.com/office/drawing/2014/main" id="{A3920A83-A34F-4C96-9425-1A66FB787E7E}"/>
                  </a:ext>
                </a:extLst>
              </p:cNvPr>
              <p:cNvSpPr/>
              <p:nvPr/>
            </p:nvSpPr>
            <p:spPr>
              <a:xfrm>
                <a:off x="55239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34" name="타원 23033">
                <a:extLst>
                  <a:ext uri="{FF2B5EF4-FFF2-40B4-BE49-F238E27FC236}">
                    <a16:creationId xmlns:a16="http://schemas.microsoft.com/office/drawing/2014/main" id="{61F9207F-402F-4F7C-83DE-CAA932D1EBB2}"/>
                  </a:ext>
                </a:extLst>
              </p:cNvPr>
              <p:cNvSpPr/>
              <p:nvPr/>
            </p:nvSpPr>
            <p:spPr>
              <a:xfrm>
                <a:off x="5676363" y="3802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35" name="타원 23034">
                <a:extLst>
                  <a:ext uri="{FF2B5EF4-FFF2-40B4-BE49-F238E27FC236}">
                    <a16:creationId xmlns:a16="http://schemas.microsoft.com/office/drawing/2014/main" id="{55792D81-0418-4E25-B370-6D51698F400F}"/>
                  </a:ext>
                </a:extLst>
              </p:cNvPr>
              <p:cNvSpPr/>
              <p:nvPr/>
            </p:nvSpPr>
            <p:spPr>
              <a:xfrm>
                <a:off x="3423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36" name="타원 23035">
                <a:extLst>
                  <a:ext uri="{FF2B5EF4-FFF2-40B4-BE49-F238E27FC236}">
                    <a16:creationId xmlns:a16="http://schemas.microsoft.com/office/drawing/2014/main" id="{5E52B1BC-167E-453B-B4E8-2D2A8903205B}"/>
                  </a:ext>
                </a:extLst>
              </p:cNvPr>
              <p:cNvSpPr/>
              <p:nvPr/>
            </p:nvSpPr>
            <p:spPr>
              <a:xfrm>
                <a:off x="4947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37" name="타원 23036">
                <a:extLst>
                  <a:ext uri="{FF2B5EF4-FFF2-40B4-BE49-F238E27FC236}">
                    <a16:creationId xmlns:a16="http://schemas.microsoft.com/office/drawing/2014/main" id="{2EF68E02-E304-486D-A6A8-1DF3B25030AA}"/>
                  </a:ext>
                </a:extLst>
              </p:cNvPr>
              <p:cNvSpPr/>
              <p:nvPr/>
            </p:nvSpPr>
            <p:spPr>
              <a:xfrm>
                <a:off x="6471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38" name="타원 23037">
                <a:extLst>
                  <a:ext uri="{FF2B5EF4-FFF2-40B4-BE49-F238E27FC236}">
                    <a16:creationId xmlns:a16="http://schemas.microsoft.com/office/drawing/2014/main" id="{97ED7CC5-F243-42A5-8201-49EFD7FE480F}"/>
                  </a:ext>
                </a:extLst>
              </p:cNvPr>
              <p:cNvSpPr/>
              <p:nvPr/>
            </p:nvSpPr>
            <p:spPr>
              <a:xfrm>
                <a:off x="7995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39" name="타원 23038">
                <a:extLst>
                  <a:ext uri="{FF2B5EF4-FFF2-40B4-BE49-F238E27FC236}">
                    <a16:creationId xmlns:a16="http://schemas.microsoft.com/office/drawing/2014/main" id="{8C180807-851F-4FB0-B2D7-4E4E78D40931}"/>
                  </a:ext>
                </a:extLst>
              </p:cNvPr>
              <p:cNvSpPr/>
              <p:nvPr/>
            </p:nvSpPr>
            <p:spPr>
              <a:xfrm>
                <a:off x="9519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40" name="타원 23039">
                <a:extLst>
                  <a:ext uri="{FF2B5EF4-FFF2-40B4-BE49-F238E27FC236}">
                    <a16:creationId xmlns:a16="http://schemas.microsoft.com/office/drawing/2014/main" id="{18790797-6C83-42C5-8026-B77167948422}"/>
                  </a:ext>
                </a:extLst>
              </p:cNvPr>
              <p:cNvSpPr/>
              <p:nvPr/>
            </p:nvSpPr>
            <p:spPr>
              <a:xfrm>
                <a:off x="11043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41" name="타원 23040">
                <a:extLst>
                  <a:ext uri="{FF2B5EF4-FFF2-40B4-BE49-F238E27FC236}">
                    <a16:creationId xmlns:a16="http://schemas.microsoft.com/office/drawing/2014/main" id="{75B93673-FA5D-446F-9F26-EFAADE6195A6}"/>
                  </a:ext>
                </a:extLst>
              </p:cNvPr>
              <p:cNvSpPr/>
              <p:nvPr/>
            </p:nvSpPr>
            <p:spPr>
              <a:xfrm>
                <a:off x="12567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42" name="타원 23041">
                <a:extLst>
                  <a:ext uri="{FF2B5EF4-FFF2-40B4-BE49-F238E27FC236}">
                    <a16:creationId xmlns:a16="http://schemas.microsoft.com/office/drawing/2014/main" id="{EF53F2FF-2D96-4C98-B7B3-B38F4C7EEE5A}"/>
                  </a:ext>
                </a:extLst>
              </p:cNvPr>
              <p:cNvSpPr/>
              <p:nvPr/>
            </p:nvSpPr>
            <p:spPr>
              <a:xfrm>
                <a:off x="14091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43" name="타원 23042">
                <a:extLst>
                  <a:ext uri="{FF2B5EF4-FFF2-40B4-BE49-F238E27FC236}">
                    <a16:creationId xmlns:a16="http://schemas.microsoft.com/office/drawing/2014/main" id="{27B3A69C-3398-46E2-9218-B47089263E17}"/>
                  </a:ext>
                </a:extLst>
              </p:cNvPr>
              <p:cNvSpPr/>
              <p:nvPr/>
            </p:nvSpPr>
            <p:spPr>
              <a:xfrm>
                <a:off x="15615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44" name="타원 23043">
                <a:extLst>
                  <a:ext uri="{FF2B5EF4-FFF2-40B4-BE49-F238E27FC236}">
                    <a16:creationId xmlns:a16="http://schemas.microsoft.com/office/drawing/2014/main" id="{414E539C-CC13-4C65-9596-1F857CD1B783}"/>
                  </a:ext>
                </a:extLst>
              </p:cNvPr>
              <p:cNvSpPr/>
              <p:nvPr/>
            </p:nvSpPr>
            <p:spPr>
              <a:xfrm>
                <a:off x="17139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45" name="타원 23044">
                <a:extLst>
                  <a:ext uri="{FF2B5EF4-FFF2-40B4-BE49-F238E27FC236}">
                    <a16:creationId xmlns:a16="http://schemas.microsoft.com/office/drawing/2014/main" id="{0FFDB3FC-FD07-417C-A19D-AFA4725E177B}"/>
                  </a:ext>
                </a:extLst>
              </p:cNvPr>
              <p:cNvSpPr/>
              <p:nvPr/>
            </p:nvSpPr>
            <p:spPr>
              <a:xfrm>
                <a:off x="18663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46" name="타원 23045">
                <a:extLst>
                  <a:ext uri="{FF2B5EF4-FFF2-40B4-BE49-F238E27FC236}">
                    <a16:creationId xmlns:a16="http://schemas.microsoft.com/office/drawing/2014/main" id="{5FBF6CE9-72BF-498B-9FEB-2A73F144402B}"/>
                  </a:ext>
                </a:extLst>
              </p:cNvPr>
              <p:cNvSpPr/>
              <p:nvPr/>
            </p:nvSpPr>
            <p:spPr>
              <a:xfrm>
                <a:off x="20187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47" name="타원 23046">
                <a:extLst>
                  <a:ext uri="{FF2B5EF4-FFF2-40B4-BE49-F238E27FC236}">
                    <a16:creationId xmlns:a16="http://schemas.microsoft.com/office/drawing/2014/main" id="{18515203-E70A-430A-970E-13E42BCAC538}"/>
                  </a:ext>
                </a:extLst>
              </p:cNvPr>
              <p:cNvSpPr/>
              <p:nvPr/>
            </p:nvSpPr>
            <p:spPr>
              <a:xfrm>
                <a:off x="21711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48" name="타원 23047">
                <a:extLst>
                  <a:ext uri="{FF2B5EF4-FFF2-40B4-BE49-F238E27FC236}">
                    <a16:creationId xmlns:a16="http://schemas.microsoft.com/office/drawing/2014/main" id="{F60BB091-E6CF-47E8-8035-F02823ECFF03}"/>
                  </a:ext>
                </a:extLst>
              </p:cNvPr>
              <p:cNvSpPr/>
              <p:nvPr/>
            </p:nvSpPr>
            <p:spPr>
              <a:xfrm>
                <a:off x="23235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49" name="타원 23048">
                <a:extLst>
                  <a:ext uri="{FF2B5EF4-FFF2-40B4-BE49-F238E27FC236}">
                    <a16:creationId xmlns:a16="http://schemas.microsoft.com/office/drawing/2014/main" id="{BECB47A2-3633-4578-A9CB-D0A58898FBE4}"/>
                  </a:ext>
                </a:extLst>
              </p:cNvPr>
              <p:cNvSpPr/>
              <p:nvPr/>
            </p:nvSpPr>
            <p:spPr>
              <a:xfrm>
                <a:off x="24759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50" name="타원 23049">
                <a:extLst>
                  <a:ext uri="{FF2B5EF4-FFF2-40B4-BE49-F238E27FC236}">
                    <a16:creationId xmlns:a16="http://schemas.microsoft.com/office/drawing/2014/main" id="{FF720143-DEC1-4B22-9F96-3100FE741B60}"/>
                  </a:ext>
                </a:extLst>
              </p:cNvPr>
              <p:cNvSpPr/>
              <p:nvPr/>
            </p:nvSpPr>
            <p:spPr>
              <a:xfrm>
                <a:off x="26283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51" name="타원 23050">
                <a:extLst>
                  <a:ext uri="{FF2B5EF4-FFF2-40B4-BE49-F238E27FC236}">
                    <a16:creationId xmlns:a16="http://schemas.microsoft.com/office/drawing/2014/main" id="{5B81ED70-FD3A-4687-B165-67352056E352}"/>
                  </a:ext>
                </a:extLst>
              </p:cNvPr>
              <p:cNvSpPr/>
              <p:nvPr/>
            </p:nvSpPr>
            <p:spPr>
              <a:xfrm>
                <a:off x="27807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52" name="타원 23051">
                <a:extLst>
                  <a:ext uri="{FF2B5EF4-FFF2-40B4-BE49-F238E27FC236}">
                    <a16:creationId xmlns:a16="http://schemas.microsoft.com/office/drawing/2014/main" id="{AFD8D717-0039-41A6-82D4-0F2994F419A3}"/>
                  </a:ext>
                </a:extLst>
              </p:cNvPr>
              <p:cNvSpPr/>
              <p:nvPr/>
            </p:nvSpPr>
            <p:spPr>
              <a:xfrm>
                <a:off x="29331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53" name="타원 23052">
                <a:extLst>
                  <a:ext uri="{FF2B5EF4-FFF2-40B4-BE49-F238E27FC236}">
                    <a16:creationId xmlns:a16="http://schemas.microsoft.com/office/drawing/2014/main" id="{1E98AEFB-B36B-4E79-872E-EC4B0BF48763}"/>
                  </a:ext>
                </a:extLst>
              </p:cNvPr>
              <p:cNvSpPr/>
              <p:nvPr/>
            </p:nvSpPr>
            <p:spPr>
              <a:xfrm>
                <a:off x="30855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54" name="타원 23053">
                <a:extLst>
                  <a:ext uri="{FF2B5EF4-FFF2-40B4-BE49-F238E27FC236}">
                    <a16:creationId xmlns:a16="http://schemas.microsoft.com/office/drawing/2014/main" id="{ABF40779-BC4D-47E5-A8F3-B701B9FAB921}"/>
                  </a:ext>
                </a:extLst>
              </p:cNvPr>
              <p:cNvSpPr/>
              <p:nvPr/>
            </p:nvSpPr>
            <p:spPr>
              <a:xfrm>
                <a:off x="32379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55" name="타원 23054">
                <a:extLst>
                  <a:ext uri="{FF2B5EF4-FFF2-40B4-BE49-F238E27FC236}">
                    <a16:creationId xmlns:a16="http://schemas.microsoft.com/office/drawing/2014/main" id="{A22D146D-BEA2-424F-8230-7289367A5EFC}"/>
                  </a:ext>
                </a:extLst>
              </p:cNvPr>
              <p:cNvSpPr/>
              <p:nvPr/>
            </p:nvSpPr>
            <p:spPr>
              <a:xfrm>
                <a:off x="33903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56" name="타원 23055">
                <a:extLst>
                  <a:ext uri="{FF2B5EF4-FFF2-40B4-BE49-F238E27FC236}">
                    <a16:creationId xmlns:a16="http://schemas.microsoft.com/office/drawing/2014/main" id="{DBE117E1-63BD-4076-AE51-FAEF99FE0E47}"/>
                  </a:ext>
                </a:extLst>
              </p:cNvPr>
              <p:cNvSpPr/>
              <p:nvPr/>
            </p:nvSpPr>
            <p:spPr>
              <a:xfrm>
                <a:off x="35427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57" name="타원 23056">
                <a:extLst>
                  <a:ext uri="{FF2B5EF4-FFF2-40B4-BE49-F238E27FC236}">
                    <a16:creationId xmlns:a16="http://schemas.microsoft.com/office/drawing/2014/main" id="{9C3CC8BD-2FB4-4F87-ABE6-E311DA765B99}"/>
                  </a:ext>
                </a:extLst>
              </p:cNvPr>
              <p:cNvSpPr/>
              <p:nvPr/>
            </p:nvSpPr>
            <p:spPr>
              <a:xfrm>
                <a:off x="36951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58" name="타원 23057">
                <a:extLst>
                  <a:ext uri="{FF2B5EF4-FFF2-40B4-BE49-F238E27FC236}">
                    <a16:creationId xmlns:a16="http://schemas.microsoft.com/office/drawing/2014/main" id="{74EE12A9-FD6E-4F56-ABE5-46367EC547E6}"/>
                  </a:ext>
                </a:extLst>
              </p:cNvPr>
              <p:cNvSpPr/>
              <p:nvPr/>
            </p:nvSpPr>
            <p:spPr>
              <a:xfrm>
                <a:off x="38475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59" name="타원 23058">
                <a:extLst>
                  <a:ext uri="{FF2B5EF4-FFF2-40B4-BE49-F238E27FC236}">
                    <a16:creationId xmlns:a16="http://schemas.microsoft.com/office/drawing/2014/main" id="{1292BFD6-7C08-4E12-99B6-31AF0FD7C3DC}"/>
                  </a:ext>
                </a:extLst>
              </p:cNvPr>
              <p:cNvSpPr/>
              <p:nvPr/>
            </p:nvSpPr>
            <p:spPr>
              <a:xfrm>
                <a:off x="39999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60" name="타원 23059">
                <a:extLst>
                  <a:ext uri="{FF2B5EF4-FFF2-40B4-BE49-F238E27FC236}">
                    <a16:creationId xmlns:a16="http://schemas.microsoft.com/office/drawing/2014/main" id="{C789055C-4531-4C91-AF0D-A88CAEB9CE69}"/>
                  </a:ext>
                </a:extLst>
              </p:cNvPr>
              <p:cNvSpPr/>
              <p:nvPr/>
            </p:nvSpPr>
            <p:spPr>
              <a:xfrm>
                <a:off x="41523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61" name="타원 23060">
                <a:extLst>
                  <a:ext uri="{FF2B5EF4-FFF2-40B4-BE49-F238E27FC236}">
                    <a16:creationId xmlns:a16="http://schemas.microsoft.com/office/drawing/2014/main" id="{362334C4-7F08-43D1-B012-9570EA97E97A}"/>
                  </a:ext>
                </a:extLst>
              </p:cNvPr>
              <p:cNvSpPr/>
              <p:nvPr/>
            </p:nvSpPr>
            <p:spPr>
              <a:xfrm>
                <a:off x="43047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62" name="타원 23061">
                <a:extLst>
                  <a:ext uri="{FF2B5EF4-FFF2-40B4-BE49-F238E27FC236}">
                    <a16:creationId xmlns:a16="http://schemas.microsoft.com/office/drawing/2014/main" id="{27C25383-06AA-40BA-8F8B-632F4E892560}"/>
                  </a:ext>
                </a:extLst>
              </p:cNvPr>
              <p:cNvSpPr/>
              <p:nvPr/>
            </p:nvSpPr>
            <p:spPr>
              <a:xfrm>
                <a:off x="44571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63" name="타원 23062">
                <a:extLst>
                  <a:ext uri="{FF2B5EF4-FFF2-40B4-BE49-F238E27FC236}">
                    <a16:creationId xmlns:a16="http://schemas.microsoft.com/office/drawing/2014/main" id="{50E5668F-C7C6-4408-9084-78EF59C487C5}"/>
                  </a:ext>
                </a:extLst>
              </p:cNvPr>
              <p:cNvSpPr/>
              <p:nvPr/>
            </p:nvSpPr>
            <p:spPr>
              <a:xfrm>
                <a:off x="46095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64" name="타원 23063">
                <a:extLst>
                  <a:ext uri="{FF2B5EF4-FFF2-40B4-BE49-F238E27FC236}">
                    <a16:creationId xmlns:a16="http://schemas.microsoft.com/office/drawing/2014/main" id="{58104E91-2C30-4B0C-9426-FCBFBF66B750}"/>
                  </a:ext>
                </a:extLst>
              </p:cNvPr>
              <p:cNvSpPr/>
              <p:nvPr/>
            </p:nvSpPr>
            <p:spPr>
              <a:xfrm>
                <a:off x="47619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65" name="타원 23064">
                <a:extLst>
                  <a:ext uri="{FF2B5EF4-FFF2-40B4-BE49-F238E27FC236}">
                    <a16:creationId xmlns:a16="http://schemas.microsoft.com/office/drawing/2014/main" id="{E027592B-EFE6-45C3-9E29-1EC0BFB82B01}"/>
                  </a:ext>
                </a:extLst>
              </p:cNvPr>
              <p:cNvSpPr/>
              <p:nvPr/>
            </p:nvSpPr>
            <p:spPr>
              <a:xfrm>
                <a:off x="49143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66" name="타원 23065">
                <a:extLst>
                  <a:ext uri="{FF2B5EF4-FFF2-40B4-BE49-F238E27FC236}">
                    <a16:creationId xmlns:a16="http://schemas.microsoft.com/office/drawing/2014/main" id="{0BE151D1-DF8C-4CA3-A782-A65F9B9597EC}"/>
                  </a:ext>
                </a:extLst>
              </p:cNvPr>
              <p:cNvSpPr/>
              <p:nvPr/>
            </p:nvSpPr>
            <p:spPr>
              <a:xfrm>
                <a:off x="50667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67" name="타원 23066">
                <a:extLst>
                  <a:ext uri="{FF2B5EF4-FFF2-40B4-BE49-F238E27FC236}">
                    <a16:creationId xmlns:a16="http://schemas.microsoft.com/office/drawing/2014/main" id="{F6CAAD9B-8947-4218-B2D7-5E0B3BA92CFF}"/>
                  </a:ext>
                </a:extLst>
              </p:cNvPr>
              <p:cNvSpPr/>
              <p:nvPr/>
            </p:nvSpPr>
            <p:spPr>
              <a:xfrm>
                <a:off x="52191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68" name="타원 23067">
                <a:extLst>
                  <a:ext uri="{FF2B5EF4-FFF2-40B4-BE49-F238E27FC236}">
                    <a16:creationId xmlns:a16="http://schemas.microsoft.com/office/drawing/2014/main" id="{EA34971F-BB00-4018-A841-6CA784860D8E}"/>
                  </a:ext>
                </a:extLst>
              </p:cNvPr>
              <p:cNvSpPr/>
              <p:nvPr/>
            </p:nvSpPr>
            <p:spPr>
              <a:xfrm>
                <a:off x="53715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69" name="타원 23068">
                <a:extLst>
                  <a:ext uri="{FF2B5EF4-FFF2-40B4-BE49-F238E27FC236}">
                    <a16:creationId xmlns:a16="http://schemas.microsoft.com/office/drawing/2014/main" id="{86438766-1F3B-4A10-8BB9-219644A96D00}"/>
                  </a:ext>
                </a:extLst>
              </p:cNvPr>
              <p:cNvSpPr/>
              <p:nvPr/>
            </p:nvSpPr>
            <p:spPr>
              <a:xfrm>
                <a:off x="55239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70" name="타원 23069">
                <a:extLst>
                  <a:ext uri="{FF2B5EF4-FFF2-40B4-BE49-F238E27FC236}">
                    <a16:creationId xmlns:a16="http://schemas.microsoft.com/office/drawing/2014/main" id="{6FD8D46C-FECC-4DB8-A463-2CB62C8BED13}"/>
                  </a:ext>
                </a:extLst>
              </p:cNvPr>
              <p:cNvSpPr/>
              <p:nvPr/>
            </p:nvSpPr>
            <p:spPr>
              <a:xfrm>
                <a:off x="5676363" y="3954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71" name="타원 23070">
                <a:extLst>
                  <a:ext uri="{FF2B5EF4-FFF2-40B4-BE49-F238E27FC236}">
                    <a16:creationId xmlns:a16="http://schemas.microsoft.com/office/drawing/2014/main" id="{B7D6E70A-3194-4BC3-A5A4-1EFF9458A948}"/>
                  </a:ext>
                </a:extLst>
              </p:cNvPr>
              <p:cNvSpPr/>
              <p:nvPr/>
            </p:nvSpPr>
            <p:spPr>
              <a:xfrm>
                <a:off x="3423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72" name="타원 23071">
                <a:extLst>
                  <a:ext uri="{FF2B5EF4-FFF2-40B4-BE49-F238E27FC236}">
                    <a16:creationId xmlns:a16="http://schemas.microsoft.com/office/drawing/2014/main" id="{BBD1F9D4-0653-466E-A8AB-84D2AFABF62F}"/>
                  </a:ext>
                </a:extLst>
              </p:cNvPr>
              <p:cNvSpPr/>
              <p:nvPr/>
            </p:nvSpPr>
            <p:spPr>
              <a:xfrm>
                <a:off x="4947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73" name="타원 23072">
                <a:extLst>
                  <a:ext uri="{FF2B5EF4-FFF2-40B4-BE49-F238E27FC236}">
                    <a16:creationId xmlns:a16="http://schemas.microsoft.com/office/drawing/2014/main" id="{9D9E9319-F9B1-4EF1-8CA4-BC68A7EBC890}"/>
                  </a:ext>
                </a:extLst>
              </p:cNvPr>
              <p:cNvSpPr/>
              <p:nvPr/>
            </p:nvSpPr>
            <p:spPr>
              <a:xfrm>
                <a:off x="6471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74" name="타원 23073">
                <a:extLst>
                  <a:ext uri="{FF2B5EF4-FFF2-40B4-BE49-F238E27FC236}">
                    <a16:creationId xmlns:a16="http://schemas.microsoft.com/office/drawing/2014/main" id="{FDE22A7D-2F67-47D9-B901-7026F8CD441C}"/>
                  </a:ext>
                </a:extLst>
              </p:cNvPr>
              <p:cNvSpPr/>
              <p:nvPr/>
            </p:nvSpPr>
            <p:spPr>
              <a:xfrm>
                <a:off x="7995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75" name="타원 23074">
                <a:extLst>
                  <a:ext uri="{FF2B5EF4-FFF2-40B4-BE49-F238E27FC236}">
                    <a16:creationId xmlns:a16="http://schemas.microsoft.com/office/drawing/2014/main" id="{BD247A3F-092A-4A9E-BDD4-0A3E08D7CF50}"/>
                  </a:ext>
                </a:extLst>
              </p:cNvPr>
              <p:cNvSpPr/>
              <p:nvPr/>
            </p:nvSpPr>
            <p:spPr>
              <a:xfrm>
                <a:off x="9519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76" name="타원 23075">
                <a:extLst>
                  <a:ext uri="{FF2B5EF4-FFF2-40B4-BE49-F238E27FC236}">
                    <a16:creationId xmlns:a16="http://schemas.microsoft.com/office/drawing/2014/main" id="{F67D3A8E-BDF3-4A28-8390-CB2D7BB0E438}"/>
                  </a:ext>
                </a:extLst>
              </p:cNvPr>
              <p:cNvSpPr/>
              <p:nvPr/>
            </p:nvSpPr>
            <p:spPr>
              <a:xfrm>
                <a:off x="11043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77" name="타원 23076">
                <a:extLst>
                  <a:ext uri="{FF2B5EF4-FFF2-40B4-BE49-F238E27FC236}">
                    <a16:creationId xmlns:a16="http://schemas.microsoft.com/office/drawing/2014/main" id="{81407B2C-2725-4B8A-AC7B-DD21B3E2038E}"/>
                  </a:ext>
                </a:extLst>
              </p:cNvPr>
              <p:cNvSpPr/>
              <p:nvPr/>
            </p:nvSpPr>
            <p:spPr>
              <a:xfrm>
                <a:off x="12567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78" name="타원 23077">
                <a:extLst>
                  <a:ext uri="{FF2B5EF4-FFF2-40B4-BE49-F238E27FC236}">
                    <a16:creationId xmlns:a16="http://schemas.microsoft.com/office/drawing/2014/main" id="{D6FA53E3-D76D-4CCB-8879-E4F30EFE507F}"/>
                  </a:ext>
                </a:extLst>
              </p:cNvPr>
              <p:cNvSpPr/>
              <p:nvPr/>
            </p:nvSpPr>
            <p:spPr>
              <a:xfrm>
                <a:off x="14091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79" name="타원 23078">
                <a:extLst>
                  <a:ext uri="{FF2B5EF4-FFF2-40B4-BE49-F238E27FC236}">
                    <a16:creationId xmlns:a16="http://schemas.microsoft.com/office/drawing/2014/main" id="{B8107541-4D60-49DD-B3F8-FAF00DB5AC98}"/>
                  </a:ext>
                </a:extLst>
              </p:cNvPr>
              <p:cNvSpPr/>
              <p:nvPr/>
            </p:nvSpPr>
            <p:spPr>
              <a:xfrm>
                <a:off x="15615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80" name="타원 23079">
                <a:extLst>
                  <a:ext uri="{FF2B5EF4-FFF2-40B4-BE49-F238E27FC236}">
                    <a16:creationId xmlns:a16="http://schemas.microsoft.com/office/drawing/2014/main" id="{0E8230DB-4240-4920-A99B-160003EBCBA7}"/>
                  </a:ext>
                </a:extLst>
              </p:cNvPr>
              <p:cNvSpPr/>
              <p:nvPr/>
            </p:nvSpPr>
            <p:spPr>
              <a:xfrm>
                <a:off x="17139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81" name="타원 23080">
                <a:extLst>
                  <a:ext uri="{FF2B5EF4-FFF2-40B4-BE49-F238E27FC236}">
                    <a16:creationId xmlns:a16="http://schemas.microsoft.com/office/drawing/2014/main" id="{1BF7C1E7-C669-45C0-B617-5D8F8706BC0E}"/>
                  </a:ext>
                </a:extLst>
              </p:cNvPr>
              <p:cNvSpPr/>
              <p:nvPr/>
            </p:nvSpPr>
            <p:spPr>
              <a:xfrm>
                <a:off x="18663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82" name="타원 23081">
                <a:extLst>
                  <a:ext uri="{FF2B5EF4-FFF2-40B4-BE49-F238E27FC236}">
                    <a16:creationId xmlns:a16="http://schemas.microsoft.com/office/drawing/2014/main" id="{3459843E-0EBF-4131-94AC-C234CF152517}"/>
                  </a:ext>
                </a:extLst>
              </p:cNvPr>
              <p:cNvSpPr/>
              <p:nvPr/>
            </p:nvSpPr>
            <p:spPr>
              <a:xfrm>
                <a:off x="20187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83" name="타원 23082">
                <a:extLst>
                  <a:ext uri="{FF2B5EF4-FFF2-40B4-BE49-F238E27FC236}">
                    <a16:creationId xmlns:a16="http://schemas.microsoft.com/office/drawing/2014/main" id="{B0E7DF43-8827-4408-B113-62600DD24C09}"/>
                  </a:ext>
                </a:extLst>
              </p:cNvPr>
              <p:cNvSpPr/>
              <p:nvPr/>
            </p:nvSpPr>
            <p:spPr>
              <a:xfrm>
                <a:off x="21711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84" name="타원 23083">
                <a:extLst>
                  <a:ext uri="{FF2B5EF4-FFF2-40B4-BE49-F238E27FC236}">
                    <a16:creationId xmlns:a16="http://schemas.microsoft.com/office/drawing/2014/main" id="{E637E8E5-0BFC-43B5-A4EE-FAE10095AC65}"/>
                  </a:ext>
                </a:extLst>
              </p:cNvPr>
              <p:cNvSpPr/>
              <p:nvPr/>
            </p:nvSpPr>
            <p:spPr>
              <a:xfrm>
                <a:off x="23235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85" name="타원 23084">
                <a:extLst>
                  <a:ext uri="{FF2B5EF4-FFF2-40B4-BE49-F238E27FC236}">
                    <a16:creationId xmlns:a16="http://schemas.microsoft.com/office/drawing/2014/main" id="{26D95EDF-FF31-49C6-9AD0-1D35DAA65398}"/>
                  </a:ext>
                </a:extLst>
              </p:cNvPr>
              <p:cNvSpPr/>
              <p:nvPr/>
            </p:nvSpPr>
            <p:spPr>
              <a:xfrm>
                <a:off x="24759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86" name="타원 23085">
                <a:extLst>
                  <a:ext uri="{FF2B5EF4-FFF2-40B4-BE49-F238E27FC236}">
                    <a16:creationId xmlns:a16="http://schemas.microsoft.com/office/drawing/2014/main" id="{4BC56767-9699-4558-93B9-57C2F98F123E}"/>
                  </a:ext>
                </a:extLst>
              </p:cNvPr>
              <p:cNvSpPr/>
              <p:nvPr/>
            </p:nvSpPr>
            <p:spPr>
              <a:xfrm>
                <a:off x="26283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87" name="타원 23086">
                <a:extLst>
                  <a:ext uri="{FF2B5EF4-FFF2-40B4-BE49-F238E27FC236}">
                    <a16:creationId xmlns:a16="http://schemas.microsoft.com/office/drawing/2014/main" id="{9E148205-980C-4C1E-A2B5-59C425685BC1}"/>
                  </a:ext>
                </a:extLst>
              </p:cNvPr>
              <p:cNvSpPr/>
              <p:nvPr/>
            </p:nvSpPr>
            <p:spPr>
              <a:xfrm>
                <a:off x="27807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88" name="타원 23087">
                <a:extLst>
                  <a:ext uri="{FF2B5EF4-FFF2-40B4-BE49-F238E27FC236}">
                    <a16:creationId xmlns:a16="http://schemas.microsoft.com/office/drawing/2014/main" id="{A23FD6BB-91F9-4A3F-BE3C-CFEE5A9C051D}"/>
                  </a:ext>
                </a:extLst>
              </p:cNvPr>
              <p:cNvSpPr/>
              <p:nvPr/>
            </p:nvSpPr>
            <p:spPr>
              <a:xfrm>
                <a:off x="29331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89" name="타원 23088">
                <a:extLst>
                  <a:ext uri="{FF2B5EF4-FFF2-40B4-BE49-F238E27FC236}">
                    <a16:creationId xmlns:a16="http://schemas.microsoft.com/office/drawing/2014/main" id="{FF83C3F0-6F2B-47EC-8D51-B9E2ACFB2401}"/>
                  </a:ext>
                </a:extLst>
              </p:cNvPr>
              <p:cNvSpPr/>
              <p:nvPr/>
            </p:nvSpPr>
            <p:spPr>
              <a:xfrm>
                <a:off x="30855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90" name="타원 23089">
                <a:extLst>
                  <a:ext uri="{FF2B5EF4-FFF2-40B4-BE49-F238E27FC236}">
                    <a16:creationId xmlns:a16="http://schemas.microsoft.com/office/drawing/2014/main" id="{C7C1F40E-B288-40ED-B6ED-2A161BEE5109}"/>
                  </a:ext>
                </a:extLst>
              </p:cNvPr>
              <p:cNvSpPr/>
              <p:nvPr/>
            </p:nvSpPr>
            <p:spPr>
              <a:xfrm>
                <a:off x="32379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91" name="타원 23090">
                <a:extLst>
                  <a:ext uri="{FF2B5EF4-FFF2-40B4-BE49-F238E27FC236}">
                    <a16:creationId xmlns:a16="http://schemas.microsoft.com/office/drawing/2014/main" id="{06D552F1-BC18-461C-96EE-A2F893C71183}"/>
                  </a:ext>
                </a:extLst>
              </p:cNvPr>
              <p:cNvSpPr/>
              <p:nvPr/>
            </p:nvSpPr>
            <p:spPr>
              <a:xfrm>
                <a:off x="33903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92" name="타원 23091">
                <a:extLst>
                  <a:ext uri="{FF2B5EF4-FFF2-40B4-BE49-F238E27FC236}">
                    <a16:creationId xmlns:a16="http://schemas.microsoft.com/office/drawing/2014/main" id="{D714A70B-9846-4E90-8928-13D1A78C5B56}"/>
                  </a:ext>
                </a:extLst>
              </p:cNvPr>
              <p:cNvSpPr/>
              <p:nvPr/>
            </p:nvSpPr>
            <p:spPr>
              <a:xfrm>
                <a:off x="35427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93" name="타원 23092">
                <a:extLst>
                  <a:ext uri="{FF2B5EF4-FFF2-40B4-BE49-F238E27FC236}">
                    <a16:creationId xmlns:a16="http://schemas.microsoft.com/office/drawing/2014/main" id="{2CFE8321-E15F-41D0-8D88-0A1C7F560F17}"/>
                  </a:ext>
                </a:extLst>
              </p:cNvPr>
              <p:cNvSpPr/>
              <p:nvPr/>
            </p:nvSpPr>
            <p:spPr>
              <a:xfrm>
                <a:off x="36951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94" name="타원 23093">
                <a:extLst>
                  <a:ext uri="{FF2B5EF4-FFF2-40B4-BE49-F238E27FC236}">
                    <a16:creationId xmlns:a16="http://schemas.microsoft.com/office/drawing/2014/main" id="{AC67E6B3-30D6-43DC-B630-D1D9BEF5E0C2}"/>
                  </a:ext>
                </a:extLst>
              </p:cNvPr>
              <p:cNvSpPr/>
              <p:nvPr/>
            </p:nvSpPr>
            <p:spPr>
              <a:xfrm>
                <a:off x="38475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95" name="타원 23094">
                <a:extLst>
                  <a:ext uri="{FF2B5EF4-FFF2-40B4-BE49-F238E27FC236}">
                    <a16:creationId xmlns:a16="http://schemas.microsoft.com/office/drawing/2014/main" id="{FEE6152A-34AC-43B1-9908-18C887B986B2}"/>
                  </a:ext>
                </a:extLst>
              </p:cNvPr>
              <p:cNvSpPr/>
              <p:nvPr/>
            </p:nvSpPr>
            <p:spPr>
              <a:xfrm>
                <a:off x="39999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96" name="타원 23095">
                <a:extLst>
                  <a:ext uri="{FF2B5EF4-FFF2-40B4-BE49-F238E27FC236}">
                    <a16:creationId xmlns:a16="http://schemas.microsoft.com/office/drawing/2014/main" id="{C4688E04-C486-4D0C-B18A-19E96D283C2D}"/>
                  </a:ext>
                </a:extLst>
              </p:cNvPr>
              <p:cNvSpPr/>
              <p:nvPr/>
            </p:nvSpPr>
            <p:spPr>
              <a:xfrm>
                <a:off x="41523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97" name="타원 23096">
                <a:extLst>
                  <a:ext uri="{FF2B5EF4-FFF2-40B4-BE49-F238E27FC236}">
                    <a16:creationId xmlns:a16="http://schemas.microsoft.com/office/drawing/2014/main" id="{C4A112E3-2210-40A3-8BE6-AE1FB83D0038}"/>
                  </a:ext>
                </a:extLst>
              </p:cNvPr>
              <p:cNvSpPr/>
              <p:nvPr/>
            </p:nvSpPr>
            <p:spPr>
              <a:xfrm>
                <a:off x="43047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98" name="타원 23097">
                <a:extLst>
                  <a:ext uri="{FF2B5EF4-FFF2-40B4-BE49-F238E27FC236}">
                    <a16:creationId xmlns:a16="http://schemas.microsoft.com/office/drawing/2014/main" id="{45762E3A-79AE-446A-8DD6-1D67A9AEDD6F}"/>
                  </a:ext>
                </a:extLst>
              </p:cNvPr>
              <p:cNvSpPr/>
              <p:nvPr/>
            </p:nvSpPr>
            <p:spPr>
              <a:xfrm>
                <a:off x="44571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99" name="타원 23098">
                <a:extLst>
                  <a:ext uri="{FF2B5EF4-FFF2-40B4-BE49-F238E27FC236}">
                    <a16:creationId xmlns:a16="http://schemas.microsoft.com/office/drawing/2014/main" id="{14942FEA-DEF0-4635-ACFF-A7260BB0EEE9}"/>
                  </a:ext>
                </a:extLst>
              </p:cNvPr>
              <p:cNvSpPr/>
              <p:nvPr/>
            </p:nvSpPr>
            <p:spPr>
              <a:xfrm>
                <a:off x="46095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00" name="타원 23099">
                <a:extLst>
                  <a:ext uri="{FF2B5EF4-FFF2-40B4-BE49-F238E27FC236}">
                    <a16:creationId xmlns:a16="http://schemas.microsoft.com/office/drawing/2014/main" id="{2CD60048-0FA7-4933-83BB-EB0C9F6C6E81}"/>
                  </a:ext>
                </a:extLst>
              </p:cNvPr>
              <p:cNvSpPr/>
              <p:nvPr/>
            </p:nvSpPr>
            <p:spPr>
              <a:xfrm>
                <a:off x="47619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01" name="타원 23100">
                <a:extLst>
                  <a:ext uri="{FF2B5EF4-FFF2-40B4-BE49-F238E27FC236}">
                    <a16:creationId xmlns:a16="http://schemas.microsoft.com/office/drawing/2014/main" id="{5A5CFD9E-ACAA-446B-83DF-2B856B314226}"/>
                  </a:ext>
                </a:extLst>
              </p:cNvPr>
              <p:cNvSpPr/>
              <p:nvPr/>
            </p:nvSpPr>
            <p:spPr>
              <a:xfrm>
                <a:off x="49143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02" name="타원 23101">
                <a:extLst>
                  <a:ext uri="{FF2B5EF4-FFF2-40B4-BE49-F238E27FC236}">
                    <a16:creationId xmlns:a16="http://schemas.microsoft.com/office/drawing/2014/main" id="{25D75EC1-9F5C-4BD5-BDAD-887301216C22}"/>
                  </a:ext>
                </a:extLst>
              </p:cNvPr>
              <p:cNvSpPr/>
              <p:nvPr/>
            </p:nvSpPr>
            <p:spPr>
              <a:xfrm>
                <a:off x="50667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03" name="타원 23102">
                <a:extLst>
                  <a:ext uri="{FF2B5EF4-FFF2-40B4-BE49-F238E27FC236}">
                    <a16:creationId xmlns:a16="http://schemas.microsoft.com/office/drawing/2014/main" id="{EF93237A-BDB1-4534-84FD-437C1F882CB9}"/>
                  </a:ext>
                </a:extLst>
              </p:cNvPr>
              <p:cNvSpPr/>
              <p:nvPr/>
            </p:nvSpPr>
            <p:spPr>
              <a:xfrm>
                <a:off x="52191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04" name="타원 23103">
                <a:extLst>
                  <a:ext uri="{FF2B5EF4-FFF2-40B4-BE49-F238E27FC236}">
                    <a16:creationId xmlns:a16="http://schemas.microsoft.com/office/drawing/2014/main" id="{E02A475C-39FA-4995-8A5A-855D2ED0A8CA}"/>
                  </a:ext>
                </a:extLst>
              </p:cNvPr>
              <p:cNvSpPr/>
              <p:nvPr/>
            </p:nvSpPr>
            <p:spPr>
              <a:xfrm>
                <a:off x="53715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05" name="타원 23104">
                <a:extLst>
                  <a:ext uri="{FF2B5EF4-FFF2-40B4-BE49-F238E27FC236}">
                    <a16:creationId xmlns:a16="http://schemas.microsoft.com/office/drawing/2014/main" id="{F64738DC-C003-44D0-B778-79A339AE20A1}"/>
                  </a:ext>
                </a:extLst>
              </p:cNvPr>
              <p:cNvSpPr/>
              <p:nvPr/>
            </p:nvSpPr>
            <p:spPr>
              <a:xfrm>
                <a:off x="55239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06" name="타원 23105">
                <a:extLst>
                  <a:ext uri="{FF2B5EF4-FFF2-40B4-BE49-F238E27FC236}">
                    <a16:creationId xmlns:a16="http://schemas.microsoft.com/office/drawing/2014/main" id="{65CC5C6E-D7BB-4B58-A588-5888CCD4B2AC}"/>
                  </a:ext>
                </a:extLst>
              </p:cNvPr>
              <p:cNvSpPr/>
              <p:nvPr/>
            </p:nvSpPr>
            <p:spPr>
              <a:xfrm>
                <a:off x="5676363" y="4106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07" name="타원 23106">
                <a:extLst>
                  <a:ext uri="{FF2B5EF4-FFF2-40B4-BE49-F238E27FC236}">
                    <a16:creationId xmlns:a16="http://schemas.microsoft.com/office/drawing/2014/main" id="{BC364A27-06C3-4802-B057-0DF3E50A5F49}"/>
                  </a:ext>
                </a:extLst>
              </p:cNvPr>
              <p:cNvSpPr/>
              <p:nvPr/>
            </p:nvSpPr>
            <p:spPr>
              <a:xfrm>
                <a:off x="3423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08" name="타원 23107">
                <a:extLst>
                  <a:ext uri="{FF2B5EF4-FFF2-40B4-BE49-F238E27FC236}">
                    <a16:creationId xmlns:a16="http://schemas.microsoft.com/office/drawing/2014/main" id="{C152A1E7-7221-4235-B02C-CA79140DBA84}"/>
                  </a:ext>
                </a:extLst>
              </p:cNvPr>
              <p:cNvSpPr/>
              <p:nvPr/>
            </p:nvSpPr>
            <p:spPr>
              <a:xfrm>
                <a:off x="4947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09" name="타원 23108">
                <a:extLst>
                  <a:ext uri="{FF2B5EF4-FFF2-40B4-BE49-F238E27FC236}">
                    <a16:creationId xmlns:a16="http://schemas.microsoft.com/office/drawing/2014/main" id="{14C348E9-C831-468E-8789-01DE5000EB5A}"/>
                  </a:ext>
                </a:extLst>
              </p:cNvPr>
              <p:cNvSpPr/>
              <p:nvPr/>
            </p:nvSpPr>
            <p:spPr>
              <a:xfrm>
                <a:off x="6471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10" name="타원 23109">
                <a:extLst>
                  <a:ext uri="{FF2B5EF4-FFF2-40B4-BE49-F238E27FC236}">
                    <a16:creationId xmlns:a16="http://schemas.microsoft.com/office/drawing/2014/main" id="{FA51F12B-0C9B-4EC3-BCA8-8AA5F5AD39EC}"/>
                  </a:ext>
                </a:extLst>
              </p:cNvPr>
              <p:cNvSpPr/>
              <p:nvPr/>
            </p:nvSpPr>
            <p:spPr>
              <a:xfrm>
                <a:off x="7995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11" name="타원 23110">
                <a:extLst>
                  <a:ext uri="{FF2B5EF4-FFF2-40B4-BE49-F238E27FC236}">
                    <a16:creationId xmlns:a16="http://schemas.microsoft.com/office/drawing/2014/main" id="{63E19067-C91A-49D3-AA11-ABE30E32700C}"/>
                  </a:ext>
                </a:extLst>
              </p:cNvPr>
              <p:cNvSpPr/>
              <p:nvPr/>
            </p:nvSpPr>
            <p:spPr>
              <a:xfrm>
                <a:off x="9519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12" name="타원 23111">
                <a:extLst>
                  <a:ext uri="{FF2B5EF4-FFF2-40B4-BE49-F238E27FC236}">
                    <a16:creationId xmlns:a16="http://schemas.microsoft.com/office/drawing/2014/main" id="{A371ED72-96F8-459D-9FBC-D7A8EFB98EB3}"/>
                  </a:ext>
                </a:extLst>
              </p:cNvPr>
              <p:cNvSpPr/>
              <p:nvPr/>
            </p:nvSpPr>
            <p:spPr>
              <a:xfrm>
                <a:off x="11043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13" name="타원 23112">
                <a:extLst>
                  <a:ext uri="{FF2B5EF4-FFF2-40B4-BE49-F238E27FC236}">
                    <a16:creationId xmlns:a16="http://schemas.microsoft.com/office/drawing/2014/main" id="{43FCB347-9830-4FAF-91FE-655942A5FAFC}"/>
                  </a:ext>
                </a:extLst>
              </p:cNvPr>
              <p:cNvSpPr/>
              <p:nvPr/>
            </p:nvSpPr>
            <p:spPr>
              <a:xfrm>
                <a:off x="12567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14" name="타원 23113">
                <a:extLst>
                  <a:ext uri="{FF2B5EF4-FFF2-40B4-BE49-F238E27FC236}">
                    <a16:creationId xmlns:a16="http://schemas.microsoft.com/office/drawing/2014/main" id="{E3F6FD36-F5E8-4BCD-A6BA-59D6D49B0EDF}"/>
                  </a:ext>
                </a:extLst>
              </p:cNvPr>
              <p:cNvSpPr/>
              <p:nvPr/>
            </p:nvSpPr>
            <p:spPr>
              <a:xfrm>
                <a:off x="14091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15" name="타원 23114">
                <a:extLst>
                  <a:ext uri="{FF2B5EF4-FFF2-40B4-BE49-F238E27FC236}">
                    <a16:creationId xmlns:a16="http://schemas.microsoft.com/office/drawing/2014/main" id="{02481DE7-8CD0-4708-A686-212C01E92002}"/>
                  </a:ext>
                </a:extLst>
              </p:cNvPr>
              <p:cNvSpPr/>
              <p:nvPr/>
            </p:nvSpPr>
            <p:spPr>
              <a:xfrm>
                <a:off x="15615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16" name="타원 23115">
                <a:extLst>
                  <a:ext uri="{FF2B5EF4-FFF2-40B4-BE49-F238E27FC236}">
                    <a16:creationId xmlns:a16="http://schemas.microsoft.com/office/drawing/2014/main" id="{8C1F2F41-41F5-4BD6-A376-520C5FFBE846}"/>
                  </a:ext>
                </a:extLst>
              </p:cNvPr>
              <p:cNvSpPr/>
              <p:nvPr/>
            </p:nvSpPr>
            <p:spPr>
              <a:xfrm>
                <a:off x="17139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17" name="타원 23116">
                <a:extLst>
                  <a:ext uri="{FF2B5EF4-FFF2-40B4-BE49-F238E27FC236}">
                    <a16:creationId xmlns:a16="http://schemas.microsoft.com/office/drawing/2014/main" id="{C9C1B3D0-C0A6-4AFC-8A6B-46AC405AC92F}"/>
                  </a:ext>
                </a:extLst>
              </p:cNvPr>
              <p:cNvSpPr/>
              <p:nvPr/>
            </p:nvSpPr>
            <p:spPr>
              <a:xfrm>
                <a:off x="18663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18" name="타원 23117">
                <a:extLst>
                  <a:ext uri="{FF2B5EF4-FFF2-40B4-BE49-F238E27FC236}">
                    <a16:creationId xmlns:a16="http://schemas.microsoft.com/office/drawing/2014/main" id="{0712FC78-9EA0-4E73-BAA1-2EFA9F182685}"/>
                  </a:ext>
                </a:extLst>
              </p:cNvPr>
              <p:cNvSpPr/>
              <p:nvPr/>
            </p:nvSpPr>
            <p:spPr>
              <a:xfrm>
                <a:off x="20187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19" name="타원 23118">
                <a:extLst>
                  <a:ext uri="{FF2B5EF4-FFF2-40B4-BE49-F238E27FC236}">
                    <a16:creationId xmlns:a16="http://schemas.microsoft.com/office/drawing/2014/main" id="{8FAD63B9-119F-4FCA-BF49-BD3691306EBC}"/>
                  </a:ext>
                </a:extLst>
              </p:cNvPr>
              <p:cNvSpPr/>
              <p:nvPr/>
            </p:nvSpPr>
            <p:spPr>
              <a:xfrm>
                <a:off x="21711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20" name="타원 23119">
                <a:extLst>
                  <a:ext uri="{FF2B5EF4-FFF2-40B4-BE49-F238E27FC236}">
                    <a16:creationId xmlns:a16="http://schemas.microsoft.com/office/drawing/2014/main" id="{22548464-CEC4-4C4E-A18C-EC58471299A0}"/>
                  </a:ext>
                </a:extLst>
              </p:cNvPr>
              <p:cNvSpPr/>
              <p:nvPr/>
            </p:nvSpPr>
            <p:spPr>
              <a:xfrm>
                <a:off x="23235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21" name="타원 23120">
                <a:extLst>
                  <a:ext uri="{FF2B5EF4-FFF2-40B4-BE49-F238E27FC236}">
                    <a16:creationId xmlns:a16="http://schemas.microsoft.com/office/drawing/2014/main" id="{B299A8B5-6946-472C-9861-A6925A4DCC3B}"/>
                  </a:ext>
                </a:extLst>
              </p:cNvPr>
              <p:cNvSpPr/>
              <p:nvPr/>
            </p:nvSpPr>
            <p:spPr>
              <a:xfrm>
                <a:off x="24759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22" name="타원 23121">
                <a:extLst>
                  <a:ext uri="{FF2B5EF4-FFF2-40B4-BE49-F238E27FC236}">
                    <a16:creationId xmlns:a16="http://schemas.microsoft.com/office/drawing/2014/main" id="{12071389-96C4-4FAC-911C-C66455B47FE9}"/>
                  </a:ext>
                </a:extLst>
              </p:cNvPr>
              <p:cNvSpPr/>
              <p:nvPr/>
            </p:nvSpPr>
            <p:spPr>
              <a:xfrm>
                <a:off x="26283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23" name="타원 23122">
                <a:extLst>
                  <a:ext uri="{FF2B5EF4-FFF2-40B4-BE49-F238E27FC236}">
                    <a16:creationId xmlns:a16="http://schemas.microsoft.com/office/drawing/2014/main" id="{A31F92FE-0AE5-4470-9DC7-77ACED435839}"/>
                  </a:ext>
                </a:extLst>
              </p:cNvPr>
              <p:cNvSpPr/>
              <p:nvPr/>
            </p:nvSpPr>
            <p:spPr>
              <a:xfrm>
                <a:off x="27807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24" name="타원 23123">
                <a:extLst>
                  <a:ext uri="{FF2B5EF4-FFF2-40B4-BE49-F238E27FC236}">
                    <a16:creationId xmlns:a16="http://schemas.microsoft.com/office/drawing/2014/main" id="{2703C768-5E62-49FC-8537-20AB8F9F9D2D}"/>
                  </a:ext>
                </a:extLst>
              </p:cNvPr>
              <p:cNvSpPr/>
              <p:nvPr/>
            </p:nvSpPr>
            <p:spPr>
              <a:xfrm>
                <a:off x="29331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25" name="타원 23124">
                <a:extLst>
                  <a:ext uri="{FF2B5EF4-FFF2-40B4-BE49-F238E27FC236}">
                    <a16:creationId xmlns:a16="http://schemas.microsoft.com/office/drawing/2014/main" id="{F09125E7-C8FE-4C3B-858F-77EDAB5E5D20}"/>
                  </a:ext>
                </a:extLst>
              </p:cNvPr>
              <p:cNvSpPr/>
              <p:nvPr/>
            </p:nvSpPr>
            <p:spPr>
              <a:xfrm>
                <a:off x="30855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26" name="타원 23125">
                <a:extLst>
                  <a:ext uri="{FF2B5EF4-FFF2-40B4-BE49-F238E27FC236}">
                    <a16:creationId xmlns:a16="http://schemas.microsoft.com/office/drawing/2014/main" id="{1B47EFB7-5C46-4D24-9B2D-3131454C25D9}"/>
                  </a:ext>
                </a:extLst>
              </p:cNvPr>
              <p:cNvSpPr/>
              <p:nvPr/>
            </p:nvSpPr>
            <p:spPr>
              <a:xfrm>
                <a:off x="32379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27" name="타원 23126">
                <a:extLst>
                  <a:ext uri="{FF2B5EF4-FFF2-40B4-BE49-F238E27FC236}">
                    <a16:creationId xmlns:a16="http://schemas.microsoft.com/office/drawing/2014/main" id="{25C36FC2-E03A-4BBE-BC7E-7CA2F8D1E8AA}"/>
                  </a:ext>
                </a:extLst>
              </p:cNvPr>
              <p:cNvSpPr/>
              <p:nvPr/>
            </p:nvSpPr>
            <p:spPr>
              <a:xfrm>
                <a:off x="33903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28" name="타원 23127">
                <a:extLst>
                  <a:ext uri="{FF2B5EF4-FFF2-40B4-BE49-F238E27FC236}">
                    <a16:creationId xmlns:a16="http://schemas.microsoft.com/office/drawing/2014/main" id="{97B39BA0-E9D1-4477-8D2E-4A97D74546A6}"/>
                  </a:ext>
                </a:extLst>
              </p:cNvPr>
              <p:cNvSpPr/>
              <p:nvPr/>
            </p:nvSpPr>
            <p:spPr>
              <a:xfrm>
                <a:off x="35427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29" name="타원 23128">
                <a:extLst>
                  <a:ext uri="{FF2B5EF4-FFF2-40B4-BE49-F238E27FC236}">
                    <a16:creationId xmlns:a16="http://schemas.microsoft.com/office/drawing/2014/main" id="{DA1D1CE0-2323-4132-BA83-B5290A3A3992}"/>
                  </a:ext>
                </a:extLst>
              </p:cNvPr>
              <p:cNvSpPr/>
              <p:nvPr/>
            </p:nvSpPr>
            <p:spPr>
              <a:xfrm>
                <a:off x="36951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30" name="타원 23129">
                <a:extLst>
                  <a:ext uri="{FF2B5EF4-FFF2-40B4-BE49-F238E27FC236}">
                    <a16:creationId xmlns:a16="http://schemas.microsoft.com/office/drawing/2014/main" id="{3E26FA82-CCB4-4F21-9A6B-58C5273C2F80}"/>
                  </a:ext>
                </a:extLst>
              </p:cNvPr>
              <p:cNvSpPr/>
              <p:nvPr/>
            </p:nvSpPr>
            <p:spPr>
              <a:xfrm>
                <a:off x="38475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31" name="타원 23130">
                <a:extLst>
                  <a:ext uri="{FF2B5EF4-FFF2-40B4-BE49-F238E27FC236}">
                    <a16:creationId xmlns:a16="http://schemas.microsoft.com/office/drawing/2014/main" id="{49356266-327D-4F11-B5E7-22346ADF29E7}"/>
                  </a:ext>
                </a:extLst>
              </p:cNvPr>
              <p:cNvSpPr/>
              <p:nvPr/>
            </p:nvSpPr>
            <p:spPr>
              <a:xfrm>
                <a:off x="39999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32" name="타원 23131">
                <a:extLst>
                  <a:ext uri="{FF2B5EF4-FFF2-40B4-BE49-F238E27FC236}">
                    <a16:creationId xmlns:a16="http://schemas.microsoft.com/office/drawing/2014/main" id="{B6191EC4-A8C5-45E4-A4E8-45F6B617ED8C}"/>
                  </a:ext>
                </a:extLst>
              </p:cNvPr>
              <p:cNvSpPr/>
              <p:nvPr/>
            </p:nvSpPr>
            <p:spPr>
              <a:xfrm>
                <a:off x="41523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33" name="타원 23132">
                <a:extLst>
                  <a:ext uri="{FF2B5EF4-FFF2-40B4-BE49-F238E27FC236}">
                    <a16:creationId xmlns:a16="http://schemas.microsoft.com/office/drawing/2014/main" id="{374EB676-8D47-43DF-A8A3-E43BA765F54D}"/>
                  </a:ext>
                </a:extLst>
              </p:cNvPr>
              <p:cNvSpPr/>
              <p:nvPr/>
            </p:nvSpPr>
            <p:spPr>
              <a:xfrm>
                <a:off x="43047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34" name="타원 23133">
                <a:extLst>
                  <a:ext uri="{FF2B5EF4-FFF2-40B4-BE49-F238E27FC236}">
                    <a16:creationId xmlns:a16="http://schemas.microsoft.com/office/drawing/2014/main" id="{0BF64A5F-6B38-404D-B201-F14A7F2516A3}"/>
                  </a:ext>
                </a:extLst>
              </p:cNvPr>
              <p:cNvSpPr/>
              <p:nvPr/>
            </p:nvSpPr>
            <p:spPr>
              <a:xfrm>
                <a:off x="44571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35" name="타원 23134">
                <a:extLst>
                  <a:ext uri="{FF2B5EF4-FFF2-40B4-BE49-F238E27FC236}">
                    <a16:creationId xmlns:a16="http://schemas.microsoft.com/office/drawing/2014/main" id="{77AD764F-DF6D-4124-B911-0CFAFEF8F8BD}"/>
                  </a:ext>
                </a:extLst>
              </p:cNvPr>
              <p:cNvSpPr/>
              <p:nvPr/>
            </p:nvSpPr>
            <p:spPr>
              <a:xfrm>
                <a:off x="46095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36" name="타원 23135">
                <a:extLst>
                  <a:ext uri="{FF2B5EF4-FFF2-40B4-BE49-F238E27FC236}">
                    <a16:creationId xmlns:a16="http://schemas.microsoft.com/office/drawing/2014/main" id="{1A897C67-D04C-4F60-AD88-D00DEA487061}"/>
                  </a:ext>
                </a:extLst>
              </p:cNvPr>
              <p:cNvSpPr/>
              <p:nvPr/>
            </p:nvSpPr>
            <p:spPr>
              <a:xfrm>
                <a:off x="47619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37" name="타원 23136">
                <a:extLst>
                  <a:ext uri="{FF2B5EF4-FFF2-40B4-BE49-F238E27FC236}">
                    <a16:creationId xmlns:a16="http://schemas.microsoft.com/office/drawing/2014/main" id="{CBF6B7B0-97CB-4D6A-BF0D-76F0682C1BC6}"/>
                  </a:ext>
                </a:extLst>
              </p:cNvPr>
              <p:cNvSpPr/>
              <p:nvPr/>
            </p:nvSpPr>
            <p:spPr>
              <a:xfrm>
                <a:off x="49143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38" name="타원 23137">
                <a:extLst>
                  <a:ext uri="{FF2B5EF4-FFF2-40B4-BE49-F238E27FC236}">
                    <a16:creationId xmlns:a16="http://schemas.microsoft.com/office/drawing/2014/main" id="{4C447E68-8A05-44D8-A864-2F21D3B3ACF3}"/>
                  </a:ext>
                </a:extLst>
              </p:cNvPr>
              <p:cNvSpPr/>
              <p:nvPr/>
            </p:nvSpPr>
            <p:spPr>
              <a:xfrm>
                <a:off x="50667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39" name="타원 23138">
                <a:extLst>
                  <a:ext uri="{FF2B5EF4-FFF2-40B4-BE49-F238E27FC236}">
                    <a16:creationId xmlns:a16="http://schemas.microsoft.com/office/drawing/2014/main" id="{A0290A3F-2DEC-4CC2-8017-19DE317A3147}"/>
                  </a:ext>
                </a:extLst>
              </p:cNvPr>
              <p:cNvSpPr/>
              <p:nvPr/>
            </p:nvSpPr>
            <p:spPr>
              <a:xfrm>
                <a:off x="52191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40" name="타원 23139">
                <a:extLst>
                  <a:ext uri="{FF2B5EF4-FFF2-40B4-BE49-F238E27FC236}">
                    <a16:creationId xmlns:a16="http://schemas.microsoft.com/office/drawing/2014/main" id="{9097D5B8-AE55-4496-938F-B7456604D861}"/>
                  </a:ext>
                </a:extLst>
              </p:cNvPr>
              <p:cNvSpPr/>
              <p:nvPr/>
            </p:nvSpPr>
            <p:spPr>
              <a:xfrm>
                <a:off x="53715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41" name="타원 23140">
                <a:extLst>
                  <a:ext uri="{FF2B5EF4-FFF2-40B4-BE49-F238E27FC236}">
                    <a16:creationId xmlns:a16="http://schemas.microsoft.com/office/drawing/2014/main" id="{49A52C58-3EBE-4D85-9E69-987321777A15}"/>
                  </a:ext>
                </a:extLst>
              </p:cNvPr>
              <p:cNvSpPr/>
              <p:nvPr/>
            </p:nvSpPr>
            <p:spPr>
              <a:xfrm>
                <a:off x="55239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42" name="타원 23141">
                <a:extLst>
                  <a:ext uri="{FF2B5EF4-FFF2-40B4-BE49-F238E27FC236}">
                    <a16:creationId xmlns:a16="http://schemas.microsoft.com/office/drawing/2014/main" id="{3B4D8258-4140-47D5-A8F6-192453CBB2B8}"/>
                  </a:ext>
                </a:extLst>
              </p:cNvPr>
              <p:cNvSpPr/>
              <p:nvPr/>
            </p:nvSpPr>
            <p:spPr>
              <a:xfrm>
                <a:off x="5676363" y="4259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43" name="타원 23142">
                <a:extLst>
                  <a:ext uri="{FF2B5EF4-FFF2-40B4-BE49-F238E27FC236}">
                    <a16:creationId xmlns:a16="http://schemas.microsoft.com/office/drawing/2014/main" id="{03DE9139-F194-4B59-909F-2109517E9EB5}"/>
                  </a:ext>
                </a:extLst>
              </p:cNvPr>
              <p:cNvSpPr/>
              <p:nvPr/>
            </p:nvSpPr>
            <p:spPr>
              <a:xfrm>
                <a:off x="3423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44" name="타원 23143">
                <a:extLst>
                  <a:ext uri="{FF2B5EF4-FFF2-40B4-BE49-F238E27FC236}">
                    <a16:creationId xmlns:a16="http://schemas.microsoft.com/office/drawing/2014/main" id="{08858419-F6DB-4200-9766-C423DB6C2D83}"/>
                  </a:ext>
                </a:extLst>
              </p:cNvPr>
              <p:cNvSpPr/>
              <p:nvPr/>
            </p:nvSpPr>
            <p:spPr>
              <a:xfrm>
                <a:off x="4947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45" name="타원 23144">
                <a:extLst>
                  <a:ext uri="{FF2B5EF4-FFF2-40B4-BE49-F238E27FC236}">
                    <a16:creationId xmlns:a16="http://schemas.microsoft.com/office/drawing/2014/main" id="{41937658-582A-4912-99EA-87814B0885ED}"/>
                  </a:ext>
                </a:extLst>
              </p:cNvPr>
              <p:cNvSpPr/>
              <p:nvPr/>
            </p:nvSpPr>
            <p:spPr>
              <a:xfrm>
                <a:off x="6471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46" name="타원 23145">
                <a:extLst>
                  <a:ext uri="{FF2B5EF4-FFF2-40B4-BE49-F238E27FC236}">
                    <a16:creationId xmlns:a16="http://schemas.microsoft.com/office/drawing/2014/main" id="{C64D3AF0-F264-45A2-B849-8DE9E3A2E633}"/>
                  </a:ext>
                </a:extLst>
              </p:cNvPr>
              <p:cNvSpPr/>
              <p:nvPr/>
            </p:nvSpPr>
            <p:spPr>
              <a:xfrm>
                <a:off x="7995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47" name="타원 23146">
                <a:extLst>
                  <a:ext uri="{FF2B5EF4-FFF2-40B4-BE49-F238E27FC236}">
                    <a16:creationId xmlns:a16="http://schemas.microsoft.com/office/drawing/2014/main" id="{9441A6EA-1511-4786-BFA5-F2BF1AF38C09}"/>
                  </a:ext>
                </a:extLst>
              </p:cNvPr>
              <p:cNvSpPr/>
              <p:nvPr/>
            </p:nvSpPr>
            <p:spPr>
              <a:xfrm>
                <a:off x="9519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48" name="타원 23147">
                <a:extLst>
                  <a:ext uri="{FF2B5EF4-FFF2-40B4-BE49-F238E27FC236}">
                    <a16:creationId xmlns:a16="http://schemas.microsoft.com/office/drawing/2014/main" id="{76CB85C9-9E74-40E0-A7D2-DAC708E1CD84}"/>
                  </a:ext>
                </a:extLst>
              </p:cNvPr>
              <p:cNvSpPr/>
              <p:nvPr/>
            </p:nvSpPr>
            <p:spPr>
              <a:xfrm>
                <a:off x="11043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49" name="타원 23148">
                <a:extLst>
                  <a:ext uri="{FF2B5EF4-FFF2-40B4-BE49-F238E27FC236}">
                    <a16:creationId xmlns:a16="http://schemas.microsoft.com/office/drawing/2014/main" id="{54BB6CB5-310D-4D54-B191-FA6989A67953}"/>
                  </a:ext>
                </a:extLst>
              </p:cNvPr>
              <p:cNvSpPr/>
              <p:nvPr/>
            </p:nvSpPr>
            <p:spPr>
              <a:xfrm>
                <a:off x="12567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50" name="타원 23149">
                <a:extLst>
                  <a:ext uri="{FF2B5EF4-FFF2-40B4-BE49-F238E27FC236}">
                    <a16:creationId xmlns:a16="http://schemas.microsoft.com/office/drawing/2014/main" id="{6BCD8D11-6DB6-4F69-B18E-5803B9A9C03E}"/>
                  </a:ext>
                </a:extLst>
              </p:cNvPr>
              <p:cNvSpPr/>
              <p:nvPr/>
            </p:nvSpPr>
            <p:spPr>
              <a:xfrm>
                <a:off x="14091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51" name="타원 23150">
                <a:extLst>
                  <a:ext uri="{FF2B5EF4-FFF2-40B4-BE49-F238E27FC236}">
                    <a16:creationId xmlns:a16="http://schemas.microsoft.com/office/drawing/2014/main" id="{DBD3868B-A6CA-4321-AE0B-65E3AB15AA10}"/>
                  </a:ext>
                </a:extLst>
              </p:cNvPr>
              <p:cNvSpPr/>
              <p:nvPr/>
            </p:nvSpPr>
            <p:spPr>
              <a:xfrm>
                <a:off x="15615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52" name="타원 23151">
                <a:extLst>
                  <a:ext uri="{FF2B5EF4-FFF2-40B4-BE49-F238E27FC236}">
                    <a16:creationId xmlns:a16="http://schemas.microsoft.com/office/drawing/2014/main" id="{818EA0B0-C2BE-4E63-8222-A63735185816}"/>
                  </a:ext>
                </a:extLst>
              </p:cNvPr>
              <p:cNvSpPr/>
              <p:nvPr/>
            </p:nvSpPr>
            <p:spPr>
              <a:xfrm>
                <a:off x="17139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53" name="타원 23152">
                <a:extLst>
                  <a:ext uri="{FF2B5EF4-FFF2-40B4-BE49-F238E27FC236}">
                    <a16:creationId xmlns:a16="http://schemas.microsoft.com/office/drawing/2014/main" id="{54374B12-CD07-4359-B537-9A69D0F1ED1E}"/>
                  </a:ext>
                </a:extLst>
              </p:cNvPr>
              <p:cNvSpPr/>
              <p:nvPr/>
            </p:nvSpPr>
            <p:spPr>
              <a:xfrm>
                <a:off x="18663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54" name="타원 23153">
                <a:extLst>
                  <a:ext uri="{FF2B5EF4-FFF2-40B4-BE49-F238E27FC236}">
                    <a16:creationId xmlns:a16="http://schemas.microsoft.com/office/drawing/2014/main" id="{287FAB63-55CF-402A-AEF7-4613AF99777B}"/>
                  </a:ext>
                </a:extLst>
              </p:cNvPr>
              <p:cNvSpPr/>
              <p:nvPr/>
            </p:nvSpPr>
            <p:spPr>
              <a:xfrm>
                <a:off x="20187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55" name="타원 23154">
                <a:extLst>
                  <a:ext uri="{FF2B5EF4-FFF2-40B4-BE49-F238E27FC236}">
                    <a16:creationId xmlns:a16="http://schemas.microsoft.com/office/drawing/2014/main" id="{5F74D1D9-5E6F-407C-9D30-3050038BA4A0}"/>
                  </a:ext>
                </a:extLst>
              </p:cNvPr>
              <p:cNvSpPr/>
              <p:nvPr/>
            </p:nvSpPr>
            <p:spPr>
              <a:xfrm>
                <a:off x="21711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56" name="타원 23155">
                <a:extLst>
                  <a:ext uri="{FF2B5EF4-FFF2-40B4-BE49-F238E27FC236}">
                    <a16:creationId xmlns:a16="http://schemas.microsoft.com/office/drawing/2014/main" id="{982A7BBC-1505-45E8-9524-DD09CE96DDB4}"/>
                  </a:ext>
                </a:extLst>
              </p:cNvPr>
              <p:cNvSpPr/>
              <p:nvPr/>
            </p:nvSpPr>
            <p:spPr>
              <a:xfrm>
                <a:off x="23235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57" name="타원 23156">
                <a:extLst>
                  <a:ext uri="{FF2B5EF4-FFF2-40B4-BE49-F238E27FC236}">
                    <a16:creationId xmlns:a16="http://schemas.microsoft.com/office/drawing/2014/main" id="{BD36D285-B4E9-4FF5-8388-09D71A64EADE}"/>
                  </a:ext>
                </a:extLst>
              </p:cNvPr>
              <p:cNvSpPr/>
              <p:nvPr/>
            </p:nvSpPr>
            <p:spPr>
              <a:xfrm>
                <a:off x="24759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58" name="타원 23157">
                <a:extLst>
                  <a:ext uri="{FF2B5EF4-FFF2-40B4-BE49-F238E27FC236}">
                    <a16:creationId xmlns:a16="http://schemas.microsoft.com/office/drawing/2014/main" id="{F5403C8E-872A-4111-BE92-495837AFD57E}"/>
                  </a:ext>
                </a:extLst>
              </p:cNvPr>
              <p:cNvSpPr/>
              <p:nvPr/>
            </p:nvSpPr>
            <p:spPr>
              <a:xfrm>
                <a:off x="26283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59" name="타원 23158">
                <a:extLst>
                  <a:ext uri="{FF2B5EF4-FFF2-40B4-BE49-F238E27FC236}">
                    <a16:creationId xmlns:a16="http://schemas.microsoft.com/office/drawing/2014/main" id="{50B6D1EF-9EF2-4895-8B0E-28BB5413E4E3}"/>
                  </a:ext>
                </a:extLst>
              </p:cNvPr>
              <p:cNvSpPr/>
              <p:nvPr/>
            </p:nvSpPr>
            <p:spPr>
              <a:xfrm>
                <a:off x="27807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60" name="타원 23159">
                <a:extLst>
                  <a:ext uri="{FF2B5EF4-FFF2-40B4-BE49-F238E27FC236}">
                    <a16:creationId xmlns:a16="http://schemas.microsoft.com/office/drawing/2014/main" id="{ECA1064E-F664-41C0-90C6-456E1D7F9068}"/>
                  </a:ext>
                </a:extLst>
              </p:cNvPr>
              <p:cNvSpPr/>
              <p:nvPr/>
            </p:nvSpPr>
            <p:spPr>
              <a:xfrm>
                <a:off x="29331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61" name="타원 23160">
                <a:extLst>
                  <a:ext uri="{FF2B5EF4-FFF2-40B4-BE49-F238E27FC236}">
                    <a16:creationId xmlns:a16="http://schemas.microsoft.com/office/drawing/2014/main" id="{0D44C706-9838-4D11-B8D7-986461FA08E7}"/>
                  </a:ext>
                </a:extLst>
              </p:cNvPr>
              <p:cNvSpPr/>
              <p:nvPr/>
            </p:nvSpPr>
            <p:spPr>
              <a:xfrm>
                <a:off x="30855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62" name="타원 23161">
                <a:extLst>
                  <a:ext uri="{FF2B5EF4-FFF2-40B4-BE49-F238E27FC236}">
                    <a16:creationId xmlns:a16="http://schemas.microsoft.com/office/drawing/2014/main" id="{2F7A0930-EB9E-44DD-A0BF-6C1D07A62327}"/>
                  </a:ext>
                </a:extLst>
              </p:cNvPr>
              <p:cNvSpPr/>
              <p:nvPr/>
            </p:nvSpPr>
            <p:spPr>
              <a:xfrm>
                <a:off x="32379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63" name="타원 23162">
                <a:extLst>
                  <a:ext uri="{FF2B5EF4-FFF2-40B4-BE49-F238E27FC236}">
                    <a16:creationId xmlns:a16="http://schemas.microsoft.com/office/drawing/2014/main" id="{098F44B1-1EC8-4448-AB07-6405975CD53D}"/>
                  </a:ext>
                </a:extLst>
              </p:cNvPr>
              <p:cNvSpPr/>
              <p:nvPr/>
            </p:nvSpPr>
            <p:spPr>
              <a:xfrm>
                <a:off x="33903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64" name="타원 23163">
                <a:extLst>
                  <a:ext uri="{FF2B5EF4-FFF2-40B4-BE49-F238E27FC236}">
                    <a16:creationId xmlns:a16="http://schemas.microsoft.com/office/drawing/2014/main" id="{0209E510-FD0A-463A-BB67-031EC8F65060}"/>
                  </a:ext>
                </a:extLst>
              </p:cNvPr>
              <p:cNvSpPr/>
              <p:nvPr/>
            </p:nvSpPr>
            <p:spPr>
              <a:xfrm>
                <a:off x="35427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65" name="타원 23164">
                <a:extLst>
                  <a:ext uri="{FF2B5EF4-FFF2-40B4-BE49-F238E27FC236}">
                    <a16:creationId xmlns:a16="http://schemas.microsoft.com/office/drawing/2014/main" id="{7EE560D1-8164-4DD4-B12B-CF9B3C9C4411}"/>
                  </a:ext>
                </a:extLst>
              </p:cNvPr>
              <p:cNvSpPr/>
              <p:nvPr/>
            </p:nvSpPr>
            <p:spPr>
              <a:xfrm>
                <a:off x="36951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66" name="타원 23165">
                <a:extLst>
                  <a:ext uri="{FF2B5EF4-FFF2-40B4-BE49-F238E27FC236}">
                    <a16:creationId xmlns:a16="http://schemas.microsoft.com/office/drawing/2014/main" id="{F81B8F92-ED94-46BE-B119-C61FD3407C26}"/>
                  </a:ext>
                </a:extLst>
              </p:cNvPr>
              <p:cNvSpPr/>
              <p:nvPr/>
            </p:nvSpPr>
            <p:spPr>
              <a:xfrm>
                <a:off x="38475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67" name="타원 23166">
                <a:extLst>
                  <a:ext uri="{FF2B5EF4-FFF2-40B4-BE49-F238E27FC236}">
                    <a16:creationId xmlns:a16="http://schemas.microsoft.com/office/drawing/2014/main" id="{3FD0B890-53BF-467F-950F-A2588381333C}"/>
                  </a:ext>
                </a:extLst>
              </p:cNvPr>
              <p:cNvSpPr/>
              <p:nvPr/>
            </p:nvSpPr>
            <p:spPr>
              <a:xfrm>
                <a:off x="39999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68" name="타원 23167">
                <a:extLst>
                  <a:ext uri="{FF2B5EF4-FFF2-40B4-BE49-F238E27FC236}">
                    <a16:creationId xmlns:a16="http://schemas.microsoft.com/office/drawing/2014/main" id="{65725A22-0DA7-4F78-945A-F3B497E8B1CD}"/>
                  </a:ext>
                </a:extLst>
              </p:cNvPr>
              <p:cNvSpPr/>
              <p:nvPr/>
            </p:nvSpPr>
            <p:spPr>
              <a:xfrm>
                <a:off x="41523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69" name="타원 23168">
                <a:extLst>
                  <a:ext uri="{FF2B5EF4-FFF2-40B4-BE49-F238E27FC236}">
                    <a16:creationId xmlns:a16="http://schemas.microsoft.com/office/drawing/2014/main" id="{4B4B598E-A8E5-4CF5-9AA5-3D8FBAD1C222}"/>
                  </a:ext>
                </a:extLst>
              </p:cNvPr>
              <p:cNvSpPr/>
              <p:nvPr/>
            </p:nvSpPr>
            <p:spPr>
              <a:xfrm>
                <a:off x="43047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70" name="타원 23169">
                <a:extLst>
                  <a:ext uri="{FF2B5EF4-FFF2-40B4-BE49-F238E27FC236}">
                    <a16:creationId xmlns:a16="http://schemas.microsoft.com/office/drawing/2014/main" id="{3D44DF71-B697-4D0F-BF48-7D47BAD28D13}"/>
                  </a:ext>
                </a:extLst>
              </p:cNvPr>
              <p:cNvSpPr/>
              <p:nvPr/>
            </p:nvSpPr>
            <p:spPr>
              <a:xfrm>
                <a:off x="44571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71" name="타원 23170">
                <a:extLst>
                  <a:ext uri="{FF2B5EF4-FFF2-40B4-BE49-F238E27FC236}">
                    <a16:creationId xmlns:a16="http://schemas.microsoft.com/office/drawing/2014/main" id="{C44C1F07-3A13-4076-9DFA-5806567D247A}"/>
                  </a:ext>
                </a:extLst>
              </p:cNvPr>
              <p:cNvSpPr/>
              <p:nvPr/>
            </p:nvSpPr>
            <p:spPr>
              <a:xfrm>
                <a:off x="46095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72" name="타원 23171">
                <a:extLst>
                  <a:ext uri="{FF2B5EF4-FFF2-40B4-BE49-F238E27FC236}">
                    <a16:creationId xmlns:a16="http://schemas.microsoft.com/office/drawing/2014/main" id="{C87B6895-1865-4A36-B905-F31D00ED509F}"/>
                  </a:ext>
                </a:extLst>
              </p:cNvPr>
              <p:cNvSpPr/>
              <p:nvPr/>
            </p:nvSpPr>
            <p:spPr>
              <a:xfrm>
                <a:off x="47619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73" name="타원 23172">
                <a:extLst>
                  <a:ext uri="{FF2B5EF4-FFF2-40B4-BE49-F238E27FC236}">
                    <a16:creationId xmlns:a16="http://schemas.microsoft.com/office/drawing/2014/main" id="{C0931E80-9EE5-4014-9ADA-D7468D271E7D}"/>
                  </a:ext>
                </a:extLst>
              </p:cNvPr>
              <p:cNvSpPr/>
              <p:nvPr/>
            </p:nvSpPr>
            <p:spPr>
              <a:xfrm>
                <a:off x="49143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74" name="타원 23173">
                <a:extLst>
                  <a:ext uri="{FF2B5EF4-FFF2-40B4-BE49-F238E27FC236}">
                    <a16:creationId xmlns:a16="http://schemas.microsoft.com/office/drawing/2014/main" id="{2813AC3F-EFF0-470C-B8C3-812733A36013}"/>
                  </a:ext>
                </a:extLst>
              </p:cNvPr>
              <p:cNvSpPr/>
              <p:nvPr/>
            </p:nvSpPr>
            <p:spPr>
              <a:xfrm>
                <a:off x="50667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75" name="타원 23174">
                <a:extLst>
                  <a:ext uri="{FF2B5EF4-FFF2-40B4-BE49-F238E27FC236}">
                    <a16:creationId xmlns:a16="http://schemas.microsoft.com/office/drawing/2014/main" id="{06F6BAD3-2FF1-42B0-B783-DD8870F767AC}"/>
                  </a:ext>
                </a:extLst>
              </p:cNvPr>
              <p:cNvSpPr/>
              <p:nvPr/>
            </p:nvSpPr>
            <p:spPr>
              <a:xfrm>
                <a:off x="52191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76" name="타원 23175">
                <a:extLst>
                  <a:ext uri="{FF2B5EF4-FFF2-40B4-BE49-F238E27FC236}">
                    <a16:creationId xmlns:a16="http://schemas.microsoft.com/office/drawing/2014/main" id="{6618974B-A69D-43A0-83C5-0784A9318A3C}"/>
                  </a:ext>
                </a:extLst>
              </p:cNvPr>
              <p:cNvSpPr/>
              <p:nvPr/>
            </p:nvSpPr>
            <p:spPr>
              <a:xfrm>
                <a:off x="53715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77" name="타원 23176">
                <a:extLst>
                  <a:ext uri="{FF2B5EF4-FFF2-40B4-BE49-F238E27FC236}">
                    <a16:creationId xmlns:a16="http://schemas.microsoft.com/office/drawing/2014/main" id="{61052FCA-32B6-4161-8513-5577A9DB7390}"/>
                  </a:ext>
                </a:extLst>
              </p:cNvPr>
              <p:cNvSpPr/>
              <p:nvPr/>
            </p:nvSpPr>
            <p:spPr>
              <a:xfrm>
                <a:off x="55239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78" name="타원 23177">
                <a:extLst>
                  <a:ext uri="{FF2B5EF4-FFF2-40B4-BE49-F238E27FC236}">
                    <a16:creationId xmlns:a16="http://schemas.microsoft.com/office/drawing/2014/main" id="{97C8128E-564C-407E-A9A1-9E23E8FA5574}"/>
                  </a:ext>
                </a:extLst>
              </p:cNvPr>
              <p:cNvSpPr/>
              <p:nvPr/>
            </p:nvSpPr>
            <p:spPr>
              <a:xfrm>
                <a:off x="5676363" y="4411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79" name="타원 23178">
                <a:extLst>
                  <a:ext uri="{FF2B5EF4-FFF2-40B4-BE49-F238E27FC236}">
                    <a16:creationId xmlns:a16="http://schemas.microsoft.com/office/drawing/2014/main" id="{041CE6E2-B1F2-48E4-9AA5-DAC200170B51}"/>
                  </a:ext>
                </a:extLst>
              </p:cNvPr>
              <p:cNvSpPr/>
              <p:nvPr/>
            </p:nvSpPr>
            <p:spPr>
              <a:xfrm>
                <a:off x="3423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80" name="타원 23179">
                <a:extLst>
                  <a:ext uri="{FF2B5EF4-FFF2-40B4-BE49-F238E27FC236}">
                    <a16:creationId xmlns:a16="http://schemas.microsoft.com/office/drawing/2014/main" id="{94DED075-B7E7-4283-AC20-A24D8A211DD5}"/>
                  </a:ext>
                </a:extLst>
              </p:cNvPr>
              <p:cNvSpPr/>
              <p:nvPr/>
            </p:nvSpPr>
            <p:spPr>
              <a:xfrm>
                <a:off x="4947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81" name="타원 23180">
                <a:extLst>
                  <a:ext uri="{FF2B5EF4-FFF2-40B4-BE49-F238E27FC236}">
                    <a16:creationId xmlns:a16="http://schemas.microsoft.com/office/drawing/2014/main" id="{48648B85-B9C4-473F-A398-1D41DC7F60F3}"/>
                  </a:ext>
                </a:extLst>
              </p:cNvPr>
              <p:cNvSpPr/>
              <p:nvPr/>
            </p:nvSpPr>
            <p:spPr>
              <a:xfrm>
                <a:off x="6471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82" name="타원 23181">
                <a:extLst>
                  <a:ext uri="{FF2B5EF4-FFF2-40B4-BE49-F238E27FC236}">
                    <a16:creationId xmlns:a16="http://schemas.microsoft.com/office/drawing/2014/main" id="{7A65D283-29BF-45B2-8E22-CB3B4BF086FA}"/>
                  </a:ext>
                </a:extLst>
              </p:cNvPr>
              <p:cNvSpPr/>
              <p:nvPr/>
            </p:nvSpPr>
            <p:spPr>
              <a:xfrm>
                <a:off x="7995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83" name="타원 23182">
                <a:extLst>
                  <a:ext uri="{FF2B5EF4-FFF2-40B4-BE49-F238E27FC236}">
                    <a16:creationId xmlns:a16="http://schemas.microsoft.com/office/drawing/2014/main" id="{4EDA7221-A357-4F43-87E6-F55659CE2030}"/>
                  </a:ext>
                </a:extLst>
              </p:cNvPr>
              <p:cNvSpPr/>
              <p:nvPr/>
            </p:nvSpPr>
            <p:spPr>
              <a:xfrm>
                <a:off x="9519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84" name="타원 23183">
                <a:extLst>
                  <a:ext uri="{FF2B5EF4-FFF2-40B4-BE49-F238E27FC236}">
                    <a16:creationId xmlns:a16="http://schemas.microsoft.com/office/drawing/2014/main" id="{AD4EEF02-3A7D-4AAA-B5B5-E5090A3A37DB}"/>
                  </a:ext>
                </a:extLst>
              </p:cNvPr>
              <p:cNvSpPr/>
              <p:nvPr/>
            </p:nvSpPr>
            <p:spPr>
              <a:xfrm>
                <a:off x="11043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85" name="타원 23184">
                <a:extLst>
                  <a:ext uri="{FF2B5EF4-FFF2-40B4-BE49-F238E27FC236}">
                    <a16:creationId xmlns:a16="http://schemas.microsoft.com/office/drawing/2014/main" id="{CCE5D64E-3E23-4C8F-A5C3-10392891F6EA}"/>
                  </a:ext>
                </a:extLst>
              </p:cNvPr>
              <p:cNvSpPr/>
              <p:nvPr/>
            </p:nvSpPr>
            <p:spPr>
              <a:xfrm>
                <a:off x="12567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86" name="타원 23185">
                <a:extLst>
                  <a:ext uri="{FF2B5EF4-FFF2-40B4-BE49-F238E27FC236}">
                    <a16:creationId xmlns:a16="http://schemas.microsoft.com/office/drawing/2014/main" id="{C9661AF8-C9BE-461F-AE0B-5DF8CB13FB99}"/>
                  </a:ext>
                </a:extLst>
              </p:cNvPr>
              <p:cNvSpPr/>
              <p:nvPr/>
            </p:nvSpPr>
            <p:spPr>
              <a:xfrm>
                <a:off x="14091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87" name="타원 23186">
                <a:extLst>
                  <a:ext uri="{FF2B5EF4-FFF2-40B4-BE49-F238E27FC236}">
                    <a16:creationId xmlns:a16="http://schemas.microsoft.com/office/drawing/2014/main" id="{07A3A739-C4C7-49C8-AB1C-60490E702473}"/>
                  </a:ext>
                </a:extLst>
              </p:cNvPr>
              <p:cNvSpPr/>
              <p:nvPr/>
            </p:nvSpPr>
            <p:spPr>
              <a:xfrm>
                <a:off x="15615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88" name="타원 23187">
                <a:extLst>
                  <a:ext uri="{FF2B5EF4-FFF2-40B4-BE49-F238E27FC236}">
                    <a16:creationId xmlns:a16="http://schemas.microsoft.com/office/drawing/2014/main" id="{D0468DD7-B224-400A-96C4-2CF33E447A26}"/>
                  </a:ext>
                </a:extLst>
              </p:cNvPr>
              <p:cNvSpPr/>
              <p:nvPr/>
            </p:nvSpPr>
            <p:spPr>
              <a:xfrm>
                <a:off x="17139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89" name="타원 23188">
                <a:extLst>
                  <a:ext uri="{FF2B5EF4-FFF2-40B4-BE49-F238E27FC236}">
                    <a16:creationId xmlns:a16="http://schemas.microsoft.com/office/drawing/2014/main" id="{0D27D349-AD2F-41AD-ABE0-96D17D15A09E}"/>
                  </a:ext>
                </a:extLst>
              </p:cNvPr>
              <p:cNvSpPr/>
              <p:nvPr/>
            </p:nvSpPr>
            <p:spPr>
              <a:xfrm>
                <a:off x="18663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90" name="타원 23189">
                <a:extLst>
                  <a:ext uri="{FF2B5EF4-FFF2-40B4-BE49-F238E27FC236}">
                    <a16:creationId xmlns:a16="http://schemas.microsoft.com/office/drawing/2014/main" id="{87568A45-D60A-403E-AF14-0C6D44876DE6}"/>
                  </a:ext>
                </a:extLst>
              </p:cNvPr>
              <p:cNvSpPr/>
              <p:nvPr/>
            </p:nvSpPr>
            <p:spPr>
              <a:xfrm>
                <a:off x="20187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91" name="타원 23190">
                <a:extLst>
                  <a:ext uri="{FF2B5EF4-FFF2-40B4-BE49-F238E27FC236}">
                    <a16:creationId xmlns:a16="http://schemas.microsoft.com/office/drawing/2014/main" id="{A2562F35-1A65-4B61-A993-CF1B3C2AFC5C}"/>
                  </a:ext>
                </a:extLst>
              </p:cNvPr>
              <p:cNvSpPr/>
              <p:nvPr/>
            </p:nvSpPr>
            <p:spPr>
              <a:xfrm>
                <a:off x="21711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92" name="타원 23191">
                <a:extLst>
                  <a:ext uri="{FF2B5EF4-FFF2-40B4-BE49-F238E27FC236}">
                    <a16:creationId xmlns:a16="http://schemas.microsoft.com/office/drawing/2014/main" id="{0246C76B-03D0-4EE0-B357-AC90E5BE87B9}"/>
                  </a:ext>
                </a:extLst>
              </p:cNvPr>
              <p:cNvSpPr/>
              <p:nvPr/>
            </p:nvSpPr>
            <p:spPr>
              <a:xfrm>
                <a:off x="23235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93" name="타원 23192">
                <a:extLst>
                  <a:ext uri="{FF2B5EF4-FFF2-40B4-BE49-F238E27FC236}">
                    <a16:creationId xmlns:a16="http://schemas.microsoft.com/office/drawing/2014/main" id="{07308D82-FDFD-48F0-93CB-0309176E8EFC}"/>
                  </a:ext>
                </a:extLst>
              </p:cNvPr>
              <p:cNvSpPr/>
              <p:nvPr/>
            </p:nvSpPr>
            <p:spPr>
              <a:xfrm>
                <a:off x="24759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94" name="타원 23193">
                <a:extLst>
                  <a:ext uri="{FF2B5EF4-FFF2-40B4-BE49-F238E27FC236}">
                    <a16:creationId xmlns:a16="http://schemas.microsoft.com/office/drawing/2014/main" id="{934B8BFD-9CB6-4CF0-AEE7-F3C9AB23CAB3}"/>
                  </a:ext>
                </a:extLst>
              </p:cNvPr>
              <p:cNvSpPr/>
              <p:nvPr/>
            </p:nvSpPr>
            <p:spPr>
              <a:xfrm>
                <a:off x="26283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95" name="타원 23194">
                <a:extLst>
                  <a:ext uri="{FF2B5EF4-FFF2-40B4-BE49-F238E27FC236}">
                    <a16:creationId xmlns:a16="http://schemas.microsoft.com/office/drawing/2014/main" id="{841816C0-57E1-486F-B138-D632B6413F84}"/>
                  </a:ext>
                </a:extLst>
              </p:cNvPr>
              <p:cNvSpPr/>
              <p:nvPr/>
            </p:nvSpPr>
            <p:spPr>
              <a:xfrm>
                <a:off x="27807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96" name="타원 23195">
                <a:extLst>
                  <a:ext uri="{FF2B5EF4-FFF2-40B4-BE49-F238E27FC236}">
                    <a16:creationId xmlns:a16="http://schemas.microsoft.com/office/drawing/2014/main" id="{179321D7-794D-40F7-BB18-2C8CE9C0AE79}"/>
                  </a:ext>
                </a:extLst>
              </p:cNvPr>
              <p:cNvSpPr/>
              <p:nvPr/>
            </p:nvSpPr>
            <p:spPr>
              <a:xfrm>
                <a:off x="29331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97" name="타원 23196">
                <a:extLst>
                  <a:ext uri="{FF2B5EF4-FFF2-40B4-BE49-F238E27FC236}">
                    <a16:creationId xmlns:a16="http://schemas.microsoft.com/office/drawing/2014/main" id="{BDDF47B5-1748-4B8A-8EE8-D2120320658A}"/>
                  </a:ext>
                </a:extLst>
              </p:cNvPr>
              <p:cNvSpPr/>
              <p:nvPr/>
            </p:nvSpPr>
            <p:spPr>
              <a:xfrm>
                <a:off x="30855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98" name="타원 23197">
                <a:extLst>
                  <a:ext uri="{FF2B5EF4-FFF2-40B4-BE49-F238E27FC236}">
                    <a16:creationId xmlns:a16="http://schemas.microsoft.com/office/drawing/2014/main" id="{CAB76BBD-436A-451A-B871-3D34F034E81B}"/>
                  </a:ext>
                </a:extLst>
              </p:cNvPr>
              <p:cNvSpPr/>
              <p:nvPr/>
            </p:nvSpPr>
            <p:spPr>
              <a:xfrm>
                <a:off x="32379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199" name="타원 23198">
                <a:extLst>
                  <a:ext uri="{FF2B5EF4-FFF2-40B4-BE49-F238E27FC236}">
                    <a16:creationId xmlns:a16="http://schemas.microsoft.com/office/drawing/2014/main" id="{79C02C7A-D354-4016-9F46-171F1D5A1993}"/>
                  </a:ext>
                </a:extLst>
              </p:cNvPr>
              <p:cNvSpPr/>
              <p:nvPr/>
            </p:nvSpPr>
            <p:spPr>
              <a:xfrm>
                <a:off x="33903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00" name="타원 23199">
                <a:extLst>
                  <a:ext uri="{FF2B5EF4-FFF2-40B4-BE49-F238E27FC236}">
                    <a16:creationId xmlns:a16="http://schemas.microsoft.com/office/drawing/2014/main" id="{AB9338B4-56D8-48B7-A1AD-C98E3A2B2BA8}"/>
                  </a:ext>
                </a:extLst>
              </p:cNvPr>
              <p:cNvSpPr/>
              <p:nvPr/>
            </p:nvSpPr>
            <p:spPr>
              <a:xfrm>
                <a:off x="35427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01" name="타원 23200">
                <a:extLst>
                  <a:ext uri="{FF2B5EF4-FFF2-40B4-BE49-F238E27FC236}">
                    <a16:creationId xmlns:a16="http://schemas.microsoft.com/office/drawing/2014/main" id="{48ECEB44-63B3-4EC2-862D-5EDE4DCAB3F5}"/>
                  </a:ext>
                </a:extLst>
              </p:cNvPr>
              <p:cNvSpPr/>
              <p:nvPr/>
            </p:nvSpPr>
            <p:spPr>
              <a:xfrm>
                <a:off x="36951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02" name="타원 23201">
                <a:extLst>
                  <a:ext uri="{FF2B5EF4-FFF2-40B4-BE49-F238E27FC236}">
                    <a16:creationId xmlns:a16="http://schemas.microsoft.com/office/drawing/2014/main" id="{765469CD-0D44-4CC0-84FB-0C835258365B}"/>
                  </a:ext>
                </a:extLst>
              </p:cNvPr>
              <p:cNvSpPr/>
              <p:nvPr/>
            </p:nvSpPr>
            <p:spPr>
              <a:xfrm>
                <a:off x="38475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03" name="타원 23202">
                <a:extLst>
                  <a:ext uri="{FF2B5EF4-FFF2-40B4-BE49-F238E27FC236}">
                    <a16:creationId xmlns:a16="http://schemas.microsoft.com/office/drawing/2014/main" id="{F268A43C-F49E-4453-9812-0C3FCFFE6E1B}"/>
                  </a:ext>
                </a:extLst>
              </p:cNvPr>
              <p:cNvSpPr/>
              <p:nvPr/>
            </p:nvSpPr>
            <p:spPr>
              <a:xfrm>
                <a:off x="39999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04" name="타원 23203">
                <a:extLst>
                  <a:ext uri="{FF2B5EF4-FFF2-40B4-BE49-F238E27FC236}">
                    <a16:creationId xmlns:a16="http://schemas.microsoft.com/office/drawing/2014/main" id="{9133B536-26E0-4985-89E4-DCD52C5F61DF}"/>
                  </a:ext>
                </a:extLst>
              </p:cNvPr>
              <p:cNvSpPr/>
              <p:nvPr/>
            </p:nvSpPr>
            <p:spPr>
              <a:xfrm>
                <a:off x="41523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05" name="타원 23204">
                <a:extLst>
                  <a:ext uri="{FF2B5EF4-FFF2-40B4-BE49-F238E27FC236}">
                    <a16:creationId xmlns:a16="http://schemas.microsoft.com/office/drawing/2014/main" id="{3ABFDBA9-2E28-44DF-BFB9-AD5B1A2034D0}"/>
                  </a:ext>
                </a:extLst>
              </p:cNvPr>
              <p:cNvSpPr/>
              <p:nvPr/>
            </p:nvSpPr>
            <p:spPr>
              <a:xfrm>
                <a:off x="43047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06" name="타원 23205">
                <a:extLst>
                  <a:ext uri="{FF2B5EF4-FFF2-40B4-BE49-F238E27FC236}">
                    <a16:creationId xmlns:a16="http://schemas.microsoft.com/office/drawing/2014/main" id="{DC28957F-B62A-4D1A-9167-AA08E7E66739}"/>
                  </a:ext>
                </a:extLst>
              </p:cNvPr>
              <p:cNvSpPr/>
              <p:nvPr/>
            </p:nvSpPr>
            <p:spPr>
              <a:xfrm>
                <a:off x="44571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07" name="타원 23206">
                <a:extLst>
                  <a:ext uri="{FF2B5EF4-FFF2-40B4-BE49-F238E27FC236}">
                    <a16:creationId xmlns:a16="http://schemas.microsoft.com/office/drawing/2014/main" id="{A0F8FA80-3486-4E5D-B0B8-F62384ABB102}"/>
                  </a:ext>
                </a:extLst>
              </p:cNvPr>
              <p:cNvSpPr/>
              <p:nvPr/>
            </p:nvSpPr>
            <p:spPr>
              <a:xfrm>
                <a:off x="46095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08" name="타원 23207">
                <a:extLst>
                  <a:ext uri="{FF2B5EF4-FFF2-40B4-BE49-F238E27FC236}">
                    <a16:creationId xmlns:a16="http://schemas.microsoft.com/office/drawing/2014/main" id="{50E041E5-993E-4FA4-91E1-6401A91BEE4D}"/>
                  </a:ext>
                </a:extLst>
              </p:cNvPr>
              <p:cNvSpPr/>
              <p:nvPr/>
            </p:nvSpPr>
            <p:spPr>
              <a:xfrm>
                <a:off x="47619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09" name="타원 23208">
                <a:extLst>
                  <a:ext uri="{FF2B5EF4-FFF2-40B4-BE49-F238E27FC236}">
                    <a16:creationId xmlns:a16="http://schemas.microsoft.com/office/drawing/2014/main" id="{2285A3EB-3867-41EB-BCFC-34DB96B562DC}"/>
                  </a:ext>
                </a:extLst>
              </p:cNvPr>
              <p:cNvSpPr/>
              <p:nvPr/>
            </p:nvSpPr>
            <p:spPr>
              <a:xfrm>
                <a:off x="49143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10" name="타원 23209">
                <a:extLst>
                  <a:ext uri="{FF2B5EF4-FFF2-40B4-BE49-F238E27FC236}">
                    <a16:creationId xmlns:a16="http://schemas.microsoft.com/office/drawing/2014/main" id="{DEC896FE-56EE-4E87-AAD8-3DA0EB373162}"/>
                  </a:ext>
                </a:extLst>
              </p:cNvPr>
              <p:cNvSpPr/>
              <p:nvPr/>
            </p:nvSpPr>
            <p:spPr>
              <a:xfrm>
                <a:off x="50667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11" name="타원 23210">
                <a:extLst>
                  <a:ext uri="{FF2B5EF4-FFF2-40B4-BE49-F238E27FC236}">
                    <a16:creationId xmlns:a16="http://schemas.microsoft.com/office/drawing/2014/main" id="{2EDC9BA3-F583-414D-970B-62AC2A972BFC}"/>
                  </a:ext>
                </a:extLst>
              </p:cNvPr>
              <p:cNvSpPr/>
              <p:nvPr/>
            </p:nvSpPr>
            <p:spPr>
              <a:xfrm>
                <a:off x="52191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12" name="타원 23211">
                <a:extLst>
                  <a:ext uri="{FF2B5EF4-FFF2-40B4-BE49-F238E27FC236}">
                    <a16:creationId xmlns:a16="http://schemas.microsoft.com/office/drawing/2014/main" id="{32751172-9D46-4D60-8B86-88C3972922B2}"/>
                  </a:ext>
                </a:extLst>
              </p:cNvPr>
              <p:cNvSpPr/>
              <p:nvPr/>
            </p:nvSpPr>
            <p:spPr>
              <a:xfrm>
                <a:off x="53715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13" name="타원 23212">
                <a:extLst>
                  <a:ext uri="{FF2B5EF4-FFF2-40B4-BE49-F238E27FC236}">
                    <a16:creationId xmlns:a16="http://schemas.microsoft.com/office/drawing/2014/main" id="{B28469BC-18F1-447A-8A74-9B9B44482767}"/>
                  </a:ext>
                </a:extLst>
              </p:cNvPr>
              <p:cNvSpPr/>
              <p:nvPr/>
            </p:nvSpPr>
            <p:spPr>
              <a:xfrm>
                <a:off x="55239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14" name="타원 23213">
                <a:extLst>
                  <a:ext uri="{FF2B5EF4-FFF2-40B4-BE49-F238E27FC236}">
                    <a16:creationId xmlns:a16="http://schemas.microsoft.com/office/drawing/2014/main" id="{5F6EFDEC-7EA8-49C2-97D0-1975A0EE32A2}"/>
                  </a:ext>
                </a:extLst>
              </p:cNvPr>
              <p:cNvSpPr/>
              <p:nvPr/>
            </p:nvSpPr>
            <p:spPr>
              <a:xfrm>
                <a:off x="5676363" y="4564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15" name="타원 23214">
                <a:extLst>
                  <a:ext uri="{FF2B5EF4-FFF2-40B4-BE49-F238E27FC236}">
                    <a16:creationId xmlns:a16="http://schemas.microsoft.com/office/drawing/2014/main" id="{FA417E08-9E3F-44B8-A44A-B21D11828DD2}"/>
                  </a:ext>
                </a:extLst>
              </p:cNvPr>
              <p:cNvSpPr/>
              <p:nvPr/>
            </p:nvSpPr>
            <p:spPr>
              <a:xfrm>
                <a:off x="3423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16" name="타원 23215">
                <a:extLst>
                  <a:ext uri="{FF2B5EF4-FFF2-40B4-BE49-F238E27FC236}">
                    <a16:creationId xmlns:a16="http://schemas.microsoft.com/office/drawing/2014/main" id="{7FC814C4-744E-4F92-9433-980467FE0680}"/>
                  </a:ext>
                </a:extLst>
              </p:cNvPr>
              <p:cNvSpPr/>
              <p:nvPr/>
            </p:nvSpPr>
            <p:spPr>
              <a:xfrm>
                <a:off x="4947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17" name="타원 23216">
                <a:extLst>
                  <a:ext uri="{FF2B5EF4-FFF2-40B4-BE49-F238E27FC236}">
                    <a16:creationId xmlns:a16="http://schemas.microsoft.com/office/drawing/2014/main" id="{DAF6D488-A844-44D1-BAA4-BBCDAE55C0C1}"/>
                  </a:ext>
                </a:extLst>
              </p:cNvPr>
              <p:cNvSpPr/>
              <p:nvPr/>
            </p:nvSpPr>
            <p:spPr>
              <a:xfrm>
                <a:off x="6471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18" name="타원 23217">
                <a:extLst>
                  <a:ext uri="{FF2B5EF4-FFF2-40B4-BE49-F238E27FC236}">
                    <a16:creationId xmlns:a16="http://schemas.microsoft.com/office/drawing/2014/main" id="{35EAE17C-D611-41D0-8736-66A1DC07289E}"/>
                  </a:ext>
                </a:extLst>
              </p:cNvPr>
              <p:cNvSpPr/>
              <p:nvPr/>
            </p:nvSpPr>
            <p:spPr>
              <a:xfrm>
                <a:off x="7995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19" name="타원 23218">
                <a:extLst>
                  <a:ext uri="{FF2B5EF4-FFF2-40B4-BE49-F238E27FC236}">
                    <a16:creationId xmlns:a16="http://schemas.microsoft.com/office/drawing/2014/main" id="{867A39D8-82AC-4E35-82B7-2BD412CCE5B1}"/>
                  </a:ext>
                </a:extLst>
              </p:cNvPr>
              <p:cNvSpPr/>
              <p:nvPr/>
            </p:nvSpPr>
            <p:spPr>
              <a:xfrm>
                <a:off x="9519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20" name="타원 23219">
                <a:extLst>
                  <a:ext uri="{FF2B5EF4-FFF2-40B4-BE49-F238E27FC236}">
                    <a16:creationId xmlns:a16="http://schemas.microsoft.com/office/drawing/2014/main" id="{8D8F957F-F054-4E53-9D34-9C21B51C12B3}"/>
                  </a:ext>
                </a:extLst>
              </p:cNvPr>
              <p:cNvSpPr/>
              <p:nvPr/>
            </p:nvSpPr>
            <p:spPr>
              <a:xfrm>
                <a:off x="11043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21" name="타원 23220">
                <a:extLst>
                  <a:ext uri="{FF2B5EF4-FFF2-40B4-BE49-F238E27FC236}">
                    <a16:creationId xmlns:a16="http://schemas.microsoft.com/office/drawing/2014/main" id="{DB7B359E-4FBE-4D3E-9995-DA54E8066D06}"/>
                  </a:ext>
                </a:extLst>
              </p:cNvPr>
              <p:cNvSpPr/>
              <p:nvPr/>
            </p:nvSpPr>
            <p:spPr>
              <a:xfrm>
                <a:off x="12567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22" name="타원 23221">
                <a:extLst>
                  <a:ext uri="{FF2B5EF4-FFF2-40B4-BE49-F238E27FC236}">
                    <a16:creationId xmlns:a16="http://schemas.microsoft.com/office/drawing/2014/main" id="{195551A8-12B2-40A7-8E0E-273DCF180FA5}"/>
                  </a:ext>
                </a:extLst>
              </p:cNvPr>
              <p:cNvSpPr/>
              <p:nvPr/>
            </p:nvSpPr>
            <p:spPr>
              <a:xfrm>
                <a:off x="14091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23" name="타원 23222">
                <a:extLst>
                  <a:ext uri="{FF2B5EF4-FFF2-40B4-BE49-F238E27FC236}">
                    <a16:creationId xmlns:a16="http://schemas.microsoft.com/office/drawing/2014/main" id="{E79B26A4-6D84-42A5-A4FA-37E18677C338}"/>
                  </a:ext>
                </a:extLst>
              </p:cNvPr>
              <p:cNvSpPr/>
              <p:nvPr/>
            </p:nvSpPr>
            <p:spPr>
              <a:xfrm>
                <a:off x="15615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24" name="타원 23223">
                <a:extLst>
                  <a:ext uri="{FF2B5EF4-FFF2-40B4-BE49-F238E27FC236}">
                    <a16:creationId xmlns:a16="http://schemas.microsoft.com/office/drawing/2014/main" id="{7CED01BE-93B3-4CE7-B0FB-E79DBAD2D957}"/>
                  </a:ext>
                </a:extLst>
              </p:cNvPr>
              <p:cNvSpPr/>
              <p:nvPr/>
            </p:nvSpPr>
            <p:spPr>
              <a:xfrm>
                <a:off x="17139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25" name="타원 23224">
                <a:extLst>
                  <a:ext uri="{FF2B5EF4-FFF2-40B4-BE49-F238E27FC236}">
                    <a16:creationId xmlns:a16="http://schemas.microsoft.com/office/drawing/2014/main" id="{6561A035-6B97-4A40-BF1E-06E8C560C110}"/>
                  </a:ext>
                </a:extLst>
              </p:cNvPr>
              <p:cNvSpPr/>
              <p:nvPr/>
            </p:nvSpPr>
            <p:spPr>
              <a:xfrm>
                <a:off x="18663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26" name="타원 23225">
                <a:extLst>
                  <a:ext uri="{FF2B5EF4-FFF2-40B4-BE49-F238E27FC236}">
                    <a16:creationId xmlns:a16="http://schemas.microsoft.com/office/drawing/2014/main" id="{E88B4CD5-8B29-420E-B039-75E2A609B879}"/>
                  </a:ext>
                </a:extLst>
              </p:cNvPr>
              <p:cNvSpPr/>
              <p:nvPr/>
            </p:nvSpPr>
            <p:spPr>
              <a:xfrm>
                <a:off x="20187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27" name="타원 23226">
                <a:extLst>
                  <a:ext uri="{FF2B5EF4-FFF2-40B4-BE49-F238E27FC236}">
                    <a16:creationId xmlns:a16="http://schemas.microsoft.com/office/drawing/2014/main" id="{8B851000-1879-45E1-8F78-13794B7BEFCB}"/>
                  </a:ext>
                </a:extLst>
              </p:cNvPr>
              <p:cNvSpPr/>
              <p:nvPr/>
            </p:nvSpPr>
            <p:spPr>
              <a:xfrm>
                <a:off x="21711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28" name="타원 23227">
                <a:extLst>
                  <a:ext uri="{FF2B5EF4-FFF2-40B4-BE49-F238E27FC236}">
                    <a16:creationId xmlns:a16="http://schemas.microsoft.com/office/drawing/2014/main" id="{057DA983-4103-4A3E-8426-BA8629A4D2B1}"/>
                  </a:ext>
                </a:extLst>
              </p:cNvPr>
              <p:cNvSpPr/>
              <p:nvPr/>
            </p:nvSpPr>
            <p:spPr>
              <a:xfrm>
                <a:off x="23235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29" name="타원 23228">
                <a:extLst>
                  <a:ext uri="{FF2B5EF4-FFF2-40B4-BE49-F238E27FC236}">
                    <a16:creationId xmlns:a16="http://schemas.microsoft.com/office/drawing/2014/main" id="{2AAA0406-9D45-41ED-B742-2F5931F9F7A0}"/>
                  </a:ext>
                </a:extLst>
              </p:cNvPr>
              <p:cNvSpPr/>
              <p:nvPr/>
            </p:nvSpPr>
            <p:spPr>
              <a:xfrm>
                <a:off x="24759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30" name="타원 23229">
                <a:extLst>
                  <a:ext uri="{FF2B5EF4-FFF2-40B4-BE49-F238E27FC236}">
                    <a16:creationId xmlns:a16="http://schemas.microsoft.com/office/drawing/2014/main" id="{01651708-E7E5-456C-85CE-EFF12422142C}"/>
                  </a:ext>
                </a:extLst>
              </p:cNvPr>
              <p:cNvSpPr/>
              <p:nvPr/>
            </p:nvSpPr>
            <p:spPr>
              <a:xfrm>
                <a:off x="26283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31" name="타원 23230">
                <a:extLst>
                  <a:ext uri="{FF2B5EF4-FFF2-40B4-BE49-F238E27FC236}">
                    <a16:creationId xmlns:a16="http://schemas.microsoft.com/office/drawing/2014/main" id="{81D8F050-A0F7-466C-B0AC-3521993EF74E}"/>
                  </a:ext>
                </a:extLst>
              </p:cNvPr>
              <p:cNvSpPr/>
              <p:nvPr/>
            </p:nvSpPr>
            <p:spPr>
              <a:xfrm>
                <a:off x="27807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32" name="타원 23231">
                <a:extLst>
                  <a:ext uri="{FF2B5EF4-FFF2-40B4-BE49-F238E27FC236}">
                    <a16:creationId xmlns:a16="http://schemas.microsoft.com/office/drawing/2014/main" id="{8461A9DD-2B59-4DDB-8967-FF3C65D8E707}"/>
                  </a:ext>
                </a:extLst>
              </p:cNvPr>
              <p:cNvSpPr/>
              <p:nvPr/>
            </p:nvSpPr>
            <p:spPr>
              <a:xfrm>
                <a:off x="29331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33" name="타원 23232">
                <a:extLst>
                  <a:ext uri="{FF2B5EF4-FFF2-40B4-BE49-F238E27FC236}">
                    <a16:creationId xmlns:a16="http://schemas.microsoft.com/office/drawing/2014/main" id="{1CD0936F-02AE-472E-8C88-2DDA50C8727E}"/>
                  </a:ext>
                </a:extLst>
              </p:cNvPr>
              <p:cNvSpPr/>
              <p:nvPr/>
            </p:nvSpPr>
            <p:spPr>
              <a:xfrm>
                <a:off x="30855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34" name="타원 23233">
                <a:extLst>
                  <a:ext uri="{FF2B5EF4-FFF2-40B4-BE49-F238E27FC236}">
                    <a16:creationId xmlns:a16="http://schemas.microsoft.com/office/drawing/2014/main" id="{2EA19DE4-CEBA-4108-8E9E-23568A4EBDF8}"/>
                  </a:ext>
                </a:extLst>
              </p:cNvPr>
              <p:cNvSpPr/>
              <p:nvPr/>
            </p:nvSpPr>
            <p:spPr>
              <a:xfrm>
                <a:off x="32379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35" name="타원 23234">
                <a:extLst>
                  <a:ext uri="{FF2B5EF4-FFF2-40B4-BE49-F238E27FC236}">
                    <a16:creationId xmlns:a16="http://schemas.microsoft.com/office/drawing/2014/main" id="{21C79EA0-7F84-4931-9038-2208C70AC056}"/>
                  </a:ext>
                </a:extLst>
              </p:cNvPr>
              <p:cNvSpPr/>
              <p:nvPr/>
            </p:nvSpPr>
            <p:spPr>
              <a:xfrm>
                <a:off x="33903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36" name="타원 23235">
                <a:extLst>
                  <a:ext uri="{FF2B5EF4-FFF2-40B4-BE49-F238E27FC236}">
                    <a16:creationId xmlns:a16="http://schemas.microsoft.com/office/drawing/2014/main" id="{DBE23C6D-BC31-4702-9F8F-86761C3F86A6}"/>
                  </a:ext>
                </a:extLst>
              </p:cNvPr>
              <p:cNvSpPr/>
              <p:nvPr/>
            </p:nvSpPr>
            <p:spPr>
              <a:xfrm>
                <a:off x="35427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37" name="타원 23236">
                <a:extLst>
                  <a:ext uri="{FF2B5EF4-FFF2-40B4-BE49-F238E27FC236}">
                    <a16:creationId xmlns:a16="http://schemas.microsoft.com/office/drawing/2014/main" id="{95C50CBB-B247-435B-9EA3-4DF02F8F685B}"/>
                  </a:ext>
                </a:extLst>
              </p:cNvPr>
              <p:cNvSpPr/>
              <p:nvPr/>
            </p:nvSpPr>
            <p:spPr>
              <a:xfrm>
                <a:off x="36951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38" name="타원 23237">
                <a:extLst>
                  <a:ext uri="{FF2B5EF4-FFF2-40B4-BE49-F238E27FC236}">
                    <a16:creationId xmlns:a16="http://schemas.microsoft.com/office/drawing/2014/main" id="{7D8DBA10-AF8A-434F-B93A-6DFB08D01B04}"/>
                  </a:ext>
                </a:extLst>
              </p:cNvPr>
              <p:cNvSpPr/>
              <p:nvPr/>
            </p:nvSpPr>
            <p:spPr>
              <a:xfrm>
                <a:off x="38475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39" name="타원 23238">
                <a:extLst>
                  <a:ext uri="{FF2B5EF4-FFF2-40B4-BE49-F238E27FC236}">
                    <a16:creationId xmlns:a16="http://schemas.microsoft.com/office/drawing/2014/main" id="{568B5F78-176B-4C5E-BB10-588403B47150}"/>
                  </a:ext>
                </a:extLst>
              </p:cNvPr>
              <p:cNvSpPr/>
              <p:nvPr/>
            </p:nvSpPr>
            <p:spPr>
              <a:xfrm>
                <a:off x="39999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40" name="타원 23239">
                <a:extLst>
                  <a:ext uri="{FF2B5EF4-FFF2-40B4-BE49-F238E27FC236}">
                    <a16:creationId xmlns:a16="http://schemas.microsoft.com/office/drawing/2014/main" id="{380044E8-A215-4827-A246-DACCDC598C41}"/>
                  </a:ext>
                </a:extLst>
              </p:cNvPr>
              <p:cNvSpPr/>
              <p:nvPr/>
            </p:nvSpPr>
            <p:spPr>
              <a:xfrm>
                <a:off x="41523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41" name="타원 23240">
                <a:extLst>
                  <a:ext uri="{FF2B5EF4-FFF2-40B4-BE49-F238E27FC236}">
                    <a16:creationId xmlns:a16="http://schemas.microsoft.com/office/drawing/2014/main" id="{BF9FAD8A-9B7D-4A64-86B7-DA268D67B974}"/>
                  </a:ext>
                </a:extLst>
              </p:cNvPr>
              <p:cNvSpPr/>
              <p:nvPr/>
            </p:nvSpPr>
            <p:spPr>
              <a:xfrm>
                <a:off x="43047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42" name="타원 23241">
                <a:extLst>
                  <a:ext uri="{FF2B5EF4-FFF2-40B4-BE49-F238E27FC236}">
                    <a16:creationId xmlns:a16="http://schemas.microsoft.com/office/drawing/2014/main" id="{095E91C2-B2BF-4379-ABC4-CEA27B17D742}"/>
                  </a:ext>
                </a:extLst>
              </p:cNvPr>
              <p:cNvSpPr/>
              <p:nvPr/>
            </p:nvSpPr>
            <p:spPr>
              <a:xfrm>
                <a:off x="44571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43" name="타원 23242">
                <a:extLst>
                  <a:ext uri="{FF2B5EF4-FFF2-40B4-BE49-F238E27FC236}">
                    <a16:creationId xmlns:a16="http://schemas.microsoft.com/office/drawing/2014/main" id="{EF1669B9-ABC6-4596-83AD-F2F901D7C845}"/>
                  </a:ext>
                </a:extLst>
              </p:cNvPr>
              <p:cNvSpPr/>
              <p:nvPr/>
            </p:nvSpPr>
            <p:spPr>
              <a:xfrm>
                <a:off x="46095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44" name="타원 23243">
                <a:extLst>
                  <a:ext uri="{FF2B5EF4-FFF2-40B4-BE49-F238E27FC236}">
                    <a16:creationId xmlns:a16="http://schemas.microsoft.com/office/drawing/2014/main" id="{DC818C6D-B014-48E9-8879-9F681F11B26A}"/>
                  </a:ext>
                </a:extLst>
              </p:cNvPr>
              <p:cNvSpPr/>
              <p:nvPr/>
            </p:nvSpPr>
            <p:spPr>
              <a:xfrm>
                <a:off x="47619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45" name="타원 23244">
                <a:extLst>
                  <a:ext uri="{FF2B5EF4-FFF2-40B4-BE49-F238E27FC236}">
                    <a16:creationId xmlns:a16="http://schemas.microsoft.com/office/drawing/2014/main" id="{AC13A507-7B0A-4806-9717-E0D42D6E0A27}"/>
                  </a:ext>
                </a:extLst>
              </p:cNvPr>
              <p:cNvSpPr/>
              <p:nvPr/>
            </p:nvSpPr>
            <p:spPr>
              <a:xfrm>
                <a:off x="49143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46" name="타원 23245">
                <a:extLst>
                  <a:ext uri="{FF2B5EF4-FFF2-40B4-BE49-F238E27FC236}">
                    <a16:creationId xmlns:a16="http://schemas.microsoft.com/office/drawing/2014/main" id="{7354AB52-A0BB-4FCE-A03D-2F9A8C60AB87}"/>
                  </a:ext>
                </a:extLst>
              </p:cNvPr>
              <p:cNvSpPr/>
              <p:nvPr/>
            </p:nvSpPr>
            <p:spPr>
              <a:xfrm>
                <a:off x="50667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47" name="타원 23246">
                <a:extLst>
                  <a:ext uri="{FF2B5EF4-FFF2-40B4-BE49-F238E27FC236}">
                    <a16:creationId xmlns:a16="http://schemas.microsoft.com/office/drawing/2014/main" id="{843B6CCE-37A0-4C0A-B63B-386C06C4A4DA}"/>
                  </a:ext>
                </a:extLst>
              </p:cNvPr>
              <p:cNvSpPr/>
              <p:nvPr/>
            </p:nvSpPr>
            <p:spPr>
              <a:xfrm>
                <a:off x="52191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48" name="타원 23247">
                <a:extLst>
                  <a:ext uri="{FF2B5EF4-FFF2-40B4-BE49-F238E27FC236}">
                    <a16:creationId xmlns:a16="http://schemas.microsoft.com/office/drawing/2014/main" id="{1634B3ED-3DC5-426D-B5AA-4A976138FA65}"/>
                  </a:ext>
                </a:extLst>
              </p:cNvPr>
              <p:cNvSpPr/>
              <p:nvPr/>
            </p:nvSpPr>
            <p:spPr>
              <a:xfrm>
                <a:off x="53715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49" name="타원 23248">
                <a:extLst>
                  <a:ext uri="{FF2B5EF4-FFF2-40B4-BE49-F238E27FC236}">
                    <a16:creationId xmlns:a16="http://schemas.microsoft.com/office/drawing/2014/main" id="{30804D6D-F507-4717-BA80-49ED7DCC5C30}"/>
                  </a:ext>
                </a:extLst>
              </p:cNvPr>
              <p:cNvSpPr/>
              <p:nvPr/>
            </p:nvSpPr>
            <p:spPr>
              <a:xfrm>
                <a:off x="55239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50" name="타원 23249">
                <a:extLst>
                  <a:ext uri="{FF2B5EF4-FFF2-40B4-BE49-F238E27FC236}">
                    <a16:creationId xmlns:a16="http://schemas.microsoft.com/office/drawing/2014/main" id="{3929EDB5-5774-408C-8DAF-13009DFAC1B9}"/>
                  </a:ext>
                </a:extLst>
              </p:cNvPr>
              <p:cNvSpPr/>
              <p:nvPr/>
            </p:nvSpPr>
            <p:spPr>
              <a:xfrm>
                <a:off x="5676363" y="4716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51" name="타원 23250">
                <a:extLst>
                  <a:ext uri="{FF2B5EF4-FFF2-40B4-BE49-F238E27FC236}">
                    <a16:creationId xmlns:a16="http://schemas.microsoft.com/office/drawing/2014/main" id="{802C8935-0D5C-495F-8A03-BCFD04D9914F}"/>
                  </a:ext>
                </a:extLst>
              </p:cNvPr>
              <p:cNvSpPr/>
              <p:nvPr/>
            </p:nvSpPr>
            <p:spPr>
              <a:xfrm>
                <a:off x="3423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52" name="타원 23251">
                <a:extLst>
                  <a:ext uri="{FF2B5EF4-FFF2-40B4-BE49-F238E27FC236}">
                    <a16:creationId xmlns:a16="http://schemas.microsoft.com/office/drawing/2014/main" id="{497288EF-4E5E-4D5E-B7B6-DB2827C26BD3}"/>
                  </a:ext>
                </a:extLst>
              </p:cNvPr>
              <p:cNvSpPr/>
              <p:nvPr/>
            </p:nvSpPr>
            <p:spPr>
              <a:xfrm>
                <a:off x="4947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53" name="타원 23252">
                <a:extLst>
                  <a:ext uri="{FF2B5EF4-FFF2-40B4-BE49-F238E27FC236}">
                    <a16:creationId xmlns:a16="http://schemas.microsoft.com/office/drawing/2014/main" id="{4D6A80A2-2711-4517-AA88-FDEF01EC598B}"/>
                  </a:ext>
                </a:extLst>
              </p:cNvPr>
              <p:cNvSpPr/>
              <p:nvPr/>
            </p:nvSpPr>
            <p:spPr>
              <a:xfrm>
                <a:off x="6471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54" name="타원 23253">
                <a:extLst>
                  <a:ext uri="{FF2B5EF4-FFF2-40B4-BE49-F238E27FC236}">
                    <a16:creationId xmlns:a16="http://schemas.microsoft.com/office/drawing/2014/main" id="{E66523C8-0A44-4ACC-80AB-46DDD348C80C}"/>
                  </a:ext>
                </a:extLst>
              </p:cNvPr>
              <p:cNvSpPr/>
              <p:nvPr/>
            </p:nvSpPr>
            <p:spPr>
              <a:xfrm>
                <a:off x="7995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55" name="타원 23254">
                <a:extLst>
                  <a:ext uri="{FF2B5EF4-FFF2-40B4-BE49-F238E27FC236}">
                    <a16:creationId xmlns:a16="http://schemas.microsoft.com/office/drawing/2014/main" id="{356CDB3B-BEAE-43CD-8B4A-0C3A2427FD39}"/>
                  </a:ext>
                </a:extLst>
              </p:cNvPr>
              <p:cNvSpPr/>
              <p:nvPr/>
            </p:nvSpPr>
            <p:spPr>
              <a:xfrm>
                <a:off x="9519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56" name="타원 23255">
                <a:extLst>
                  <a:ext uri="{FF2B5EF4-FFF2-40B4-BE49-F238E27FC236}">
                    <a16:creationId xmlns:a16="http://schemas.microsoft.com/office/drawing/2014/main" id="{484816BF-B57D-43C6-A224-4925BE10DC52}"/>
                  </a:ext>
                </a:extLst>
              </p:cNvPr>
              <p:cNvSpPr/>
              <p:nvPr/>
            </p:nvSpPr>
            <p:spPr>
              <a:xfrm>
                <a:off x="11043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57" name="타원 23256">
                <a:extLst>
                  <a:ext uri="{FF2B5EF4-FFF2-40B4-BE49-F238E27FC236}">
                    <a16:creationId xmlns:a16="http://schemas.microsoft.com/office/drawing/2014/main" id="{02D65055-3328-4553-A787-5E3016CC0279}"/>
                  </a:ext>
                </a:extLst>
              </p:cNvPr>
              <p:cNvSpPr/>
              <p:nvPr/>
            </p:nvSpPr>
            <p:spPr>
              <a:xfrm>
                <a:off x="12567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58" name="타원 23257">
                <a:extLst>
                  <a:ext uri="{FF2B5EF4-FFF2-40B4-BE49-F238E27FC236}">
                    <a16:creationId xmlns:a16="http://schemas.microsoft.com/office/drawing/2014/main" id="{B7549D4A-19C0-4C5C-8AA3-2A14353FA765}"/>
                  </a:ext>
                </a:extLst>
              </p:cNvPr>
              <p:cNvSpPr/>
              <p:nvPr/>
            </p:nvSpPr>
            <p:spPr>
              <a:xfrm>
                <a:off x="14091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59" name="타원 23258">
                <a:extLst>
                  <a:ext uri="{FF2B5EF4-FFF2-40B4-BE49-F238E27FC236}">
                    <a16:creationId xmlns:a16="http://schemas.microsoft.com/office/drawing/2014/main" id="{9D97089A-49C8-4E5F-811A-32BAAA6D35A0}"/>
                  </a:ext>
                </a:extLst>
              </p:cNvPr>
              <p:cNvSpPr/>
              <p:nvPr/>
            </p:nvSpPr>
            <p:spPr>
              <a:xfrm>
                <a:off x="15615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60" name="타원 23259">
                <a:extLst>
                  <a:ext uri="{FF2B5EF4-FFF2-40B4-BE49-F238E27FC236}">
                    <a16:creationId xmlns:a16="http://schemas.microsoft.com/office/drawing/2014/main" id="{88528510-274D-4A03-B85E-D6EA6254BED6}"/>
                  </a:ext>
                </a:extLst>
              </p:cNvPr>
              <p:cNvSpPr/>
              <p:nvPr/>
            </p:nvSpPr>
            <p:spPr>
              <a:xfrm>
                <a:off x="17139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61" name="타원 23260">
                <a:extLst>
                  <a:ext uri="{FF2B5EF4-FFF2-40B4-BE49-F238E27FC236}">
                    <a16:creationId xmlns:a16="http://schemas.microsoft.com/office/drawing/2014/main" id="{DB1F1871-68F9-45F6-81C7-944B189900B5}"/>
                  </a:ext>
                </a:extLst>
              </p:cNvPr>
              <p:cNvSpPr/>
              <p:nvPr/>
            </p:nvSpPr>
            <p:spPr>
              <a:xfrm>
                <a:off x="18663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62" name="타원 23261">
                <a:extLst>
                  <a:ext uri="{FF2B5EF4-FFF2-40B4-BE49-F238E27FC236}">
                    <a16:creationId xmlns:a16="http://schemas.microsoft.com/office/drawing/2014/main" id="{7DE045A9-82ED-4A48-9427-255E172277B1}"/>
                  </a:ext>
                </a:extLst>
              </p:cNvPr>
              <p:cNvSpPr/>
              <p:nvPr/>
            </p:nvSpPr>
            <p:spPr>
              <a:xfrm>
                <a:off x="20187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63" name="타원 23262">
                <a:extLst>
                  <a:ext uri="{FF2B5EF4-FFF2-40B4-BE49-F238E27FC236}">
                    <a16:creationId xmlns:a16="http://schemas.microsoft.com/office/drawing/2014/main" id="{2A99224A-7C09-4C2B-ACA9-10BC61D14055}"/>
                  </a:ext>
                </a:extLst>
              </p:cNvPr>
              <p:cNvSpPr/>
              <p:nvPr/>
            </p:nvSpPr>
            <p:spPr>
              <a:xfrm>
                <a:off x="21711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64" name="타원 23263">
                <a:extLst>
                  <a:ext uri="{FF2B5EF4-FFF2-40B4-BE49-F238E27FC236}">
                    <a16:creationId xmlns:a16="http://schemas.microsoft.com/office/drawing/2014/main" id="{8B12239A-593D-42FB-815D-62508D417109}"/>
                  </a:ext>
                </a:extLst>
              </p:cNvPr>
              <p:cNvSpPr/>
              <p:nvPr/>
            </p:nvSpPr>
            <p:spPr>
              <a:xfrm>
                <a:off x="23235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65" name="타원 23264">
                <a:extLst>
                  <a:ext uri="{FF2B5EF4-FFF2-40B4-BE49-F238E27FC236}">
                    <a16:creationId xmlns:a16="http://schemas.microsoft.com/office/drawing/2014/main" id="{413CE438-EA54-41D3-A300-4DFD0A661615}"/>
                  </a:ext>
                </a:extLst>
              </p:cNvPr>
              <p:cNvSpPr/>
              <p:nvPr/>
            </p:nvSpPr>
            <p:spPr>
              <a:xfrm>
                <a:off x="24759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66" name="타원 23265">
                <a:extLst>
                  <a:ext uri="{FF2B5EF4-FFF2-40B4-BE49-F238E27FC236}">
                    <a16:creationId xmlns:a16="http://schemas.microsoft.com/office/drawing/2014/main" id="{E7A6844E-8046-4A78-8554-F45FC17E510E}"/>
                  </a:ext>
                </a:extLst>
              </p:cNvPr>
              <p:cNvSpPr/>
              <p:nvPr/>
            </p:nvSpPr>
            <p:spPr>
              <a:xfrm>
                <a:off x="26283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67" name="타원 23266">
                <a:extLst>
                  <a:ext uri="{FF2B5EF4-FFF2-40B4-BE49-F238E27FC236}">
                    <a16:creationId xmlns:a16="http://schemas.microsoft.com/office/drawing/2014/main" id="{243CD06C-96A3-4541-AE5C-7D3A0D17D0BB}"/>
                  </a:ext>
                </a:extLst>
              </p:cNvPr>
              <p:cNvSpPr/>
              <p:nvPr/>
            </p:nvSpPr>
            <p:spPr>
              <a:xfrm>
                <a:off x="27807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68" name="타원 23267">
                <a:extLst>
                  <a:ext uri="{FF2B5EF4-FFF2-40B4-BE49-F238E27FC236}">
                    <a16:creationId xmlns:a16="http://schemas.microsoft.com/office/drawing/2014/main" id="{565F547C-9E26-4F5F-8481-C9B115897689}"/>
                  </a:ext>
                </a:extLst>
              </p:cNvPr>
              <p:cNvSpPr/>
              <p:nvPr/>
            </p:nvSpPr>
            <p:spPr>
              <a:xfrm>
                <a:off x="29331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69" name="타원 23268">
                <a:extLst>
                  <a:ext uri="{FF2B5EF4-FFF2-40B4-BE49-F238E27FC236}">
                    <a16:creationId xmlns:a16="http://schemas.microsoft.com/office/drawing/2014/main" id="{3D646E50-5E21-4E0F-83FB-47AD6E02D1E4}"/>
                  </a:ext>
                </a:extLst>
              </p:cNvPr>
              <p:cNvSpPr/>
              <p:nvPr/>
            </p:nvSpPr>
            <p:spPr>
              <a:xfrm>
                <a:off x="30855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70" name="타원 23269">
                <a:extLst>
                  <a:ext uri="{FF2B5EF4-FFF2-40B4-BE49-F238E27FC236}">
                    <a16:creationId xmlns:a16="http://schemas.microsoft.com/office/drawing/2014/main" id="{4BC6E66A-D3EC-4EA7-AC58-4FD426D5ED86}"/>
                  </a:ext>
                </a:extLst>
              </p:cNvPr>
              <p:cNvSpPr/>
              <p:nvPr/>
            </p:nvSpPr>
            <p:spPr>
              <a:xfrm>
                <a:off x="32379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71" name="타원 23270">
                <a:extLst>
                  <a:ext uri="{FF2B5EF4-FFF2-40B4-BE49-F238E27FC236}">
                    <a16:creationId xmlns:a16="http://schemas.microsoft.com/office/drawing/2014/main" id="{946F687E-1CA7-44FC-87D3-3BF0BC3F6EFE}"/>
                  </a:ext>
                </a:extLst>
              </p:cNvPr>
              <p:cNvSpPr/>
              <p:nvPr/>
            </p:nvSpPr>
            <p:spPr>
              <a:xfrm>
                <a:off x="33903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72" name="타원 23271">
                <a:extLst>
                  <a:ext uri="{FF2B5EF4-FFF2-40B4-BE49-F238E27FC236}">
                    <a16:creationId xmlns:a16="http://schemas.microsoft.com/office/drawing/2014/main" id="{5F6E69F6-DC36-4B3C-89EF-6184F35C9FA1}"/>
                  </a:ext>
                </a:extLst>
              </p:cNvPr>
              <p:cNvSpPr/>
              <p:nvPr/>
            </p:nvSpPr>
            <p:spPr>
              <a:xfrm>
                <a:off x="35427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73" name="타원 23272">
                <a:extLst>
                  <a:ext uri="{FF2B5EF4-FFF2-40B4-BE49-F238E27FC236}">
                    <a16:creationId xmlns:a16="http://schemas.microsoft.com/office/drawing/2014/main" id="{158B5BE4-2B5C-4C71-8489-491789047066}"/>
                  </a:ext>
                </a:extLst>
              </p:cNvPr>
              <p:cNvSpPr/>
              <p:nvPr/>
            </p:nvSpPr>
            <p:spPr>
              <a:xfrm>
                <a:off x="36951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74" name="타원 23273">
                <a:extLst>
                  <a:ext uri="{FF2B5EF4-FFF2-40B4-BE49-F238E27FC236}">
                    <a16:creationId xmlns:a16="http://schemas.microsoft.com/office/drawing/2014/main" id="{86FB2FEC-9BA6-4C5E-AA61-B26C25695178}"/>
                  </a:ext>
                </a:extLst>
              </p:cNvPr>
              <p:cNvSpPr/>
              <p:nvPr/>
            </p:nvSpPr>
            <p:spPr>
              <a:xfrm>
                <a:off x="38475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75" name="타원 23274">
                <a:extLst>
                  <a:ext uri="{FF2B5EF4-FFF2-40B4-BE49-F238E27FC236}">
                    <a16:creationId xmlns:a16="http://schemas.microsoft.com/office/drawing/2014/main" id="{FE2B5521-ECBA-43C7-BE95-1BB56A79088E}"/>
                  </a:ext>
                </a:extLst>
              </p:cNvPr>
              <p:cNvSpPr/>
              <p:nvPr/>
            </p:nvSpPr>
            <p:spPr>
              <a:xfrm>
                <a:off x="39999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76" name="타원 23275">
                <a:extLst>
                  <a:ext uri="{FF2B5EF4-FFF2-40B4-BE49-F238E27FC236}">
                    <a16:creationId xmlns:a16="http://schemas.microsoft.com/office/drawing/2014/main" id="{AEB6A667-C9F9-4E4D-AC63-1D10A61F8787}"/>
                  </a:ext>
                </a:extLst>
              </p:cNvPr>
              <p:cNvSpPr/>
              <p:nvPr/>
            </p:nvSpPr>
            <p:spPr>
              <a:xfrm>
                <a:off x="41523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77" name="타원 23276">
                <a:extLst>
                  <a:ext uri="{FF2B5EF4-FFF2-40B4-BE49-F238E27FC236}">
                    <a16:creationId xmlns:a16="http://schemas.microsoft.com/office/drawing/2014/main" id="{9F42696A-876F-4E18-80C5-F9F1064EC90E}"/>
                  </a:ext>
                </a:extLst>
              </p:cNvPr>
              <p:cNvSpPr/>
              <p:nvPr/>
            </p:nvSpPr>
            <p:spPr>
              <a:xfrm>
                <a:off x="43047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78" name="타원 23277">
                <a:extLst>
                  <a:ext uri="{FF2B5EF4-FFF2-40B4-BE49-F238E27FC236}">
                    <a16:creationId xmlns:a16="http://schemas.microsoft.com/office/drawing/2014/main" id="{758244B7-515D-4FF8-BC3C-B73F12BA3B0D}"/>
                  </a:ext>
                </a:extLst>
              </p:cNvPr>
              <p:cNvSpPr/>
              <p:nvPr/>
            </p:nvSpPr>
            <p:spPr>
              <a:xfrm>
                <a:off x="44571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79" name="타원 23278">
                <a:extLst>
                  <a:ext uri="{FF2B5EF4-FFF2-40B4-BE49-F238E27FC236}">
                    <a16:creationId xmlns:a16="http://schemas.microsoft.com/office/drawing/2014/main" id="{18A6CBF5-81EF-4651-93DA-C8B27E4E2FE2}"/>
                  </a:ext>
                </a:extLst>
              </p:cNvPr>
              <p:cNvSpPr/>
              <p:nvPr/>
            </p:nvSpPr>
            <p:spPr>
              <a:xfrm>
                <a:off x="46095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80" name="타원 23279">
                <a:extLst>
                  <a:ext uri="{FF2B5EF4-FFF2-40B4-BE49-F238E27FC236}">
                    <a16:creationId xmlns:a16="http://schemas.microsoft.com/office/drawing/2014/main" id="{77C2EE44-38F8-4685-A74A-2ECF8F0E9C8D}"/>
                  </a:ext>
                </a:extLst>
              </p:cNvPr>
              <p:cNvSpPr/>
              <p:nvPr/>
            </p:nvSpPr>
            <p:spPr>
              <a:xfrm>
                <a:off x="47619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81" name="타원 23280">
                <a:extLst>
                  <a:ext uri="{FF2B5EF4-FFF2-40B4-BE49-F238E27FC236}">
                    <a16:creationId xmlns:a16="http://schemas.microsoft.com/office/drawing/2014/main" id="{C4836A50-67DD-441B-AC92-4DF6667F5D8C}"/>
                  </a:ext>
                </a:extLst>
              </p:cNvPr>
              <p:cNvSpPr/>
              <p:nvPr/>
            </p:nvSpPr>
            <p:spPr>
              <a:xfrm>
                <a:off x="49143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82" name="타원 23281">
                <a:extLst>
                  <a:ext uri="{FF2B5EF4-FFF2-40B4-BE49-F238E27FC236}">
                    <a16:creationId xmlns:a16="http://schemas.microsoft.com/office/drawing/2014/main" id="{3FCCF414-63C4-4939-99B2-ADE203EABEAD}"/>
                  </a:ext>
                </a:extLst>
              </p:cNvPr>
              <p:cNvSpPr/>
              <p:nvPr/>
            </p:nvSpPr>
            <p:spPr>
              <a:xfrm>
                <a:off x="50667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83" name="타원 23282">
                <a:extLst>
                  <a:ext uri="{FF2B5EF4-FFF2-40B4-BE49-F238E27FC236}">
                    <a16:creationId xmlns:a16="http://schemas.microsoft.com/office/drawing/2014/main" id="{94CE3F7A-C619-4705-907E-798AC19B9C8E}"/>
                  </a:ext>
                </a:extLst>
              </p:cNvPr>
              <p:cNvSpPr/>
              <p:nvPr/>
            </p:nvSpPr>
            <p:spPr>
              <a:xfrm>
                <a:off x="52191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84" name="타원 23283">
                <a:extLst>
                  <a:ext uri="{FF2B5EF4-FFF2-40B4-BE49-F238E27FC236}">
                    <a16:creationId xmlns:a16="http://schemas.microsoft.com/office/drawing/2014/main" id="{872992A4-4758-4360-8B9A-446A0B480982}"/>
                  </a:ext>
                </a:extLst>
              </p:cNvPr>
              <p:cNvSpPr/>
              <p:nvPr/>
            </p:nvSpPr>
            <p:spPr>
              <a:xfrm>
                <a:off x="53715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85" name="타원 23284">
                <a:extLst>
                  <a:ext uri="{FF2B5EF4-FFF2-40B4-BE49-F238E27FC236}">
                    <a16:creationId xmlns:a16="http://schemas.microsoft.com/office/drawing/2014/main" id="{DD0F33E4-560B-41BB-A6A6-716A4E5841CC}"/>
                  </a:ext>
                </a:extLst>
              </p:cNvPr>
              <p:cNvSpPr/>
              <p:nvPr/>
            </p:nvSpPr>
            <p:spPr>
              <a:xfrm>
                <a:off x="55239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86" name="타원 23285">
                <a:extLst>
                  <a:ext uri="{FF2B5EF4-FFF2-40B4-BE49-F238E27FC236}">
                    <a16:creationId xmlns:a16="http://schemas.microsoft.com/office/drawing/2014/main" id="{7AC7F6B7-2A6D-43B8-97A6-39587F1D2A00}"/>
                  </a:ext>
                </a:extLst>
              </p:cNvPr>
              <p:cNvSpPr/>
              <p:nvPr/>
            </p:nvSpPr>
            <p:spPr>
              <a:xfrm>
                <a:off x="5676363" y="4868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87" name="타원 23286">
                <a:extLst>
                  <a:ext uri="{FF2B5EF4-FFF2-40B4-BE49-F238E27FC236}">
                    <a16:creationId xmlns:a16="http://schemas.microsoft.com/office/drawing/2014/main" id="{A0103857-112C-41A0-8F5F-0777586CCBA2}"/>
                  </a:ext>
                </a:extLst>
              </p:cNvPr>
              <p:cNvSpPr/>
              <p:nvPr/>
            </p:nvSpPr>
            <p:spPr>
              <a:xfrm>
                <a:off x="3423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88" name="타원 23287">
                <a:extLst>
                  <a:ext uri="{FF2B5EF4-FFF2-40B4-BE49-F238E27FC236}">
                    <a16:creationId xmlns:a16="http://schemas.microsoft.com/office/drawing/2014/main" id="{61FE9635-BD6B-45AD-89D5-F6DA32CEF827}"/>
                  </a:ext>
                </a:extLst>
              </p:cNvPr>
              <p:cNvSpPr/>
              <p:nvPr/>
            </p:nvSpPr>
            <p:spPr>
              <a:xfrm>
                <a:off x="4947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89" name="타원 23288">
                <a:extLst>
                  <a:ext uri="{FF2B5EF4-FFF2-40B4-BE49-F238E27FC236}">
                    <a16:creationId xmlns:a16="http://schemas.microsoft.com/office/drawing/2014/main" id="{E2D9BDC4-844F-45C9-82D0-89F02C7D88C3}"/>
                  </a:ext>
                </a:extLst>
              </p:cNvPr>
              <p:cNvSpPr/>
              <p:nvPr/>
            </p:nvSpPr>
            <p:spPr>
              <a:xfrm>
                <a:off x="6471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90" name="타원 23289">
                <a:extLst>
                  <a:ext uri="{FF2B5EF4-FFF2-40B4-BE49-F238E27FC236}">
                    <a16:creationId xmlns:a16="http://schemas.microsoft.com/office/drawing/2014/main" id="{DFE8A21F-FCB2-4854-989B-BFA8EBED011B}"/>
                  </a:ext>
                </a:extLst>
              </p:cNvPr>
              <p:cNvSpPr/>
              <p:nvPr/>
            </p:nvSpPr>
            <p:spPr>
              <a:xfrm>
                <a:off x="7995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91" name="타원 23290">
                <a:extLst>
                  <a:ext uri="{FF2B5EF4-FFF2-40B4-BE49-F238E27FC236}">
                    <a16:creationId xmlns:a16="http://schemas.microsoft.com/office/drawing/2014/main" id="{5EBCFDC7-84FB-4AE2-9C3F-EE143F0C2AA5}"/>
                  </a:ext>
                </a:extLst>
              </p:cNvPr>
              <p:cNvSpPr/>
              <p:nvPr/>
            </p:nvSpPr>
            <p:spPr>
              <a:xfrm>
                <a:off x="9519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92" name="타원 23291">
                <a:extLst>
                  <a:ext uri="{FF2B5EF4-FFF2-40B4-BE49-F238E27FC236}">
                    <a16:creationId xmlns:a16="http://schemas.microsoft.com/office/drawing/2014/main" id="{0E59BD62-DAE9-4208-B204-205B7A8CC2EF}"/>
                  </a:ext>
                </a:extLst>
              </p:cNvPr>
              <p:cNvSpPr/>
              <p:nvPr/>
            </p:nvSpPr>
            <p:spPr>
              <a:xfrm>
                <a:off x="11043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93" name="타원 23292">
                <a:extLst>
                  <a:ext uri="{FF2B5EF4-FFF2-40B4-BE49-F238E27FC236}">
                    <a16:creationId xmlns:a16="http://schemas.microsoft.com/office/drawing/2014/main" id="{5FB1D26B-563A-49FB-B7A5-412B8DCC4C80}"/>
                  </a:ext>
                </a:extLst>
              </p:cNvPr>
              <p:cNvSpPr/>
              <p:nvPr/>
            </p:nvSpPr>
            <p:spPr>
              <a:xfrm>
                <a:off x="12567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94" name="타원 23293">
                <a:extLst>
                  <a:ext uri="{FF2B5EF4-FFF2-40B4-BE49-F238E27FC236}">
                    <a16:creationId xmlns:a16="http://schemas.microsoft.com/office/drawing/2014/main" id="{181E9AC9-7A44-4F0F-9860-1D4CFB31BC26}"/>
                  </a:ext>
                </a:extLst>
              </p:cNvPr>
              <p:cNvSpPr/>
              <p:nvPr/>
            </p:nvSpPr>
            <p:spPr>
              <a:xfrm>
                <a:off x="14091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95" name="타원 23294">
                <a:extLst>
                  <a:ext uri="{FF2B5EF4-FFF2-40B4-BE49-F238E27FC236}">
                    <a16:creationId xmlns:a16="http://schemas.microsoft.com/office/drawing/2014/main" id="{5C2E113B-9147-4777-BEFF-02F32C1B583B}"/>
                  </a:ext>
                </a:extLst>
              </p:cNvPr>
              <p:cNvSpPr/>
              <p:nvPr/>
            </p:nvSpPr>
            <p:spPr>
              <a:xfrm>
                <a:off x="15615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96" name="타원 23295">
                <a:extLst>
                  <a:ext uri="{FF2B5EF4-FFF2-40B4-BE49-F238E27FC236}">
                    <a16:creationId xmlns:a16="http://schemas.microsoft.com/office/drawing/2014/main" id="{9D8C6E35-9445-427F-A946-2F299B5DF7EC}"/>
                  </a:ext>
                </a:extLst>
              </p:cNvPr>
              <p:cNvSpPr/>
              <p:nvPr/>
            </p:nvSpPr>
            <p:spPr>
              <a:xfrm>
                <a:off x="17139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97" name="타원 23296">
                <a:extLst>
                  <a:ext uri="{FF2B5EF4-FFF2-40B4-BE49-F238E27FC236}">
                    <a16:creationId xmlns:a16="http://schemas.microsoft.com/office/drawing/2014/main" id="{0324AA1E-4571-4594-8A40-0363B51084C6}"/>
                  </a:ext>
                </a:extLst>
              </p:cNvPr>
              <p:cNvSpPr/>
              <p:nvPr/>
            </p:nvSpPr>
            <p:spPr>
              <a:xfrm>
                <a:off x="18663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98" name="타원 23297">
                <a:extLst>
                  <a:ext uri="{FF2B5EF4-FFF2-40B4-BE49-F238E27FC236}">
                    <a16:creationId xmlns:a16="http://schemas.microsoft.com/office/drawing/2014/main" id="{18AA4F55-EBC7-4387-AEBC-CA83FB37F3A4}"/>
                  </a:ext>
                </a:extLst>
              </p:cNvPr>
              <p:cNvSpPr/>
              <p:nvPr/>
            </p:nvSpPr>
            <p:spPr>
              <a:xfrm>
                <a:off x="20187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99" name="타원 23298">
                <a:extLst>
                  <a:ext uri="{FF2B5EF4-FFF2-40B4-BE49-F238E27FC236}">
                    <a16:creationId xmlns:a16="http://schemas.microsoft.com/office/drawing/2014/main" id="{18D03917-E88C-4153-963C-CB241A20F482}"/>
                  </a:ext>
                </a:extLst>
              </p:cNvPr>
              <p:cNvSpPr/>
              <p:nvPr/>
            </p:nvSpPr>
            <p:spPr>
              <a:xfrm>
                <a:off x="21711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00" name="타원 23299">
                <a:extLst>
                  <a:ext uri="{FF2B5EF4-FFF2-40B4-BE49-F238E27FC236}">
                    <a16:creationId xmlns:a16="http://schemas.microsoft.com/office/drawing/2014/main" id="{38023A95-3F69-4AD5-AFFE-1515425EB5B4}"/>
                  </a:ext>
                </a:extLst>
              </p:cNvPr>
              <p:cNvSpPr/>
              <p:nvPr/>
            </p:nvSpPr>
            <p:spPr>
              <a:xfrm>
                <a:off x="23235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01" name="타원 23300">
                <a:extLst>
                  <a:ext uri="{FF2B5EF4-FFF2-40B4-BE49-F238E27FC236}">
                    <a16:creationId xmlns:a16="http://schemas.microsoft.com/office/drawing/2014/main" id="{AB0A7777-A8F4-4F7B-A464-2679E383D1B6}"/>
                  </a:ext>
                </a:extLst>
              </p:cNvPr>
              <p:cNvSpPr/>
              <p:nvPr/>
            </p:nvSpPr>
            <p:spPr>
              <a:xfrm>
                <a:off x="24759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02" name="타원 23301">
                <a:extLst>
                  <a:ext uri="{FF2B5EF4-FFF2-40B4-BE49-F238E27FC236}">
                    <a16:creationId xmlns:a16="http://schemas.microsoft.com/office/drawing/2014/main" id="{34475521-D8DF-4EFA-9EE3-96098E0067F2}"/>
                  </a:ext>
                </a:extLst>
              </p:cNvPr>
              <p:cNvSpPr/>
              <p:nvPr/>
            </p:nvSpPr>
            <p:spPr>
              <a:xfrm>
                <a:off x="26283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03" name="타원 23302">
                <a:extLst>
                  <a:ext uri="{FF2B5EF4-FFF2-40B4-BE49-F238E27FC236}">
                    <a16:creationId xmlns:a16="http://schemas.microsoft.com/office/drawing/2014/main" id="{43FBE59B-A7E4-48AF-8582-ABC167464123}"/>
                  </a:ext>
                </a:extLst>
              </p:cNvPr>
              <p:cNvSpPr/>
              <p:nvPr/>
            </p:nvSpPr>
            <p:spPr>
              <a:xfrm>
                <a:off x="27807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04" name="타원 23303">
                <a:extLst>
                  <a:ext uri="{FF2B5EF4-FFF2-40B4-BE49-F238E27FC236}">
                    <a16:creationId xmlns:a16="http://schemas.microsoft.com/office/drawing/2014/main" id="{1FB1004A-ED4A-4FE6-B4D3-2DBEC85BEC91}"/>
                  </a:ext>
                </a:extLst>
              </p:cNvPr>
              <p:cNvSpPr/>
              <p:nvPr/>
            </p:nvSpPr>
            <p:spPr>
              <a:xfrm>
                <a:off x="29331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05" name="타원 23304">
                <a:extLst>
                  <a:ext uri="{FF2B5EF4-FFF2-40B4-BE49-F238E27FC236}">
                    <a16:creationId xmlns:a16="http://schemas.microsoft.com/office/drawing/2014/main" id="{F5468FAA-C901-467D-8BEA-45106CF37A6F}"/>
                  </a:ext>
                </a:extLst>
              </p:cNvPr>
              <p:cNvSpPr/>
              <p:nvPr/>
            </p:nvSpPr>
            <p:spPr>
              <a:xfrm>
                <a:off x="30855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06" name="타원 23305">
                <a:extLst>
                  <a:ext uri="{FF2B5EF4-FFF2-40B4-BE49-F238E27FC236}">
                    <a16:creationId xmlns:a16="http://schemas.microsoft.com/office/drawing/2014/main" id="{48926F64-9C5A-4161-9886-8C25B4EE123B}"/>
                  </a:ext>
                </a:extLst>
              </p:cNvPr>
              <p:cNvSpPr/>
              <p:nvPr/>
            </p:nvSpPr>
            <p:spPr>
              <a:xfrm>
                <a:off x="32379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07" name="타원 23306">
                <a:extLst>
                  <a:ext uri="{FF2B5EF4-FFF2-40B4-BE49-F238E27FC236}">
                    <a16:creationId xmlns:a16="http://schemas.microsoft.com/office/drawing/2014/main" id="{4AC3D5AD-0C30-4804-A11E-D3FEED5E86EE}"/>
                  </a:ext>
                </a:extLst>
              </p:cNvPr>
              <p:cNvSpPr/>
              <p:nvPr/>
            </p:nvSpPr>
            <p:spPr>
              <a:xfrm>
                <a:off x="33903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08" name="타원 23307">
                <a:extLst>
                  <a:ext uri="{FF2B5EF4-FFF2-40B4-BE49-F238E27FC236}">
                    <a16:creationId xmlns:a16="http://schemas.microsoft.com/office/drawing/2014/main" id="{21DC4BDB-E53F-4004-A2D1-590A94176AC0}"/>
                  </a:ext>
                </a:extLst>
              </p:cNvPr>
              <p:cNvSpPr/>
              <p:nvPr/>
            </p:nvSpPr>
            <p:spPr>
              <a:xfrm>
                <a:off x="35427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09" name="타원 23308">
                <a:extLst>
                  <a:ext uri="{FF2B5EF4-FFF2-40B4-BE49-F238E27FC236}">
                    <a16:creationId xmlns:a16="http://schemas.microsoft.com/office/drawing/2014/main" id="{405FB4F9-426C-4E0C-8D7D-142B5C725DDF}"/>
                  </a:ext>
                </a:extLst>
              </p:cNvPr>
              <p:cNvSpPr/>
              <p:nvPr/>
            </p:nvSpPr>
            <p:spPr>
              <a:xfrm>
                <a:off x="36951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10" name="타원 23309">
                <a:extLst>
                  <a:ext uri="{FF2B5EF4-FFF2-40B4-BE49-F238E27FC236}">
                    <a16:creationId xmlns:a16="http://schemas.microsoft.com/office/drawing/2014/main" id="{49E02BB9-090F-4AF1-B197-14DF110EFE3D}"/>
                  </a:ext>
                </a:extLst>
              </p:cNvPr>
              <p:cNvSpPr/>
              <p:nvPr/>
            </p:nvSpPr>
            <p:spPr>
              <a:xfrm>
                <a:off x="38475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11" name="타원 23310">
                <a:extLst>
                  <a:ext uri="{FF2B5EF4-FFF2-40B4-BE49-F238E27FC236}">
                    <a16:creationId xmlns:a16="http://schemas.microsoft.com/office/drawing/2014/main" id="{9B77EB50-0E31-466B-9792-D32EDC64A583}"/>
                  </a:ext>
                </a:extLst>
              </p:cNvPr>
              <p:cNvSpPr/>
              <p:nvPr/>
            </p:nvSpPr>
            <p:spPr>
              <a:xfrm>
                <a:off x="39999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12" name="타원 23311">
                <a:extLst>
                  <a:ext uri="{FF2B5EF4-FFF2-40B4-BE49-F238E27FC236}">
                    <a16:creationId xmlns:a16="http://schemas.microsoft.com/office/drawing/2014/main" id="{3F34774C-155C-4327-B9A5-CE19014E42F8}"/>
                  </a:ext>
                </a:extLst>
              </p:cNvPr>
              <p:cNvSpPr/>
              <p:nvPr/>
            </p:nvSpPr>
            <p:spPr>
              <a:xfrm>
                <a:off x="41523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13" name="타원 23312">
                <a:extLst>
                  <a:ext uri="{FF2B5EF4-FFF2-40B4-BE49-F238E27FC236}">
                    <a16:creationId xmlns:a16="http://schemas.microsoft.com/office/drawing/2014/main" id="{80FD1CF9-4E6D-4F62-8795-81FB0A9BE419}"/>
                  </a:ext>
                </a:extLst>
              </p:cNvPr>
              <p:cNvSpPr/>
              <p:nvPr/>
            </p:nvSpPr>
            <p:spPr>
              <a:xfrm>
                <a:off x="43047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14" name="타원 23313">
                <a:extLst>
                  <a:ext uri="{FF2B5EF4-FFF2-40B4-BE49-F238E27FC236}">
                    <a16:creationId xmlns:a16="http://schemas.microsoft.com/office/drawing/2014/main" id="{8C063C1A-9D7B-45CA-9C18-4FD472D1C015}"/>
                  </a:ext>
                </a:extLst>
              </p:cNvPr>
              <p:cNvSpPr/>
              <p:nvPr/>
            </p:nvSpPr>
            <p:spPr>
              <a:xfrm>
                <a:off x="44571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15" name="타원 23314">
                <a:extLst>
                  <a:ext uri="{FF2B5EF4-FFF2-40B4-BE49-F238E27FC236}">
                    <a16:creationId xmlns:a16="http://schemas.microsoft.com/office/drawing/2014/main" id="{4B8E5276-2C73-413B-8831-9C0517897CF6}"/>
                  </a:ext>
                </a:extLst>
              </p:cNvPr>
              <p:cNvSpPr/>
              <p:nvPr/>
            </p:nvSpPr>
            <p:spPr>
              <a:xfrm>
                <a:off x="46095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16" name="타원 23315">
                <a:extLst>
                  <a:ext uri="{FF2B5EF4-FFF2-40B4-BE49-F238E27FC236}">
                    <a16:creationId xmlns:a16="http://schemas.microsoft.com/office/drawing/2014/main" id="{367EFAAA-5511-4764-9218-D1973FAD2395}"/>
                  </a:ext>
                </a:extLst>
              </p:cNvPr>
              <p:cNvSpPr/>
              <p:nvPr/>
            </p:nvSpPr>
            <p:spPr>
              <a:xfrm>
                <a:off x="47619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17" name="타원 23316">
                <a:extLst>
                  <a:ext uri="{FF2B5EF4-FFF2-40B4-BE49-F238E27FC236}">
                    <a16:creationId xmlns:a16="http://schemas.microsoft.com/office/drawing/2014/main" id="{CD011B11-8C78-4F69-8F60-81ED97703FEA}"/>
                  </a:ext>
                </a:extLst>
              </p:cNvPr>
              <p:cNvSpPr/>
              <p:nvPr/>
            </p:nvSpPr>
            <p:spPr>
              <a:xfrm>
                <a:off x="49143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18" name="타원 23317">
                <a:extLst>
                  <a:ext uri="{FF2B5EF4-FFF2-40B4-BE49-F238E27FC236}">
                    <a16:creationId xmlns:a16="http://schemas.microsoft.com/office/drawing/2014/main" id="{7390DE11-F6A3-4BBD-B113-D16B87FD64F7}"/>
                  </a:ext>
                </a:extLst>
              </p:cNvPr>
              <p:cNvSpPr/>
              <p:nvPr/>
            </p:nvSpPr>
            <p:spPr>
              <a:xfrm>
                <a:off x="50667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19" name="타원 23318">
                <a:extLst>
                  <a:ext uri="{FF2B5EF4-FFF2-40B4-BE49-F238E27FC236}">
                    <a16:creationId xmlns:a16="http://schemas.microsoft.com/office/drawing/2014/main" id="{2A0747FE-C734-4C76-91ED-CC4DFADEF22E}"/>
                  </a:ext>
                </a:extLst>
              </p:cNvPr>
              <p:cNvSpPr/>
              <p:nvPr/>
            </p:nvSpPr>
            <p:spPr>
              <a:xfrm>
                <a:off x="52191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20" name="타원 23319">
                <a:extLst>
                  <a:ext uri="{FF2B5EF4-FFF2-40B4-BE49-F238E27FC236}">
                    <a16:creationId xmlns:a16="http://schemas.microsoft.com/office/drawing/2014/main" id="{AAD2F6B7-E35C-484C-B1DF-9AA0725C12CB}"/>
                  </a:ext>
                </a:extLst>
              </p:cNvPr>
              <p:cNvSpPr/>
              <p:nvPr/>
            </p:nvSpPr>
            <p:spPr>
              <a:xfrm>
                <a:off x="53715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21" name="타원 23320">
                <a:extLst>
                  <a:ext uri="{FF2B5EF4-FFF2-40B4-BE49-F238E27FC236}">
                    <a16:creationId xmlns:a16="http://schemas.microsoft.com/office/drawing/2014/main" id="{B8477785-CC2E-490D-9E64-5168675AAE18}"/>
                  </a:ext>
                </a:extLst>
              </p:cNvPr>
              <p:cNvSpPr/>
              <p:nvPr/>
            </p:nvSpPr>
            <p:spPr>
              <a:xfrm>
                <a:off x="55239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22" name="타원 23321">
                <a:extLst>
                  <a:ext uri="{FF2B5EF4-FFF2-40B4-BE49-F238E27FC236}">
                    <a16:creationId xmlns:a16="http://schemas.microsoft.com/office/drawing/2014/main" id="{79B718E0-2B6D-430C-B7CD-C5BCF0696387}"/>
                  </a:ext>
                </a:extLst>
              </p:cNvPr>
              <p:cNvSpPr/>
              <p:nvPr/>
            </p:nvSpPr>
            <p:spPr>
              <a:xfrm>
                <a:off x="5676363" y="5021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23" name="타원 23322">
                <a:extLst>
                  <a:ext uri="{FF2B5EF4-FFF2-40B4-BE49-F238E27FC236}">
                    <a16:creationId xmlns:a16="http://schemas.microsoft.com/office/drawing/2014/main" id="{C9B507D1-05A8-4595-9B5D-941811029574}"/>
                  </a:ext>
                </a:extLst>
              </p:cNvPr>
              <p:cNvSpPr/>
              <p:nvPr/>
            </p:nvSpPr>
            <p:spPr>
              <a:xfrm>
                <a:off x="3423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24" name="타원 23323">
                <a:extLst>
                  <a:ext uri="{FF2B5EF4-FFF2-40B4-BE49-F238E27FC236}">
                    <a16:creationId xmlns:a16="http://schemas.microsoft.com/office/drawing/2014/main" id="{A3800535-4835-414B-9A85-9921FE980C17}"/>
                  </a:ext>
                </a:extLst>
              </p:cNvPr>
              <p:cNvSpPr/>
              <p:nvPr/>
            </p:nvSpPr>
            <p:spPr>
              <a:xfrm>
                <a:off x="4947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25" name="타원 23324">
                <a:extLst>
                  <a:ext uri="{FF2B5EF4-FFF2-40B4-BE49-F238E27FC236}">
                    <a16:creationId xmlns:a16="http://schemas.microsoft.com/office/drawing/2014/main" id="{89632DD0-896A-4E84-A70A-0EF4A4D3D11F}"/>
                  </a:ext>
                </a:extLst>
              </p:cNvPr>
              <p:cNvSpPr/>
              <p:nvPr/>
            </p:nvSpPr>
            <p:spPr>
              <a:xfrm>
                <a:off x="6471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26" name="타원 23325">
                <a:extLst>
                  <a:ext uri="{FF2B5EF4-FFF2-40B4-BE49-F238E27FC236}">
                    <a16:creationId xmlns:a16="http://schemas.microsoft.com/office/drawing/2014/main" id="{0BF751AB-BFB8-4635-9970-BFBCD88CDCAB}"/>
                  </a:ext>
                </a:extLst>
              </p:cNvPr>
              <p:cNvSpPr/>
              <p:nvPr/>
            </p:nvSpPr>
            <p:spPr>
              <a:xfrm>
                <a:off x="7995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27" name="타원 23326">
                <a:extLst>
                  <a:ext uri="{FF2B5EF4-FFF2-40B4-BE49-F238E27FC236}">
                    <a16:creationId xmlns:a16="http://schemas.microsoft.com/office/drawing/2014/main" id="{E9B88C85-A280-4FD3-A9DD-138ECE658122}"/>
                  </a:ext>
                </a:extLst>
              </p:cNvPr>
              <p:cNvSpPr/>
              <p:nvPr/>
            </p:nvSpPr>
            <p:spPr>
              <a:xfrm>
                <a:off x="9519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28" name="타원 23327">
                <a:extLst>
                  <a:ext uri="{FF2B5EF4-FFF2-40B4-BE49-F238E27FC236}">
                    <a16:creationId xmlns:a16="http://schemas.microsoft.com/office/drawing/2014/main" id="{63C7386F-75E3-403B-A9B9-0A045B46EBB2}"/>
                  </a:ext>
                </a:extLst>
              </p:cNvPr>
              <p:cNvSpPr/>
              <p:nvPr/>
            </p:nvSpPr>
            <p:spPr>
              <a:xfrm>
                <a:off x="11043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29" name="타원 23328">
                <a:extLst>
                  <a:ext uri="{FF2B5EF4-FFF2-40B4-BE49-F238E27FC236}">
                    <a16:creationId xmlns:a16="http://schemas.microsoft.com/office/drawing/2014/main" id="{F4981FE4-9015-4C75-9381-0B490A9B6789}"/>
                  </a:ext>
                </a:extLst>
              </p:cNvPr>
              <p:cNvSpPr/>
              <p:nvPr/>
            </p:nvSpPr>
            <p:spPr>
              <a:xfrm>
                <a:off x="12567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30" name="타원 23329">
                <a:extLst>
                  <a:ext uri="{FF2B5EF4-FFF2-40B4-BE49-F238E27FC236}">
                    <a16:creationId xmlns:a16="http://schemas.microsoft.com/office/drawing/2014/main" id="{A4EF0093-0D19-4CB3-ADAE-B3F3919BD2C4}"/>
                  </a:ext>
                </a:extLst>
              </p:cNvPr>
              <p:cNvSpPr/>
              <p:nvPr/>
            </p:nvSpPr>
            <p:spPr>
              <a:xfrm>
                <a:off x="14091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31" name="타원 23330">
                <a:extLst>
                  <a:ext uri="{FF2B5EF4-FFF2-40B4-BE49-F238E27FC236}">
                    <a16:creationId xmlns:a16="http://schemas.microsoft.com/office/drawing/2014/main" id="{3BDE9ED0-124A-4453-A55B-DE02187EF7B3}"/>
                  </a:ext>
                </a:extLst>
              </p:cNvPr>
              <p:cNvSpPr/>
              <p:nvPr/>
            </p:nvSpPr>
            <p:spPr>
              <a:xfrm>
                <a:off x="15615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32" name="타원 23331">
                <a:extLst>
                  <a:ext uri="{FF2B5EF4-FFF2-40B4-BE49-F238E27FC236}">
                    <a16:creationId xmlns:a16="http://schemas.microsoft.com/office/drawing/2014/main" id="{3E585EFE-E679-4B53-82FB-869320010F27}"/>
                  </a:ext>
                </a:extLst>
              </p:cNvPr>
              <p:cNvSpPr/>
              <p:nvPr/>
            </p:nvSpPr>
            <p:spPr>
              <a:xfrm>
                <a:off x="17139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33" name="타원 23332">
                <a:extLst>
                  <a:ext uri="{FF2B5EF4-FFF2-40B4-BE49-F238E27FC236}">
                    <a16:creationId xmlns:a16="http://schemas.microsoft.com/office/drawing/2014/main" id="{476DE82D-E386-4624-AFBA-B1B57708DFC7}"/>
                  </a:ext>
                </a:extLst>
              </p:cNvPr>
              <p:cNvSpPr/>
              <p:nvPr/>
            </p:nvSpPr>
            <p:spPr>
              <a:xfrm>
                <a:off x="18663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34" name="타원 23333">
                <a:extLst>
                  <a:ext uri="{FF2B5EF4-FFF2-40B4-BE49-F238E27FC236}">
                    <a16:creationId xmlns:a16="http://schemas.microsoft.com/office/drawing/2014/main" id="{64C1EEB4-6C6F-4292-9BEF-A8F3EC9BABF3}"/>
                  </a:ext>
                </a:extLst>
              </p:cNvPr>
              <p:cNvSpPr/>
              <p:nvPr/>
            </p:nvSpPr>
            <p:spPr>
              <a:xfrm>
                <a:off x="20187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35" name="타원 23334">
                <a:extLst>
                  <a:ext uri="{FF2B5EF4-FFF2-40B4-BE49-F238E27FC236}">
                    <a16:creationId xmlns:a16="http://schemas.microsoft.com/office/drawing/2014/main" id="{191AFFDD-4E46-4841-8D20-1810DC165E9C}"/>
                  </a:ext>
                </a:extLst>
              </p:cNvPr>
              <p:cNvSpPr/>
              <p:nvPr/>
            </p:nvSpPr>
            <p:spPr>
              <a:xfrm>
                <a:off x="21711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36" name="타원 23335">
                <a:extLst>
                  <a:ext uri="{FF2B5EF4-FFF2-40B4-BE49-F238E27FC236}">
                    <a16:creationId xmlns:a16="http://schemas.microsoft.com/office/drawing/2014/main" id="{C59DD118-D0AE-48DD-9AD2-BB3BF2FB0AEC}"/>
                  </a:ext>
                </a:extLst>
              </p:cNvPr>
              <p:cNvSpPr/>
              <p:nvPr/>
            </p:nvSpPr>
            <p:spPr>
              <a:xfrm>
                <a:off x="23235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37" name="타원 23336">
                <a:extLst>
                  <a:ext uri="{FF2B5EF4-FFF2-40B4-BE49-F238E27FC236}">
                    <a16:creationId xmlns:a16="http://schemas.microsoft.com/office/drawing/2014/main" id="{5B0F5CC6-A29A-4652-835F-76C066DB0D98}"/>
                  </a:ext>
                </a:extLst>
              </p:cNvPr>
              <p:cNvSpPr/>
              <p:nvPr/>
            </p:nvSpPr>
            <p:spPr>
              <a:xfrm>
                <a:off x="24759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38" name="타원 23337">
                <a:extLst>
                  <a:ext uri="{FF2B5EF4-FFF2-40B4-BE49-F238E27FC236}">
                    <a16:creationId xmlns:a16="http://schemas.microsoft.com/office/drawing/2014/main" id="{662DF3AC-C766-48B3-A493-3F245FFF5A04}"/>
                  </a:ext>
                </a:extLst>
              </p:cNvPr>
              <p:cNvSpPr/>
              <p:nvPr/>
            </p:nvSpPr>
            <p:spPr>
              <a:xfrm>
                <a:off x="26283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39" name="타원 23338">
                <a:extLst>
                  <a:ext uri="{FF2B5EF4-FFF2-40B4-BE49-F238E27FC236}">
                    <a16:creationId xmlns:a16="http://schemas.microsoft.com/office/drawing/2014/main" id="{6D8CB18A-C75B-4AE9-9683-94C1B78C00A7}"/>
                  </a:ext>
                </a:extLst>
              </p:cNvPr>
              <p:cNvSpPr/>
              <p:nvPr/>
            </p:nvSpPr>
            <p:spPr>
              <a:xfrm>
                <a:off x="27807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40" name="타원 23339">
                <a:extLst>
                  <a:ext uri="{FF2B5EF4-FFF2-40B4-BE49-F238E27FC236}">
                    <a16:creationId xmlns:a16="http://schemas.microsoft.com/office/drawing/2014/main" id="{22D716E8-5E9A-47DD-83B9-88416067A8D5}"/>
                  </a:ext>
                </a:extLst>
              </p:cNvPr>
              <p:cNvSpPr/>
              <p:nvPr/>
            </p:nvSpPr>
            <p:spPr>
              <a:xfrm>
                <a:off x="29331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41" name="타원 23340">
                <a:extLst>
                  <a:ext uri="{FF2B5EF4-FFF2-40B4-BE49-F238E27FC236}">
                    <a16:creationId xmlns:a16="http://schemas.microsoft.com/office/drawing/2014/main" id="{0E1A8C4C-43A4-4AAD-8584-1BAAB24C6681}"/>
                  </a:ext>
                </a:extLst>
              </p:cNvPr>
              <p:cNvSpPr/>
              <p:nvPr/>
            </p:nvSpPr>
            <p:spPr>
              <a:xfrm>
                <a:off x="30855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42" name="타원 23341">
                <a:extLst>
                  <a:ext uri="{FF2B5EF4-FFF2-40B4-BE49-F238E27FC236}">
                    <a16:creationId xmlns:a16="http://schemas.microsoft.com/office/drawing/2014/main" id="{F5DD0C65-2B15-4EAC-B002-1A56FBD819A1}"/>
                  </a:ext>
                </a:extLst>
              </p:cNvPr>
              <p:cNvSpPr/>
              <p:nvPr/>
            </p:nvSpPr>
            <p:spPr>
              <a:xfrm>
                <a:off x="32379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43" name="타원 23342">
                <a:extLst>
                  <a:ext uri="{FF2B5EF4-FFF2-40B4-BE49-F238E27FC236}">
                    <a16:creationId xmlns:a16="http://schemas.microsoft.com/office/drawing/2014/main" id="{556D64EB-3E2A-4ACA-B708-65FBF718F79D}"/>
                  </a:ext>
                </a:extLst>
              </p:cNvPr>
              <p:cNvSpPr/>
              <p:nvPr/>
            </p:nvSpPr>
            <p:spPr>
              <a:xfrm>
                <a:off x="33903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44" name="타원 23343">
                <a:extLst>
                  <a:ext uri="{FF2B5EF4-FFF2-40B4-BE49-F238E27FC236}">
                    <a16:creationId xmlns:a16="http://schemas.microsoft.com/office/drawing/2014/main" id="{C0EB1C86-9C5A-4BFF-AD74-5B412F852149}"/>
                  </a:ext>
                </a:extLst>
              </p:cNvPr>
              <p:cNvSpPr/>
              <p:nvPr/>
            </p:nvSpPr>
            <p:spPr>
              <a:xfrm>
                <a:off x="35427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45" name="타원 23344">
                <a:extLst>
                  <a:ext uri="{FF2B5EF4-FFF2-40B4-BE49-F238E27FC236}">
                    <a16:creationId xmlns:a16="http://schemas.microsoft.com/office/drawing/2014/main" id="{E09D7535-7816-403B-AD78-D0236C5F4080}"/>
                  </a:ext>
                </a:extLst>
              </p:cNvPr>
              <p:cNvSpPr/>
              <p:nvPr/>
            </p:nvSpPr>
            <p:spPr>
              <a:xfrm>
                <a:off x="36951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46" name="타원 23345">
                <a:extLst>
                  <a:ext uri="{FF2B5EF4-FFF2-40B4-BE49-F238E27FC236}">
                    <a16:creationId xmlns:a16="http://schemas.microsoft.com/office/drawing/2014/main" id="{BFB4EE4D-14A0-432A-96B2-023993BA4E16}"/>
                  </a:ext>
                </a:extLst>
              </p:cNvPr>
              <p:cNvSpPr/>
              <p:nvPr/>
            </p:nvSpPr>
            <p:spPr>
              <a:xfrm>
                <a:off x="38475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47" name="타원 23346">
                <a:extLst>
                  <a:ext uri="{FF2B5EF4-FFF2-40B4-BE49-F238E27FC236}">
                    <a16:creationId xmlns:a16="http://schemas.microsoft.com/office/drawing/2014/main" id="{C4334CD1-CED5-4D7C-BA5C-739D84156404}"/>
                  </a:ext>
                </a:extLst>
              </p:cNvPr>
              <p:cNvSpPr/>
              <p:nvPr/>
            </p:nvSpPr>
            <p:spPr>
              <a:xfrm>
                <a:off x="39999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48" name="타원 23347">
                <a:extLst>
                  <a:ext uri="{FF2B5EF4-FFF2-40B4-BE49-F238E27FC236}">
                    <a16:creationId xmlns:a16="http://schemas.microsoft.com/office/drawing/2014/main" id="{6A80CBDD-3C89-485D-B111-D5CE8CB833B4}"/>
                  </a:ext>
                </a:extLst>
              </p:cNvPr>
              <p:cNvSpPr/>
              <p:nvPr/>
            </p:nvSpPr>
            <p:spPr>
              <a:xfrm>
                <a:off x="41523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49" name="타원 23348">
                <a:extLst>
                  <a:ext uri="{FF2B5EF4-FFF2-40B4-BE49-F238E27FC236}">
                    <a16:creationId xmlns:a16="http://schemas.microsoft.com/office/drawing/2014/main" id="{5FBEF5C4-0374-4741-832C-14FB0FEA88FF}"/>
                  </a:ext>
                </a:extLst>
              </p:cNvPr>
              <p:cNvSpPr/>
              <p:nvPr/>
            </p:nvSpPr>
            <p:spPr>
              <a:xfrm>
                <a:off x="43047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50" name="타원 23349">
                <a:extLst>
                  <a:ext uri="{FF2B5EF4-FFF2-40B4-BE49-F238E27FC236}">
                    <a16:creationId xmlns:a16="http://schemas.microsoft.com/office/drawing/2014/main" id="{EBA2CE4E-01D0-40CB-82BA-E81E0029559F}"/>
                  </a:ext>
                </a:extLst>
              </p:cNvPr>
              <p:cNvSpPr/>
              <p:nvPr/>
            </p:nvSpPr>
            <p:spPr>
              <a:xfrm>
                <a:off x="44571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51" name="타원 23350">
                <a:extLst>
                  <a:ext uri="{FF2B5EF4-FFF2-40B4-BE49-F238E27FC236}">
                    <a16:creationId xmlns:a16="http://schemas.microsoft.com/office/drawing/2014/main" id="{9BA13E2F-4B25-43F5-9EA1-855E1533967C}"/>
                  </a:ext>
                </a:extLst>
              </p:cNvPr>
              <p:cNvSpPr/>
              <p:nvPr/>
            </p:nvSpPr>
            <p:spPr>
              <a:xfrm>
                <a:off x="46095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52" name="타원 23351">
                <a:extLst>
                  <a:ext uri="{FF2B5EF4-FFF2-40B4-BE49-F238E27FC236}">
                    <a16:creationId xmlns:a16="http://schemas.microsoft.com/office/drawing/2014/main" id="{ADE77F2F-5FA1-4472-AA0F-50F4C5DA0243}"/>
                  </a:ext>
                </a:extLst>
              </p:cNvPr>
              <p:cNvSpPr/>
              <p:nvPr/>
            </p:nvSpPr>
            <p:spPr>
              <a:xfrm>
                <a:off x="47619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53" name="타원 23352">
                <a:extLst>
                  <a:ext uri="{FF2B5EF4-FFF2-40B4-BE49-F238E27FC236}">
                    <a16:creationId xmlns:a16="http://schemas.microsoft.com/office/drawing/2014/main" id="{9B35B8EB-428A-4FD0-994D-8A6622B104C4}"/>
                  </a:ext>
                </a:extLst>
              </p:cNvPr>
              <p:cNvSpPr/>
              <p:nvPr/>
            </p:nvSpPr>
            <p:spPr>
              <a:xfrm>
                <a:off x="49143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54" name="타원 23353">
                <a:extLst>
                  <a:ext uri="{FF2B5EF4-FFF2-40B4-BE49-F238E27FC236}">
                    <a16:creationId xmlns:a16="http://schemas.microsoft.com/office/drawing/2014/main" id="{1B019518-157E-439F-9B0D-24BCF0C55C9C}"/>
                  </a:ext>
                </a:extLst>
              </p:cNvPr>
              <p:cNvSpPr/>
              <p:nvPr/>
            </p:nvSpPr>
            <p:spPr>
              <a:xfrm>
                <a:off x="50667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55" name="타원 23354">
                <a:extLst>
                  <a:ext uri="{FF2B5EF4-FFF2-40B4-BE49-F238E27FC236}">
                    <a16:creationId xmlns:a16="http://schemas.microsoft.com/office/drawing/2014/main" id="{BA654AB6-7932-4F3C-8060-56EDB2D7B70D}"/>
                  </a:ext>
                </a:extLst>
              </p:cNvPr>
              <p:cNvSpPr/>
              <p:nvPr/>
            </p:nvSpPr>
            <p:spPr>
              <a:xfrm>
                <a:off x="52191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56" name="타원 23355">
                <a:extLst>
                  <a:ext uri="{FF2B5EF4-FFF2-40B4-BE49-F238E27FC236}">
                    <a16:creationId xmlns:a16="http://schemas.microsoft.com/office/drawing/2014/main" id="{43F4B6F2-F425-44C1-BD92-4199561F34FB}"/>
                  </a:ext>
                </a:extLst>
              </p:cNvPr>
              <p:cNvSpPr/>
              <p:nvPr/>
            </p:nvSpPr>
            <p:spPr>
              <a:xfrm>
                <a:off x="53715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57" name="타원 23356">
                <a:extLst>
                  <a:ext uri="{FF2B5EF4-FFF2-40B4-BE49-F238E27FC236}">
                    <a16:creationId xmlns:a16="http://schemas.microsoft.com/office/drawing/2014/main" id="{E298407C-FE7B-4CDC-98C4-05A7F9F12AE5}"/>
                  </a:ext>
                </a:extLst>
              </p:cNvPr>
              <p:cNvSpPr/>
              <p:nvPr/>
            </p:nvSpPr>
            <p:spPr>
              <a:xfrm>
                <a:off x="55239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58" name="타원 23357">
                <a:extLst>
                  <a:ext uri="{FF2B5EF4-FFF2-40B4-BE49-F238E27FC236}">
                    <a16:creationId xmlns:a16="http://schemas.microsoft.com/office/drawing/2014/main" id="{C25E347D-FF1E-47CC-86A4-A0CD243F1535}"/>
                  </a:ext>
                </a:extLst>
              </p:cNvPr>
              <p:cNvSpPr/>
              <p:nvPr/>
            </p:nvSpPr>
            <p:spPr>
              <a:xfrm>
                <a:off x="5676363" y="5173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59" name="타원 23358">
                <a:extLst>
                  <a:ext uri="{FF2B5EF4-FFF2-40B4-BE49-F238E27FC236}">
                    <a16:creationId xmlns:a16="http://schemas.microsoft.com/office/drawing/2014/main" id="{4183073B-CCB4-40B2-B3E5-4614ABBC9D86}"/>
                  </a:ext>
                </a:extLst>
              </p:cNvPr>
              <p:cNvSpPr/>
              <p:nvPr/>
            </p:nvSpPr>
            <p:spPr>
              <a:xfrm>
                <a:off x="3423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60" name="타원 23359">
                <a:extLst>
                  <a:ext uri="{FF2B5EF4-FFF2-40B4-BE49-F238E27FC236}">
                    <a16:creationId xmlns:a16="http://schemas.microsoft.com/office/drawing/2014/main" id="{84E0458B-8DC1-497F-91BD-50527157A420}"/>
                  </a:ext>
                </a:extLst>
              </p:cNvPr>
              <p:cNvSpPr/>
              <p:nvPr/>
            </p:nvSpPr>
            <p:spPr>
              <a:xfrm>
                <a:off x="4947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61" name="타원 23360">
                <a:extLst>
                  <a:ext uri="{FF2B5EF4-FFF2-40B4-BE49-F238E27FC236}">
                    <a16:creationId xmlns:a16="http://schemas.microsoft.com/office/drawing/2014/main" id="{56F990ED-08D2-4BDE-9F81-8A1FF30BAF1A}"/>
                  </a:ext>
                </a:extLst>
              </p:cNvPr>
              <p:cNvSpPr/>
              <p:nvPr/>
            </p:nvSpPr>
            <p:spPr>
              <a:xfrm>
                <a:off x="6471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62" name="타원 23361">
                <a:extLst>
                  <a:ext uri="{FF2B5EF4-FFF2-40B4-BE49-F238E27FC236}">
                    <a16:creationId xmlns:a16="http://schemas.microsoft.com/office/drawing/2014/main" id="{B2332F6D-5BBB-4A48-81DC-4A859DC2AA06}"/>
                  </a:ext>
                </a:extLst>
              </p:cNvPr>
              <p:cNvSpPr/>
              <p:nvPr/>
            </p:nvSpPr>
            <p:spPr>
              <a:xfrm>
                <a:off x="7995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63" name="타원 23362">
                <a:extLst>
                  <a:ext uri="{FF2B5EF4-FFF2-40B4-BE49-F238E27FC236}">
                    <a16:creationId xmlns:a16="http://schemas.microsoft.com/office/drawing/2014/main" id="{BFCD45C7-5D31-4A25-B5BC-C2A0938D76B6}"/>
                  </a:ext>
                </a:extLst>
              </p:cNvPr>
              <p:cNvSpPr/>
              <p:nvPr/>
            </p:nvSpPr>
            <p:spPr>
              <a:xfrm>
                <a:off x="9519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64" name="타원 23363">
                <a:extLst>
                  <a:ext uri="{FF2B5EF4-FFF2-40B4-BE49-F238E27FC236}">
                    <a16:creationId xmlns:a16="http://schemas.microsoft.com/office/drawing/2014/main" id="{1E0B5F91-E381-47F9-B98C-7BB7C8F6E32A}"/>
                  </a:ext>
                </a:extLst>
              </p:cNvPr>
              <p:cNvSpPr/>
              <p:nvPr/>
            </p:nvSpPr>
            <p:spPr>
              <a:xfrm>
                <a:off x="11043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65" name="타원 23364">
                <a:extLst>
                  <a:ext uri="{FF2B5EF4-FFF2-40B4-BE49-F238E27FC236}">
                    <a16:creationId xmlns:a16="http://schemas.microsoft.com/office/drawing/2014/main" id="{14B8B7B6-A57B-4C17-8B24-0858FE18F9AE}"/>
                  </a:ext>
                </a:extLst>
              </p:cNvPr>
              <p:cNvSpPr/>
              <p:nvPr/>
            </p:nvSpPr>
            <p:spPr>
              <a:xfrm>
                <a:off x="12567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66" name="타원 23365">
                <a:extLst>
                  <a:ext uri="{FF2B5EF4-FFF2-40B4-BE49-F238E27FC236}">
                    <a16:creationId xmlns:a16="http://schemas.microsoft.com/office/drawing/2014/main" id="{BA66245C-0695-41CC-AD20-1EDB94C92D14}"/>
                  </a:ext>
                </a:extLst>
              </p:cNvPr>
              <p:cNvSpPr/>
              <p:nvPr/>
            </p:nvSpPr>
            <p:spPr>
              <a:xfrm>
                <a:off x="14091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67" name="타원 23366">
                <a:extLst>
                  <a:ext uri="{FF2B5EF4-FFF2-40B4-BE49-F238E27FC236}">
                    <a16:creationId xmlns:a16="http://schemas.microsoft.com/office/drawing/2014/main" id="{DC6ED35A-D75F-4152-8C7D-5499258DB762}"/>
                  </a:ext>
                </a:extLst>
              </p:cNvPr>
              <p:cNvSpPr/>
              <p:nvPr/>
            </p:nvSpPr>
            <p:spPr>
              <a:xfrm>
                <a:off x="15615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68" name="타원 23367">
                <a:extLst>
                  <a:ext uri="{FF2B5EF4-FFF2-40B4-BE49-F238E27FC236}">
                    <a16:creationId xmlns:a16="http://schemas.microsoft.com/office/drawing/2014/main" id="{9CEEC193-6B5D-46D9-9D19-4B115DB36651}"/>
                  </a:ext>
                </a:extLst>
              </p:cNvPr>
              <p:cNvSpPr/>
              <p:nvPr/>
            </p:nvSpPr>
            <p:spPr>
              <a:xfrm>
                <a:off x="17139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69" name="타원 23368">
                <a:extLst>
                  <a:ext uri="{FF2B5EF4-FFF2-40B4-BE49-F238E27FC236}">
                    <a16:creationId xmlns:a16="http://schemas.microsoft.com/office/drawing/2014/main" id="{1520F24F-50EF-47AB-9322-23C97023E33A}"/>
                  </a:ext>
                </a:extLst>
              </p:cNvPr>
              <p:cNvSpPr/>
              <p:nvPr/>
            </p:nvSpPr>
            <p:spPr>
              <a:xfrm>
                <a:off x="18663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70" name="타원 23369">
                <a:extLst>
                  <a:ext uri="{FF2B5EF4-FFF2-40B4-BE49-F238E27FC236}">
                    <a16:creationId xmlns:a16="http://schemas.microsoft.com/office/drawing/2014/main" id="{65721E3D-56C6-4EEB-AD64-615E98F4E2ED}"/>
                  </a:ext>
                </a:extLst>
              </p:cNvPr>
              <p:cNvSpPr/>
              <p:nvPr/>
            </p:nvSpPr>
            <p:spPr>
              <a:xfrm>
                <a:off x="20187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71" name="타원 23370">
                <a:extLst>
                  <a:ext uri="{FF2B5EF4-FFF2-40B4-BE49-F238E27FC236}">
                    <a16:creationId xmlns:a16="http://schemas.microsoft.com/office/drawing/2014/main" id="{00FCA535-01DB-44D7-981E-40B68675989B}"/>
                  </a:ext>
                </a:extLst>
              </p:cNvPr>
              <p:cNvSpPr/>
              <p:nvPr/>
            </p:nvSpPr>
            <p:spPr>
              <a:xfrm>
                <a:off x="21711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72" name="타원 23371">
                <a:extLst>
                  <a:ext uri="{FF2B5EF4-FFF2-40B4-BE49-F238E27FC236}">
                    <a16:creationId xmlns:a16="http://schemas.microsoft.com/office/drawing/2014/main" id="{6DD7DA3E-E12A-4BEF-9CC4-5C5E74E7D4AE}"/>
                  </a:ext>
                </a:extLst>
              </p:cNvPr>
              <p:cNvSpPr/>
              <p:nvPr/>
            </p:nvSpPr>
            <p:spPr>
              <a:xfrm>
                <a:off x="23235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73" name="타원 23372">
                <a:extLst>
                  <a:ext uri="{FF2B5EF4-FFF2-40B4-BE49-F238E27FC236}">
                    <a16:creationId xmlns:a16="http://schemas.microsoft.com/office/drawing/2014/main" id="{8F96A69C-09E9-4BA1-A3A2-C2138394171A}"/>
                  </a:ext>
                </a:extLst>
              </p:cNvPr>
              <p:cNvSpPr/>
              <p:nvPr/>
            </p:nvSpPr>
            <p:spPr>
              <a:xfrm>
                <a:off x="24759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74" name="타원 23373">
                <a:extLst>
                  <a:ext uri="{FF2B5EF4-FFF2-40B4-BE49-F238E27FC236}">
                    <a16:creationId xmlns:a16="http://schemas.microsoft.com/office/drawing/2014/main" id="{A3185FE7-A243-43DE-9681-B21B60EFCC6E}"/>
                  </a:ext>
                </a:extLst>
              </p:cNvPr>
              <p:cNvSpPr/>
              <p:nvPr/>
            </p:nvSpPr>
            <p:spPr>
              <a:xfrm>
                <a:off x="26283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75" name="타원 23374">
                <a:extLst>
                  <a:ext uri="{FF2B5EF4-FFF2-40B4-BE49-F238E27FC236}">
                    <a16:creationId xmlns:a16="http://schemas.microsoft.com/office/drawing/2014/main" id="{3E518D76-7397-4AD3-90E8-862F0DCA33DD}"/>
                  </a:ext>
                </a:extLst>
              </p:cNvPr>
              <p:cNvSpPr/>
              <p:nvPr/>
            </p:nvSpPr>
            <p:spPr>
              <a:xfrm>
                <a:off x="27807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76" name="타원 23375">
                <a:extLst>
                  <a:ext uri="{FF2B5EF4-FFF2-40B4-BE49-F238E27FC236}">
                    <a16:creationId xmlns:a16="http://schemas.microsoft.com/office/drawing/2014/main" id="{68026EE7-6267-416C-994E-CD02B72791B2}"/>
                  </a:ext>
                </a:extLst>
              </p:cNvPr>
              <p:cNvSpPr/>
              <p:nvPr/>
            </p:nvSpPr>
            <p:spPr>
              <a:xfrm>
                <a:off x="29331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77" name="타원 23376">
                <a:extLst>
                  <a:ext uri="{FF2B5EF4-FFF2-40B4-BE49-F238E27FC236}">
                    <a16:creationId xmlns:a16="http://schemas.microsoft.com/office/drawing/2014/main" id="{AADA44C4-FC54-4AA2-8E7E-05D11491A5D0}"/>
                  </a:ext>
                </a:extLst>
              </p:cNvPr>
              <p:cNvSpPr/>
              <p:nvPr/>
            </p:nvSpPr>
            <p:spPr>
              <a:xfrm>
                <a:off x="30855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78" name="타원 23377">
                <a:extLst>
                  <a:ext uri="{FF2B5EF4-FFF2-40B4-BE49-F238E27FC236}">
                    <a16:creationId xmlns:a16="http://schemas.microsoft.com/office/drawing/2014/main" id="{72AB979A-D0AA-4A3B-8927-821267D08658}"/>
                  </a:ext>
                </a:extLst>
              </p:cNvPr>
              <p:cNvSpPr/>
              <p:nvPr/>
            </p:nvSpPr>
            <p:spPr>
              <a:xfrm>
                <a:off x="32379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79" name="타원 23378">
                <a:extLst>
                  <a:ext uri="{FF2B5EF4-FFF2-40B4-BE49-F238E27FC236}">
                    <a16:creationId xmlns:a16="http://schemas.microsoft.com/office/drawing/2014/main" id="{0F8438F6-1984-42ED-9511-ED12AB31909F}"/>
                  </a:ext>
                </a:extLst>
              </p:cNvPr>
              <p:cNvSpPr/>
              <p:nvPr/>
            </p:nvSpPr>
            <p:spPr>
              <a:xfrm>
                <a:off x="33903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80" name="타원 23379">
                <a:extLst>
                  <a:ext uri="{FF2B5EF4-FFF2-40B4-BE49-F238E27FC236}">
                    <a16:creationId xmlns:a16="http://schemas.microsoft.com/office/drawing/2014/main" id="{A423BAC6-010C-4A1E-A2F8-A10B79013178}"/>
                  </a:ext>
                </a:extLst>
              </p:cNvPr>
              <p:cNvSpPr/>
              <p:nvPr/>
            </p:nvSpPr>
            <p:spPr>
              <a:xfrm>
                <a:off x="35427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81" name="타원 23380">
                <a:extLst>
                  <a:ext uri="{FF2B5EF4-FFF2-40B4-BE49-F238E27FC236}">
                    <a16:creationId xmlns:a16="http://schemas.microsoft.com/office/drawing/2014/main" id="{B91E2286-BDE9-4E5D-9961-3DD47015321B}"/>
                  </a:ext>
                </a:extLst>
              </p:cNvPr>
              <p:cNvSpPr/>
              <p:nvPr/>
            </p:nvSpPr>
            <p:spPr>
              <a:xfrm>
                <a:off x="36951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82" name="타원 23381">
                <a:extLst>
                  <a:ext uri="{FF2B5EF4-FFF2-40B4-BE49-F238E27FC236}">
                    <a16:creationId xmlns:a16="http://schemas.microsoft.com/office/drawing/2014/main" id="{1540B5A0-B73A-483B-A5B5-49931284794C}"/>
                  </a:ext>
                </a:extLst>
              </p:cNvPr>
              <p:cNvSpPr/>
              <p:nvPr/>
            </p:nvSpPr>
            <p:spPr>
              <a:xfrm>
                <a:off x="38475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83" name="타원 23382">
                <a:extLst>
                  <a:ext uri="{FF2B5EF4-FFF2-40B4-BE49-F238E27FC236}">
                    <a16:creationId xmlns:a16="http://schemas.microsoft.com/office/drawing/2014/main" id="{3F635909-93D4-4304-B63F-30AD0BD8C652}"/>
                  </a:ext>
                </a:extLst>
              </p:cNvPr>
              <p:cNvSpPr/>
              <p:nvPr/>
            </p:nvSpPr>
            <p:spPr>
              <a:xfrm>
                <a:off x="39999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84" name="타원 23383">
                <a:extLst>
                  <a:ext uri="{FF2B5EF4-FFF2-40B4-BE49-F238E27FC236}">
                    <a16:creationId xmlns:a16="http://schemas.microsoft.com/office/drawing/2014/main" id="{5C610001-A0BC-4622-BC35-BE9A3B7B933A}"/>
                  </a:ext>
                </a:extLst>
              </p:cNvPr>
              <p:cNvSpPr/>
              <p:nvPr/>
            </p:nvSpPr>
            <p:spPr>
              <a:xfrm>
                <a:off x="41523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85" name="타원 23384">
                <a:extLst>
                  <a:ext uri="{FF2B5EF4-FFF2-40B4-BE49-F238E27FC236}">
                    <a16:creationId xmlns:a16="http://schemas.microsoft.com/office/drawing/2014/main" id="{1D74F721-5439-4562-B767-5C6C36608A64}"/>
                  </a:ext>
                </a:extLst>
              </p:cNvPr>
              <p:cNvSpPr/>
              <p:nvPr/>
            </p:nvSpPr>
            <p:spPr>
              <a:xfrm>
                <a:off x="43047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86" name="타원 23385">
                <a:extLst>
                  <a:ext uri="{FF2B5EF4-FFF2-40B4-BE49-F238E27FC236}">
                    <a16:creationId xmlns:a16="http://schemas.microsoft.com/office/drawing/2014/main" id="{AEA21887-9CD0-4BB6-9386-82612AF3CA5A}"/>
                  </a:ext>
                </a:extLst>
              </p:cNvPr>
              <p:cNvSpPr/>
              <p:nvPr/>
            </p:nvSpPr>
            <p:spPr>
              <a:xfrm>
                <a:off x="44571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87" name="타원 23386">
                <a:extLst>
                  <a:ext uri="{FF2B5EF4-FFF2-40B4-BE49-F238E27FC236}">
                    <a16:creationId xmlns:a16="http://schemas.microsoft.com/office/drawing/2014/main" id="{E336722A-50C2-49B4-B7AD-D0563ACAD350}"/>
                  </a:ext>
                </a:extLst>
              </p:cNvPr>
              <p:cNvSpPr/>
              <p:nvPr/>
            </p:nvSpPr>
            <p:spPr>
              <a:xfrm>
                <a:off x="46095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88" name="타원 23387">
                <a:extLst>
                  <a:ext uri="{FF2B5EF4-FFF2-40B4-BE49-F238E27FC236}">
                    <a16:creationId xmlns:a16="http://schemas.microsoft.com/office/drawing/2014/main" id="{9D8FEB38-4453-4F94-B27E-94DBD22AE93F}"/>
                  </a:ext>
                </a:extLst>
              </p:cNvPr>
              <p:cNvSpPr/>
              <p:nvPr/>
            </p:nvSpPr>
            <p:spPr>
              <a:xfrm>
                <a:off x="47619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89" name="타원 23388">
                <a:extLst>
                  <a:ext uri="{FF2B5EF4-FFF2-40B4-BE49-F238E27FC236}">
                    <a16:creationId xmlns:a16="http://schemas.microsoft.com/office/drawing/2014/main" id="{A1508A4D-5189-45E7-9CCB-4F12549571E2}"/>
                  </a:ext>
                </a:extLst>
              </p:cNvPr>
              <p:cNvSpPr/>
              <p:nvPr/>
            </p:nvSpPr>
            <p:spPr>
              <a:xfrm>
                <a:off x="49143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90" name="타원 23389">
                <a:extLst>
                  <a:ext uri="{FF2B5EF4-FFF2-40B4-BE49-F238E27FC236}">
                    <a16:creationId xmlns:a16="http://schemas.microsoft.com/office/drawing/2014/main" id="{C658BA74-A81C-4A84-AA66-7671877F73C9}"/>
                  </a:ext>
                </a:extLst>
              </p:cNvPr>
              <p:cNvSpPr/>
              <p:nvPr/>
            </p:nvSpPr>
            <p:spPr>
              <a:xfrm>
                <a:off x="50667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91" name="타원 23390">
                <a:extLst>
                  <a:ext uri="{FF2B5EF4-FFF2-40B4-BE49-F238E27FC236}">
                    <a16:creationId xmlns:a16="http://schemas.microsoft.com/office/drawing/2014/main" id="{88EB08E2-571A-4319-90B4-B3B0ADB663A9}"/>
                  </a:ext>
                </a:extLst>
              </p:cNvPr>
              <p:cNvSpPr/>
              <p:nvPr/>
            </p:nvSpPr>
            <p:spPr>
              <a:xfrm>
                <a:off x="52191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92" name="타원 23391">
                <a:extLst>
                  <a:ext uri="{FF2B5EF4-FFF2-40B4-BE49-F238E27FC236}">
                    <a16:creationId xmlns:a16="http://schemas.microsoft.com/office/drawing/2014/main" id="{E584EB86-66F2-462A-9389-E8E9243345FF}"/>
                  </a:ext>
                </a:extLst>
              </p:cNvPr>
              <p:cNvSpPr/>
              <p:nvPr/>
            </p:nvSpPr>
            <p:spPr>
              <a:xfrm>
                <a:off x="53715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93" name="타원 23392">
                <a:extLst>
                  <a:ext uri="{FF2B5EF4-FFF2-40B4-BE49-F238E27FC236}">
                    <a16:creationId xmlns:a16="http://schemas.microsoft.com/office/drawing/2014/main" id="{B8F40307-3A6D-4166-AB44-46F6A355DB0C}"/>
                  </a:ext>
                </a:extLst>
              </p:cNvPr>
              <p:cNvSpPr/>
              <p:nvPr/>
            </p:nvSpPr>
            <p:spPr>
              <a:xfrm>
                <a:off x="55239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94" name="타원 23393">
                <a:extLst>
                  <a:ext uri="{FF2B5EF4-FFF2-40B4-BE49-F238E27FC236}">
                    <a16:creationId xmlns:a16="http://schemas.microsoft.com/office/drawing/2014/main" id="{4D80170D-22C0-4829-AD30-98B1244F1098}"/>
                  </a:ext>
                </a:extLst>
              </p:cNvPr>
              <p:cNvSpPr/>
              <p:nvPr/>
            </p:nvSpPr>
            <p:spPr>
              <a:xfrm>
                <a:off x="5676363" y="5326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95" name="타원 23394">
                <a:extLst>
                  <a:ext uri="{FF2B5EF4-FFF2-40B4-BE49-F238E27FC236}">
                    <a16:creationId xmlns:a16="http://schemas.microsoft.com/office/drawing/2014/main" id="{DB8EC33C-5796-4D3D-A653-9ADAB3341FE9}"/>
                  </a:ext>
                </a:extLst>
              </p:cNvPr>
              <p:cNvSpPr/>
              <p:nvPr/>
            </p:nvSpPr>
            <p:spPr>
              <a:xfrm>
                <a:off x="3423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96" name="타원 23395">
                <a:extLst>
                  <a:ext uri="{FF2B5EF4-FFF2-40B4-BE49-F238E27FC236}">
                    <a16:creationId xmlns:a16="http://schemas.microsoft.com/office/drawing/2014/main" id="{4BBFB9B5-40B4-49ED-90B6-67F02EEF9A10}"/>
                  </a:ext>
                </a:extLst>
              </p:cNvPr>
              <p:cNvSpPr/>
              <p:nvPr/>
            </p:nvSpPr>
            <p:spPr>
              <a:xfrm>
                <a:off x="4947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97" name="타원 23396">
                <a:extLst>
                  <a:ext uri="{FF2B5EF4-FFF2-40B4-BE49-F238E27FC236}">
                    <a16:creationId xmlns:a16="http://schemas.microsoft.com/office/drawing/2014/main" id="{AA8700B6-F261-47E5-A1A3-710D410008E9}"/>
                  </a:ext>
                </a:extLst>
              </p:cNvPr>
              <p:cNvSpPr/>
              <p:nvPr/>
            </p:nvSpPr>
            <p:spPr>
              <a:xfrm>
                <a:off x="6471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98" name="타원 23397">
                <a:extLst>
                  <a:ext uri="{FF2B5EF4-FFF2-40B4-BE49-F238E27FC236}">
                    <a16:creationId xmlns:a16="http://schemas.microsoft.com/office/drawing/2014/main" id="{5648624E-B1B1-49D6-86AA-121F8D0591E9}"/>
                  </a:ext>
                </a:extLst>
              </p:cNvPr>
              <p:cNvSpPr/>
              <p:nvPr/>
            </p:nvSpPr>
            <p:spPr>
              <a:xfrm>
                <a:off x="7995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99" name="타원 23398">
                <a:extLst>
                  <a:ext uri="{FF2B5EF4-FFF2-40B4-BE49-F238E27FC236}">
                    <a16:creationId xmlns:a16="http://schemas.microsoft.com/office/drawing/2014/main" id="{5A777F59-CC2F-4EAB-91FC-F186613011C8}"/>
                  </a:ext>
                </a:extLst>
              </p:cNvPr>
              <p:cNvSpPr/>
              <p:nvPr/>
            </p:nvSpPr>
            <p:spPr>
              <a:xfrm>
                <a:off x="9519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00" name="타원 23399">
                <a:extLst>
                  <a:ext uri="{FF2B5EF4-FFF2-40B4-BE49-F238E27FC236}">
                    <a16:creationId xmlns:a16="http://schemas.microsoft.com/office/drawing/2014/main" id="{2E87DD54-F408-43AC-A03B-94C30921AFC1}"/>
                  </a:ext>
                </a:extLst>
              </p:cNvPr>
              <p:cNvSpPr/>
              <p:nvPr/>
            </p:nvSpPr>
            <p:spPr>
              <a:xfrm>
                <a:off x="11043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01" name="타원 23400">
                <a:extLst>
                  <a:ext uri="{FF2B5EF4-FFF2-40B4-BE49-F238E27FC236}">
                    <a16:creationId xmlns:a16="http://schemas.microsoft.com/office/drawing/2014/main" id="{746C6351-13A5-4530-B84A-887E528FD3B5}"/>
                  </a:ext>
                </a:extLst>
              </p:cNvPr>
              <p:cNvSpPr/>
              <p:nvPr/>
            </p:nvSpPr>
            <p:spPr>
              <a:xfrm>
                <a:off x="12567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02" name="타원 23401">
                <a:extLst>
                  <a:ext uri="{FF2B5EF4-FFF2-40B4-BE49-F238E27FC236}">
                    <a16:creationId xmlns:a16="http://schemas.microsoft.com/office/drawing/2014/main" id="{B40D6148-2C31-434D-9846-C4290965A490}"/>
                  </a:ext>
                </a:extLst>
              </p:cNvPr>
              <p:cNvSpPr/>
              <p:nvPr/>
            </p:nvSpPr>
            <p:spPr>
              <a:xfrm>
                <a:off x="14091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03" name="타원 23402">
                <a:extLst>
                  <a:ext uri="{FF2B5EF4-FFF2-40B4-BE49-F238E27FC236}">
                    <a16:creationId xmlns:a16="http://schemas.microsoft.com/office/drawing/2014/main" id="{F18353C5-8E3A-498C-B1DD-4DDD8B2558A3}"/>
                  </a:ext>
                </a:extLst>
              </p:cNvPr>
              <p:cNvSpPr/>
              <p:nvPr/>
            </p:nvSpPr>
            <p:spPr>
              <a:xfrm>
                <a:off x="15615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04" name="타원 23403">
                <a:extLst>
                  <a:ext uri="{FF2B5EF4-FFF2-40B4-BE49-F238E27FC236}">
                    <a16:creationId xmlns:a16="http://schemas.microsoft.com/office/drawing/2014/main" id="{AC2071FE-4416-4AEB-817D-ABA272B39FB4}"/>
                  </a:ext>
                </a:extLst>
              </p:cNvPr>
              <p:cNvSpPr/>
              <p:nvPr/>
            </p:nvSpPr>
            <p:spPr>
              <a:xfrm>
                <a:off x="17139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05" name="타원 23404">
                <a:extLst>
                  <a:ext uri="{FF2B5EF4-FFF2-40B4-BE49-F238E27FC236}">
                    <a16:creationId xmlns:a16="http://schemas.microsoft.com/office/drawing/2014/main" id="{31BE371B-3DC8-487B-A188-4F7840737021}"/>
                  </a:ext>
                </a:extLst>
              </p:cNvPr>
              <p:cNvSpPr/>
              <p:nvPr/>
            </p:nvSpPr>
            <p:spPr>
              <a:xfrm>
                <a:off x="18663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06" name="타원 23405">
                <a:extLst>
                  <a:ext uri="{FF2B5EF4-FFF2-40B4-BE49-F238E27FC236}">
                    <a16:creationId xmlns:a16="http://schemas.microsoft.com/office/drawing/2014/main" id="{F5B304FA-1A2A-438B-BB15-F01473B79146}"/>
                  </a:ext>
                </a:extLst>
              </p:cNvPr>
              <p:cNvSpPr/>
              <p:nvPr/>
            </p:nvSpPr>
            <p:spPr>
              <a:xfrm>
                <a:off x="20187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07" name="타원 23406">
                <a:extLst>
                  <a:ext uri="{FF2B5EF4-FFF2-40B4-BE49-F238E27FC236}">
                    <a16:creationId xmlns:a16="http://schemas.microsoft.com/office/drawing/2014/main" id="{616E7BEB-FEA0-48D3-9DCB-3C121EAD565A}"/>
                  </a:ext>
                </a:extLst>
              </p:cNvPr>
              <p:cNvSpPr/>
              <p:nvPr/>
            </p:nvSpPr>
            <p:spPr>
              <a:xfrm>
                <a:off x="21711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08" name="타원 23407">
                <a:extLst>
                  <a:ext uri="{FF2B5EF4-FFF2-40B4-BE49-F238E27FC236}">
                    <a16:creationId xmlns:a16="http://schemas.microsoft.com/office/drawing/2014/main" id="{0DE01B41-0345-49E2-B0E8-2615968741D0}"/>
                  </a:ext>
                </a:extLst>
              </p:cNvPr>
              <p:cNvSpPr/>
              <p:nvPr/>
            </p:nvSpPr>
            <p:spPr>
              <a:xfrm>
                <a:off x="23235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09" name="타원 23408">
                <a:extLst>
                  <a:ext uri="{FF2B5EF4-FFF2-40B4-BE49-F238E27FC236}">
                    <a16:creationId xmlns:a16="http://schemas.microsoft.com/office/drawing/2014/main" id="{411A51E4-95AA-4C1D-95F6-148AABE810A6}"/>
                  </a:ext>
                </a:extLst>
              </p:cNvPr>
              <p:cNvSpPr/>
              <p:nvPr/>
            </p:nvSpPr>
            <p:spPr>
              <a:xfrm>
                <a:off x="24759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10" name="타원 23409">
                <a:extLst>
                  <a:ext uri="{FF2B5EF4-FFF2-40B4-BE49-F238E27FC236}">
                    <a16:creationId xmlns:a16="http://schemas.microsoft.com/office/drawing/2014/main" id="{A1629C2D-2E01-4C6C-8E9F-280C3F4578B8}"/>
                  </a:ext>
                </a:extLst>
              </p:cNvPr>
              <p:cNvSpPr/>
              <p:nvPr/>
            </p:nvSpPr>
            <p:spPr>
              <a:xfrm>
                <a:off x="26283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11" name="타원 23410">
                <a:extLst>
                  <a:ext uri="{FF2B5EF4-FFF2-40B4-BE49-F238E27FC236}">
                    <a16:creationId xmlns:a16="http://schemas.microsoft.com/office/drawing/2014/main" id="{6730FD67-C95D-42AE-AFEE-8BF09EA2202E}"/>
                  </a:ext>
                </a:extLst>
              </p:cNvPr>
              <p:cNvSpPr/>
              <p:nvPr/>
            </p:nvSpPr>
            <p:spPr>
              <a:xfrm>
                <a:off x="27807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12" name="타원 23411">
                <a:extLst>
                  <a:ext uri="{FF2B5EF4-FFF2-40B4-BE49-F238E27FC236}">
                    <a16:creationId xmlns:a16="http://schemas.microsoft.com/office/drawing/2014/main" id="{34AD43BD-413F-4541-8096-A35AE982D0A8}"/>
                  </a:ext>
                </a:extLst>
              </p:cNvPr>
              <p:cNvSpPr/>
              <p:nvPr/>
            </p:nvSpPr>
            <p:spPr>
              <a:xfrm>
                <a:off x="29331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13" name="타원 23412">
                <a:extLst>
                  <a:ext uri="{FF2B5EF4-FFF2-40B4-BE49-F238E27FC236}">
                    <a16:creationId xmlns:a16="http://schemas.microsoft.com/office/drawing/2014/main" id="{E9124ADD-F3F3-4D88-89D9-A4836E5BF973}"/>
                  </a:ext>
                </a:extLst>
              </p:cNvPr>
              <p:cNvSpPr/>
              <p:nvPr/>
            </p:nvSpPr>
            <p:spPr>
              <a:xfrm>
                <a:off x="30855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14" name="타원 23413">
                <a:extLst>
                  <a:ext uri="{FF2B5EF4-FFF2-40B4-BE49-F238E27FC236}">
                    <a16:creationId xmlns:a16="http://schemas.microsoft.com/office/drawing/2014/main" id="{BFD98C1C-2FBC-4EE9-8F02-6BA19993D00F}"/>
                  </a:ext>
                </a:extLst>
              </p:cNvPr>
              <p:cNvSpPr/>
              <p:nvPr/>
            </p:nvSpPr>
            <p:spPr>
              <a:xfrm>
                <a:off x="32379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15" name="타원 23414">
                <a:extLst>
                  <a:ext uri="{FF2B5EF4-FFF2-40B4-BE49-F238E27FC236}">
                    <a16:creationId xmlns:a16="http://schemas.microsoft.com/office/drawing/2014/main" id="{3CA815CA-9B9D-4C0E-8DA4-F12F1D1242DE}"/>
                  </a:ext>
                </a:extLst>
              </p:cNvPr>
              <p:cNvSpPr/>
              <p:nvPr/>
            </p:nvSpPr>
            <p:spPr>
              <a:xfrm>
                <a:off x="33903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16" name="타원 23415">
                <a:extLst>
                  <a:ext uri="{FF2B5EF4-FFF2-40B4-BE49-F238E27FC236}">
                    <a16:creationId xmlns:a16="http://schemas.microsoft.com/office/drawing/2014/main" id="{05E05F9F-A3BD-4085-8922-73F7C3495212}"/>
                  </a:ext>
                </a:extLst>
              </p:cNvPr>
              <p:cNvSpPr/>
              <p:nvPr/>
            </p:nvSpPr>
            <p:spPr>
              <a:xfrm>
                <a:off x="35427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17" name="타원 23416">
                <a:extLst>
                  <a:ext uri="{FF2B5EF4-FFF2-40B4-BE49-F238E27FC236}">
                    <a16:creationId xmlns:a16="http://schemas.microsoft.com/office/drawing/2014/main" id="{039D6BE2-2559-42B5-9AF1-78ABFDE3B29A}"/>
                  </a:ext>
                </a:extLst>
              </p:cNvPr>
              <p:cNvSpPr/>
              <p:nvPr/>
            </p:nvSpPr>
            <p:spPr>
              <a:xfrm>
                <a:off x="36951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18" name="타원 23417">
                <a:extLst>
                  <a:ext uri="{FF2B5EF4-FFF2-40B4-BE49-F238E27FC236}">
                    <a16:creationId xmlns:a16="http://schemas.microsoft.com/office/drawing/2014/main" id="{04AB1014-F46E-4BA4-B84F-26412A1D861F}"/>
                  </a:ext>
                </a:extLst>
              </p:cNvPr>
              <p:cNvSpPr/>
              <p:nvPr/>
            </p:nvSpPr>
            <p:spPr>
              <a:xfrm>
                <a:off x="38475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19" name="타원 23418">
                <a:extLst>
                  <a:ext uri="{FF2B5EF4-FFF2-40B4-BE49-F238E27FC236}">
                    <a16:creationId xmlns:a16="http://schemas.microsoft.com/office/drawing/2014/main" id="{C511742C-1E1F-439B-B129-CEB7B90F09A8}"/>
                  </a:ext>
                </a:extLst>
              </p:cNvPr>
              <p:cNvSpPr/>
              <p:nvPr/>
            </p:nvSpPr>
            <p:spPr>
              <a:xfrm>
                <a:off x="39999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20" name="타원 23419">
                <a:extLst>
                  <a:ext uri="{FF2B5EF4-FFF2-40B4-BE49-F238E27FC236}">
                    <a16:creationId xmlns:a16="http://schemas.microsoft.com/office/drawing/2014/main" id="{97AF71F0-0DBD-4B73-A998-5AEF647939F2}"/>
                  </a:ext>
                </a:extLst>
              </p:cNvPr>
              <p:cNvSpPr/>
              <p:nvPr/>
            </p:nvSpPr>
            <p:spPr>
              <a:xfrm>
                <a:off x="41523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21" name="타원 23420">
                <a:extLst>
                  <a:ext uri="{FF2B5EF4-FFF2-40B4-BE49-F238E27FC236}">
                    <a16:creationId xmlns:a16="http://schemas.microsoft.com/office/drawing/2014/main" id="{7BD538A9-47C2-4598-B261-6BAF105341DA}"/>
                  </a:ext>
                </a:extLst>
              </p:cNvPr>
              <p:cNvSpPr/>
              <p:nvPr/>
            </p:nvSpPr>
            <p:spPr>
              <a:xfrm>
                <a:off x="43047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22" name="타원 23421">
                <a:extLst>
                  <a:ext uri="{FF2B5EF4-FFF2-40B4-BE49-F238E27FC236}">
                    <a16:creationId xmlns:a16="http://schemas.microsoft.com/office/drawing/2014/main" id="{D185E38C-21A0-4B57-94DF-585AB46F5D7E}"/>
                  </a:ext>
                </a:extLst>
              </p:cNvPr>
              <p:cNvSpPr/>
              <p:nvPr/>
            </p:nvSpPr>
            <p:spPr>
              <a:xfrm>
                <a:off x="44571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23" name="타원 23422">
                <a:extLst>
                  <a:ext uri="{FF2B5EF4-FFF2-40B4-BE49-F238E27FC236}">
                    <a16:creationId xmlns:a16="http://schemas.microsoft.com/office/drawing/2014/main" id="{8513CD48-83FE-4AB4-ACD5-3D5943D1AF7E}"/>
                  </a:ext>
                </a:extLst>
              </p:cNvPr>
              <p:cNvSpPr/>
              <p:nvPr/>
            </p:nvSpPr>
            <p:spPr>
              <a:xfrm>
                <a:off x="46095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24" name="타원 23423">
                <a:extLst>
                  <a:ext uri="{FF2B5EF4-FFF2-40B4-BE49-F238E27FC236}">
                    <a16:creationId xmlns:a16="http://schemas.microsoft.com/office/drawing/2014/main" id="{4F59B060-B2C4-4BE5-A2B6-ED5CE99CB6CB}"/>
                  </a:ext>
                </a:extLst>
              </p:cNvPr>
              <p:cNvSpPr/>
              <p:nvPr/>
            </p:nvSpPr>
            <p:spPr>
              <a:xfrm>
                <a:off x="47619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25" name="타원 23424">
                <a:extLst>
                  <a:ext uri="{FF2B5EF4-FFF2-40B4-BE49-F238E27FC236}">
                    <a16:creationId xmlns:a16="http://schemas.microsoft.com/office/drawing/2014/main" id="{0F46A076-7AB8-4E78-8306-D736C4CCC8FA}"/>
                  </a:ext>
                </a:extLst>
              </p:cNvPr>
              <p:cNvSpPr/>
              <p:nvPr/>
            </p:nvSpPr>
            <p:spPr>
              <a:xfrm>
                <a:off x="49143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26" name="타원 23425">
                <a:extLst>
                  <a:ext uri="{FF2B5EF4-FFF2-40B4-BE49-F238E27FC236}">
                    <a16:creationId xmlns:a16="http://schemas.microsoft.com/office/drawing/2014/main" id="{CF233D26-83AA-484C-883F-1EA251B4BEB7}"/>
                  </a:ext>
                </a:extLst>
              </p:cNvPr>
              <p:cNvSpPr/>
              <p:nvPr/>
            </p:nvSpPr>
            <p:spPr>
              <a:xfrm>
                <a:off x="50667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27" name="타원 23426">
                <a:extLst>
                  <a:ext uri="{FF2B5EF4-FFF2-40B4-BE49-F238E27FC236}">
                    <a16:creationId xmlns:a16="http://schemas.microsoft.com/office/drawing/2014/main" id="{C8A11C79-69F6-4142-BBF6-670C4407537D}"/>
                  </a:ext>
                </a:extLst>
              </p:cNvPr>
              <p:cNvSpPr/>
              <p:nvPr/>
            </p:nvSpPr>
            <p:spPr>
              <a:xfrm>
                <a:off x="52191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28" name="타원 23427">
                <a:extLst>
                  <a:ext uri="{FF2B5EF4-FFF2-40B4-BE49-F238E27FC236}">
                    <a16:creationId xmlns:a16="http://schemas.microsoft.com/office/drawing/2014/main" id="{CC898435-3E48-422D-95A9-3C33AEDF8014}"/>
                  </a:ext>
                </a:extLst>
              </p:cNvPr>
              <p:cNvSpPr/>
              <p:nvPr/>
            </p:nvSpPr>
            <p:spPr>
              <a:xfrm>
                <a:off x="53715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29" name="타원 23428">
                <a:extLst>
                  <a:ext uri="{FF2B5EF4-FFF2-40B4-BE49-F238E27FC236}">
                    <a16:creationId xmlns:a16="http://schemas.microsoft.com/office/drawing/2014/main" id="{823B22E1-C78A-496C-9856-5C7C17B037F8}"/>
                  </a:ext>
                </a:extLst>
              </p:cNvPr>
              <p:cNvSpPr/>
              <p:nvPr/>
            </p:nvSpPr>
            <p:spPr>
              <a:xfrm>
                <a:off x="55239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30" name="타원 23429">
                <a:extLst>
                  <a:ext uri="{FF2B5EF4-FFF2-40B4-BE49-F238E27FC236}">
                    <a16:creationId xmlns:a16="http://schemas.microsoft.com/office/drawing/2014/main" id="{8F61A7C3-7625-49F0-8A9F-E7A5CFF9DBFD}"/>
                  </a:ext>
                </a:extLst>
              </p:cNvPr>
              <p:cNvSpPr/>
              <p:nvPr/>
            </p:nvSpPr>
            <p:spPr>
              <a:xfrm>
                <a:off x="5676363" y="5478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31" name="타원 23430">
                <a:extLst>
                  <a:ext uri="{FF2B5EF4-FFF2-40B4-BE49-F238E27FC236}">
                    <a16:creationId xmlns:a16="http://schemas.microsoft.com/office/drawing/2014/main" id="{C4A23D7A-7A2F-4F2D-BF9E-824C332FE11B}"/>
                  </a:ext>
                </a:extLst>
              </p:cNvPr>
              <p:cNvSpPr/>
              <p:nvPr/>
            </p:nvSpPr>
            <p:spPr>
              <a:xfrm>
                <a:off x="3423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32" name="타원 23431">
                <a:extLst>
                  <a:ext uri="{FF2B5EF4-FFF2-40B4-BE49-F238E27FC236}">
                    <a16:creationId xmlns:a16="http://schemas.microsoft.com/office/drawing/2014/main" id="{075FC8B7-FFA0-4D92-B27D-582A79B4A9F5}"/>
                  </a:ext>
                </a:extLst>
              </p:cNvPr>
              <p:cNvSpPr/>
              <p:nvPr/>
            </p:nvSpPr>
            <p:spPr>
              <a:xfrm>
                <a:off x="4947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33" name="타원 23432">
                <a:extLst>
                  <a:ext uri="{FF2B5EF4-FFF2-40B4-BE49-F238E27FC236}">
                    <a16:creationId xmlns:a16="http://schemas.microsoft.com/office/drawing/2014/main" id="{1B5124B6-750E-4CC9-801E-0D77F0D2F786}"/>
                  </a:ext>
                </a:extLst>
              </p:cNvPr>
              <p:cNvSpPr/>
              <p:nvPr/>
            </p:nvSpPr>
            <p:spPr>
              <a:xfrm>
                <a:off x="6471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34" name="타원 23433">
                <a:extLst>
                  <a:ext uri="{FF2B5EF4-FFF2-40B4-BE49-F238E27FC236}">
                    <a16:creationId xmlns:a16="http://schemas.microsoft.com/office/drawing/2014/main" id="{8FA8042A-10EF-4DF5-8FB4-DAF3B3D12D80}"/>
                  </a:ext>
                </a:extLst>
              </p:cNvPr>
              <p:cNvSpPr/>
              <p:nvPr/>
            </p:nvSpPr>
            <p:spPr>
              <a:xfrm>
                <a:off x="7995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35" name="타원 23434">
                <a:extLst>
                  <a:ext uri="{FF2B5EF4-FFF2-40B4-BE49-F238E27FC236}">
                    <a16:creationId xmlns:a16="http://schemas.microsoft.com/office/drawing/2014/main" id="{E011BFB2-51D1-4B6F-8F85-D89A9634D937}"/>
                  </a:ext>
                </a:extLst>
              </p:cNvPr>
              <p:cNvSpPr/>
              <p:nvPr/>
            </p:nvSpPr>
            <p:spPr>
              <a:xfrm>
                <a:off x="9519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36" name="타원 23435">
                <a:extLst>
                  <a:ext uri="{FF2B5EF4-FFF2-40B4-BE49-F238E27FC236}">
                    <a16:creationId xmlns:a16="http://schemas.microsoft.com/office/drawing/2014/main" id="{12EF678F-F5F2-4157-9B02-62C823674EB0}"/>
                  </a:ext>
                </a:extLst>
              </p:cNvPr>
              <p:cNvSpPr/>
              <p:nvPr/>
            </p:nvSpPr>
            <p:spPr>
              <a:xfrm>
                <a:off x="11043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37" name="타원 23436">
                <a:extLst>
                  <a:ext uri="{FF2B5EF4-FFF2-40B4-BE49-F238E27FC236}">
                    <a16:creationId xmlns:a16="http://schemas.microsoft.com/office/drawing/2014/main" id="{FF1E6710-ED55-42A3-A3AB-BE6E57B47E07}"/>
                  </a:ext>
                </a:extLst>
              </p:cNvPr>
              <p:cNvSpPr/>
              <p:nvPr/>
            </p:nvSpPr>
            <p:spPr>
              <a:xfrm>
                <a:off x="12567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38" name="타원 23437">
                <a:extLst>
                  <a:ext uri="{FF2B5EF4-FFF2-40B4-BE49-F238E27FC236}">
                    <a16:creationId xmlns:a16="http://schemas.microsoft.com/office/drawing/2014/main" id="{912D866D-5BA6-49B4-8559-F95529EEC3E6}"/>
                  </a:ext>
                </a:extLst>
              </p:cNvPr>
              <p:cNvSpPr/>
              <p:nvPr/>
            </p:nvSpPr>
            <p:spPr>
              <a:xfrm>
                <a:off x="14091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39" name="타원 23438">
                <a:extLst>
                  <a:ext uri="{FF2B5EF4-FFF2-40B4-BE49-F238E27FC236}">
                    <a16:creationId xmlns:a16="http://schemas.microsoft.com/office/drawing/2014/main" id="{1E9AFDE2-4DEC-4EED-BDFD-C2549CD8B409}"/>
                  </a:ext>
                </a:extLst>
              </p:cNvPr>
              <p:cNvSpPr/>
              <p:nvPr/>
            </p:nvSpPr>
            <p:spPr>
              <a:xfrm>
                <a:off x="15615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40" name="타원 23439">
                <a:extLst>
                  <a:ext uri="{FF2B5EF4-FFF2-40B4-BE49-F238E27FC236}">
                    <a16:creationId xmlns:a16="http://schemas.microsoft.com/office/drawing/2014/main" id="{994688B4-A787-44E2-951D-3EB4337ACEAA}"/>
                  </a:ext>
                </a:extLst>
              </p:cNvPr>
              <p:cNvSpPr/>
              <p:nvPr/>
            </p:nvSpPr>
            <p:spPr>
              <a:xfrm>
                <a:off x="17139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41" name="타원 23440">
                <a:extLst>
                  <a:ext uri="{FF2B5EF4-FFF2-40B4-BE49-F238E27FC236}">
                    <a16:creationId xmlns:a16="http://schemas.microsoft.com/office/drawing/2014/main" id="{6656602B-E9D6-4911-99AC-78B7FD5652FC}"/>
                  </a:ext>
                </a:extLst>
              </p:cNvPr>
              <p:cNvSpPr/>
              <p:nvPr/>
            </p:nvSpPr>
            <p:spPr>
              <a:xfrm>
                <a:off x="18663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42" name="타원 23441">
                <a:extLst>
                  <a:ext uri="{FF2B5EF4-FFF2-40B4-BE49-F238E27FC236}">
                    <a16:creationId xmlns:a16="http://schemas.microsoft.com/office/drawing/2014/main" id="{0183A809-22A5-4371-A14A-2114CC1D57DF}"/>
                  </a:ext>
                </a:extLst>
              </p:cNvPr>
              <p:cNvSpPr/>
              <p:nvPr/>
            </p:nvSpPr>
            <p:spPr>
              <a:xfrm>
                <a:off x="20187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43" name="타원 23442">
                <a:extLst>
                  <a:ext uri="{FF2B5EF4-FFF2-40B4-BE49-F238E27FC236}">
                    <a16:creationId xmlns:a16="http://schemas.microsoft.com/office/drawing/2014/main" id="{34D5FF9E-C374-4935-9368-B8A23FB48AEE}"/>
                  </a:ext>
                </a:extLst>
              </p:cNvPr>
              <p:cNvSpPr/>
              <p:nvPr/>
            </p:nvSpPr>
            <p:spPr>
              <a:xfrm>
                <a:off x="21711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44" name="타원 23443">
                <a:extLst>
                  <a:ext uri="{FF2B5EF4-FFF2-40B4-BE49-F238E27FC236}">
                    <a16:creationId xmlns:a16="http://schemas.microsoft.com/office/drawing/2014/main" id="{A17D148B-4533-4D02-8649-62D1A576CAA5}"/>
                  </a:ext>
                </a:extLst>
              </p:cNvPr>
              <p:cNvSpPr/>
              <p:nvPr/>
            </p:nvSpPr>
            <p:spPr>
              <a:xfrm>
                <a:off x="23235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45" name="타원 23444">
                <a:extLst>
                  <a:ext uri="{FF2B5EF4-FFF2-40B4-BE49-F238E27FC236}">
                    <a16:creationId xmlns:a16="http://schemas.microsoft.com/office/drawing/2014/main" id="{FBC17EFE-A74D-492E-A8F1-16DF9A1C34AA}"/>
                  </a:ext>
                </a:extLst>
              </p:cNvPr>
              <p:cNvSpPr/>
              <p:nvPr/>
            </p:nvSpPr>
            <p:spPr>
              <a:xfrm>
                <a:off x="24759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46" name="타원 23445">
                <a:extLst>
                  <a:ext uri="{FF2B5EF4-FFF2-40B4-BE49-F238E27FC236}">
                    <a16:creationId xmlns:a16="http://schemas.microsoft.com/office/drawing/2014/main" id="{63E99B88-4F4A-45C1-9178-E0A0DE7DD839}"/>
                  </a:ext>
                </a:extLst>
              </p:cNvPr>
              <p:cNvSpPr/>
              <p:nvPr/>
            </p:nvSpPr>
            <p:spPr>
              <a:xfrm>
                <a:off x="26283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47" name="타원 23446">
                <a:extLst>
                  <a:ext uri="{FF2B5EF4-FFF2-40B4-BE49-F238E27FC236}">
                    <a16:creationId xmlns:a16="http://schemas.microsoft.com/office/drawing/2014/main" id="{C8BEA9B0-1F17-4D5D-A9CF-4277BE0E5B7D}"/>
                  </a:ext>
                </a:extLst>
              </p:cNvPr>
              <p:cNvSpPr/>
              <p:nvPr/>
            </p:nvSpPr>
            <p:spPr>
              <a:xfrm>
                <a:off x="27807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48" name="타원 23447">
                <a:extLst>
                  <a:ext uri="{FF2B5EF4-FFF2-40B4-BE49-F238E27FC236}">
                    <a16:creationId xmlns:a16="http://schemas.microsoft.com/office/drawing/2014/main" id="{DCAD3511-5CB8-4935-B0A2-69E73AD2051C}"/>
                  </a:ext>
                </a:extLst>
              </p:cNvPr>
              <p:cNvSpPr/>
              <p:nvPr/>
            </p:nvSpPr>
            <p:spPr>
              <a:xfrm>
                <a:off x="29331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49" name="타원 23448">
                <a:extLst>
                  <a:ext uri="{FF2B5EF4-FFF2-40B4-BE49-F238E27FC236}">
                    <a16:creationId xmlns:a16="http://schemas.microsoft.com/office/drawing/2014/main" id="{F1E2D483-13C1-46C3-9C89-2D68AFC41416}"/>
                  </a:ext>
                </a:extLst>
              </p:cNvPr>
              <p:cNvSpPr/>
              <p:nvPr/>
            </p:nvSpPr>
            <p:spPr>
              <a:xfrm>
                <a:off x="30855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50" name="타원 23449">
                <a:extLst>
                  <a:ext uri="{FF2B5EF4-FFF2-40B4-BE49-F238E27FC236}">
                    <a16:creationId xmlns:a16="http://schemas.microsoft.com/office/drawing/2014/main" id="{5D25E0AA-8AB5-4A2E-8E6A-A557C34EA623}"/>
                  </a:ext>
                </a:extLst>
              </p:cNvPr>
              <p:cNvSpPr/>
              <p:nvPr/>
            </p:nvSpPr>
            <p:spPr>
              <a:xfrm>
                <a:off x="32379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51" name="타원 23450">
                <a:extLst>
                  <a:ext uri="{FF2B5EF4-FFF2-40B4-BE49-F238E27FC236}">
                    <a16:creationId xmlns:a16="http://schemas.microsoft.com/office/drawing/2014/main" id="{48CE2669-3A96-4644-BC83-E9BAD359EE57}"/>
                  </a:ext>
                </a:extLst>
              </p:cNvPr>
              <p:cNvSpPr/>
              <p:nvPr/>
            </p:nvSpPr>
            <p:spPr>
              <a:xfrm>
                <a:off x="33903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52" name="타원 23451">
                <a:extLst>
                  <a:ext uri="{FF2B5EF4-FFF2-40B4-BE49-F238E27FC236}">
                    <a16:creationId xmlns:a16="http://schemas.microsoft.com/office/drawing/2014/main" id="{88149C35-8937-4EAA-A0D4-C33A6411E0F3}"/>
                  </a:ext>
                </a:extLst>
              </p:cNvPr>
              <p:cNvSpPr/>
              <p:nvPr/>
            </p:nvSpPr>
            <p:spPr>
              <a:xfrm>
                <a:off x="35427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53" name="타원 23452">
                <a:extLst>
                  <a:ext uri="{FF2B5EF4-FFF2-40B4-BE49-F238E27FC236}">
                    <a16:creationId xmlns:a16="http://schemas.microsoft.com/office/drawing/2014/main" id="{4ED03096-7F76-40A6-A97D-F42A585A6AF8}"/>
                  </a:ext>
                </a:extLst>
              </p:cNvPr>
              <p:cNvSpPr/>
              <p:nvPr/>
            </p:nvSpPr>
            <p:spPr>
              <a:xfrm>
                <a:off x="36951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54" name="타원 23453">
                <a:extLst>
                  <a:ext uri="{FF2B5EF4-FFF2-40B4-BE49-F238E27FC236}">
                    <a16:creationId xmlns:a16="http://schemas.microsoft.com/office/drawing/2014/main" id="{4B93D9E4-36ED-4383-BF1C-DEE6C45C3750}"/>
                  </a:ext>
                </a:extLst>
              </p:cNvPr>
              <p:cNvSpPr/>
              <p:nvPr/>
            </p:nvSpPr>
            <p:spPr>
              <a:xfrm>
                <a:off x="38475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55" name="타원 23454">
                <a:extLst>
                  <a:ext uri="{FF2B5EF4-FFF2-40B4-BE49-F238E27FC236}">
                    <a16:creationId xmlns:a16="http://schemas.microsoft.com/office/drawing/2014/main" id="{AE14C1B8-8098-4A28-A14C-BAAA899F75B0}"/>
                  </a:ext>
                </a:extLst>
              </p:cNvPr>
              <p:cNvSpPr/>
              <p:nvPr/>
            </p:nvSpPr>
            <p:spPr>
              <a:xfrm>
                <a:off x="39999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56" name="타원 23455">
                <a:extLst>
                  <a:ext uri="{FF2B5EF4-FFF2-40B4-BE49-F238E27FC236}">
                    <a16:creationId xmlns:a16="http://schemas.microsoft.com/office/drawing/2014/main" id="{CA713954-4310-4C3B-90C7-C46C9F6571CB}"/>
                  </a:ext>
                </a:extLst>
              </p:cNvPr>
              <p:cNvSpPr/>
              <p:nvPr/>
            </p:nvSpPr>
            <p:spPr>
              <a:xfrm>
                <a:off x="41523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57" name="타원 23456">
                <a:extLst>
                  <a:ext uri="{FF2B5EF4-FFF2-40B4-BE49-F238E27FC236}">
                    <a16:creationId xmlns:a16="http://schemas.microsoft.com/office/drawing/2014/main" id="{C6F1692E-5822-431A-8A1B-2FB29459B84F}"/>
                  </a:ext>
                </a:extLst>
              </p:cNvPr>
              <p:cNvSpPr/>
              <p:nvPr/>
            </p:nvSpPr>
            <p:spPr>
              <a:xfrm>
                <a:off x="43047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58" name="타원 23457">
                <a:extLst>
                  <a:ext uri="{FF2B5EF4-FFF2-40B4-BE49-F238E27FC236}">
                    <a16:creationId xmlns:a16="http://schemas.microsoft.com/office/drawing/2014/main" id="{05A49327-5B38-47AA-9051-D25A283FFA26}"/>
                  </a:ext>
                </a:extLst>
              </p:cNvPr>
              <p:cNvSpPr/>
              <p:nvPr/>
            </p:nvSpPr>
            <p:spPr>
              <a:xfrm>
                <a:off x="44571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59" name="타원 23458">
                <a:extLst>
                  <a:ext uri="{FF2B5EF4-FFF2-40B4-BE49-F238E27FC236}">
                    <a16:creationId xmlns:a16="http://schemas.microsoft.com/office/drawing/2014/main" id="{265EC43E-A703-458E-9C67-109FAA4C77CD}"/>
                  </a:ext>
                </a:extLst>
              </p:cNvPr>
              <p:cNvSpPr/>
              <p:nvPr/>
            </p:nvSpPr>
            <p:spPr>
              <a:xfrm>
                <a:off x="46095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60" name="타원 23459">
                <a:extLst>
                  <a:ext uri="{FF2B5EF4-FFF2-40B4-BE49-F238E27FC236}">
                    <a16:creationId xmlns:a16="http://schemas.microsoft.com/office/drawing/2014/main" id="{43D588CF-6F74-4380-8C79-35E85F639A05}"/>
                  </a:ext>
                </a:extLst>
              </p:cNvPr>
              <p:cNvSpPr/>
              <p:nvPr/>
            </p:nvSpPr>
            <p:spPr>
              <a:xfrm>
                <a:off x="47619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61" name="타원 23460">
                <a:extLst>
                  <a:ext uri="{FF2B5EF4-FFF2-40B4-BE49-F238E27FC236}">
                    <a16:creationId xmlns:a16="http://schemas.microsoft.com/office/drawing/2014/main" id="{D5821D86-D00F-427E-A2D7-7563C5C0312E}"/>
                  </a:ext>
                </a:extLst>
              </p:cNvPr>
              <p:cNvSpPr/>
              <p:nvPr/>
            </p:nvSpPr>
            <p:spPr>
              <a:xfrm>
                <a:off x="49143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62" name="타원 23461">
                <a:extLst>
                  <a:ext uri="{FF2B5EF4-FFF2-40B4-BE49-F238E27FC236}">
                    <a16:creationId xmlns:a16="http://schemas.microsoft.com/office/drawing/2014/main" id="{B3988649-29CF-4594-AC58-5743EE053163}"/>
                  </a:ext>
                </a:extLst>
              </p:cNvPr>
              <p:cNvSpPr/>
              <p:nvPr/>
            </p:nvSpPr>
            <p:spPr>
              <a:xfrm>
                <a:off x="50667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63" name="타원 23462">
                <a:extLst>
                  <a:ext uri="{FF2B5EF4-FFF2-40B4-BE49-F238E27FC236}">
                    <a16:creationId xmlns:a16="http://schemas.microsoft.com/office/drawing/2014/main" id="{9B027D19-EEB4-475F-A118-54A491083CE3}"/>
                  </a:ext>
                </a:extLst>
              </p:cNvPr>
              <p:cNvSpPr/>
              <p:nvPr/>
            </p:nvSpPr>
            <p:spPr>
              <a:xfrm>
                <a:off x="52191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64" name="타원 23463">
                <a:extLst>
                  <a:ext uri="{FF2B5EF4-FFF2-40B4-BE49-F238E27FC236}">
                    <a16:creationId xmlns:a16="http://schemas.microsoft.com/office/drawing/2014/main" id="{5575BD0C-B410-4779-9921-42921BED4142}"/>
                  </a:ext>
                </a:extLst>
              </p:cNvPr>
              <p:cNvSpPr/>
              <p:nvPr/>
            </p:nvSpPr>
            <p:spPr>
              <a:xfrm>
                <a:off x="53715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65" name="타원 23464">
                <a:extLst>
                  <a:ext uri="{FF2B5EF4-FFF2-40B4-BE49-F238E27FC236}">
                    <a16:creationId xmlns:a16="http://schemas.microsoft.com/office/drawing/2014/main" id="{7CC34251-C813-457A-A9DF-1A1FC4637190}"/>
                  </a:ext>
                </a:extLst>
              </p:cNvPr>
              <p:cNvSpPr/>
              <p:nvPr/>
            </p:nvSpPr>
            <p:spPr>
              <a:xfrm>
                <a:off x="55239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66" name="타원 23465">
                <a:extLst>
                  <a:ext uri="{FF2B5EF4-FFF2-40B4-BE49-F238E27FC236}">
                    <a16:creationId xmlns:a16="http://schemas.microsoft.com/office/drawing/2014/main" id="{75C8A4A4-4060-4701-BE67-51762766AD49}"/>
                  </a:ext>
                </a:extLst>
              </p:cNvPr>
              <p:cNvSpPr/>
              <p:nvPr/>
            </p:nvSpPr>
            <p:spPr>
              <a:xfrm>
                <a:off x="5676363" y="5630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67" name="타원 23466">
                <a:extLst>
                  <a:ext uri="{FF2B5EF4-FFF2-40B4-BE49-F238E27FC236}">
                    <a16:creationId xmlns:a16="http://schemas.microsoft.com/office/drawing/2014/main" id="{80C1E360-A83D-4E6F-BA4D-DD21844C45D3}"/>
                  </a:ext>
                </a:extLst>
              </p:cNvPr>
              <p:cNvSpPr/>
              <p:nvPr/>
            </p:nvSpPr>
            <p:spPr>
              <a:xfrm>
                <a:off x="3423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68" name="타원 23467">
                <a:extLst>
                  <a:ext uri="{FF2B5EF4-FFF2-40B4-BE49-F238E27FC236}">
                    <a16:creationId xmlns:a16="http://schemas.microsoft.com/office/drawing/2014/main" id="{404DCE6C-DD30-44FF-A893-6079B78BFAF1}"/>
                  </a:ext>
                </a:extLst>
              </p:cNvPr>
              <p:cNvSpPr/>
              <p:nvPr/>
            </p:nvSpPr>
            <p:spPr>
              <a:xfrm>
                <a:off x="4947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69" name="타원 23468">
                <a:extLst>
                  <a:ext uri="{FF2B5EF4-FFF2-40B4-BE49-F238E27FC236}">
                    <a16:creationId xmlns:a16="http://schemas.microsoft.com/office/drawing/2014/main" id="{E0039CE7-6ACB-445E-973D-F962C8E3EB40}"/>
                  </a:ext>
                </a:extLst>
              </p:cNvPr>
              <p:cNvSpPr/>
              <p:nvPr/>
            </p:nvSpPr>
            <p:spPr>
              <a:xfrm>
                <a:off x="6471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70" name="타원 23469">
                <a:extLst>
                  <a:ext uri="{FF2B5EF4-FFF2-40B4-BE49-F238E27FC236}">
                    <a16:creationId xmlns:a16="http://schemas.microsoft.com/office/drawing/2014/main" id="{DD8C42CE-C3FF-412A-8547-861F6CBD8D5A}"/>
                  </a:ext>
                </a:extLst>
              </p:cNvPr>
              <p:cNvSpPr/>
              <p:nvPr/>
            </p:nvSpPr>
            <p:spPr>
              <a:xfrm>
                <a:off x="7995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71" name="타원 23470">
                <a:extLst>
                  <a:ext uri="{FF2B5EF4-FFF2-40B4-BE49-F238E27FC236}">
                    <a16:creationId xmlns:a16="http://schemas.microsoft.com/office/drawing/2014/main" id="{2602368C-4AB4-4B59-AE0D-CF633F786F11}"/>
                  </a:ext>
                </a:extLst>
              </p:cNvPr>
              <p:cNvSpPr/>
              <p:nvPr/>
            </p:nvSpPr>
            <p:spPr>
              <a:xfrm>
                <a:off x="9519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72" name="타원 23471">
                <a:extLst>
                  <a:ext uri="{FF2B5EF4-FFF2-40B4-BE49-F238E27FC236}">
                    <a16:creationId xmlns:a16="http://schemas.microsoft.com/office/drawing/2014/main" id="{140D2E38-0168-4E77-8D4E-AE4B886966A1}"/>
                  </a:ext>
                </a:extLst>
              </p:cNvPr>
              <p:cNvSpPr/>
              <p:nvPr/>
            </p:nvSpPr>
            <p:spPr>
              <a:xfrm>
                <a:off x="11043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73" name="타원 23472">
                <a:extLst>
                  <a:ext uri="{FF2B5EF4-FFF2-40B4-BE49-F238E27FC236}">
                    <a16:creationId xmlns:a16="http://schemas.microsoft.com/office/drawing/2014/main" id="{2DCAE1E6-48EF-4DC7-A7C9-329F9BB284B4}"/>
                  </a:ext>
                </a:extLst>
              </p:cNvPr>
              <p:cNvSpPr/>
              <p:nvPr/>
            </p:nvSpPr>
            <p:spPr>
              <a:xfrm>
                <a:off x="12567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74" name="타원 23473">
                <a:extLst>
                  <a:ext uri="{FF2B5EF4-FFF2-40B4-BE49-F238E27FC236}">
                    <a16:creationId xmlns:a16="http://schemas.microsoft.com/office/drawing/2014/main" id="{F5D0E58B-A003-4BFC-9BE7-E289FDA1E868}"/>
                  </a:ext>
                </a:extLst>
              </p:cNvPr>
              <p:cNvSpPr/>
              <p:nvPr/>
            </p:nvSpPr>
            <p:spPr>
              <a:xfrm>
                <a:off x="14091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75" name="타원 23474">
                <a:extLst>
                  <a:ext uri="{FF2B5EF4-FFF2-40B4-BE49-F238E27FC236}">
                    <a16:creationId xmlns:a16="http://schemas.microsoft.com/office/drawing/2014/main" id="{B2B8E01E-F684-4F92-BB1D-0489B54FF739}"/>
                  </a:ext>
                </a:extLst>
              </p:cNvPr>
              <p:cNvSpPr/>
              <p:nvPr/>
            </p:nvSpPr>
            <p:spPr>
              <a:xfrm>
                <a:off x="15615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76" name="타원 23475">
                <a:extLst>
                  <a:ext uri="{FF2B5EF4-FFF2-40B4-BE49-F238E27FC236}">
                    <a16:creationId xmlns:a16="http://schemas.microsoft.com/office/drawing/2014/main" id="{F2B4EC9E-6FB0-4F95-A3AE-1A8B74EA3312}"/>
                  </a:ext>
                </a:extLst>
              </p:cNvPr>
              <p:cNvSpPr/>
              <p:nvPr/>
            </p:nvSpPr>
            <p:spPr>
              <a:xfrm>
                <a:off x="17139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77" name="타원 23476">
                <a:extLst>
                  <a:ext uri="{FF2B5EF4-FFF2-40B4-BE49-F238E27FC236}">
                    <a16:creationId xmlns:a16="http://schemas.microsoft.com/office/drawing/2014/main" id="{B7C90AB7-5968-445D-B021-F70A9EBBC4B9}"/>
                  </a:ext>
                </a:extLst>
              </p:cNvPr>
              <p:cNvSpPr/>
              <p:nvPr/>
            </p:nvSpPr>
            <p:spPr>
              <a:xfrm>
                <a:off x="18663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78" name="타원 23477">
                <a:extLst>
                  <a:ext uri="{FF2B5EF4-FFF2-40B4-BE49-F238E27FC236}">
                    <a16:creationId xmlns:a16="http://schemas.microsoft.com/office/drawing/2014/main" id="{BCE02E65-51CF-488B-B910-5CCAD310D550}"/>
                  </a:ext>
                </a:extLst>
              </p:cNvPr>
              <p:cNvSpPr/>
              <p:nvPr/>
            </p:nvSpPr>
            <p:spPr>
              <a:xfrm>
                <a:off x="20187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79" name="타원 23478">
                <a:extLst>
                  <a:ext uri="{FF2B5EF4-FFF2-40B4-BE49-F238E27FC236}">
                    <a16:creationId xmlns:a16="http://schemas.microsoft.com/office/drawing/2014/main" id="{5D169A81-E3CF-4EC2-9C3D-B93A5E71B215}"/>
                  </a:ext>
                </a:extLst>
              </p:cNvPr>
              <p:cNvSpPr/>
              <p:nvPr/>
            </p:nvSpPr>
            <p:spPr>
              <a:xfrm>
                <a:off x="21711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80" name="타원 23479">
                <a:extLst>
                  <a:ext uri="{FF2B5EF4-FFF2-40B4-BE49-F238E27FC236}">
                    <a16:creationId xmlns:a16="http://schemas.microsoft.com/office/drawing/2014/main" id="{E1CBFB0B-1B87-4263-BD8F-9F14AC9CC282}"/>
                  </a:ext>
                </a:extLst>
              </p:cNvPr>
              <p:cNvSpPr/>
              <p:nvPr/>
            </p:nvSpPr>
            <p:spPr>
              <a:xfrm>
                <a:off x="23235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81" name="타원 23480">
                <a:extLst>
                  <a:ext uri="{FF2B5EF4-FFF2-40B4-BE49-F238E27FC236}">
                    <a16:creationId xmlns:a16="http://schemas.microsoft.com/office/drawing/2014/main" id="{67D38EB6-8A0C-4405-A4BA-9323021D6126}"/>
                  </a:ext>
                </a:extLst>
              </p:cNvPr>
              <p:cNvSpPr/>
              <p:nvPr/>
            </p:nvSpPr>
            <p:spPr>
              <a:xfrm>
                <a:off x="24759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82" name="타원 23481">
                <a:extLst>
                  <a:ext uri="{FF2B5EF4-FFF2-40B4-BE49-F238E27FC236}">
                    <a16:creationId xmlns:a16="http://schemas.microsoft.com/office/drawing/2014/main" id="{30057721-9BF5-43D0-A01D-B5BBD67BD57B}"/>
                  </a:ext>
                </a:extLst>
              </p:cNvPr>
              <p:cNvSpPr/>
              <p:nvPr/>
            </p:nvSpPr>
            <p:spPr>
              <a:xfrm>
                <a:off x="26283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83" name="타원 23482">
                <a:extLst>
                  <a:ext uri="{FF2B5EF4-FFF2-40B4-BE49-F238E27FC236}">
                    <a16:creationId xmlns:a16="http://schemas.microsoft.com/office/drawing/2014/main" id="{3298B16D-0989-4132-834F-C0B9C691C40F}"/>
                  </a:ext>
                </a:extLst>
              </p:cNvPr>
              <p:cNvSpPr/>
              <p:nvPr/>
            </p:nvSpPr>
            <p:spPr>
              <a:xfrm>
                <a:off x="27807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84" name="타원 23483">
                <a:extLst>
                  <a:ext uri="{FF2B5EF4-FFF2-40B4-BE49-F238E27FC236}">
                    <a16:creationId xmlns:a16="http://schemas.microsoft.com/office/drawing/2014/main" id="{123B3DAE-BCBC-4547-8308-01A3027C93DD}"/>
                  </a:ext>
                </a:extLst>
              </p:cNvPr>
              <p:cNvSpPr/>
              <p:nvPr/>
            </p:nvSpPr>
            <p:spPr>
              <a:xfrm>
                <a:off x="29331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85" name="타원 23484">
                <a:extLst>
                  <a:ext uri="{FF2B5EF4-FFF2-40B4-BE49-F238E27FC236}">
                    <a16:creationId xmlns:a16="http://schemas.microsoft.com/office/drawing/2014/main" id="{BB606BAE-11DF-420B-B6CC-932DE82FEB7F}"/>
                  </a:ext>
                </a:extLst>
              </p:cNvPr>
              <p:cNvSpPr/>
              <p:nvPr/>
            </p:nvSpPr>
            <p:spPr>
              <a:xfrm>
                <a:off x="30855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86" name="타원 23485">
                <a:extLst>
                  <a:ext uri="{FF2B5EF4-FFF2-40B4-BE49-F238E27FC236}">
                    <a16:creationId xmlns:a16="http://schemas.microsoft.com/office/drawing/2014/main" id="{F414587F-554A-4A27-BAD4-44743DFEDCAD}"/>
                  </a:ext>
                </a:extLst>
              </p:cNvPr>
              <p:cNvSpPr/>
              <p:nvPr/>
            </p:nvSpPr>
            <p:spPr>
              <a:xfrm>
                <a:off x="32379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87" name="타원 23486">
                <a:extLst>
                  <a:ext uri="{FF2B5EF4-FFF2-40B4-BE49-F238E27FC236}">
                    <a16:creationId xmlns:a16="http://schemas.microsoft.com/office/drawing/2014/main" id="{A983DB2F-992B-40B1-BCAF-E3F055712330}"/>
                  </a:ext>
                </a:extLst>
              </p:cNvPr>
              <p:cNvSpPr/>
              <p:nvPr/>
            </p:nvSpPr>
            <p:spPr>
              <a:xfrm>
                <a:off x="33903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88" name="타원 23487">
                <a:extLst>
                  <a:ext uri="{FF2B5EF4-FFF2-40B4-BE49-F238E27FC236}">
                    <a16:creationId xmlns:a16="http://schemas.microsoft.com/office/drawing/2014/main" id="{B071BA41-7BBA-4230-86E0-C9AB10EC0F55}"/>
                  </a:ext>
                </a:extLst>
              </p:cNvPr>
              <p:cNvSpPr/>
              <p:nvPr/>
            </p:nvSpPr>
            <p:spPr>
              <a:xfrm>
                <a:off x="35427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89" name="타원 23488">
                <a:extLst>
                  <a:ext uri="{FF2B5EF4-FFF2-40B4-BE49-F238E27FC236}">
                    <a16:creationId xmlns:a16="http://schemas.microsoft.com/office/drawing/2014/main" id="{2B8138ED-AD32-4EB4-A976-FE50B8669B9F}"/>
                  </a:ext>
                </a:extLst>
              </p:cNvPr>
              <p:cNvSpPr/>
              <p:nvPr/>
            </p:nvSpPr>
            <p:spPr>
              <a:xfrm>
                <a:off x="36951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90" name="타원 23489">
                <a:extLst>
                  <a:ext uri="{FF2B5EF4-FFF2-40B4-BE49-F238E27FC236}">
                    <a16:creationId xmlns:a16="http://schemas.microsoft.com/office/drawing/2014/main" id="{03E8A0C6-12F5-40C7-B64E-6A766DC786DA}"/>
                  </a:ext>
                </a:extLst>
              </p:cNvPr>
              <p:cNvSpPr/>
              <p:nvPr/>
            </p:nvSpPr>
            <p:spPr>
              <a:xfrm>
                <a:off x="38475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91" name="타원 23490">
                <a:extLst>
                  <a:ext uri="{FF2B5EF4-FFF2-40B4-BE49-F238E27FC236}">
                    <a16:creationId xmlns:a16="http://schemas.microsoft.com/office/drawing/2014/main" id="{1FD27DD4-F125-4DFA-8E51-60AB8A25307A}"/>
                  </a:ext>
                </a:extLst>
              </p:cNvPr>
              <p:cNvSpPr/>
              <p:nvPr/>
            </p:nvSpPr>
            <p:spPr>
              <a:xfrm>
                <a:off x="39999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92" name="타원 23491">
                <a:extLst>
                  <a:ext uri="{FF2B5EF4-FFF2-40B4-BE49-F238E27FC236}">
                    <a16:creationId xmlns:a16="http://schemas.microsoft.com/office/drawing/2014/main" id="{1530DB28-906A-4A31-BC1E-97AB36511ACD}"/>
                  </a:ext>
                </a:extLst>
              </p:cNvPr>
              <p:cNvSpPr/>
              <p:nvPr/>
            </p:nvSpPr>
            <p:spPr>
              <a:xfrm>
                <a:off x="41523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93" name="타원 23492">
                <a:extLst>
                  <a:ext uri="{FF2B5EF4-FFF2-40B4-BE49-F238E27FC236}">
                    <a16:creationId xmlns:a16="http://schemas.microsoft.com/office/drawing/2014/main" id="{7D7EBC0A-1B84-47A8-AABB-E000AEE59497}"/>
                  </a:ext>
                </a:extLst>
              </p:cNvPr>
              <p:cNvSpPr/>
              <p:nvPr/>
            </p:nvSpPr>
            <p:spPr>
              <a:xfrm>
                <a:off x="43047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94" name="타원 23493">
                <a:extLst>
                  <a:ext uri="{FF2B5EF4-FFF2-40B4-BE49-F238E27FC236}">
                    <a16:creationId xmlns:a16="http://schemas.microsoft.com/office/drawing/2014/main" id="{3C6A9184-41C9-47DF-B132-680FB4CFEA9D}"/>
                  </a:ext>
                </a:extLst>
              </p:cNvPr>
              <p:cNvSpPr/>
              <p:nvPr/>
            </p:nvSpPr>
            <p:spPr>
              <a:xfrm>
                <a:off x="44571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95" name="타원 23494">
                <a:extLst>
                  <a:ext uri="{FF2B5EF4-FFF2-40B4-BE49-F238E27FC236}">
                    <a16:creationId xmlns:a16="http://schemas.microsoft.com/office/drawing/2014/main" id="{9A3B695B-9EA8-4DDB-8862-187A535DC81E}"/>
                  </a:ext>
                </a:extLst>
              </p:cNvPr>
              <p:cNvSpPr/>
              <p:nvPr/>
            </p:nvSpPr>
            <p:spPr>
              <a:xfrm>
                <a:off x="46095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96" name="타원 23495">
                <a:extLst>
                  <a:ext uri="{FF2B5EF4-FFF2-40B4-BE49-F238E27FC236}">
                    <a16:creationId xmlns:a16="http://schemas.microsoft.com/office/drawing/2014/main" id="{C78866D5-94B8-4F99-A2C3-BEA9ACFCEEA9}"/>
                  </a:ext>
                </a:extLst>
              </p:cNvPr>
              <p:cNvSpPr/>
              <p:nvPr/>
            </p:nvSpPr>
            <p:spPr>
              <a:xfrm>
                <a:off x="47619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97" name="타원 23496">
                <a:extLst>
                  <a:ext uri="{FF2B5EF4-FFF2-40B4-BE49-F238E27FC236}">
                    <a16:creationId xmlns:a16="http://schemas.microsoft.com/office/drawing/2014/main" id="{F08E9690-C7D4-4D3B-B1C4-A6CA013E3E67}"/>
                  </a:ext>
                </a:extLst>
              </p:cNvPr>
              <p:cNvSpPr/>
              <p:nvPr/>
            </p:nvSpPr>
            <p:spPr>
              <a:xfrm>
                <a:off x="49143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98" name="타원 23497">
                <a:extLst>
                  <a:ext uri="{FF2B5EF4-FFF2-40B4-BE49-F238E27FC236}">
                    <a16:creationId xmlns:a16="http://schemas.microsoft.com/office/drawing/2014/main" id="{82BFEB30-FBEF-4E1A-A5AD-AFF70F3328B3}"/>
                  </a:ext>
                </a:extLst>
              </p:cNvPr>
              <p:cNvSpPr/>
              <p:nvPr/>
            </p:nvSpPr>
            <p:spPr>
              <a:xfrm>
                <a:off x="50667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99" name="타원 23498">
                <a:extLst>
                  <a:ext uri="{FF2B5EF4-FFF2-40B4-BE49-F238E27FC236}">
                    <a16:creationId xmlns:a16="http://schemas.microsoft.com/office/drawing/2014/main" id="{70C7C763-510D-4786-B07D-EE64CBCA5073}"/>
                  </a:ext>
                </a:extLst>
              </p:cNvPr>
              <p:cNvSpPr/>
              <p:nvPr/>
            </p:nvSpPr>
            <p:spPr>
              <a:xfrm>
                <a:off x="52191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00" name="타원 23499">
                <a:extLst>
                  <a:ext uri="{FF2B5EF4-FFF2-40B4-BE49-F238E27FC236}">
                    <a16:creationId xmlns:a16="http://schemas.microsoft.com/office/drawing/2014/main" id="{7C74E29A-0E15-48D5-90BD-885436428C27}"/>
                  </a:ext>
                </a:extLst>
              </p:cNvPr>
              <p:cNvSpPr/>
              <p:nvPr/>
            </p:nvSpPr>
            <p:spPr>
              <a:xfrm>
                <a:off x="53715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01" name="타원 23500">
                <a:extLst>
                  <a:ext uri="{FF2B5EF4-FFF2-40B4-BE49-F238E27FC236}">
                    <a16:creationId xmlns:a16="http://schemas.microsoft.com/office/drawing/2014/main" id="{53DEF3E2-5FC8-4823-B69C-C7B3AD1856E0}"/>
                  </a:ext>
                </a:extLst>
              </p:cNvPr>
              <p:cNvSpPr/>
              <p:nvPr/>
            </p:nvSpPr>
            <p:spPr>
              <a:xfrm>
                <a:off x="55239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02" name="타원 23501">
                <a:extLst>
                  <a:ext uri="{FF2B5EF4-FFF2-40B4-BE49-F238E27FC236}">
                    <a16:creationId xmlns:a16="http://schemas.microsoft.com/office/drawing/2014/main" id="{10B392B1-973A-44E3-9F75-09354BCAEE89}"/>
                  </a:ext>
                </a:extLst>
              </p:cNvPr>
              <p:cNvSpPr/>
              <p:nvPr/>
            </p:nvSpPr>
            <p:spPr>
              <a:xfrm>
                <a:off x="5676363" y="5783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03" name="타원 23502">
                <a:extLst>
                  <a:ext uri="{FF2B5EF4-FFF2-40B4-BE49-F238E27FC236}">
                    <a16:creationId xmlns:a16="http://schemas.microsoft.com/office/drawing/2014/main" id="{E4813470-FA40-49A1-AA29-33664ECDCDD7}"/>
                  </a:ext>
                </a:extLst>
              </p:cNvPr>
              <p:cNvSpPr/>
              <p:nvPr/>
            </p:nvSpPr>
            <p:spPr>
              <a:xfrm>
                <a:off x="3423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04" name="타원 23503">
                <a:extLst>
                  <a:ext uri="{FF2B5EF4-FFF2-40B4-BE49-F238E27FC236}">
                    <a16:creationId xmlns:a16="http://schemas.microsoft.com/office/drawing/2014/main" id="{405D30C8-C6FA-4AD6-A9B8-2BBFC0F6F90A}"/>
                  </a:ext>
                </a:extLst>
              </p:cNvPr>
              <p:cNvSpPr/>
              <p:nvPr/>
            </p:nvSpPr>
            <p:spPr>
              <a:xfrm>
                <a:off x="4947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05" name="타원 23504">
                <a:extLst>
                  <a:ext uri="{FF2B5EF4-FFF2-40B4-BE49-F238E27FC236}">
                    <a16:creationId xmlns:a16="http://schemas.microsoft.com/office/drawing/2014/main" id="{1A82EBFE-46FB-45A9-87F6-DB10966904BF}"/>
                  </a:ext>
                </a:extLst>
              </p:cNvPr>
              <p:cNvSpPr/>
              <p:nvPr/>
            </p:nvSpPr>
            <p:spPr>
              <a:xfrm>
                <a:off x="6471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06" name="타원 23505">
                <a:extLst>
                  <a:ext uri="{FF2B5EF4-FFF2-40B4-BE49-F238E27FC236}">
                    <a16:creationId xmlns:a16="http://schemas.microsoft.com/office/drawing/2014/main" id="{E7E6008B-99C9-4C6D-A14F-EC2A1FC4CD4E}"/>
                  </a:ext>
                </a:extLst>
              </p:cNvPr>
              <p:cNvSpPr/>
              <p:nvPr/>
            </p:nvSpPr>
            <p:spPr>
              <a:xfrm>
                <a:off x="7995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07" name="타원 23506">
                <a:extLst>
                  <a:ext uri="{FF2B5EF4-FFF2-40B4-BE49-F238E27FC236}">
                    <a16:creationId xmlns:a16="http://schemas.microsoft.com/office/drawing/2014/main" id="{268FC559-48DE-439C-BBF3-FB80289AAEC4}"/>
                  </a:ext>
                </a:extLst>
              </p:cNvPr>
              <p:cNvSpPr/>
              <p:nvPr/>
            </p:nvSpPr>
            <p:spPr>
              <a:xfrm>
                <a:off x="9519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08" name="타원 23507">
                <a:extLst>
                  <a:ext uri="{FF2B5EF4-FFF2-40B4-BE49-F238E27FC236}">
                    <a16:creationId xmlns:a16="http://schemas.microsoft.com/office/drawing/2014/main" id="{42E60CA0-C876-40C3-838D-A7353CEADC0B}"/>
                  </a:ext>
                </a:extLst>
              </p:cNvPr>
              <p:cNvSpPr/>
              <p:nvPr/>
            </p:nvSpPr>
            <p:spPr>
              <a:xfrm>
                <a:off x="11043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09" name="타원 23508">
                <a:extLst>
                  <a:ext uri="{FF2B5EF4-FFF2-40B4-BE49-F238E27FC236}">
                    <a16:creationId xmlns:a16="http://schemas.microsoft.com/office/drawing/2014/main" id="{9EFC102E-873F-40C0-A121-6B3CE379C45A}"/>
                  </a:ext>
                </a:extLst>
              </p:cNvPr>
              <p:cNvSpPr/>
              <p:nvPr/>
            </p:nvSpPr>
            <p:spPr>
              <a:xfrm>
                <a:off x="12567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10" name="타원 23509">
                <a:extLst>
                  <a:ext uri="{FF2B5EF4-FFF2-40B4-BE49-F238E27FC236}">
                    <a16:creationId xmlns:a16="http://schemas.microsoft.com/office/drawing/2014/main" id="{6D5ECCB9-3FD0-4009-85E6-5C4C978D5640}"/>
                  </a:ext>
                </a:extLst>
              </p:cNvPr>
              <p:cNvSpPr/>
              <p:nvPr/>
            </p:nvSpPr>
            <p:spPr>
              <a:xfrm>
                <a:off x="14091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11" name="타원 23510">
                <a:extLst>
                  <a:ext uri="{FF2B5EF4-FFF2-40B4-BE49-F238E27FC236}">
                    <a16:creationId xmlns:a16="http://schemas.microsoft.com/office/drawing/2014/main" id="{892B14E2-F55D-4669-A7D9-CB49852051F1}"/>
                  </a:ext>
                </a:extLst>
              </p:cNvPr>
              <p:cNvSpPr/>
              <p:nvPr/>
            </p:nvSpPr>
            <p:spPr>
              <a:xfrm>
                <a:off x="15615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12" name="타원 23511">
                <a:extLst>
                  <a:ext uri="{FF2B5EF4-FFF2-40B4-BE49-F238E27FC236}">
                    <a16:creationId xmlns:a16="http://schemas.microsoft.com/office/drawing/2014/main" id="{B0EBF560-B162-40B4-9503-D2E99B0DEA8F}"/>
                  </a:ext>
                </a:extLst>
              </p:cNvPr>
              <p:cNvSpPr/>
              <p:nvPr/>
            </p:nvSpPr>
            <p:spPr>
              <a:xfrm>
                <a:off x="17139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13" name="타원 23512">
                <a:extLst>
                  <a:ext uri="{FF2B5EF4-FFF2-40B4-BE49-F238E27FC236}">
                    <a16:creationId xmlns:a16="http://schemas.microsoft.com/office/drawing/2014/main" id="{A0BE2E06-AAE2-4720-B90B-C842EA2BA865}"/>
                  </a:ext>
                </a:extLst>
              </p:cNvPr>
              <p:cNvSpPr/>
              <p:nvPr/>
            </p:nvSpPr>
            <p:spPr>
              <a:xfrm>
                <a:off x="18663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14" name="타원 23513">
                <a:extLst>
                  <a:ext uri="{FF2B5EF4-FFF2-40B4-BE49-F238E27FC236}">
                    <a16:creationId xmlns:a16="http://schemas.microsoft.com/office/drawing/2014/main" id="{5E16BCD9-C92A-4BD3-97FB-D64679299EB6}"/>
                  </a:ext>
                </a:extLst>
              </p:cNvPr>
              <p:cNvSpPr/>
              <p:nvPr/>
            </p:nvSpPr>
            <p:spPr>
              <a:xfrm>
                <a:off x="20187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15" name="타원 23514">
                <a:extLst>
                  <a:ext uri="{FF2B5EF4-FFF2-40B4-BE49-F238E27FC236}">
                    <a16:creationId xmlns:a16="http://schemas.microsoft.com/office/drawing/2014/main" id="{9568EF70-5F3E-41EB-B27A-A208C0B1DC0A}"/>
                  </a:ext>
                </a:extLst>
              </p:cNvPr>
              <p:cNvSpPr/>
              <p:nvPr/>
            </p:nvSpPr>
            <p:spPr>
              <a:xfrm>
                <a:off x="21711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16" name="타원 23515">
                <a:extLst>
                  <a:ext uri="{FF2B5EF4-FFF2-40B4-BE49-F238E27FC236}">
                    <a16:creationId xmlns:a16="http://schemas.microsoft.com/office/drawing/2014/main" id="{671B3B95-8178-4F25-A6F6-DC24214BD68D}"/>
                  </a:ext>
                </a:extLst>
              </p:cNvPr>
              <p:cNvSpPr/>
              <p:nvPr/>
            </p:nvSpPr>
            <p:spPr>
              <a:xfrm>
                <a:off x="23235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17" name="타원 23516">
                <a:extLst>
                  <a:ext uri="{FF2B5EF4-FFF2-40B4-BE49-F238E27FC236}">
                    <a16:creationId xmlns:a16="http://schemas.microsoft.com/office/drawing/2014/main" id="{B554813F-D223-4B3B-8DD6-D5C8882AA572}"/>
                  </a:ext>
                </a:extLst>
              </p:cNvPr>
              <p:cNvSpPr/>
              <p:nvPr/>
            </p:nvSpPr>
            <p:spPr>
              <a:xfrm>
                <a:off x="24759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18" name="타원 23517">
                <a:extLst>
                  <a:ext uri="{FF2B5EF4-FFF2-40B4-BE49-F238E27FC236}">
                    <a16:creationId xmlns:a16="http://schemas.microsoft.com/office/drawing/2014/main" id="{65C54438-632F-4100-AB08-E4613FB5A54B}"/>
                  </a:ext>
                </a:extLst>
              </p:cNvPr>
              <p:cNvSpPr/>
              <p:nvPr/>
            </p:nvSpPr>
            <p:spPr>
              <a:xfrm>
                <a:off x="26283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19" name="타원 23518">
                <a:extLst>
                  <a:ext uri="{FF2B5EF4-FFF2-40B4-BE49-F238E27FC236}">
                    <a16:creationId xmlns:a16="http://schemas.microsoft.com/office/drawing/2014/main" id="{2B04E59E-CDC4-4801-AFAA-77D46A743FBD}"/>
                  </a:ext>
                </a:extLst>
              </p:cNvPr>
              <p:cNvSpPr/>
              <p:nvPr/>
            </p:nvSpPr>
            <p:spPr>
              <a:xfrm>
                <a:off x="27807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20" name="타원 23519">
                <a:extLst>
                  <a:ext uri="{FF2B5EF4-FFF2-40B4-BE49-F238E27FC236}">
                    <a16:creationId xmlns:a16="http://schemas.microsoft.com/office/drawing/2014/main" id="{B74B6487-E46D-4193-BABD-DA7F98E628F2}"/>
                  </a:ext>
                </a:extLst>
              </p:cNvPr>
              <p:cNvSpPr/>
              <p:nvPr/>
            </p:nvSpPr>
            <p:spPr>
              <a:xfrm>
                <a:off x="29331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21" name="타원 23520">
                <a:extLst>
                  <a:ext uri="{FF2B5EF4-FFF2-40B4-BE49-F238E27FC236}">
                    <a16:creationId xmlns:a16="http://schemas.microsoft.com/office/drawing/2014/main" id="{F3246CF7-1289-4EB7-9DC1-1B5BFF3BFB93}"/>
                  </a:ext>
                </a:extLst>
              </p:cNvPr>
              <p:cNvSpPr/>
              <p:nvPr/>
            </p:nvSpPr>
            <p:spPr>
              <a:xfrm>
                <a:off x="30855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22" name="타원 23521">
                <a:extLst>
                  <a:ext uri="{FF2B5EF4-FFF2-40B4-BE49-F238E27FC236}">
                    <a16:creationId xmlns:a16="http://schemas.microsoft.com/office/drawing/2014/main" id="{25941AB3-7E16-420C-80C7-73A00B7D4FF7}"/>
                  </a:ext>
                </a:extLst>
              </p:cNvPr>
              <p:cNvSpPr/>
              <p:nvPr/>
            </p:nvSpPr>
            <p:spPr>
              <a:xfrm>
                <a:off x="32379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23" name="타원 23522">
                <a:extLst>
                  <a:ext uri="{FF2B5EF4-FFF2-40B4-BE49-F238E27FC236}">
                    <a16:creationId xmlns:a16="http://schemas.microsoft.com/office/drawing/2014/main" id="{11F11ED3-8736-4322-8F65-9464AFEE98D4}"/>
                  </a:ext>
                </a:extLst>
              </p:cNvPr>
              <p:cNvSpPr/>
              <p:nvPr/>
            </p:nvSpPr>
            <p:spPr>
              <a:xfrm>
                <a:off x="33903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24" name="타원 23523">
                <a:extLst>
                  <a:ext uri="{FF2B5EF4-FFF2-40B4-BE49-F238E27FC236}">
                    <a16:creationId xmlns:a16="http://schemas.microsoft.com/office/drawing/2014/main" id="{6B28EA73-7542-4DD4-A4AC-499C4C63056A}"/>
                  </a:ext>
                </a:extLst>
              </p:cNvPr>
              <p:cNvSpPr/>
              <p:nvPr/>
            </p:nvSpPr>
            <p:spPr>
              <a:xfrm>
                <a:off x="35427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25" name="타원 23524">
                <a:extLst>
                  <a:ext uri="{FF2B5EF4-FFF2-40B4-BE49-F238E27FC236}">
                    <a16:creationId xmlns:a16="http://schemas.microsoft.com/office/drawing/2014/main" id="{C704DFD3-C0E2-4B4B-AA1C-571AC21508F5}"/>
                  </a:ext>
                </a:extLst>
              </p:cNvPr>
              <p:cNvSpPr/>
              <p:nvPr/>
            </p:nvSpPr>
            <p:spPr>
              <a:xfrm>
                <a:off x="36951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26" name="타원 23525">
                <a:extLst>
                  <a:ext uri="{FF2B5EF4-FFF2-40B4-BE49-F238E27FC236}">
                    <a16:creationId xmlns:a16="http://schemas.microsoft.com/office/drawing/2014/main" id="{90E52F9E-7B08-493C-8626-3B7DE2843456}"/>
                  </a:ext>
                </a:extLst>
              </p:cNvPr>
              <p:cNvSpPr/>
              <p:nvPr/>
            </p:nvSpPr>
            <p:spPr>
              <a:xfrm>
                <a:off x="38475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27" name="타원 23526">
                <a:extLst>
                  <a:ext uri="{FF2B5EF4-FFF2-40B4-BE49-F238E27FC236}">
                    <a16:creationId xmlns:a16="http://schemas.microsoft.com/office/drawing/2014/main" id="{5C020304-B5F7-41CF-86D0-EC7C28389C8F}"/>
                  </a:ext>
                </a:extLst>
              </p:cNvPr>
              <p:cNvSpPr/>
              <p:nvPr/>
            </p:nvSpPr>
            <p:spPr>
              <a:xfrm>
                <a:off x="39999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28" name="타원 23527">
                <a:extLst>
                  <a:ext uri="{FF2B5EF4-FFF2-40B4-BE49-F238E27FC236}">
                    <a16:creationId xmlns:a16="http://schemas.microsoft.com/office/drawing/2014/main" id="{36BBBC38-C5C5-4E02-870D-E3312D8B3D51}"/>
                  </a:ext>
                </a:extLst>
              </p:cNvPr>
              <p:cNvSpPr/>
              <p:nvPr/>
            </p:nvSpPr>
            <p:spPr>
              <a:xfrm>
                <a:off x="41523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29" name="타원 23528">
                <a:extLst>
                  <a:ext uri="{FF2B5EF4-FFF2-40B4-BE49-F238E27FC236}">
                    <a16:creationId xmlns:a16="http://schemas.microsoft.com/office/drawing/2014/main" id="{8BA672F8-165E-45FB-86CB-F2838F57A2CB}"/>
                  </a:ext>
                </a:extLst>
              </p:cNvPr>
              <p:cNvSpPr/>
              <p:nvPr/>
            </p:nvSpPr>
            <p:spPr>
              <a:xfrm>
                <a:off x="43047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30" name="타원 23529">
                <a:extLst>
                  <a:ext uri="{FF2B5EF4-FFF2-40B4-BE49-F238E27FC236}">
                    <a16:creationId xmlns:a16="http://schemas.microsoft.com/office/drawing/2014/main" id="{C43B55F8-46CD-4A7F-B09D-3541A2394975}"/>
                  </a:ext>
                </a:extLst>
              </p:cNvPr>
              <p:cNvSpPr/>
              <p:nvPr/>
            </p:nvSpPr>
            <p:spPr>
              <a:xfrm>
                <a:off x="44571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31" name="타원 23530">
                <a:extLst>
                  <a:ext uri="{FF2B5EF4-FFF2-40B4-BE49-F238E27FC236}">
                    <a16:creationId xmlns:a16="http://schemas.microsoft.com/office/drawing/2014/main" id="{B0FAE084-1219-4B03-B16F-98784F50ECDC}"/>
                  </a:ext>
                </a:extLst>
              </p:cNvPr>
              <p:cNvSpPr/>
              <p:nvPr/>
            </p:nvSpPr>
            <p:spPr>
              <a:xfrm>
                <a:off x="46095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32" name="타원 23531">
                <a:extLst>
                  <a:ext uri="{FF2B5EF4-FFF2-40B4-BE49-F238E27FC236}">
                    <a16:creationId xmlns:a16="http://schemas.microsoft.com/office/drawing/2014/main" id="{24DD64DD-2C5A-4A0D-BEA6-61A33AE2DB37}"/>
                  </a:ext>
                </a:extLst>
              </p:cNvPr>
              <p:cNvSpPr/>
              <p:nvPr/>
            </p:nvSpPr>
            <p:spPr>
              <a:xfrm>
                <a:off x="47619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33" name="타원 23532">
                <a:extLst>
                  <a:ext uri="{FF2B5EF4-FFF2-40B4-BE49-F238E27FC236}">
                    <a16:creationId xmlns:a16="http://schemas.microsoft.com/office/drawing/2014/main" id="{02F5D7FE-5F00-4610-84BE-8E02DB49EB6C}"/>
                  </a:ext>
                </a:extLst>
              </p:cNvPr>
              <p:cNvSpPr/>
              <p:nvPr/>
            </p:nvSpPr>
            <p:spPr>
              <a:xfrm>
                <a:off x="49143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34" name="타원 23533">
                <a:extLst>
                  <a:ext uri="{FF2B5EF4-FFF2-40B4-BE49-F238E27FC236}">
                    <a16:creationId xmlns:a16="http://schemas.microsoft.com/office/drawing/2014/main" id="{251FD93D-8904-429F-986D-C0CC433FE4E0}"/>
                  </a:ext>
                </a:extLst>
              </p:cNvPr>
              <p:cNvSpPr/>
              <p:nvPr/>
            </p:nvSpPr>
            <p:spPr>
              <a:xfrm>
                <a:off x="50667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35" name="타원 23534">
                <a:extLst>
                  <a:ext uri="{FF2B5EF4-FFF2-40B4-BE49-F238E27FC236}">
                    <a16:creationId xmlns:a16="http://schemas.microsoft.com/office/drawing/2014/main" id="{AE7C9528-1043-47FC-8905-688F099D3B4F}"/>
                  </a:ext>
                </a:extLst>
              </p:cNvPr>
              <p:cNvSpPr/>
              <p:nvPr/>
            </p:nvSpPr>
            <p:spPr>
              <a:xfrm>
                <a:off x="52191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36" name="타원 23535">
                <a:extLst>
                  <a:ext uri="{FF2B5EF4-FFF2-40B4-BE49-F238E27FC236}">
                    <a16:creationId xmlns:a16="http://schemas.microsoft.com/office/drawing/2014/main" id="{DDFD725F-9942-4134-8B23-B6BADBAA642F}"/>
                  </a:ext>
                </a:extLst>
              </p:cNvPr>
              <p:cNvSpPr/>
              <p:nvPr/>
            </p:nvSpPr>
            <p:spPr>
              <a:xfrm>
                <a:off x="53715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37" name="타원 23536">
                <a:extLst>
                  <a:ext uri="{FF2B5EF4-FFF2-40B4-BE49-F238E27FC236}">
                    <a16:creationId xmlns:a16="http://schemas.microsoft.com/office/drawing/2014/main" id="{12804890-0449-4143-BF72-C2FA7192D936}"/>
                  </a:ext>
                </a:extLst>
              </p:cNvPr>
              <p:cNvSpPr/>
              <p:nvPr/>
            </p:nvSpPr>
            <p:spPr>
              <a:xfrm>
                <a:off x="55239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38" name="타원 23537">
                <a:extLst>
                  <a:ext uri="{FF2B5EF4-FFF2-40B4-BE49-F238E27FC236}">
                    <a16:creationId xmlns:a16="http://schemas.microsoft.com/office/drawing/2014/main" id="{19B67758-4D51-4FBF-8238-956D7F484A57}"/>
                  </a:ext>
                </a:extLst>
              </p:cNvPr>
              <p:cNvSpPr/>
              <p:nvPr/>
            </p:nvSpPr>
            <p:spPr>
              <a:xfrm>
                <a:off x="5676363" y="5935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39" name="타원 23538">
                <a:extLst>
                  <a:ext uri="{FF2B5EF4-FFF2-40B4-BE49-F238E27FC236}">
                    <a16:creationId xmlns:a16="http://schemas.microsoft.com/office/drawing/2014/main" id="{B500C315-41B5-4948-9200-CAB4B4F52DA4}"/>
                  </a:ext>
                </a:extLst>
              </p:cNvPr>
              <p:cNvSpPr/>
              <p:nvPr/>
            </p:nvSpPr>
            <p:spPr>
              <a:xfrm>
                <a:off x="3423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40" name="타원 23539">
                <a:extLst>
                  <a:ext uri="{FF2B5EF4-FFF2-40B4-BE49-F238E27FC236}">
                    <a16:creationId xmlns:a16="http://schemas.microsoft.com/office/drawing/2014/main" id="{EF6F19DC-F3FA-4FB1-A579-C7613A61321E}"/>
                  </a:ext>
                </a:extLst>
              </p:cNvPr>
              <p:cNvSpPr/>
              <p:nvPr/>
            </p:nvSpPr>
            <p:spPr>
              <a:xfrm>
                <a:off x="4947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41" name="타원 23540">
                <a:extLst>
                  <a:ext uri="{FF2B5EF4-FFF2-40B4-BE49-F238E27FC236}">
                    <a16:creationId xmlns:a16="http://schemas.microsoft.com/office/drawing/2014/main" id="{865C195A-F354-4DF4-A3FF-759CEE50C6F1}"/>
                  </a:ext>
                </a:extLst>
              </p:cNvPr>
              <p:cNvSpPr/>
              <p:nvPr/>
            </p:nvSpPr>
            <p:spPr>
              <a:xfrm>
                <a:off x="6471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42" name="타원 23541">
                <a:extLst>
                  <a:ext uri="{FF2B5EF4-FFF2-40B4-BE49-F238E27FC236}">
                    <a16:creationId xmlns:a16="http://schemas.microsoft.com/office/drawing/2014/main" id="{29930D36-F331-4ADA-8151-629A7DE5CC51}"/>
                  </a:ext>
                </a:extLst>
              </p:cNvPr>
              <p:cNvSpPr/>
              <p:nvPr/>
            </p:nvSpPr>
            <p:spPr>
              <a:xfrm>
                <a:off x="7995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43" name="타원 23542">
                <a:extLst>
                  <a:ext uri="{FF2B5EF4-FFF2-40B4-BE49-F238E27FC236}">
                    <a16:creationId xmlns:a16="http://schemas.microsoft.com/office/drawing/2014/main" id="{2CEDF566-BCC5-4926-9415-6CABF751D9C4}"/>
                  </a:ext>
                </a:extLst>
              </p:cNvPr>
              <p:cNvSpPr/>
              <p:nvPr/>
            </p:nvSpPr>
            <p:spPr>
              <a:xfrm>
                <a:off x="9519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44" name="타원 23543">
                <a:extLst>
                  <a:ext uri="{FF2B5EF4-FFF2-40B4-BE49-F238E27FC236}">
                    <a16:creationId xmlns:a16="http://schemas.microsoft.com/office/drawing/2014/main" id="{021BBD7F-D93E-452C-B683-39E5A0331F28}"/>
                  </a:ext>
                </a:extLst>
              </p:cNvPr>
              <p:cNvSpPr/>
              <p:nvPr/>
            </p:nvSpPr>
            <p:spPr>
              <a:xfrm>
                <a:off x="11043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45" name="타원 23544">
                <a:extLst>
                  <a:ext uri="{FF2B5EF4-FFF2-40B4-BE49-F238E27FC236}">
                    <a16:creationId xmlns:a16="http://schemas.microsoft.com/office/drawing/2014/main" id="{0DD344C4-7E9B-4F33-9823-FCAADF4FF87D}"/>
                  </a:ext>
                </a:extLst>
              </p:cNvPr>
              <p:cNvSpPr/>
              <p:nvPr/>
            </p:nvSpPr>
            <p:spPr>
              <a:xfrm>
                <a:off x="12567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46" name="타원 23545">
                <a:extLst>
                  <a:ext uri="{FF2B5EF4-FFF2-40B4-BE49-F238E27FC236}">
                    <a16:creationId xmlns:a16="http://schemas.microsoft.com/office/drawing/2014/main" id="{976F0CFE-4E67-427C-9D4B-2A09285ACA3F}"/>
                  </a:ext>
                </a:extLst>
              </p:cNvPr>
              <p:cNvSpPr/>
              <p:nvPr/>
            </p:nvSpPr>
            <p:spPr>
              <a:xfrm>
                <a:off x="14091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47" name="타원 23546">
                <a:extLst>
                  <a:ext uri="{FF2B5EF4-FFF2-40B4-BE49-F238E27FC236}">
                    <a16:creationId xmlns:a16="http://schemas.microsoft.com/office/drawing/2014/main" id="{0190811C-CD9C-493B-8705-ADC7B3A74444}"/>
                  </a:ext>
                </a:extLst>
              </p:cNvPr>
              <p:cNvSpPr/>
              <p:nvPr/>
            </p:nvSpPr>
            <p:spPr>
              <a:xfrm>
                <a:off x="15615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48" name="타원 23547">
                <a:extLst>
                  <a:ext uri="{FF2B5EF4-FFF2-40B4-BE49-F238E27FC236}">
                    <a16:creationId xmlns:a16="http://schemas.microsoft.com/office/drawing/2014/main" id="{DA04DEFB-F1EE-4F9D-BCA5-E55BBEAFD8C4}"/>
                  </a:ext>
                </a:extLst>
              </p:cNvPr>
              <p:cNvSpPr/>
              <p:nvPr/>
            </p:nvSpPr>
            <p:spPr>
              <a:xfrm>
                <a:off x="17139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49" name="타원 23548">
                <a:extLst>
                  <a:ext uri="{FF2B5EF4-FFF2-40B4-BE49-F238E27FC236}">
                    <a16:creationId xmlns:a16="http://schemas.microsoft.com/office/drawing/2014/main" id="{F99BD24B-C598-4781-B447-72CD1834A628}"/>
                  </a:ext>
                </a:extLst>
              </p:cNvPr>
              <p:cNvSpPr/>
              <p:nvPr/>
            </p:nvSpPr>
            <p:spPr>
              <a:xfrm>
                <a:off x="18663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50" name="타원 23549">
                <a:extLst>
                  <a:ext uri="{FF2B5EF4-FFF2-40B4-BE49-F238E27FC236}">
                    <a16:creationId xmlns:a16="http://schemas.microsoft.com/office/drawing/2014/main" id="{5EB001AC-3052-412B-A245-2D2D337BF151}"/>
                  </a:ext>
                </a:extLst>
              </p:cNvPr>
              <p:cNvSpPr/>
              <p:nvPr/>
            </p:nvSpPr>
            <p:spPr>
              <a:xfrm>
                <a:off x="20187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51" name="타원 23550">
                <a:extLst>
                  <a:ext uri="{FF2B5EF4-FFF2-40B4-BE49-F238E27FC236}">
                    <a16:creationId xmlns:a16="http://schemas.microsoft.com/office/drawing/2014/main" id="{E5BA8750-2FC3-4287-A108-F04D389D1BBD}"/>
                  </a:ext>
                </a:extLst>
              </p:cNvPr>
              <p:cNvSpPr/>
              <p:nvPr/>
            </p:nvSpPr>
            <p:spPr>
              <a:xfrm>
                <a:off x="21711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52" name="타원 23551">
                <a:extLst>
                  <a:ext uri="{FF2B5EF4-FFF2-40B4-BE49-F238E27FC236}">
                    <a16:creationId xmlns:a16="http://schemas.microsoft.com/office/drawing/2014/main" id="{A9C12AD7-8BA5-483E-8D22-20C4AD2058BC}"/>
                  </a:ext>
                </a:extLst>
              </p:cNvPr>
              <p:cNvSpPr/>
              <p:nvPr/>
            </p:nvSpPr>
            <p:spPr>
              <a:xfrm>
                <a:off x="23235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53" name="타원 23552">
                <a:extLst>
                  <a:ext uri="{FF2B5EF4-FFF2-40B4-BE49-F238E27FC236}">
                    <a16:creationId xmlns:a16="http://schemas.microsoft.com/office/drawing/2014/main" id="{914C327A-8CA0-46DC-9C1F-99E2BA221F41}"/>
                  </a:ext>
                </a:extLst>
              </p:cNvPr>
              <p:cNvSpPr/>
              <p:nvPr/>
            </p:nvSpPr>
            <p:spPr>
              <a:xfrm>
                <a:off x="24759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54" name="타원 23553">
                <a:extLst>
                  <a:ext uri="{FF2B5EF4-FFF2-40B4-BE49-F238E27FC236}">
                    <a16:creationId xmlns:a16="http://schemas.microsoft.com/office/drawing/2014/main" id="{DCC84B8A-702A-43AD-B0F5-BD9994F8F369}"/>
                  </a:ext>
                </a:extLst>
              </p:cNvPr>
              <p:cNvSpPr/>
              <p:nvPr/>
            </p:nvSpPr>
            <p:spPr>
              <a:xfrm>
                <a:off x="26283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55" name="타원 23554">
                <a:extLst>
                  <a:ext uri="{FF2B5EF4-FFF2-40B4-BE49-F238E27FC236}">
                    <a16:creationId xmlns:a16="http://schemas.microsoft.com/office/drawing/2014/main" id="{CEC18074-CB58-48A8-80D6-DAAE1CD78512}"/>
                  </a:ext>
                </a:extLst>
              </p:cNvPr>
              <p:cNvSpPr/>
              <p:nvPr/>
            </p:nvSpPr>
            <p:spPr>
              <a:xfrm>
                <a:off x="27807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56" name="타원 23555">
                <a:extLst>
                  <a:ext uri="{FF2B5EF4-FFF2-40B4-BE49-F238E27FC236}">
                    <a16:creationId xmlns:a16="http://schemas.microsoft.com/office/drawing/2014/main" id="{94C99B90-D63D-45C1-ABB6-99B39A3CEEC2}"/>
                  </a:ext>
                </a:extLst>
              </p:cNvPr>
              <p:cNvSpPr/>
              <p:nvPr/>
            </p:nvSpPr>
            <p:spPr>
              <a:xfrm>
                <a:off x="29331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57" name="타원 23556">
                <a:extLst>
                  <a:ext uri="{FF2B5EF4-FFF2-40B4-BE49-F238E27FC236}">
                    <a16:creationId xmlns:a16="http://schemas.microsoft.com/office/drawing/2014/main" id="{0BB9F1E2-E34D-4943-9204-FBC49E123D6E}"/>
                  </a:ext>
                </a:extLst>
              </p:cNvPr>
              <p:cNvSpPr/>
              <p:nvPr/>
            </p:nvSpPr>
            <p:spPr>
              <a:xfrm>
                <a:off x="30855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58" name="타원 23557">
                <a:extLst>
                  <a:ext uri="{FF2B5EF4-FFF2-40B4-BE49-F238E27FC236}">
                    <a16:creationId xmlns:a16="http://schemas.microsoft.com/office/drawing/2014/main" id="{2B823FD5-E547-4347-997D-0EF2047ADD90}"/>
                  </a:ext>
                </a:extLst>
              </p:cNvPr>
              <p:cNvSpPr/>
              <p:nvPr/>
            </p:nvSpPr>
            <p:spPr>
              <a:xfrm>
                <a:off x="32379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59" name="타원 23558">
                <a:extLst>
                  <a:ext uri="{FF2B5EF4-FFF2-40B4-BE49-F238E27FC236}">
                    <a16:creationId xmlns:a16="http://schemas.microsoft.com/office/drawing/2014/main" id="{D4A98488-9FDE-4B56-B23B-7950076D878A}"/>
                  </a:ext>
                </a:extLst>
              </p:cNvPr>
              <p:cNvSpPr/>
              <p:nvPr/>
            </p:nvSpPr>
            <p:spPr>
              <a:xfrm>
                <a:off x="33903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60" name="타원 23559">
                <a:extLst>
                  <a:ext uri="{FF2B5EF4-FFF2-40B4-BE49-F238E27FC236}">
                    <a16:creationId xmlns:a16="http://schemas.microsoft.com/office/drawing/2014/main" id="{652CE537-1A45-4305-AF05-761B0696D90B}"/>
                  </a:ext>
                </a:extLst>
              </p:cNvPr>
              <p:cNvSpPr/>
              <p:nvPr/>
            </p:nvSpPr>
            <p:spPr>
              <a:xfrm>
                <a:off x="35427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61" name="타원 23560">
                <a:extLst>
                  <a:ext uri="{FF2B5EF4-FFF2-40B4-BE49-F238E27FC236}">
                    <a16:creationId xmlns:a16="http://schemas.microsoft.com/office/drawing/2014/main" id="{730AD181-CF37-4ADE-AF94-723F9079169B}"/>
                  </a:ext>
                </a:extLst>
              </p:cNvPr>
              <p:cNvSpPr/>
              <p:nvPr/>
            </p:nvSpPr>
            <p:spPr>
              <a:xfrm>
                <a:off x="36951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62" name="타원 23561">
                <a:extLst>
                  <a:ext uri="{FF2B5EF4-FFF2-40B4-BE49-F238E27FC236}">
                    <a16:creationId xmlns:a16="http://schemas.microsoft.com/office/drawing/2014/main" id="{746EBE22-3EBA-4D31-8148-35B22DF1E069}"/>
                  </a:ext>
                </a:extLst>
              </p:cNvPr>
              <p:cNvSpPr/>
              <p:nvPr/>
            </p:nvSpPr>
            <p:spPr>
              <a:xfrm>
                <a:off x="38475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63" name="타원 23562">
                <a:extLst>
                  <a:ext uri="{FF2B5EF4-FFF2-40B4-BE49-F238E27FC236}">
                    <a16:creationId xmlns:a16="http://schemas.microsoft.com/office/drawing/2014/main" id="{8ED69C92-8125-47F0-B233-43C6F6B87D8A}"/>
                  </a:ext>
                </a:extLst>
              </p:cNvPr>
              <p:cNvSpPr/>
              <p:nvPr/>
            </p:nvSpPr>
            <p:spPr>
              <a:xfrm>
                <a:off x="39999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64" name="타원 23563">
                <a:extLst>
                  <a:ext uri="{FF2B5EF4-FFF2-40B4-BE49-F238E27FC236}">
                    <a16:creationId xmlns:a16="http://schemas.microsoft.com/office/drawing/2014/main" id="{64E48EF4-94E6-4212-981B-BE26EE38D51F}"/>
                  </a:ext>
                </a:extLst>
              </p:cNvPr>
              <p:cNvSpPr/>
              <p:nvPr/>
            </p:nvSpPr>
            <p:spPr>
              <a:xfrm>
                <a:off x="41523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65" name="타원 23564">
                <a:extLst>
                  <a:ext uri="{FF2B5EF4-FFF2-40B4-BE49-F238E27FC236}">
                    <a16:creationId xmlns:a16="http://schemas.microsoft.com/office/drawing/2014/main" id="{E448041D-D34E-487A-9F88-B7DA274D0077}"/>
                  </a:ext>
                </a:extLst>
              </p:cNvPr>
              <p:cNvSpPr/>
              <p:nvPr/>
            </p:nvSpPr>
            <p:spPr>
              <a:xfrm>
                <a:off x="43047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66" name="타원 23565">
                <a:extLst>
                  <a:ext uri="{FF2B5EF4-FFF2-40B4-BE49-F238E27FC236}">
                    <a16:creationId xmlns:a16="http://schemas.microsoft.com/office/drawing/2014/main" id="{20DDDBD2-14C4-42E3-A8B6-57C625BEDDD8}"/>
                  </a:ext>
                </a:extLst>
              </p:cNvPr>
              <p:cNvSpPr/>
              <p:nvPr/>
            </p:nvSpPr>
            <p:spPr>
              <a:xfrm>
                <a:off x="44571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67" name="타원 23566">
                <a:extLst>
                  <a:ext uri="{FF2B5EF4-FFF2-40B4-BE49-F238E27FC236}">
                    <a16:creationId xmlns:a16="http://schemas.microsoft.com/office/drawing/2014/main" id="{5C70C76F-4229-4DB1-B4FF-47BEBF91FAEE}"/>
                  </a:ext>
                </a:extLst>
              </p:cNvPr>
              <p:cNvSpPr/>
              <p:nvPr/>
            </p:nvSpPr>
            <p:spPr>
              <a:xfrm>
                <a:off x="46095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68" name="타원 23567">
                <a:extLst>
                  <a:ext uri="{FF2B5EF4-FFF2-40B4-BE49-F238E27FC236}">
                    <a16:creationId xmlns:a16="http://schemas.microsoft.com/office/drawing/2014/main" id="{FC322236-3C0C-41C2-A85B-F526B59DD5D6}"/>
                  </a:ext>
                </a:extLst>
              </p:cNvPr>
              <p:cNvSpPr/>
              <p:nvPr/>
            </p:nvSpPr>
            <p:spPr>
              <a:xfrm>
                <a:off x="47619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69" name="타원 23568">
                <a:extLst>
                  <a:ext uri="{FF2B5EF4-FFF2-40B4-BE49-F238E27FC236}">
                    <a16:creationId xmlns:a16="http://schemas.microsoft.com/office/drawing/2014/main" id="{2D8C2E1E-C7C8-4BE6-8342-8AF5D0D2A06B}"/>
                  </a:ext>
                </a:extLst>
              </p:cNvPr>
              <p:cNvSpPr/>
              <p:nvPr/>
            </p:nvSpPr>
            <p:spPr>
              <a:xfrm>
                <a:off x="49143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70" name="타원 23569">
                <a:extLst>
                  <a:ext uri="{FF2B5EF4-FFF2-40B4-BE49-F238E27FC236}">
                    <a16:creationId xmlns:a16="http://schemas.microsoft.com/office/drawing/2014/main" id="{3176272A-6FE7-4297-B893-2219860E1BBE}"/>
                  </a:ext>
                </a:extLst>
              </p:cNvPr>
              <p:cNvSpPr/>
              <p:nvPr/>
            </p:nvSpPr>
            <p:spPr>
              <a:xfrm>
                <a:off x="50667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71" name="타원 23570">
                <a:extLst>
                  <a:ext uri="{FF2B5EF4-FFF2-40B4-BE49-F238E27FC236}">
                    <a16:creationId xmlns:a16="http://schemas.microsoft.com/office/drawing/2014/main" id="{45D759AD-7A66-41A5-B783-98C5D0C4E98A}"/>
                  </a:ext>
                </a:extLst>
              </p:cNvPr>
              <p:cNvSpPr/>
              <p:nvPr/>
            </p:nvSpPr>
            <p:spPr>
              <a:xfrm>
                <a:off x="52191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72" name="타원 23571">
                <a:extLst>
                  <a:ext uri="{FF2B5EF4-FFF2-40B4-BE49-F238E27FC236}">
                    <a16:creationId xmlns:a16="http://schemas.microsoft.com/office/drawing/2014/main" id="{FCB2D701-0448-428C-8350-D6D6CBC30847}"/>
                  </a:ext>
                </a:extLst>
              </p:cNvPr>
              <p:cNvSpPr/>
              <p:nvPr/>
            </p:nvSpPr>
            <p:spPr>
              <a:xfrm>
                <a:off x="53715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73" name="타원 23572">
                <a:extLst>
                  <a:ext uri="{FF2B5EF4-FFF2-40B4-BE49-F238E27FC236}">
                    <a16:creationId xmlns:a16="http://schemas.microsoft.com/office/drawing/2014/main" id="{ECDE7A55-7C42-4F16-B8D8-7C1137108043}"/>
                  </a:ext>
                </a:extLst>
              </p:cNvPr>
              <p:cNvSpPr/>
              <p:nvPr/>
            </p:nvSpPr>
            <p:spPr>
              <a:xfrm>
                <a:off x="55239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74" name="타원 23573">
                <a:extLst>
                  <a:ext uri="{FF2B5EF4-FFF2-40B4-BE49-F238E27FC236}">
                    <a16:creationId xmlns:a16="http://schemas.microsoft.com/office/drawing/2014/main" id="{0CA0A8AB-5602-48CF-B26B-9F793A2B66EA}"/>
                  </a:ext>
                </a:extLst>
              </p:cNvPr>
              <p:cNvSpPr/>
              <p:nvPr/>
            </p:nvSpPr>
            <p:spPr>
              <a:xfrm>
                <a:off x="5676363" y="6088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75" name="타원 23574">
                <a:extLst>
                  <a:ext uri="{FF2B5EF4-FFF2-40B4-BE49-F238E27FC236}">
                    <a16:creationId xmlns:a16="http://schemas.microsoft.com/office/drawing/2014/main" id="{B2CD45F8-3B17-4016-8BD3-55C039A60996}"/>
                  </a:ext>
                </a:extLst>
              </p:cNvPr>
              <p:cNvSpPr/>
              <p:nvPr/>
            </p:nvSpPr>
            <p:spPr>
              <a:xfrm>
                <a:off x="3423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76" name="타원 23575">
                <a:extLst>
                  <a:ext uri="{FF2B5EF4-FFF2-40B4-BE49-F238E27FC236}">
                    <a16:creationId xmlns:a16="http://schemas.microsoft.com/office/drawing/2014/main" id="{1A3E3E56-7F7E-4A7D-BFB7-1A5779AC82E4}"/>
                  </a:ext>
                </a:extLst>
              </p:cNvPr>
              <p:cNvSpPr/>
              <p:nvPr/>
            </p:nvSpPr>
            <p:spPr>
              <a:xfrm>
                <a:off x="4947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77" name="타원 23576">
                <a:extLst>
                  <a:ext uri="{FF2B5EF4-FFF2-40B4-BE49-F238E27FC236}">
                    <a16:creationId xmlns:a16="http://schemas.microsoft.com/office/drawing/2014/main" id="{E9F46699-81C9-4067-876A-19A6AF4DCD74}"/>
                  </a:ext>
                </a:extLst>
              </p:cNvPr>
              <p:cNvSpPr/>
              <p:nvPr/>
            </p:nvSpPr>
            <p:spPr>
              <a:xfrm>
                <a:off x="6471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78" name="타원 23577">
                <a:extLst>
                  <a:ext uri="{FF2B5EF4-FFF2-40B4-BE49-F238E27FC236}">
                    <a16:creationId xmlns:a16="http://schemas.microsoft.com/office/drawing/2014/main" id="{145733EC-39EA-4C63-B859-51036DD6DF9D}"/>
                  </a:ext>
                </a:extLst>
              </p:cNvPr>
              <p:cNvSpPr/>
              <p:nvPr/>
            </p:nvSpPr>
            <p:spPr>
              <a:xfrm>
                <a:off x="7995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79" name="타원 23578">
                <a:extLst>
                  <a:ext uri="{FF2B5EF4-FFF2-40B4-BE49-F238E27FC236}">
                    <a16:creationId xmlns:a16="http://schemas.microsoft.com/office/drawing/2014/main" id="{DFC2B4AF-9BA7-4041-B8C0-D6DDC0858CBD}"/>
                  </a:ext>
                </a:extLst>
              </p:cNvPr>
              <p:cNvSpPr/>
              <p:nvPr/>
            </p:nvSpPr>
            <p:spPr>
              <a:xfrm>
                <a:off x="9519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80" name="타원 23579">
                <a:extLst>
                  <a:ext uri="{FF2B5EF4-FFF2-40B4-BE49-F238E27FC236}">
                    <a16:creationId xmlns:a16="http://schemas.microsoft.com/office/drawing/2014/main" id="{1BE23F32-C3F9-4804-9FA7-605C6D63657A}"/>
                  </a:ext>
                </a:extLst>
              </p:cNvPr>
              <p:cNvSpPr/>
              <p:nvPr/>
            </p:nvSpPr>
            <p:spPr>
              <a:xfrm>
                <a:off x="11043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81" name="타원 23580">
                <a:extLst>
                  <a:ext uri="{FF2B5EF4-FFF2-40B4-BE49-F238E27FC236}">
                    <a16:creationId xmlns:a16="http://schemas.microsoft.com/office/drawing/2014/main" id="{9753329F-FB9E-4449-B4D0-4CFACD07FC45}"/>
                  </a:ext>
                </a:extLst>
              </p:cNvPr>
              <p:cNvSpPr/>
              <p:nvPr/>
            </p:nvSpPr>
            <p:spPr>
              <a:xfrm>
                <a:off x="12567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82" name="타원 23581">
                <a:extLst>
                  <a:ext uri="{FF2B5EF4-FFF2-40B4-BE49-F238E27FC236}">
                    <a16:creationId xmlns:a16="http://schemas.microsoft.com/office/drawing/2014/main" id="{0729C805-5878-4FAA-9070-9318C05C951E}"/>
                  </a:ext>
                </a:extLst>
              </p:cNvPr>
              <p:cNvSpPr/>
              <p:nvPr/>
            </p:nvSpPr>
            <p:spPr>
              <a:xfrm>
                <a:off x="14091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83" name="타원 23582">
                <a:extLst>
                  <a:ext uri="{FF2B5EF4-FFF2-40B4-BE49-F238E27FC236}">
                    <a16:creationId xmlns:a16="http://schemas.microsoft.com/office/drawing/2014/main" id="{79B42DA4-25DB-4AE4-AEB1-FD9EE4103D9A}"/>
                  </a:ext>
                </a:extLst>
              </p:cNvPr>
              <p:cNvSpPr/>
              <p:nvPr/>
            </p:nvSpPr>
            <p:spPr>
              <a:xfrm>
                <a:off x="15615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84" name="타원 23583">
                <a:extLst>
                  <a:ext uri="{FF2B5EF4-FFF2-40B4-BE49-F238E27FC236}">
                    <a16:creationId xmlns:a16="http://schemas.microsoft.com/office/drawing/2014/main" id="{A3ACC5E0-2AA0-4510-89FD-DBB3C2308E03}"/>
                  </a:ext>
                </a:extLst>
              </p:cNvPr>
              <p:cNvSpPr/>
              <p:nvPr/>
            </p:nvSpPr>
            <p:spPr>
              <a:xfrm>
                <a:off x="17139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85" name="타원 23584">
                <a:extLst>
                  <a:ext uri="{FF2B5EF4-FFF2-40B4-BE49-F238E27FC236}">
                    <a16:creationId xmlns:a16="http://schemas.microsoft.com/office/drawing/2014/main" id="{17D30A97-5921-4478-B321-CF909B9A9792}"/>
                  </a:ext>
                </a:extLst>
              </p:cNvPr>
              <p:cNvSpPr/>
              <p:nvPr/>
            </p:nvSpPr>
            <p:spPr>
              <a:xfrm>
                <a:off x="18663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86" name="타원 23585">
                <a:extLst>
                  <a:ext uri="{FF2B5EF4-FFF2-40B4-BE49-F238E27FC236}">
                    <a16:creationId xmlns:a16="http://schemas.microsoft.com/office/drawing/2014/main" id="{E703D063-C79B-4B64-8907-460DFA1FF569}"/>
                  </a:ext>
                </a:extLst>
              </p:cNvPr>
              <p:cNvSpPr/>
              <p:nvPr/>
            </p:nvSpPr>
            <p:spPr>
              <a:xfrm>
                <a:off x="20187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87" name="타원 23586">
                <a:extLst>
                  <a:ext uri="{FF2B5EF4-FFF2-40B4-BE49-F238E27FC236}">
                    <a16:creationId xmlns:a16="http://schemas.microsoft.com/office/drawing/2014/main" id="{6CE620B4-5DE5-487C-9B79-4C7F85365DE1}"/>
                  </a:ext>
                </a:extLst>
              </p:cNvPr>
              <p:cNvSpPr/>
              <p:nvPr/>
            </p:nvSpPr>
            <p:spPr>
              <a:xfrm>
                <a:off x="21711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88" name="타원 23587">
                <a:extLst>
                  <a:ext uri="{FF2B5EF4-FFF2-40B4-BE49-F238E27FC236}">
                    <a16:creationId xmlns:a16="http://schemas.microsoft.com/office/drawing/2014/main" id="{7BAE6A2F-17EB-4D55-A153-6C9C0ABE2E56}"/>
                  </a:ext>
                </a:extLst>
              </p:cNvPr>
              <p:cNvSpPr/>
              <p:nvPr/>
            </p:nvSpPr>
            <p:spPr>
              <a:xfrm>
                <a:off x="23235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89" name="타원 23588">
                <a:extLst>
                  <a:ext uri="{FF2B5EF4-FFF2-40B4-BE49-F238E27FC236}">
                    <a16:creationId xmlns:a16="http://schemas.microsoft.com/office/drawing/2014/main" id="{7E5DFDE2-CC8E-40E8-A871-A99EDEF4D214}"/>
                  </a:ext>
                </a:extLst>
              </p:cNvPr>
              <p:cNvSpPr/>
              <p:nvPr/>
            </p:nvSpPr>
            <p:spPr>
              <a:xfrm>
                <a:off x="24759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90" name="타원 23589">
                <a:extLst>
                  <a:ext uri="{FF2B5EF4-FFF2-40B4-BE49-F238E27FC236}">
                    <a16:creationId xmlns:a16="http://schemas.microsoft.com/office/drawing/2014/main" id="{7A9120AD-C349-47D2-8501-698EDC687FEE}"/>
                  </a:ext>
                </a:extLst>
              </p:cNvPr>
              <p:cNvSpPr/>
              <p:nvPr/>
            </p:nvSpPr>
            <p:spPr>
              <a:xfrm>
                <a:off x="26283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91" name="타원 23590">
                <a:extLst>
                  <a:ext uri="{FF2B5EF4-FFF2-40B4-BE49-F238E27FC236}">
                    <a16:creationId xmlns:a16="http://schemas.microsoft.com/office/drawing/2014/main" id="{3FAED571-9BB4-427A-8619-8B6AEB4D5ED0}"/>
                  </a:ext>
                </a:extLst>
              </p:cNvPr>
              <p:cNvSpPr/>
              <p:nvPr/>
            </p:nvSpPr>
            <p:spPr>
              <a:xfrm>
                <a:off x="27807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92" name="타원 23591">
                <a:extLst>
                  <a:ext uri="{FF2B5EF4-FFF2-40B4-BE49-F238E27FC236}">
                    <a16:creationId xmlns:a16="http://schemas.microsoft.com/office/drawing/2014/main" id="{560F14E0-065B-489E-B00F-6CC3B02F8E64}"/>
                  </a:ext>
                </a:extLst>
              </p:cNvPr>
              <p:cNvSpPr/>
              <p:nvPr/>
            </p:nvSpPr>
            <p:spPr>
              <a:xfrm>
                <a:off x="29331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93" name="타원 23592">
                <a:extLst>
                  <a:ext uri="{FF2B5EF4-FFF2-40B4-BE49-F238E27FC236}">
                    <a16:creationId xmlns:a16="http://schemas.microsoft.com/office/drawing/2014/main" id="{8A077F49-7A53-4ECB-AD10-E4E14DA7C0A5}"/>
                  </a:ext>
                </a:extLst>
              </p:cNvPr>
              <p:cNvSpPr/>
              <p:nvPr/>
            </p:nvSpPr>
            <p:spPr>
              <a:xfrm>
                <a:off x="30855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94" name="타원 23593">
                <a:extLst>
                  <a:ext uri="{FF2B5EF4-FFF2-40B4-BE49-F238E27FC236}">
                    <a16:creationId xmlns:a16="http://schemas.microsoft.com/office/drawing/2014/main" id="{8779D58E-C19B-482C-B483-913D3F1173C9}"/>
                  </a:ext>
                </a:extLst>
              </p:cNvPr>
              <p:cNvSpPr/>
              <p:nvPr/>
            </p:nvSpPr>
            <p:spPr>
              <a:xfrm>
                <a:off x="32379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95" name="타원 23594">
                <a:extLst>
                  <a:ext uri="{FF2B5EF4-FFF2-40B4-BE49-F238E27FC236}">
                    <a16:creationId xmlns:a16="http://schemas.microsoft.com/office/drawing/2014/main" id="{51259835-E7E5-44EA-BDF2-C842BCD6EA44}"/>
                  </a:ext>
                </a:extLst>
              </p:cNvPr>
              <p:cNvSpPr/>
              <p:nvPr/>
            </p:nvSpPr>
            <p:spPr>
              <a:xfrm>
                <a:off x="33903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96" name="타원 23595">
                <a:extLst>
                  <a:ext uri="{FF2B5EF4-FFF2-40B4-BE49-F238E27FC236}">
                    <a16:creationId xmlns:a16="http://schemas.microsoft.com/office/drawing/2014/main" id="{1AB19A13-D9B0-489B-BFA0-0F5DC3E5CDF1}"/>
                  </a:ext>
                </a:extLst>
              </p:cNvPr>
              <p:cNvSpPr/>
              <p:nvPr/>
            </p:nvSpPr>
            <p:spPr>
              <a:xfrm>
                <a:off x="35427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97" name="타원 23596">
                <a:extLst>
                  <a:ext uri="{FF2B5EF4-FFF2-40B4-BE49-F238E27FC236}">
                    <a16:creationId xmlns:a16="http://schemas.microsoft.com/office/drawing/2014/main" id="{61EFFBF4-1AFF-4583-8386-664FA5B26337}"/>
                  </a:ext>
                </a:extLst>
              </p:cNvPr>
              <p:cNvSpPr/>
              <p:nvPr/>
            </p:nvSpPr>
            <p:spPr>
              <a:xfrm>
                <a:off x="36951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98" name="타원 23597">
                <a:extLst>
                  <a:ext uri="{FF2B5EF4-FFF2-40B4-BE49-F238E27FC236}">
                    <a16:creationId xmlns:a16="http://schemas.microsoft.com/office/drawing/2014/main" id="{611479CA-FF8B-4EC9-B73F-5B9839EEB19F}"/>
                  </a:ext>
                </a:extLst>
              </p:cNvPr>
              <p:cNvSpPr/>
              <p:nvPr/>
            </p:nvSpPr>
            <p:spPr>
              <a:xfrm>
                <a:off x="38475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99" name="타원 23598">
                <a:extLst>
                  <a:ext uri="{FF2B5EF4-FFF2-40B4-BE49-F238E27FC236}">
                    <a16:creationId xmlns:a16="http://schemas.microsoft.com/office/drawing/2014/main" id="{2423EC55-59B4-46F8-8838-10B71DBB05AD}"/>
                  </a:ext>
                </a:extLst>
              </p:cNvPr>
              <p:cNvSpPr/>
              <p:nvPr/>
            </p:nvSpPr>
            <p:spPr>
              <a:xfrm>
                <a:off x="39999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00" name="타원 23599">
                <a:extLst>
                  <a:ext uri="{FF2B5EF4-FFF2-40B4-BE49-F238E27FC236}">
                    <a16:creationId xmlns:a16="http://schemas.microsoft.com/office/drawing/2014/main" id="{3AF6B800-DDB8-45DF-9FDC-3C8FA7EC8707}"/>
                  </a:ext>
                </a:extLst>
              </p:cNvPr>
              <p:cNvSpPr/>
              <p:nvPr/>
            </p:nvSpPr>
            <p:spPr>
              <a:xfrm>
                <a:off x="41523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01" name="타원 23600">
                <a:extLst>
                  <a:ext uri="{FF2B5EF4-FFF2-40B4-BE49-F238E27FC236}">
                    <a16:creationId xmlns:a16="http://schemas.microsoft.com/office/drawing/2014/main" id="{EB3988F2-5A41-49C0-B7C8-6D7046E37CCE}"/>
                  </a:ext>
                </a:extLst>
              </p:cNvPr>
              <p:cNvSpPr/>
              <p:nvPr/>
            </p:nvSpPr>
            <p:spPr>
              <a:xfrm>
                <a:off x="43047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02" name="타원 23601">
                <a:extLst>
                  <a:ext uri="{FF2B5EF4-FFF2-40B4-BE49-F238E27FC236}">
                    <a16:creationId xmlns:a16="http://schemas.microsoft.com/office/drawing/2014/main" id="{EE64A123-A7A6-4FA9-8EA7-63399B8BA248}"/>
                  </a:ext>
                </a:extLst>
              </p:cNvPr>
              <p:cNvSpPr/>
              <p:nvPr/>
            </p:nvSpPr>
            <p:spPr>
              <a:xfrm>
                <a:off x="44571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03" name="타원 23602">
                <a:extLst>
                  <a:ext uri="{FF2B5EF4-FFF2-40B4-BE49-F238E27FC236}">
                    <a16:creationId xmlns:a16="http://schemas.microsoft.com/office/drawing/2014/main" id="{CD8C55CA-03C7-41B7-9582-14AABCD1A58A}"/>
                  </a:ext>
                </a:extLst>
              </p:cNvPr>
              <p:cNvSpPr/>
              <p:nvPr/>
            </p:nvSpPr>
            <p:spPr>
              <a:xfrm>
                <a:off x="46095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04" name="타원 23603">
                <a:extLst>
                  <a:ext uri="{FF2B5EF4-FFF2-40B4-BE49-F238E27FC236}">
                    <a16:creationId xmlns:a16="http://schemas.microsoft.com/office/drawing/2014/main" id="{5F7EFBD0-B309-4DF3-89ED-94697432C1DF}"/>
                  </a:ext>
                </a:extLst>
              </p:cNvPr>
              <p:cNvSpPr/>
              <p:nvPr/>
            </p:nvSpPr>
            <p:spPr>
              <a:xfrm>
                <a:off x="47619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05" name="타원 23604">
                <a:extLst>
                  <a:ext uri="{FF2B5EF4-FFF2-40B4-BE49-F238E27FC236}">
                    <a16:creationId xmlns:a16="http://schemas.microsoft.com/office/drawing/2014/main" id="{4FFE77BB-B745-4429-928C-61261957CAC1}"/>
                  </a:ext>
                </a:extLst>
              </p:cNvPr>
              <p:cNvSpPr/>
              <p:nvPr/>
            </p:nvSpPr>
            <p:spPr>
              <a:xfrm>
                <a:off x="49143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06" name="타원 23605">
                <a:extLst>
                  <a:ext uri="{FF2B5EF4-FFF2-40B4-BE49-F238E27FC236}">
                    <a16:creationId xmlns:a16="http://schemas.microsoft.com/office/drawing/2014/main" id="{E25E3987-809F-47DF-9BE1-C1FAA1F83262}"/>
                  </a:ext>
                </a:extLst>
              </p:cNvPr>
              <p:cNvSpPr/>
              <p:nvPr/>
            </p:nvSpPr>
            <p:spPr>
              <a:xfrm>
                <a:off x="50667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07" name="타원 23606">
                <a:extLst>
                  <a:ext uri="{FF2B5EF4-FFF2-40B4-BE49-F238E27FC236}">
                    <a16:creationId xmlns:a16="http://schemas.microsoft.com/office/drawing/2014/main" id="{1F098A33-1570-4FB1-9825-5DC1E77BF358}"/>
                  </a:ext>
                </a:extLst>
              </p:cNvPr>
              <p:cNvSpPr/>
              <p:nvPr/>
            </p:nvSpPr>
            <p:spPr>
              <a:xfrm>
                <a:off x="52191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08" name="타원 23607">
                <a:extLst>
                  <a:ext uri="{FF2B5EF4-FFF2-40B4-BE49-F238E27FC236}">
                    <a16:creationId xmlns:a16="http://schemas.microsoft.com/office/drawing/2014/main" id="{CBE0DFF7-8C21-471C-B7AB-3D4B99B5EECE}"/>
                  </a:ext>
                </a:extLst>
              </p:cNvPr>
              <p:cNvSpPr/>
              <p:nvPr/>
            </p:nvSpPr>
            <p:spPr>
              <a:xfrm>
                <a:off x="53715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09" name="타원 23608">
                <a:extLst>
                  <a:ext uri="{FF2B5EF4-FFF2-40B4-BE49-F238E27FC236}">
                    <a16:creationId xmlns:a16="http://schemas.microsoft.com/office/drawing/2014/main" id="{62D6D759-5404-4A78-8BF9-CB4D86274D38}"/>
                  </a:ext>
                </a:extLst>
              </p:cNvPr>
              <p:cNvSpPr/>
              <p:nvPr/>
            </p:nvSpPr>
            <p:spPr>
              <a:xfrm>
                <a:off x="55239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10" name="타원 23609">
                <a:extLst>
                  <a:ext uri="{FF2B5EF4-FFF2-40B4-BE49-F238E27FC236}">
                    <a16:creationId xmlns:a16="http://schemas.microsoft.com/office/drawing/2014/main" id="{1BDF7491-A927-4147-9A35-935EAB633273}"/>
                  </a:ext>
                </a:extLst>
              </p:cNvPr>
              <p:cNvSpPr/>
              <p:nvPr/>
            </p:nvSpPr>
            <p:spPr>
              <a:xfrm>
                <a:off x="5676363" y="6240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11" name="타원 23610">
                <a:extLst>
                  <a:ext uri="{FF2B5EF4-FFF2-40B4-BE49-F238E27FC236}">
                    <a16:creationId xmlns:a16="http://schemas.microsoft.com/office/drawing/2014/main" id="{582239FD-7501-4F83-AF02-E6170081527B}"/>
                  </a:ext>
                </a:extLst>
              </p:cNvPr>
              <p:cNvSpPr/>
              <p:nvPr/>
            </p:nvSpPr>
            <p:spPr>
              <a:xfrm>
                <a:off x="3423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12" name="타원 23611">
                <a:extLst>
                  <a:ext uri="{FF2B5EF4-FFF2-40B4-BE49-F238E27FC236}">
                    <a16:creationId xmlns:a16="http://schemas.microsoft.com/office/drawing/2014/main" id="{A7467F59-68D1-4665-93ED-2579E89CF2B4}"/>
                  </a:ext>
                </a:extLst>
              </p:cNvPr>
              <p:cNvSpPr/>
              <p:nvPr/>
            </p:nvSpPr>
            <p:spPr>
              <a:xfrm>
                <a:off x="4947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13" name="타원 23612">
                <a:extLst>
                  <a:ext uri="{FF2B5EF4-FFF2-40B4-BE49-F238E27FC236}">
                    <a16:creationId xmlns:a16="http://schemas.microsoft.com/office/drawing/2014/main" id="{4CEC6DFB-834A-46BF-AAB5-1F9BE15031C9}"/>
                  </a:ext>
                </a:extLst>
              </p:cNvPr>
              <p:cNvSpPr/>
              <p:nvPr/>
            </p:nvSpPr>
            <p:spPr>
              <a:xfrm>
                <a:off x="6471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14" name="타원 23613">
                <a:extLst>
                  <a:ext uri="{FF2B5EF4-FFF2-40B4-BE49-F238E27FC236}">
                    <a16:creationId xmlns:a16="http://schemas.microsoft.com/office/drawing/2014/main" id="{6190B16C-F51D-4EA3-B625-6ADF07C3C0A7}"/>
                  </a:ext>
                </a:extLst>
              </p:cNvPr>
              <p:cNvSpPr/>
              <p:nvPr/>
            </p:nvSpPr>
            <p:spPr>
              <a:xfrm>
                <a:off x="7995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15" name="타원 23614">
                <a:extLst>
                  <a:ext uri="{FF2B5EF4-FFF2-40B4-BE49-F238E27FC236}">
                    <a16:creationId xmlns:a16="http://schemas.microsoft.com/office/drawing/2014/main" id="{8E43132B-F2FF-4E5E-B543-5F2EA96587A6}"/>
                  </a:ext>
                </a:extLst>
              </p:cNvPr>
              <p:cNvSpPr/>
              <p:nvPr/>
            </p:nvSpPr>
            <p:spPr>
              <a:xfrm>
                <a:off x="9519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16" name="타원 23615">
                <a:extLst>
                  <a:ext uri="{FF2B5EF4-FFF2-40B4-BE49-F238E27FC236}">
                    <a16:creationId xmlns:a16="http://schemas.microsoft.com/office/drawing/2014/main" id="{247B6B62-04BB-454E-AEFD-C01C025AAC99}"/>
                  </a:ext>
                </a:extLst>
              </p:cNvPr>
              <p:cNvSpPr/>
              <p:nvPr/>
            </p:nvSpPr>
            <p:spPr>
              <a:xfrm>
                <a:off x="11043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17" name="타원 23616">
                <a:extLst>
                  <a:ext uri="{FF2B5EF4-FFF2-40B4-BE49-F238E27FC236}">
                    <a16:creationId xmlns:a16="http://schemas.microsoft.com/office/drawing/2014/main" id="{BFD2DB51-1412-43D0-BF99-554BDC14B096}"/>
                  </a:ext>
                </a:extLst>
              </p:cNvPr>
              <p:cNvSpPr/>
              <p:nvPr/>
            </p:nvSpPr>
            <p:spPr>
              <a:xfrm>
                <a:off x="12567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18" name="타원 23617">
                <a:extLst>
                  <a:ext uri="{FF2B5EF4-FFF2-40B4-BE49-F238E27FC236}">
                    <a16:creationId xmlns:a16="http://schemas.microsoft.com/office/drawing/2014/main" id="{8486816A-B5D7-4065-A8EF-1834B8A84E08}"/>
                  </a:ext>
                </a:extLst>
              </p:cNvPr>
              <p:cNvSpPr/>
              <p:nvPr/>
            </p:nvSpPr>
            <p:spPr>
              <a:xfrm>
                <a:off x="14091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19" name="타원 23618">
                <a:extLst>
                  <a:ext uri="{FF2B5EF4-FFF2-40B4-BE49-F238E27FC236}">
                    <a16:creationId xmlns:a16="http://schemas.microsoft.com/office/drawing/2014/main" id="{076B11DB-92EC-4A5D-9906-C2E45263D8D3}"/>
                  </a:ext>
                </a:extLst>
              </p:cNvPr>
              <p:cNvSpPr/>
              <p:nvPr/>
            </p:nvSpPr>
            <p:spPr>
              <a:xfrm>
                <a:off x="15615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20" name="타원 23619">
                <a:extLst>
                  <a:ext uri="{FF2B5EF4-FFF2-40B4-BE49-F238E27FC236}">
                    <a16:creationId xmlns:a16="http://schemas.microsoft.com/office/drawing/2014/main" id="{506C12BB-59E7-4C12-BC01-68CA3DBA9BBF}"/>
                  </a:ext>
                </a:extLst>
              </p:cNvPr>
              <p:cNvSpPr/>
              <p:nvPr/>
            </p:nvSpPr>
            <p:spPr>
              <a:xfrm>
                <a:off x="17139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21" name="타원 23620">
                <a:extLst>
                  <a:ext uri="{FF2B5EF4-FFF2-40B4-BE49-F238E27FC236}">
                    <a16:creationId xmlns:a16="http://schemas.microsoft.com/office/drawing/2014/main" id="{2230D46C-9BD9-4B27-B04A-A52E527E630A}"/>
                  </a:ext>
                </a:extLst>
              </p:cNvPr>
              <p:cNvSpPr/>
              <p:nvPr/>
            </p:nvSpPr>
            <p:spPr>
              <a:xfrm>
                <a:off x="18663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22" name="타원 23621">
                <a:extLst>
                  <a:ext uri="{FF2B5EF4-FFF2-40B4-BE49-F238E27FC236}">
                    <a16:creationId xmlns:a16="http://schemas.microsoft.com/office/drawing/2014/main" id="{C7885D0F-4606-4A5E-9DA4-D38F3A5289B7}"/>
                  </a:ext>
                </a:extLst>
              </p:cNvPr>
              <p:cNvSpPr/>
              <p:nvPr/>
            </p:nvSpPr>
            <p:spPr>
              <a:xfrm>
                <a:off x="20187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23" name="타원 23622">
                <a:extLst>
                  <a:ext uri="{FF2B5EF4-FFF2-40B4-BE49-F238E27FC236}">
                    <a16:creationId xmlns:a16="http://schemas.microsoft.com/office/drawing/2014/main" id="{101FCD51-A0CC-454B-B813-A689682A26F6}"/>
                  </a:ext>
                </a:extLst>
              </p:cNvPr>
              <p:cNvSpPr/>
              <p:nvPr/>
            </p:nvSpPr>
            <p:spPr>
              <a:xfrm>
                <a:off x="21711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24" name="타원 23623">
                <a:extLst>
                  <a:ext uri="{FF2B5EF4-FFF2-40B4-BE49-F238E27FC236}">
                    <a16:creationId xmlns:a16="http://schemas.microsoft.com/office/drawing/2014/main" id="{19B9C78C-9C87-4A6A-8055-A03239C9BAFB}"/>
                  </a:ext>
                </a:extLst>
              </p:cNvPr>
              <p:cNvSpPr/>
              <p:nvPr/>
            </p:nvSpPr>
            <p:spPr>
              <a:xfrm>
                <a:off x="23235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25" name="타원 23624">
                <a:extLst>
                  <a:ext uri="{FF2B5EF4-FFF2-40B4-BE49-F238E27FC236}">
                    <a16:creationId xmlns:a16="http://schemas.microsoft.com/office/drawing/2014/main" id="{C7913008-D6ED-4015-A35E-4822854776D5}"/>
                  </a:ext>
                </a:extLst>
              </p:cNvPr>
              <p:cNvSpPr/>
              <p:nvPr/>
            </p:nvSpPr>
            <p:spPr>
              <a:xfrm>
                <a:off x="24759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26" name="타원 23625">
                <a:extLst>
                  <a:ext uri="{FF2B5EF4-FFF2-40B4-BE49-F238E27FC236}">
                    <a16:creationId xmlns:a16="http://schemas.microsoft.com/office/drawing/2014/main" id="{129F8508-E5E9-4535-B72A-47D389569DE2}"/>
                  </a:ext>
                </a:extLst>
              </p:cNvPr>
              <p:cNvSpPr/>
              <p:nvPr/>
            </p:nvSpPr>
            <p:spPr>
              <a:xfrm>
                <a:off x="26283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27" name="타원 23626">
                <a:extLst>
                  <a:ext uri="{FF2B5EF4-FFF2-40B4-BE49-F238E27FC236}">
                    <a16:creationId xmlns:a16="http://schemas.microsoft.com/office/drawing/2014/main" id="{788E4879-210A-498D-B6C9-CC41C0DBE1CC}"/>
                  </a:ext>
                </a:extLst>
              </p:cNvPr>
              <p:cNvSpPr/>
              <p:nvPr/>
            </p:nvSpPr>
            <p:spPr>
              <a:xfrm>
                <a:off x="27807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28" name="타원 23627">
                <a:extLst>
                  <a:ext uri="{FF2B5EF4-FFF2-40B4-BE49-F238E27FC236}">
                    <a16:creationId xmlns:a16="http://schemas.microsoft.com/office/drawing/2014/main" id="{828EF346-E6D6-473D-B383-171812379551}"/>
                  </a:ext>
                </a:extLst>
              </p:cNvPr>
              <p:cNvSpPr/>
              <p:nvPr/>
            </p:nvSpPr>
            <p:spPr>
              <a:xfrm>
                <a:off x="29331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29" name="타원 23628">
                <a:extLst>
                  <a:ext uri="{FF2B5EF4-FFF2-40B4-BE49-F238E27FC236}">
                    <a16:creationId xmlns:a16="http://schemas.microsoft.com/office/drawing/2014/main" id="{57824146-8B0D-4565-B49F-7AAD9003B1C3}"/>
                  </a:ext>
                </a:extLst>
              </p:cNvPr>
              <p:cNvSpPr/>
              <p:nvPr/>
            </p:nvSpPr>
            <p:spPr>
              <a:xfrm>
                <a:off x="30855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30" name="타원 23629">
                <a:extLst>
                  <a:ext uri="{FF2B5EF4-FFF2-40B4-BE49-F238E27FC236}">
                    <a16:creationId xmlns:a16="http://schemas.microsoft.com/office/drawing/2014/main" id="{173C6FE7-C56C-4FF4-A012-1CF49C8D4F17}"/>
                  </a:ext>
                </a:extLst>
              </p:cNvPr>
              <p:cNvSpPr/>
              <p:nvPr/>
            </p:nvSpPr>
            <p:spPr>
              <a:xfrm>
                <a:off x="32379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31" name="타원 23630">
                <a:extLst>
                  <a:ext uri="{FF2B5EF4-FFF2-40B4-BE49-F238E27FC236}">
                    <a16:creationId xmlns:a16="http://schemas.microsoft.com/office/drawing/2014/main" id="{B3223B0E-DF93-44AA-9093-0DE3B00AF226}"/>
                  </a:ext>
                </a:extLst>
              </p:cNvPr>
              <p:cNvSpPr/>
              <p:nvPr/>
            </p:nvSpPr>
            <p:spPr>
              <a:xfrm>
                <a:off x="33903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32" name="타원 23631">
                <a:extLst>
                  <a:ext uri="{FF2B5EF4-FFF2-40B4-BE49-F238E27FC236}">
                    <a16:creationId xmlns:a16="http://schemas.microsoft.com/office/drawing/2014/main" id="{42BC7072-7CC8-476B-AA6F-82452A54186D}"/>
                  </a:ext>
                </a:extLst>
              </p:cNvPr>
              <p:cNvSpPr/>
              <p:nvPr/>
            </p:nvSpPr>
            <p:spPr>
              <a:xfrm>
                <a:off x="35427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33" name="타원 23632">
                <a:extLst>
                  <a:ext uri="{FF2B5EF4-FFF2-40B4-BE49-F238E27FC236}">
                    <a16:creationId xmlns:a16="http://schemas.microsoft.com/office/drawing/2014/main" id="{C40120C5-6F3E-4D55-868E-F667E42CC8F2}"/>
                  </a:ext>
                </a:extLst>
              </p:cNvPr>
              <p:cNvSpPr/>
              <p:nvPr/>
            </p:nvSpPr>
            <p:spPr>
              <a:xfrm>
                <a:off x="36951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34" name="타원 23633">
                <a:extLst>
                  <a:ext uri="{FF2B5EF4-FFF2-40B4-BE49-F238E27FC236}">
                    <a16:creationId xmlns:a16="http://schemas.microsoft.com/office/drawing/2014/main" id="{F8203009-4B33-4052-8961-71E477B3FB4C}"/>
                  </a:ext>
                </a:extLst>
              </p:cNvPr>
              <p:cNvSpPr/>
              <p:nvPr/>
            </p:nvSpPr>
            <p:spPr>
              <a:xfrm>
                <a:off x="38475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35" name="타원 23634">
                <a:extLst>
                  <a:ext uri="{FF2B5EF4-FFF2-40B4-BE49-F238E27FC236}">
                    <a16:creationId xmlns:a16="http://schemas.microsoft.com/office/drawing/2014/main" id="{B1DA7040-B562-47F4-9ACA-E2100B4FF645}"/>
                  </a:ext>
                </a:extLst>
              </p:cNvPr>
              <p:cNvSpPr/>
              <p:nvPr/>
            </p:nvSpPr>
            <p:spPr>
              <a:xfrm>
                <a:off x="39999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36" name="타원 23635">
                <a:extLst>
                  <a:ext uri="{FF2B5EF4-FFF2-40B4-BE49-F238E27FC236}">
                    <a16:creationId xmlns:a16="http://schemas.microsoft.com/office/drawing/2014/main" id="{175FC60C-CBDD-49CF-BECE-8BC14BF02E94}"/>
                  </a:ext>
                </a:extLst>
              </p:cNvPr>
              <p:cNvSpPr/>
              <p:nvPr/>
            </p:nvSpPr>
            <p:spPr>
              <a:xfrm>
                <a:off x="41523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37" name="타원 23636">
                <a:extLst>
                  <a:ext uri="{FF2B5EF4-FFF2-40B4-BE49-F238E27FC236}">
                    <a16:creationId xmlns:a16="http://schemas.microsoft.com/office/drawing/2014/main" id="{AA675809-68C7-47B6-9C42-FBCC7238E05C}"/>
                  </a:ext>
                </a:extLst>
              </p:cNvPr>
              <p:cNvSpPr/>
              <p:nvPr/>
            </p:nvSpPr>
            <p:spPr>
              <a:xfrm>
                <a:off x="43047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38" name="타원 23637">
                <a:extLst>
                  <a:ext uri="{FF2B5EF4-FFF2-40B4-BE49-F238E27FC236}">
                    <a16:creationId xmlns:a16="http://schemas.microsoft.com/office/drawing/2014/main" id="{152D86A4-8944-4A77-834F-405047BDBAB0}"/>
                  </a:ext>
                </a:extLst>
              </p:cNvPr>
              <p:cNvSpPr/>
              <p:nvPr/>
            </p:nvSpPr>
            <p:spPr>
              <a:xfrm>
                <a:off x="44571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39" name="타원 23638">
                <a:extLst>
                  <a:ext uri="{FF2B5EF4-FFF2-40B4-BE49-F238E27FC236}">
                    <a16:creationId xmlns:a16="http://schemas.microsoft.com/office/drawing/2014/main" id="{D710EC4B-533B-44D9-9189-B33E15176C96}"/>
                  </a:ext>
                </a:extLst>
              </p:cNvPr>
              <p:cNvSpPr/>
              <p:nvPr/>
            </p:nvSpPr>
            <p:spPr>
              <a:xfrm>
                <a:off x="46095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40" name="타원 23639">
                <a:extLst>
                  <a:ext uri="{FF2B5EF4-FFF2-40B4-BE49-F238E27FC236}">
                    <a16:creationId xmlns:a16="http://schemas.microsoft.com/office/drawing/2014/main" id="{DB9A5585-7216-451A-9F25-17E694E3B033}"/>
                  </a:ext>
                </a:extLst>
              </p:cNvPr>
              <p:cNvSpPr/>
              <p:nvPr/>
            </p:nvSpPr>
            <p:spPr>
              <a:xfrm>
                <a:off x="47619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41" name="타원 23640">
                <a:extLst>
                  <a:ext uri="{FF2B5EF4-FFF2-40B4-BE49-F238E27FC236}">
                    <a16:creationId xmlns:a16="http://schemas.microsoft.com/office/drawing/2014/main" id="{4714FE76-52AA-4DD2-ABC0-5908AAA59EB7}"/>
                  </a:ext>
                </a:extLst>
              </p:cNvPr>
              <p:cNvSpPr/>
              <p:nvPr/>
            </p:nvSpPr>
            <p:spPr>
              <a:xfrm>
                <a:off x="49143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42" name="타원 23641">
                <a:extLst>
                  <a:ext uri="{FF2B5EF4-FFF2-40B4-BE49-F238E27FC236}">
                    <a16:creationId xmlns:a16="http://schemas.microsoft.com/office/drawing/2014/main" id="{39811CD8-78A1-4D19-9249-168D1E7B35E1}"/>
                  </a:ext>
                </a:extLst>
              </p:cNvPr>
              <p:cNvSpPr/>
              <p:nvPr/>
            </p:nvSpPr>
            <p:spPr>
              <a:xfrm>
                <a:off x="50667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43" name="타원 23642">
                <a:extLst>
                  <a:ext uri="{FF2B5EF4-FFF2-40B4-BE49-F238E27FC236}">
                    <a16:creationId xmlns:a16="http://schemas.microsoft.com/office/drawing/2014/main" id="{1B3E82DC-1543-43EB-AA3C-F8903F2B9058}"/>
                  </a:ext>
                </a:extLst>
              </p:cNvPr>
              <p:cNvSpPr/>
              <p:nvPr/>
            </p:nvSpPr>
            <p:spPr>
              <a:xfrm>
                <a:off x="52191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44" name="타원 23643">
                <a:extLst>
                  <a:ext uri="{FF2B5EF4-FFF2-40B4-BE49-F238E27FC236}">
                    <a16:creationId xmlns:a16="http://schemas.microsoft.com/office/drawing/2014/main" id="{A52E4E6B-CA0D-405C-896E-1D36DA9F6A35}"/>
                  </a:ext>
                </a:extLst>
              </p:cNvPr>
              <p:cNvSpPr/>
              <p:nvPr/>
            </p:nvSpPr>
            <p:spPr>
              <a:xfrm>
                <a:off x="53715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45" name="타원 23644">
                <a:extLst>
                  <a:ext uri="{FF2B5EF4-FFF2-40B4-BE49-F238E27FC236}">
                    <a16:creationId xmlns:a16="http://schemas.microsoft.com/office/drawing/2014/main" id="{26F9A446-5817-4E13-B6FD-786C96C8BC23}"/>
                  </a:ext>
                </a:extLst>
              </p:cNvPr>
              <p:cNvSpPr/>
              <p:nvPr/>
            </p:nvSpPr>
            <p:spPr>
              <a:xfrm>
                <a:off x="55239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46" name="타원 23645">
                <a:extLst>
                  <a:ext uri="{FF2B5EF4-FFF2-40B4-BE49-F238E27FC236}">
                    <a16:creationId xmlns:a16="http://schemas.microsoft.com/office/drawing/2014/main" id="{780A0133-C617-461A-8896-4267EF84D2D4}"/>
                  </a:ext>
                </a:extLst>
              </p:cNvPr>
              <p:cNvSpPr/>
              <p:nvPr/>
            </p:nvSpPr>
            <p:spPr>
              <a:xfrm>
                <a:off x="5676363" y="6392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47" name="타원 23646">
                <a:extLst>
                  <a:ext uri="{FF2B5EF4-FFF2-40B4-BE49-F238E27FC236}">
                    <a16:creationId xmlns:a16="http://schemas.microsoft.com/office/drawing/2014/main" id="{AE0330F1-0FF7-45D2-B07C-486CE1B9F706}"/>
                  </a:ext>
                </a:extLst>
              </p:cNvPr>
              <p:cNvSpPr/>
              <p:nvPr/>
            </p:nvSpPr>
            <p:spPr>
              <a:xfrm>
                <a:off x="3423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48" name="타원 23647">
                <a:extLst>
                  <a:ext uri="{FF2B5EF4-FFF2-40B4-BE49-F238E27FC236}">
                    <a16:creationId xmlns:a16="http://schemas.microsoft.com/office/drawing/2014/main" id="{6350B268-A6A7-4A06-8D31-FC68977594EA}"/>
                  </a:ext>
                </a:extLst>
              </p:cNvPr>
              <p:cNvSpPr/>
              <p:nvPr/>
            </p:nvSpPr>
            <p:spPr>
              <a:xfrm>
                <a:off x="4947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49" name="타원 23648">
                <a:extLst>
                  <a:ext uri="{FF2B5EF4-FFF2-40B4-BE49-F238E27FC236}">
                    <a16:creationId xmlns:a16="http://schemas.microsoft.com/office/drawing/2014/main" id="{8EB6CEBD-1BFC-4BE0-9938-3777D04A3690}"/>
                  </a:ext>
                </a:extLst>
              </p:cNvPr>
              <p:cNvSpPr/>
              <p:nvPr/>
            </p:nvSpPr>
            <p:spPr>
              <a:xfrm>
                <a:off x="6471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50" name="타원 23649">
                <a:extLst>
                  <a:ext uri="{FF2B5EF4-FFF2-40B4-BE49-F238E27FC236}">
                    <a16:creationId xmlns:a16="http://schemas.microsoft.com/office/drawing/2014/main" id="{D4BFE2F1-9E8D-4A3F-8BCD-4717CAB6E012}"/>
                  </a:ext>
                </a:extLst>
              </p:cNvPr>
              <p:cNvSpPr/>
              <p:nvPr/>
            </p:nvSpPr>
            <p:spPr>
              <a:xfrm>
                <a:off x="7995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51" name="타원 23650">
                <a:extLst>
                  <a:ext uri="{FF2B5EF4-FFF2-40B4-BE49-F238E27FC236}">
                    <a16:creationId xmlns:a16="http://schemas.microsoft.com/office/drawing/2014/main" id="{481BA3CF-7648-4B4D-A115-05F3D12751D7}"/>
                  </a:ext>
                </a:extLst>
              </p:cNvPr>
              <p:cNvSpPr/>
              <p:nvPr/>
            </p:nvSpPr>
            <p:spPr>
              <a:xfrm>
                <a:off x="9519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52" name="타원 23651">
                <a:extLst>
                  <a:ext uri="{FF2B5EF4-FFF2-40B4-BE49-F238E27FC236}">
                    <a16:creationId xmlns:a16="http://schemas.microsoft.com/office/drawing/2014/main" id="{53B98AAA-58C3-4267-865C-7959E678B49F}"/>
                  </a:ext>
                </a:extLst>
              </p:cNvPr>
              <p:cNvSpPr/>
              <p:nvPr/>
            </p:nvSpPr>
            <p:spPr>
              <a:xfrm>
                <a:off x="11043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53" name="타원 23652">
                <a:extLst>
                  <a:ext uri="{FF2B5EF4-FFF2-40B4-BE49-F238E27FC236}">
                    <a16:creationId xmlns:a16="http://schemas.microsoft.com/office/drawing/2014/main" id="{4E91B8E3-9F34-4156-A9FD-28377F0B88FD}"/>
                  </a:ext>
                </a:extLst>
              </p:cNvPr>
              <p:cNvSpPr/>
              <p:nvPr/>
            </p:nvSpPr>
            <p:spPr>
              <a:xfrm>
                <a:off x="12567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54" name="타원 23653">
                <a:extLst>
                  <a:ext uri="{FF2B5EF4-FFF2-40B4-BE49-F238E27FC236}">
                    <a16:creationId xmlns:a16="http://schemas.microsoft.com/office/drawing/2014/main" id="{FEFCACD4-830B-4E8D-A2F9-5CF334D562FF}"/>
                  </a:ext>
                </a:extLst>
              </p:cNvPr>
              <p:cNvSpPr/>
              <p:nvPr/>
            </p:nvSpPr>
            <p:spPr>
              <a:xfrm>
                <a:off x="14091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55" name="타원 23654">
                <a:extLst>
                  <a:ext uri="{FF2B5EF4-FFF2-40B4-BE49-F238E27FC236}">
                    <a16:creationId xmlns:a16="http://schemas.microsoft.com/office/drawing/2014/main" id="{399BB65E-F00E-4FC2-B90F-992E2A555D01}"/>
                  </a:ext>
                </a:extLst>
              </p:cNvPr>
              <p:cNvSpPr/>
              <p:nvPr/>
            </p:nvSpPr>
            <p:spPr>
              <a:xfrm>
                <a:off x="15615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56" name="타원 23655">
                <a:extLst>
                  <a:ext uri="{FF2B5EF4-FFF2-40B4-BE49-F238E27FC236}">
                    <a16:creationId xmlns:a16="http://schemas.microsoft.com/office/drawing/2014/main" id="{E897DE42-69DA-4379-9608-235660871DFC}"/>
                  </a:ext>
                </a:extLst>
              </p:cNvPr>
              <p:cNvSpPr/>
              <p:nvPr/>
            </p:nvSpPr>
            <p:spPr>
              <a:xfrm>
                <a:off x="17139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57" name="타원 23656">
                <a:extLst>
                  <a:ext uri="{FF2B5EF4-FFF2-40B4-BE49-F238E27FC236}">
                    <a16:creationId xmlns:a16="http://schemas.microsoft.com/office/drawing/2014/main" id="{86104005-936F-40E0-8D49-FA60DB132F00}"/>
                  </a:ext>
                </a:extLst>
              </p:cNvPr>
              <p:cNvSpPr/>
              <p:nvPr/>
            </p:nvSpPr>
            <p:spPr>
              <a:xfrm>
                <a:off x="18663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58" name="타원 23657">
                <a:extLst>
                  <a:ext uri="{FF2B5EF4-FFF2-40B4-BE49-F238E27FC236}">
                    <a16:creationId xmlns:a16="http://schemas.microsoft.com/office/drawing/2014/main" id="{3C755B40-F083-4FC6-9614-31FA76229164}"/>
                  </a:ext>
                </a:extLst>
              </p:cNvPr>
              <p:cNvSpPr/>
              <p:nvPr/>
            </p:nvSpPr>
            <p:spPr>
              <a:xfrm>
                <a:off x="20187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59" name="타원 23658">
                <a:extLst>
                  <a:ext uri="{FF2B5EF4-FFF2-40B4-BE49-F238E27FC236}">
                    <a16:creationId xmlns:a16="http://schemas.microsoft.com/office/drawing/2014/main" id="{8044F95E-7A5E-4F4C-90D4-2BBED769B9DD}"/>
                  </a:ext>
                </a:extLst>
              </p:cNvPr>
              <p:cNvSpPr/>
              <p:nvPr/>
            </p:nvSpPr>
            <p:spPr>
              <a:xfrm>
                <a:off x="21711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60" name="타원 23659">
                <a:extLst>
                  <a:ext uri="{FF2B5EF4-FFF2-40B4-BE49-F238E27FC236}">
                    <a16:creationId xmlns:a16="http://schemas.microsoft.com/office/drawing/2014/main" id="{198201A6-082C-48AA-B225-83FF2E818CF5}"/>
                  </a:ext>
                </a:extLst>
              </p:cNvPr>
              <p:cNvSpPr/>
              <p:nvPr/>
            </p:nvSpPr>
            <p:spPr>
              <a:xfrm>
                <a:off x="23235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61" name="타원 23660">
                <a:extLst>
                  <a:ext uri="{FF2B5EF4-FFF2-40B4-BE49-F238E27FC236}">
                    <a16:creationId xmlns:a16="http://schemas.microsoft.com/office/drawing/2014/main" id="{04823B2A-00F0-4469-B6DB-976D9432AB86}"/>
                  </a:ext>
                </a:extLst>
              </p:cNvPr>
              <p:cNvSpPr/>
              <p:nvPr/>
            </p:nvSpPr>
            <p:spPr>
              <a:xfrm>
                <a:off x="24759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62" name="타원 23661">
                <a:extLst>
                  <a:ext uri="{FF2B5EF4-FFF2-40B4-BE49-F238E27FC236}">
                    <a16:creationId xmlns:a16="http://schemas.microsoft.com/office/drawing/2014/main" id="{11F37CA7-0179-46AE-B6FD-8236E883079D}"/>
                  </a:ext>
                </a:extLst>
              </p:cNvPr>
              <p:cNvSpPr/>
              <p:nvPr/>
            </p:nvSpPr>
            <p:spPr>
              <a:xfrm>
                <a:off x="26283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63" name="타원 23662">
                <a:extLst>
                  <a:ext uri="{FF2B5EF4-FFF2-40B4-BE49-F238E27FC236}">
                    <a16:creationId xmlns:a16="http://schemas.microsoft.com/office/drawing/2014/main" id="{BBD88A5F-8674-4181-A517-C7042574130C}"/>
                  </a:ext>
                </a:extLst>
              </p:cNvPr>
              <p:cNvSpPr/>
              <p:nvPr/>
            </p:nvSpPr>
            <p:spPr>
              <a:xfrm>
                <a:off x="27807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64" name="타원 23663">
                <a:extLst>
                  <a:ext uri="{FF2B5EF4-FFF2-40B4-BE49-F238E27FC236}">
                    <a16:creationId xmlns:a16="http://schemas.microsoft.com/office/drawing/2014/main" id="{F2F12F74-00AD-469C-8EE6-39D2461D082B}"/>
                  </a:ext>
                </a:extLst>
              </p:cNvPr>
              <p:cNvSpPr/>
              <p:nvPr/>
            </p:nvSpPr>
            <p:spPr>
              <a:xfrm>
                <a:off x="29331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65" name="타원 23664">
                <a:extLst>
                  <a:ext uri="{FF2B5EF4-FFF2-40B4-BE49-F238E27FC236}">
                    <a16:creationId xmlns:a16="http://schemas.microsoft.com/office/drawing/2014/main" id="{89B3DE8C-E5DC-4CB2-985D-EE44FE477090}"/>
                  </a:ext>
                </a:extLst>
              </p:cNvPr>
              <p:cNvSpPr/>
              <p:nvPr/>
            </p:nvSpPr>
            <p:spPr>
              <a:xfrm>
                <a:off x="30855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66" name="타원 23665">
                <a:extLst>
                  <a:ext uri="{FF2B5EF4-FFF2-40B4-BE49-F238E27FC236}">
                    <a16:creationId xmlns:a16="http://schemas.microsoft.com/office/drawing/2014/main" id="{8D92CB9D-15FB-47F0-A202-7D28B4FE3735}"/>
                  </a:ext>
                </a:extLst>
              </p:cNvPr>
              <p:cNvSpPr/>
              <p:nvPr/>
            </p:nvSpPr>
            <p:spPr>
              <a:xfrm>
                <a:off x="32379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67" name="타원 23666">
                <a:extLst>
                  <a:ext uri="{FF2B5EF4-FFF2-40B4-BE49-F238E27FC236}">
                    <a16:creationId xmlns:a16="http://schemas.microsoft.com/office/drawing/2014/main" id="{DA3624F8-DC58-4DE5-93E7-D22D7E2AA61D}"/>
                  </a:ext>
                </a:extLst>
              </p:cNvPr>
              <p:cNvSpPr/>
              <p:nvPr/>
            </p:nvSpPr>
            <p:spPr>
              <a:xfrm>
                <a:off x="33903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68" name="타원 23667">
                <a:extLst>
                  <a:ext uri="{FF2B5EF4-FFF2-40B4-BE49-F238E27FC236}">
                    <a16:creationId xmlns:a16="http://schemas.microsoft.com/office/drawing/2014/main" id="{6633C366-4D53-478C-B43E-09991BEBB843}"/>
                  </a:ext>
                </a:extLst>
              </p:cNvPr>
              <p:cNvSpPr/>
              <p:nvPr/>
            </p:nvSpPr>
            <p:spPr>
              <a:xfrm>
                <a:off x="35427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69" name="타원 23668">
                <a:extLst>
                  <a:ext uri="{FF2B5EF4-FFF2-40B4-BE49-F238E27FC236}">
                    <a16:creationId xmlns:a16="http://schemas.microsoft.com/office/drawing/2014/main" id="{001FEE92-9597-4314-8C76-2DA55D1BFFC6}"/>
                  </a:ext>
                </a:extLst>
              </p:cNvPr>
              <p:cNvSpPr/>
              <p:nvPr/>
            </p:nvSpPr>
            <p:spPr>
              <a:xfrm>
                <a:off x="36951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70" name="타원 23669">
                <a:extLst>
                  <a:ext uri="{FF2B5EF4-FFF2-40B4-BE49-F238E27FC236}">
                    <a16:creationId xmlns:a16="http://schemas.microsoft.com/office/drawing/2014/main" id="{F99417CE-D772-4F47-8CE7-AA4CC8464755}"/>
                  </a:ext>
                </a:extLst>
              </p:cNvPr>
              <p:cNvSpPr/>
              <p:nvPr/>
            </p:nvSpPr>
            <p:spPr>
              <a:xfrm>
                <a:off x="38475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71" name="타원 23670">
                <a:extLst>
                  <a:ext uri="{FF2B5EF4-FFF2-40B4-BE49-F238E27FC236}">
                    <a16:creationId xmlns:a16="http://schemas.microsoft.com/office/drawing/2014/main" id="{1E09123A-5B38-452B-8AB8-9E8BED47AE4E}"/>
                  </a:ext>
                </a:extLst>
              </p:cNvPr>
              <p:cNvSpPr/>
              <p:nvPr/>
            </p:nvSpPr>
            <p:spPr>
              <a:xfrm>
                <a:off x="39999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72" name="타원 23671">
                <a:extLst>
                  <a:ext uri="{FF2B5EF4-FFF2-40B4-BE49-F238E27FC236}">
                    <a16:creationId xmlns:a16="http://schemas.microsoft.com/office/drawing/2014/main" id="{A7B93F5E-2982-4B99-8A9B-037CEEB8F790}"/>
                  </a:ext>
                </a:extLst>
              </p:cNvPr>
              <p:cNvSpPr/>
              <p:nvPr/>
            </p:nvSpPr>
            <p:spPr>
              <a:xfrm>
                <a:off x="41523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73" name="타원 23672">
                <a:extLst>
                  <a:ext uri="{FF2B5EF4-FFF2-40B4-BE49-F238E27FC236}">
                    <a16:creationId xmlns:a16="http://schemas.microsoft.com/office/drawing/2014/main" id="{207E1272-0CE4-4887-972A-A937C602C58B}"/>
                  </a:ext>
                </a:extLst>
              </p:cNvPr>
              <p:cNvSpPr/>
              <p:nvPr/>
            </p:nvSpPr>
            <p:spPr>
              <a:xfrm>
                <a:off x="43047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74" name="타원 23673">
                <a:extLst>
                  <a:ext uri="{FF2B5EF4-FFF2-40B4-BE49-F238E27FC236}">
                    <a16:creationId xmlns:a16="http://schemas.microsoft.com/office/drawing/2014/main" id="{090D8AFB-F17B-44A7-97AC-A8FDCF66C008}"/>
                  </a:ext>
                </a:extLst>
              </p:cNvPr>
              <p:cNvSpPr/>
              <p:nvPr/>
            </p:nvSpPr>
            <p:spPr>
              <a:xfrm>
                <a:off x="44571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75" name="타원 23674">
                <a:extLst>
                  <a:ext uri="{FF2B5EF4-FFF2-40B4-BE49-F238E27FC236}">
                    <a16:creationId xmlns:a16="http://schemas.microsoft.com/office/drawing/2014/main" id="{E2425B07-36E9-4CCA-8792-C30F95FE6DC5}"/>
                  </a:ext>
                </a:extLst>
              </p:cNvPr>
              <p:cNvSpPr/>
              <p:nvPr/>
            </p:nvSpPr>
            <p:spPr>
              <a:xfrm>
                <a:off x="46095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76" name="타원 23675">
                <a:extLst>
                  <a:ext uri="{FF2B5EF4-FFF2-40B4-BE49-F238E27FC236}">
                    <a16:creationId xmlns:a16="http://schemas.microsoft.com/office/drawing/2014/main" id="{10039164-2547-4734-9DA0-8DEFCF26B7B0}"/>
                  </a:ext>
                </a:extLst>
              </p:cNvPr>
              <p:cNvSpPr/>
              <p:nvPr/>
            </p:nvSpPr>
            <p:spPr>
              <a:xfrm>
                <a:off x="47619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77" name="타원 23676">
                <a:extLst>
                  <a:ext uri="{FF2B5EF4-FFF2-40B4-BE49-F238E27FC236}">
                    <a16:creationId xmlns:a16="http://schemas.microsoft.com/office/drawing/2014/main" id="{2D65DFE6-7971-41A5-BA5E-EC510FDD75DD}"/>
                  </a:ext>
                </a:extLst>
              </p:cNvPr>
              <p:cNvSpPr/>
              <p:nvPr/>
            </p:nvSpPr>
            <p:spPr>
              <a:xfrm>
                <a:off x="49143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78" name="타원 23677">
                <a:extLst>
                  <a:ext uri="{FF2B5EF4-FFF2-40B4-BE49-F238E27FC236}">
                    <a16:creationId xmlns:a16="http://schemas.microsoft.com/office/drawing/2014/main" id="{FEFBA5B4-E792-4E0C-A3BC-64DB818B5C61}"/>
                  </a:ext>
                </a:extLst>
              </p:cNvPr>
              <p:cNvSpPr/>
              <p:nvPr/>
            </p:nvSpPr>
            <p:spPr>
              <a:xfrm>
                <a:off x="50667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79" name="타원 23678">
                <a:extLst>
                  <a:ext uri="{FF2B5EF4-FFF2-40B4-BE49-F238E27FC236}">
                    <a16:creationId xmlns:a16="http://schemas.microsoft.com/office/drawing/2014/main" id="{766AC94A-8851-46C8-B20A-B6C5672BA5F3}"/>
                  </a:ext>
                </a:extLst>
              </p:cNvPr>
              <p:cNvSpPr/>
              <p:nvPr/>
            </p:nvSpPr>
            <p:spPr>
              <a:xfrm>
                <a:off x="52191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80" name="타원 23679">
                <a:extLst>
                  <a:ext uri="{FF2B5EF4-FFF2-40B4-BE49-F238E27FC236}">
                    <a16:creationId xmlns:a16="http://schemas.microsoft.com/office/drawing/2014/main" id="{3009138F-9098-4282-B746-A024CD92433E}"/>
                  </a:ext>
                </a:extLst>
              </p:cNvPr>
              <p:cNvSpPr/>
              <p:nvPr/>
            </p:nvSpPr>
            <p:spPr>
              <a:xfrm>
                <a:off x="53715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81" name="타원 23680">
                <a:extLst>
                  <a:ext uri="{FF2B5EF4-FFF2-40B4-BE49-F238E27FC236}">
                    <a16:creationId xmlns:a16="http://schemas.microsoft.com/office/drawing/2014/main" id="{2B7DAC2C-57B0-4D0A-8188-7F3A54E184EE}"/>
                  </a:ext>
                </a:extLst>
              </p:cNvPr>
              <p:cNvSpPr/>
              <p:nvPr/>
            </p:nvSpPr>
            <p:spPr>
              <a:xfrm>
                <a:off x="55239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82" name="타원 23681">
                <a:extLst>
                  <a:ext uri="{FF2B5EF4-FFF2-40B4-BE49-F238E27FC236}">
                    <a16:creationId xmlns:a16="http://schemas.microsoft.com/office/drawing/2014/main" id="{3AE56316-E423-4C5B-87E0-2B5AB0AB5D6B}"/>
                  </a:ext>
                </a:extLst>
              </p:cNvPr>
              <p:cNvSpPr/>
              <p:nvPr/>
            </p:nvSpPr>
            <p:spPr>
              <a:xfrm>
                <a:off x="5676363" y="6545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83" name="타원 23682">
                <a:extLst>
                  <a:ext uri="{FF2B5EF4-FFF2-40B4-BE49-F238E27FC236}">
                    <a16:creationId xmlns:a16="http://schemas.microsoft.com/office/drawing/2014/main" id="{0922C2CC-EFB1-4CF9-B087-75A4FC3D3476}"/>
                  </a:ext>
                </a:extLst>
              </p:cNvPr>
              <p:cNvSpPr/>
              <p:nvPr/>
            </p:nvSpPr>
            <p:spPr>
              <a:xfrm>
                <a:off x="3423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84" name="타원 23683">
                <a:extLst>
                  <a:ext uri="{FF2B5EF4-FFF2-40B4-BE49-F238E27FC236}">
                    <a16:creationId xmlns:a16="http://schemas.microsoft.com/office/drawing/2014/main" id="{5D62DD21-2BDD-4922-91D9-1A6D4A27A966}"/>
                  </a:ext>
                </a:extLst>
              </p:cNvPr>
              <p:cNvSpPr/>
              <p:nvPr/>
            </p:nvSpPr>
            <p:spPr>
              <a:xfrm>
                <a:off x="4947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85" name="타원 23684">
                <a:extLst>
                  <a:ext uri="{FF2B5EF4-FFF2-40B4-BE49-F238E27FC236}">
                    <a16:creationId xmlns:a16="http://schemas.microsoft.com/office/drawing/2014/main" id="{D49F13FB-F46E-4E5B-93E0-7AB334D11A46}"/>
                  </a:ext>
                </a:extLst>
              </p:cNvPr>
              <p:cNvSpPr/>
              <p:nvPr/>
            </p:nvSpPr>
            <p:spPr>
              <a:xfrm>
                <a:off x="6471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86" name="타원 23685">
                <a:extLst>
                  <a:ext uri="{FF2B5EF4-FFF2-40B4-BE49-F238E27FC236}">
                    <a16:creationId xmlns:a16="http://schemas.microsoft.com/office/drawing/2014/main" id="{AD831853-3341-42E5-AEE2-574CF33EB03C}"/>
                  </a:ext>
                </a:extLst>
              </p:cNvPr>
              <p:cNvSpPr/>
              <p:nvPr/>
            </p:nvSpPr>
            <p:spPr>
              <a:xfrm>
                <a:off x="7995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87" name="타원 23686">
                <a:extLst>
                  <a:ext uri="{FF2B5EF4-FFF2-40B4-BE49-F238E27FC236}">
                    <a16:creationId xmlns:a16="http://schemas.microsoft.com/office/drawing/2014/main" id="{0D8A8BAF-EA4A-44B8-A465-F1E7F5F8EB34}"/>
                  </a:ext>
                </a:extLst>
              </p:cNvPr>
              <p:cNvSpPr/>
              <p:nvPr/>
            </p:nvSpPr>
            <p:spPr>
              <a:xfrm>
                <a:off x="9519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88" name="타원 23687">
                <a:extLst>
                  <a:ext uri="{FF2B5EF4-FFF2-40B4-BE49-F238E27FC236}">
                    <a16:creationId xmlns:a16="http://schemas.microsoft.com/office/drawing/2014/main" id="{F7837318-BF6C-41BE-9D12-03A240D08DA0}"/>
                  </a:ext>
                </a:extLst>
              </p:cNvPr>
              <p:cNvSpPr/>
              <p:nvPr/>
            </p:nvSpPr>
            <p:spPr>
              <a:xfrm>
                <a:off x="11043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89" name="타원 23688">
                <a:extLst>
                  <a:ext uri="{FF2B5EF4-FFF2-40B4-BE49-F238E27FC236}">
                    <a16:creationId xmlns:a16="http://schemas.microsoft.com/office/drawing/2014/main" id="{20A269BA-4A62-4B79-9607-EBBBB6B6FB16}"/>
                  </a:ext>
                </a:extLst>
              </p:cNvPr>
              <p:cNvSpPr/>
              <p:nvPr/>
            </p:nvSpPr>
            <p:spPr>
              <a:xfrm>
                <a:off x="12567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90" name="타원 23689">
                <a:extLst>
                  <a:ext uri="{FF2B5EF4-FFF2-40B4-BE49-F238E27FC236}">
                    <a16:creationId xmlns:a16="http://schemas.microsoft.com/office/drawing/2014/main" id="{4DE22163-8953-442B-9EC4-7BE69471B56D}"/>
                  </a:ext>
                </a:extLst>
              </p:cNvPr>
              <p:cNvSpPr/>
              <p:nvPr/>
            </p:nvSpPr>
            <p:spPr>
              <a:xfrm>
                <a:off x="14091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91" name="타원 23690">
                <a:extLst>
                  <a:ext uri="{FF2B5EF4-FFF2-40B4-BE49-F238E27FC236}">
                    <a16:creationId xmlns:a16="http://schemas.microsoft.com/office/drawing/2014/main" id="{5231B07A-DC0E-429B-B0B4-FAF3A80ED60E}"/>
                  </a:ext>
                </a:extLst>
              </p:cNvPr>
              <p:cNvSpPr/>
              <p:nvPr/>
            </p:nvSpPr>
            <p:spPr>
              <a:xfrm>
                <a:off x="15615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92" name="타원 23691">
                <a:extLst>
                  <a:ext uri="{FF2B5EF4-FFF2-40B4-BE49-F238E27FC236}">
                    <a16:creationId xmlns:a16="http://schemas.microsoft.com/office/drawing/2014/main" id="{660EEC1E-6536-4CB3-8B7B-AADB37B8A41E}"/>
                  </a:ext>
                </a:extLst>
              </p:cNvPr>
              <p:cNvSpPr/>
              <p:nvPr/>
            </p:nvSpPr>
            <p:spPr>
              <a:xfrm>
                <a:off x="17139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93" name="타원 23692">
                <a:extLst>
                  <a:ext uri="{FF2B5EF4-FFF2-40B4-BE49-F238E27FC236}">
                    <a16:creationId xmlns:a16="http://schemas.microsoft.com/office/drawing/2014/main" id="{693CA90B-FEE1-4684-8456-FC2B80095B73}"/>
                  </a:ext>
                </a:extLst>
              </p:cNvPr>
              <p:cNvSpPr/>
              <p:nvPr/>
            </p:nvSpPr>
            <p:spPr>
              <a:xfrm>
                <a:off x="18663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94" name="타원 23693">
                <a:extLst>
                  <a:ext uri="{FF2B5EF4-FFF2-40B4-BE49-F238E27FC236}">
                    <a16:creationId xmlns:a16="http://schemas.microsoft.com/office/drawing/2014/main" id="{590497C2-5623-4329-A8A0-40516BEFABEC}"/>
                  </a:ext>
                </a:extLst>
              </p:cNvPr>
              <p:cNvSpPr/>
              <p:nvPr/>
            </p:nvSpPr>
            <p:spPr>
              <a:xfrm>
                <a:off x="20187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95" name="타원 23694">
                <a:extLst>
                  <a:ext uri="{FF2B5EF4-FFF2-40B4-BE49-F238E27FC236}">
                    <a16:creationId xmlns:a16="http://schemas.microsoft.com/office/drawing/2014/main" id="{5414508A-141D-4559-A9F1-93DBB6D3E47A}"/>
                  </a:ext>
                </a:extLst>
              </p:cNvPr>
              <p:cNvSpPr/>
              <p:nvPr/>
            </p:nvSpPr>
            <p:spPr>
              <a:xfrm>
                <a:off x="21711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96" name="타원 23695">
                <a:extLst>
                  <a:ext uri="{FF2B5EF4-FFF2-40B4-BE49-F238E27FC236}">
                    <a16:creationId xmlns:a16="http://schemas.microsoft.com/office/drawing/2014/main" id="{93E7C0CA-6561-4357-AFCB-3AAEB9DDE305}"/>
                  </a:ext>
                </a:extLst>
              </p:cNvPr>
              <p:cNvSpPr/>
              <p:nvPr/>
            </p:nvSpPr>
            <p:spPr>
              <a:xfrm>
                <a:off x="23235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97" name="타원 23696">
                <a:extLst>
                  <a:ext uri="{FF2B5EF4-FFF2-40B4-BE49-F238E27FC236}">
                    <a16:creationId xmlns:a16="http://schemas.microsoft.com/office/drawing/2014/main" id="{1F5CFEF8-726C-4356-A37B-22A6E4DF1E32}"/>
                  </a:ext>
                </a:extLst>
              </p:cNvPr>
              <p:cNvSpPr/>
              <p:nvPr/>
            </p:nvSpPr>
            <p:spPr>
              <a:xfrm>
                <a:off x="24759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98" name="타원 23697">
                <a:extLst>
                  <a:ext uri="{FF2B5EF4-FFF2-40B4-BE49-F238E27FC236}">
                    <a16:creationId xmlns:a16="http://schemas.microsoft.com/office/drawing/2014/main" id="{DBF9EE66-6B4D-4DA4-A33C-BB65CB397670}"/>
                  </a:ext>
                </a:extLst>
              </p:cNvPr>
              <p:cNvSpPr/>
              <p:nvPr/>
            </p:nvSpPr>
            <p:spPr>
              <a:xfrm>
                <a:off x="26283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99" name="타원 23698">
                <a:extLst>
                  <a:ext uri="{FF2B5EF4-FFF2-40B4-BE49-F238E27FC236}">
                    <a16:creationId xmlns:a16="http://schemas.microsoft.com/office/drawing/2014/main" id="{90DE6FC1-E588-46F2-892F-E7E75276E895}"/>
                  </a:ext>
                </a:extLst>
              </p:cNvPr>
              <p:cNvSpPr/>
              <p:nvPr/>
            </p:nvSpPr>
            <p:spPr>
              <a:xfrm>
                <a:off x="27807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00" name="타원 23699">
                <a:extLst>
                  <a:ext uri="{FF2B5EF4-FFF2-40B4-BE49-F238E27FC236}">
                    <a16:creationId xmlns:a16="http://schemas.microsoft.com/office/drawing/2014/main" id="{E302E787-9DDA-488F-BF29-432B3D5B337D}"/>
                  </a:ext>
                </a:extLst>
              </p:cNvPr>
              <p:cNvSpPr/>
              <p:nvPr/>
            </p:nvSpPr>
            <p:spPr>
              <a:xfrm>
                <a:off x="29331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01" name="타원 23700">
                <a:extLst>
                  <a:ext uri="{FF2B5EF4-FFF2-40B4-BE49-F238E27FC236}">
                    <a16:creationId xmlns:a16="http://schemas.microsoft.com/office/drawing/2014/main" id="{E0C1EE7E-F127-42A3-ADB7-EB212B2EA137}"/>
                  </a:ext>
                </a:extLst>
              </p:cNvPr>
              <p:cNvSpPr/>
              <p:nvPr/>
            </p:nvSpPr>
            <p:spPr>
              <a:xfrm>
                <a:off x="30855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02" name="타원 23701">
                <a:extLst>
                  <a:ext uri="{FF2B5EF4-FFF2-40B4-BE49-F238E27FC236}">
                    <a16:creationId xmlns:a16="http://schemas.microsoft.com/office/drawing/2014/main" id="{93382FEB-7FCC-475A-8F50-66DEC909C1F4}"/>
                  </a:ext>
                </a:extLst>
              </p:cNvPr>
              <p:cNvSpPr/>
              <p:nvPr/>
            </p:nvSpPr>
            <p:spPr>
              <a:xfrm>
                <a:off x="32379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03" name="타원 23702">
                <a:extLst>
                  <a:ext uri="{FF2B5EF4-FFF2-40B4-BE49-F238E27FC236}">
                    <a16:creationId xmlns:a16="http://schemas.microsoft.com/office/drawing/2014/main" id="{94845197-CE6D-481E-ADCD-0F272D35163E}"/>
                  </a:ext>
                </a:extLst>
              </p:cNvPr>
              <p:cNvSpPr/>
              <p:nvPr/>
            </p:nvSpPr>
            <p:spPr>
              <a:xfrm>
                <a:off x="33903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04" name="타원 23703">
                <a:extLst>
                  <a:ext uri="{FF2B5EF4-FFF2-40B4-BE49-F238E27FC236}">
                    <a16:creationId xmlns:a16="http://schemas.microsoft.com/office/drawing/2014/main" id="{EBDA644C-5F1E-4668-9739-2D3DE2216512}"/>
                  </a:ext>
                </a:extLst>
              </p:cNvPr>
              <p:cNvSpPr/>
              <p:nvPr/>
            </p:nvSpPr>
            <p:spPr>
              <a:xfrm>
                <a:off x="35427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05" name="타원 23704">
                <a:extLst>
                  <a:ext uri="{FF2B5EF4-FFF2-40B4-BE49-F238E27FC236}">
                    <a16:creationId xmlns:a16="http://schemas.microsoft.com/office/drawing/2014/main" id="{BA47A44E-5E04-4FB9-9DCE-06A7D06156F9}"/>
                  </a:ext>
                </a:extLst>
              </p:cNvPr>
              <p:cNvSpPr/>
              <p:nvPr/>
            </p:nvSpPr>
            <p:spPr>
              <a:xfrm>
                <a:off x="36951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06" name="타원 23705">
                <a:extLst>
                  <a:ext uri="{FF2B5EF4-FFF2-40B4-BE49-F238E27FC236}">
                    <a16:creationId xmlns:a16="http://schemas.microsoft.com/office/drawing/2014/main" id="{2E52C741-7FAD-4ED5-9808-F82B6BDB9C54}"/>
                  </a:ext>
                </a:extLst>
              </p:cNvPr>
              <p:cNvSpPr/>
              <p:nvPr/>
            </p:nvSpPr>
            <p:spPr>
              <a:xfrm>
                <a:off x="38475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07" name="타원 23706">
                <a:extLst>
                  <a:ext uri="{FF2B5EF4-FFF2-40B4-BE49-F238E27FC236}">
                    <a16:creationId xmlns:a16="http://schemas.microsoft.com/office/drawing/2014/main" id="{87BE41DD-374E-4EAB-B335-725B4A0A8B83}"/>
                  </a:ext>
                </a:extLst>
              </p:cNvPr>
              <p:cNvSpPr/>
              <p:nvPr/>
            </p:nvSpPr>
            <p:spPr>
              <a:xfrm>
                <a:off x="39999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08" name="타원 23707">
                <a:extLst>
                  <a:ext uri="{FF2B5EF4-FFF2-40B4-BE49-F238E27FC236}">
                    <a16:creationId xmlns:a16="http://schemas.microsoft.com/office/drawing/2014/main" id="{A4CE5775-9DDA-4B05-B9A8-C9CC5CE36D1F}"/>
                  </a:ext>
                </a:extLst>
              </p:cNvPr>
              <p:cNvSpPr/>
              <p:nvPr/>
            </p:nvSpPr>
            <p:spPr>
              <a:xfrm>
                <a:off x="41523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09" name="타원 23708">
                <a:extLst>
                  <a:ext uri="{FF2B5EF4-FFF2-40B4-BE49-F238E27FC236}">
                    <a16:creationId xmlns:a16="http://schemas.microsoft.com/office/drawing/2014/main" id="{87206252-0C8A-4026-A029-91781B4C74BC}"/>
                  </a:ext>
                </a:extLst>
              </p:cNvPr>
              <p:cNvSpPr/>
              <p:nvPr/>
            </p:nvSpPr>
            <p:spPr>
              <a:xfrm>
                <a:off x="43047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10" name="타원 23709">
                <a:extLst>
                  <a:ext uri="{FF2B5EF4-FFF2-40B4-BE49-F238E27FC236}">
                    <a16:creationId xmlns:a16="http://schemas.microsoft.com/office/drawing/2014/main" id="{8C62E186-E9C7-4CCB-ABB6-BAEE00D0DD28}"/>
                  </a:ext>
                </a:extLst>
              </p:cNvPr>
              <p:cNvSpPr/>
              <p:nvPr/>
            </p:nvSpPr>
            <p:spPr>
              <a:xfrm>
                <a:off x="44571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11" name="타원 23710">
                <a:extLst>
                  <a:ext uri="{FF2B5EF4-FFF2-40B4-BE49-F238E27FC236}">
                    <a16:creationId xmlns:a16="http://schemas.microsoft.com/office/drawing/2014/main" id="{B5DC19EF-06C2-4FCD-9977-5BFBF77F36C5}"/>
                  </a:ext>
                </a:extLst>
              </p:cNvPr>
              <p:cNvSpPr/>
              <p:nvPr/>
            </p:nvSpPr>
            <p:spPr>
              <a:xfrm>
                <a:off x="46095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12" name="타원 23711">
                <a:extLst>
                  <a:ext uri="{FF2B5EF4-FFF2-40B4-BE49-F238E27FC236}">
                    <a16:creationId xmlns:a16="http://schemas.microsoft.com/office/drawing/2014/main" id="{1DB5DE5C-2979-4EE7-9685-F2185ACE595E}"/>
                  </a:ext>
                </a:extLst>
              </p:cNvPr>
              <p:cNvSpPr/>
              <p:nvPr/>
            </p:nvSpPr>
            <p:spPr>
              <a:xfrm>
                <a:off x="47619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13" name="타원 23712">
                <a:extLst>
                  <a:ext uri="{FF2B5EF4-FFF2-40B4-BE49-F238E27FC236}">
                    <a16:creationId xmlns:a16="http://schemas.microsoft.com/office/drawing/2014/main" id="{A20EC0FD-B9C6-482C-BFD4-7DD5E3B400A4}"/>
                  </a:ext>
                </a:extLst>
              </p:cNvPr>
              <p:cNvSpPr/>
              <p:nvPr/>
            </p:nvSpPr>
            <p:spPr>
              <a:xfrm>
                <a:off x="49143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14" name="타원 23713">
                <a:extLst>
                  <a:ext uri="{FF2B5EF4-FFF2-40B4-BE49-F238E27FC236}">
                    <a16:creationId xmlns:a16="http://schemas.microsoft.com/office/drawing/2014/main" id="{B6752916-6EC3-4D1E-8C63-2B30E3C38145}"/>
                  </a:ext>
                </a:extLst>
              </p:cNvPr>
              <p:cNvSpPr/>
              <p:nvPr/>
            </p:nvSpPr>
            <p:spPr>
              <a:xfrm>
                <a:off x="50667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15" name="타원 23714">
                <a:extLst>
                  <a:ext uri="{FF2B5EF4-FFF2-40B4-BE49-F238E27FC236}">
                    <a16:creationId xmlns:a16="http://schemas.microsoft.com/office/drawing/2014/main" id="{74681835-98D6-419C-95AD-E764871D5D0E}"/>
                  </a:ext>
                </a:extLst>
              </p:cNvPr>
              <p:cNvSpPr/>
              <p:nvPr/>
            </p:nvSpPr>
            <p:spPr>
              <a:xfrm>
                <a:off x="52191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16" name="타원 23715">
                <a:extLst>
                  <a:ext uri="{FF2B5EF4-FFF2-40B4-BE49-F238E27FC236}">
                    <a16:creationId xmlns:a16="http://schemas.microsoft.com/office/drawing/2014/main" id="{38405159-4F1B-483D-AAE8-7FC11BC08904}"/>
                  </a:ext>
                </a:extLst>
              </p:cNvPr>
              <p:cNvSpPr/>
              <p:nvPr/>
            </p:nvSpPr>
            <p:spPr>
              <a:xfrm>
                <a:off x="53715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17" name="타원 23716">
                <a:extLst>
                  <a:ext uri="{FF2B5EF4-FFF2-40B4-BE49-F238E27FC236}">
                    <a16:creationId xmlns:a16="http://schemas.microsoft.com/office/drawing/2014/main" id="{01BB9024-EAE8-4B81-9EAC-9CE927749351}"/>
                  </a:ext>
                </a:extLst>
              </p:cNvPr>
              <p:cNvSpPr/>
              <p:nvPr/>
            </p:nvSpPr>
            <p:spPr>
              <a:xfrm>
                <a:off x="55239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18" name="타원 23717">
                <a:extLst>
                  <a:ext uri="{FF2B5EF4-FFF2-40B4-BE49-F238E27FC236}">
                    <a16:creationId xmlns:a16="http://schemas.microsoft.com/office/drawing/2014/main" id="{6DAF2DF0-5B01-4DAB-B7D8-7A5401E99791}"/>
                  </a:ext>
                </a:extLst>
              </p:cNvPr>
              <p:cNvSpPr/>
              <p:nvPr/>
            </p:nvSpPr>
            <p:spPr>
              <a:xfrm>
                <a:off x="5676363" y="6697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19" name="타원 23718">
                <a:extLst>
                  <a:ext uri="{FF2B5EF4-FFF2-40B4-BE49-F238E27FC236}">
                    <a16:creationId xmlns:a16="http://schemas.microsoft.com/office/drawing/2014/main" id="{6D3F5742-F73E-4FC4-8A6A-5BC7CA05BBC6}"/>
                  </a:ext>
                </a:extLst>
              </p:cNvPr>
              <p:cNvSpPr/>
              <p:nvPr/>
            </p:nvSpPr>
            <p:spPr>
              <a:xfrm>
                <a:off x="3423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20" name="타원 23719">
                <a:extLst>
                  <a:ext uri="{FF2B5EF4-FFF2-40B4-BE49-F238E27FC236}">
                    <a16:creationId xmlns:a16="http://schemas.microsoft.com/office/drawing/2014/main" id="{300D21DD-D5F0-4FFD-99E0-0C2D4ADD21AB}"/>
                  </a:ext>
                </a:extLst>
              </p:cNvPr>
              <p:cNvSpPr/>
              <p:nvPr/>
            </p:nvSpPr>
            <p:spPr>
              <a:xfrm>
                <a:off x="4947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21" name="타원 23720">
                <a:extLst>
                  <a:ext uri="{FF2B5EF4-FFF2-40B4-BE49-F238E27FC236}">
                    <a16:creationId xmlns:a16="http://schemas.microsoft.com/office/drawing/2014/main" id="{8918E77A-568B-4208-839F-C46257CD64DE}"/>
                  </a:ext>
                </a:extLst>
              </p:cNvPr>
              <p:cNvSpPr/>
              <p:nvPr/>
            </p:nvSpPr>
            <p:spPr>
              <a:xfrm>
                <a:off x="6471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22" name="타원 23721">
                <a:extLst>
                  <a:ext uri="{FF2B5EF4-FFF2-40B4-BE49-F238E27FC236}">
                    <a16:creationId xmlns:a16="http://schemas.microsoft.com/office/drawing/2014/main" id="{7449E3B8-68CF-40A1-A4B8-AF1CB21F9502}"/>
                  </a:ext>
                </a:extLst>
              </p:cNvPr>
              <p:cNvSpPr/>
              <p:nvPr/>
            </p:nvSpPr>
            <p:spPr>
              <a:xfrm>
                <a:off x="7995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23" name="타원 23722">
                <a:extLst>
                  <a:ext uri="{FF2B5EF4-FFF2-40B4-BE49-F238E27FC236}">
                    <a16:creationId xmlns:a16="http://schemas.microsoft.com/office/drawing/2014/main" id="{DAE39071-BDC3-4174-A0C1-05D3E643713B}"/>
                  </a:ext>
                </a:extLst>
              </p:cNvPr>
              <p:cNvSpPr/>
              <p:nvPr/>
            </p:nvSpPr>
            <p:spPr>
              <a:xfrm>
                <a:off x="9519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24" name="타원 23723">
                <a:extLst>
                  <a:ext uri="{FF2B5EF4-FFF2-40B4-BE49-F238E27FC236}">
                    <a16:creationId xmlns:a16="http://schemas.microsoft.com/office/drawing/2014/main" id="{763E4B58-597A-49E8-9477-CDB08067CF54}"/>
                  </a:ext>
                </a:extLst>
              </p:cNvPr>
              <p:cNvSpPr/>
              <p:nvPr/>
            </p:nvSpPr>
            <p:spPr>
              <a:xfrm>
                <a:off x="11043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25" name="타원 23724">
                <a:extLst>
                  <a:ext uri="{FF2B5EF4-FFF2-40B4-BE49-F238E27FC236}">
                    <a16:creationId xmlns:a16="http://schemas.microsoft.com/office/drawing/2014/main" id="{A8F1F9AD-F770-4FB7-A4B6-EFA2272825B7}"/>
                  </a:ext>
                </a:extLst>
              </p:cNvPr>
              <p:cNvSpPr/>
              <p:nvPr/>
            </p:nvSpPr>
            <p:spPr>
              <a:xfrm>
                <a:off x="12567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26" name="타원 23725">
                <a:extLst>
                  <a:ext uri="{FF2B5EF4-FFF2-40B4-BE49-F238E27FC236}">
                    <a16:creationId xmlns:a16="http://schemas.microsoft.com/office/drawing/2014/main" id="{0A45D07C-E8CF-4AAF-9B9B-F589450021E4}"/>
                  </a:ext>
                </a:extLst>
              </p:cNvPr>
              <p:cNvSpPr/>
              <p:nvPr/>
            </p:nvSpPr>
            <p:spPr>
              <a:xfrm>
                <a:off x="14091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27" name="타원 23726">
                <a:extLst>
                  <a:ext uri="{FF2B5EF4-FFF2-40B4-BE49-F238E27FC236}">
                    <a16:creationId xmlns:a16="http://schemas.microsoft.com/office/drawing/2014/main" id="{F713F730-764E-4477-8EE0-51ABB7B8D0F8}"/>
                  </a:ext>
                </a:extLst>
              </p:cNvPr>
              <p:cNvSpPr/>
              <p:nvPr/>
            </p:nvSpPr>
            <p:spPr>
              <a:xfrm>
                <a:off x="15615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28" name="타원 23727">
                <a:extLst>
                  <a:ext uri="{FF2B5EF4-FFF2-40B4-BE49-F238E27FC236}">
                    <a16:creationId xmlns:a16="http://schemas.microsoft.com/office/drawing/2014/main" id="{4E8DC1A7-0AC3-42F2-9EFA-76EB305DE92C}"/>
                  </a:ext>
                </a:extLst>
              </p:cNvPr>
              <p:cNvSpPr/>
              <p:nvPr/>
            </p:nvSpPr>
            <p:spPr>
              <a:xfrm>
                <a:off x="17139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29" name="타원 23728">
                <a:extLst>
                  <a:ext uri="{FF2B5EF4-FFF2-40B4-BE49-F238E27FC236}">
                    <a16:creationId xmlns:a16="http://schemas.microsoft.com/office/drawing/2014/main" id="{78EA2E4E-11E0-411A-9660-1AFD9710FEB1}"/>
                  </a:ext>
                </a:extLst>
              </p:cNvPr>
              <p:cNvSpPr/>
              <p:nvPr/>
            </p:nvSpPr>
            <p:spPr>
              <a:xfrm>
                <a:off x="18663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30" name="타원 23729">
                <a:extLst>
                  <a:ext uri="{FF2B5EF4-FFF2-40B4-BE49-F238E27FC236}">
                    <a16:creationId xmlns:a16="http://schemas.microsoft.com/office/drawing/2014/main" id="{4E948904-B608-47C6-A0ED-C11534C4D6F0}"/>
                  </a:ext>
                </a:extLst>
              </p:cNvPr>
              <p:cNvSpPr/>
              <p:nvPr/>
            </p:nvSpPr>
            <p:spPr>
              <a:xfrm>
                <a:off x="20187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31" name="타원 23730">
                <a:extLst>
                  <a:ext uri="{FF2B5EF4-FFF2-40B4-BE49-F238E27FC236}">
                    <a16:creationId xmlns:a16="http://schemas.microsoft.com/office/drawing/2014/main" id="{6DCB8A55-9F61-46E0-AE94-D2E6DCFA7992}"/>
                  </a:ext>
                </a:extLst>
              </p:cNvPr>
              <p:cNvSpPr/>
              <p:nvPr/>
            </p:nvSpPr>
            <p:spPr>
              <a:xfrm>
                <a:off x="21711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32" name="타원 23731">
                <a:extLst>
                  <a:ext uri="{FF2B5EF4-FFF2-40B4-BE49-F238E27FC236}">
                    <a16:creationId xmlns:a16="http://schemas.microsoft.com/office/drawing/2014/main" id="{15915D62-CE4E-4FB9-81E6-614CE024A40E}"/>
                  </a:ext>
                </a:extLst>
              </p:cNvPr>
              <p:cNvSpPr/>
              <p:nvPr/>
            </p:nvSpPr>
            <p:spPr>
              <a:xfrm>
                <a:off x="23235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33" name="타원 23732">
                <a:extLst>
                  <a:ext uri="{FF2B5EF4-FFF2-40B4-BE49-F238E27FC236}">
                    <a16:creationId xmlns:a16="http://schemas.microsoft.com/office/drawing/2014/main" id="{6A792AA4-6C88-43F5-851B-C331D1F9E714}"/>
                  </a:ext>
                </a:extLst>
              </p:cNvPr>
              <p:cNvSpPr/>
              <p:nvPr/>
            </p:nvSpPr>
            <p:spPr>
              <a:xfrm>
                <a:off x="24759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34" name="타원 23733">
                <a:extLst>
                  <a:ext uri="{FF2B5EF4-FFF2-40B4-BE49-F238E27FC236}">
                    <a16:creationId xmlns:a16="http://schemas.microsoft.com/office/drawing/2014/main" id="{FCB5528C-9126-41CE-A3C3-91F6917A848A}"/>
                  </a:ext>
                </a:extLst>
              </p:cNvPr>
              <p:cNvSpPr/>
              <p:nvPr/>
            </p:nvSpPr>
            <p:spPr>
              <a:xfrm>
                <a:off x="26283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35" name="타원 23734">
                <a:extLst>
                  <a:ext uri="{FF2B5EF4-FFF2-40B4-BE49-F238E27FC236}">
                    <a16:creationId xmlns:a16="http://schemas.microsoft.com/office/drawing/2014/main" id="{57D93809-1882-46BD-924C-C1D22925AD2D}"/>
                  </a:ext>
                </a:extLst>
              </p:cNvPr>
              <p:cNvSpPr/>
              <p:nvPr/>
            </p:nvSpPr>
            <p:spPr>
              <a:xfrm>
                <a:off x="27807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36" name="타원 23735">
                <a:extLst>
                  <a:ext uri="{FF2B5EF4-FFF2-40B4-BE49-F238E27FC236}">
                    <a16:creationId xmlns:a16="http://schemas.microsoft.com/office/drawing/2014/main" id="{7E64371D-3ED2-4019-92EA-5AC7622435CE}"/>
                  </a:ext>
                </a:extLst>
              </p:cNvPr>
              <p:cNvSpPr/>
              <p:nvPr/>
            </p:nvSpPr>
            <p:spPr>
              <a:xfrm>
                <a:off x="29331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37" name="타원 23736">
                <a:extLst>
                  <a:ext uri="{FF2B5EF4-FFF2-40B4-BE49-F238E27FC236}">
                    <a16:creationId xmlns:a16="http://schemas.microsoft.com/office/drawing/2014/main" id="{2A813876-F5A1-4C27-90BA-E7AB03CF8CE7}"/>
                  </a:ext>
                </a:extLst>
              </p:cNvPr>
              <p:cNvSpPr/>
              <p:nvPr/>
            </p:nvSpPr>
            <p:spPr>
              <a:xfrm>
                <a:off x="30855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38" name="타원 23737">
                <a:extLst>
                  <a:ext uri="{FF2B5EF4-FFF2-40B4-BE49-F238E27FC236}">
                    <a16:creationId xmlns:a16="http://schemas.microsoft.com/office/drawing/2014/main" id="{33559084-E739-4AFE-8E6A-32084FB9F743}"/>
                  </a:ext>
                </a:extLst>
              </p:cNvPr>
              <p:cNvSpPr/>
              <p:nvPr/>
            </p:nvSpPr>
            <p:spPr>
              <a:xfrm>
                <a:off x="32379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39" name="타원 23738">
                <a:extLst>
                  <a:ext uri="{FF2B5EF4-FFF2-40B4-BE49-F238E27FC236}">
                    <a16:creationId xmlns:a16="http://schemas.microsoft.com/office/drawing/2014/main" id="{9C1B6900-1C26-4572-B611-FED009E89244}"/>
                  </a:ext>
                </a:extLst>
              </p:cNvPr>
              <p:cNvSpPr/>
              <p:nvPr/>
            </p:nvSpPr>
            <p:spPr>
              <a:xfrm>
                <a:off x="33903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40" name="타원 23739">
                <a:extLst>
                  <a:ext uri="{FF2B5EF4-FFF2-40B4-BE49-F238E27FC236}">
                    <a16:creationId xmlns:a16="http://schemas.microsoft.com/office/drawing/2014/main" id="{7897DA30-B86C-4154-B7E5-EE87E821CE49}"/>
                  </a:ext>
                </a:extLst>
              </p:cNvPr>
              <p:cNvSpPr/>
              <p:nvPr/>
            </p:nvSpPr>
            <p:spPr>
              <a:xfrm>
                <a:off x="35427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41" name="타원 23740">
                <a:extLst>
                  <a:ext uri="{FF2B5EF4-FFF2-40B4-BE49-F238E27FC236}">
                    <a16:creationId xmlns:a16="http://schemas.microsoft.com/office/drawing/2014/main" id="{6627699D-065C-45AF-BCF1-55E3723D0538}"/>
                  </a:ext>
                </a:extLst>
              </p:cNvPr>
              <p:cNvSpPr/>
              <p:nvPr/>
            </p:nvSpPr>
            <p:spPr>
              <a:xfrm>
                <a:off x="36951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42" name="타원 23741">
                <a:extLst>
                  <a:ext uri="{FF2B5EF4-FFF2-40B4-BE49-F238E27FC236}">
                    <a16:creationId xmlns:a16="http://schemas.microsoft.com/office/drawing/2014/main" id="{668BA304-DB96-4997-880D-6B2AD9B5EAAC}"/>
                  </a:ext>
                </a:extLst>
              </p:cNvPr>
              <p:cNvSpPr/>
              <p:nvPr/>
            </p:nvSpPr>
            <p:spPr>
              <a:xfrm>
                <a:off x="38475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43" name="타원 23742">
                <a:extLst>
                  <a:ext uri="{FF2B5EF4-FFF2-40B4-BE49-F238E27FC236}">
                    <a16:creationId xmlns:a16="http://schemas.microsoft.com/office/drawing/2014/main" id="{B2D7B190-F07D-44D2-92C3-C2456E44AA48}"/>
                  </a:ext>
                </a:extLst>
              </p:cNvPr>
              <p:cNvSpPr/>
              <p:nvPr/>
            </p:nvSpPr>
            <p:spPr>
              <a:xfrm>
                <a:off x="39999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44" name="타원 23743">
                <a:extLst>
                  <a:ext uri="{FF2B5EF4-FFF2-40B4-BE49-F238E27FC236}">
                    <a16:creationId xmlns:a16="http://schemas.microsoft.com/office/drawing/2014/main" id="{5074BB33-9213-43A7-B35C-92F7144FB46F}"/>
                  </a:ext>
                </a:extLst>
              </p:cNvPr>
              <p:cNvSpPr/>
              <p:nvPr/>
            </p:nvSpPr>
            <p:spPr>
              <a:xfrm>
                <a:off x="41523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45" name="타원 23744">
                <a:extLst>
                  <a:ext uri="{FF2B5EF4-FFF2-40B4-BE49-F238E27FC236}">
                    <a16:creationId xmlns:a16="http://schemas.microsoft.com/office/drawing/2014/main" id="{11BAE271-83E7-4B9E-B062-1C02894653FB}"/>
                  </a:ext>
                </a:extLst>
              </p:cNvPr>
              <p:cNvSpPr/>
              <p:nvPr/>
            </p:nvSpPr>
            <p:spPr>
              <a:xfrm>
                <a:off x="43047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46" name="타원 23745">
                <a:extLst>
                  <a:ext uri="{FF2B5EF4-FFF2-40B4-BE49-F238E27FC236}">
                    <a16:creationId xmlns:a16="http://schemas.microsoft.com/office/drawing/2014/main" id="{0C8EDA87-1D31-49D0-8FA9-32888699F33C}"/>
                  </a:ext>
                </a:extLst>
              </p:cNvPr>
              <p:cNvSpPr/>
              <p:nvPr/>
            </p:nvSpPr>
            <p:spPr>
              <a:xfrm>
                <a:off x="44571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47" name="타원 23746">
                <a:extLst>
                  <a:ext uri="{FF2B5EF4-FFF2-40B4-BE49-F238E27FC236}">
                    <a16:creationId xmlns:a16="http://schemas.microsoft.com/office/drawing/2014/main" id="{17580F50-6315-4006-B8DC-C836528DE3FA}"/>
                  </a:ext>
                </a:extLst>
              </p:cNvPr>
              <p:cNvSpPr/>
              <p:nvPr/>
            </p:nvSpPr>
            <p:spPr>
              <a:xfrm>
                <a:off x="46095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48" name="타원 23747">
                <a:extLst>
                  <a:ext uri="{FF2B5EF4-FFF2-40B4-BE49-F238E27FC236}">
                    <a16:creationId xmlns:a16="http://schemas.microsoft.com/office/drawing/2014/main" id="{41D4702C-58F8-4299-BDC3-A88A2910BC2A}"/>
                  </a:ext>
                </a:extLst>
              </p:cNvPr>
              <p:cNvSpPr/>
              <p:nvPr/>
            </p:nvSpPr>
            <p:spPr>
              <a:xfrm>
                <a:off x="47619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49" name="타원 23748">
                <a:extLst>
                  <a:ext uri="{FF2B5EF4-FFF2-40B4-BE49-F238E27FC236}">
                    <a16:creationId xmlns:a16="http://schemas.microsoft.com/office/drawing/2014/main" id="{60B8BFF8-0090-4B0F-B676-A49072FFB0DC}"/>
                  </a:ext>
                </a:extLst>
              </p:cNvPr>
              <p:cNvSpPr/>
              <p:nvPr/>
            </p:nvSpPr>
            <p:spPr>
              <a:xfrm>
                <a:off x="49143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50" name="타원 23749">
                <a:extLst>
                  <a:ext uri="{FF2B5EF4-FFF2-40B4-BE49-F238E27FC236}">
                    <a16:creationId xmlns:a16="http://schemas.microsoft.com/office/drawing/2014/main" id="{1502ADC9-8313-4202-93F6-D8A234B7F699}"/>
                  </a:ext>
                </a:extLst>
              </p:cNvPr>
              <p:cNvSpPr/>
              <p:nvPr/>
            </p:nvSpPr>
            <p:spPr>
              <a:xfrm>
                <a:off x="50667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51" name="타원 23750">
                <a:extLst>
                  <a:ext uri="{FF2B5EF4-FFF2-40B4-BE49-F238E27FC236}">
                    <a16:creationId xmlns:a16="http://schemas.microsoft.com/office/drawing/2014/main" id="{7D7D54AE-0F20-4BE6-B9BF-3A018247357B}"/>
                  </a:ext>
                </a:extLst>
              </p:cNvPr>
              <p:cNvSpPr/>
              <p:nvPr/>
            </p:nvSpPr>
            <p:spPr>
              <a:xfrm>
                <a:off x="52191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52" name="타원 23751">
                <a:extLst>
                  <a:ext uri="{FF2B5EF4-FFF2-40B4-BE49-F238E27FC236}">
                    <a16:creationId xmlns:a16="http://schemas.microsoft.com/office/drawing/2014/main" id="{E8B00756-5B43-4A2F-9962-32041DA3B218}"/>
                  </a:ext>
                </a:extLst>
              </p:cNvPr>
              <p:cNvSpPr/>
              <p:nvPr/>
            </p:nvSpPr>
            <p:spPr>
              <a:xfrm>
                <a:off x="53715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53" name="타원 23752">
                <a:extLst>
                  <a:ext uri="{FF2B5EF4-FFF2-40B4-BE49-F238E27FC236}">
                    <a16:creationId xmlns:a16="http://schemas.microsoft.com/office/drawing/2014/main" id="{953B784B-507F-45CD-BADC-188C71F02263}"/>
                  </a:ext>
                </a:extLst>
              </p:cNvPr>
              <p:cNvSpPr/>
              <p:nvPr/>
            </p:nvSpPr>
            <p:spPr>
              <a:xfrm>
                <a:off x="55239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54" name="타원 23753">
                <a:extLst>
                  <a:ext uri="{FF2B5EF4-FFF2-40B4-BE49-F238E27FC236}">
                    <a16:creationId xmlns:a16="http://schemas.microsoft.com/office/drawing/2014/main" id="{17382504-626F-44AF-9B83-421F545B12FC}"/>
                  </a:ext>
                </a:extLst>
              </p:cNvPr>
              <p:cNvSpPr/>
              <p:nvPr/>
            </p:nvSpPr>
            <p:spPr>
              <a:xfrm>
                <a:off x="5676363" y="68500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55" name="타원 23754">
                <a:extLst>
                  <a:ext uri="{FF2B5EF4-FFF2-40B4-BE49-F238E27FC236}">
                    <a16:creationId xmlns:a16="http://schemas.microsoft.com/office/drawing/2014/main" id="{0085C9C8-6B1E-49B6-9A50-E66AF8D9A0D8}"/>
                  </a:ext>
                </a:extLst>
              </p:cNvPr>
              <p:cNvSpPr/>
              <p:nvPr/>
            </p:nvSpPr>
            <p:spPr>
              <a:xfrm>
                <a:off x="3423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56" name="타원 23755">
                <a:extLst>
                  <a:ext uri="{FF2B5EF4-FFF2-40B4-BE49-F238E27FC236}">
                    <a16:creationId xmlns:a16="http://schemas.microsoft.com/office/drawing/2014/main" id="{94CB2C1F-950A-45B8-8346-88982889BEF7}"/>
                  </a:ext>
                </a:extLst>
              </p:cNvPr>
              <p:cNvSpPr/>
              <p:nvPr/>
            </p:nvSpPr>
            <p:spPr>
              <a:xfrm>
                <a:off x="4947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57" name="타원 23756">
                <a:extLst>
                  <a:ext uri="{FF2B5EF4-FFF2-40B4-BE49-F238E27FC236}">
                    <a16:creationId xmlns:a16="http://schemas.microsoft.com/office/drawing/2014/main" id="{EA66EBCD-4815-4006-8290-AED07CCCF944}"/>
                  </a:ext>
                </a:extLst>
              </p:cNvPr>
              <p:cNvSpPr/>
              <p:nvPr/>
            </p:nvSpPr>
            <p:spPr>
              <a:xfrm>
                <a:off x="6471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58" name="타원 23757">
                <a:extLst>
                  <a:ext uri="{FF2B5EF4-FFF2-40B4-BE49-F238E27FC236}">
                    <a16:creationId xmlns:a16="http://schemas.microsoft.com/office/drawing/2014/main" id="{B911FE30-91DA-4CA8-B256-0E384BC2BCC0}"/>
                  </a:ext>
                </a:extLst>
              </p:cNvPr>
              <p:cNvSpPr/>
              <p:nvPr/>
            </p:nvSpPr>
            <p:spPr>
              <a:xfrm>
                <a:off x="7995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59" name="타원 23758">
                <a:extLst>
                  <a:ext uri="{FF2B5EF4-FFF2-40B4-BE49-F238E27FC236}">
                    <a16:creationId xmlns:a16="http://schemas.microsoft.com/office/drawing/2014/main" id="{76CD9817-99F2-4FEF-95FF-4E944BC770E3}"/>
                  </a:ext>
                </a:extLst>
              </p:cNvPr>
              <p:cNvSpPr/>
              <p:nvPr/>
            </p:nvSpPr>
            <p:spPr>
              <a:xfrm>
                <a:off x="9519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60" name="타원 23759">
                <a:extLst>
                  <a:ext uri="{FF2B5EF4-FFF2-40B4-BE49-F238E27FC236}">
                    <a16:creationId xmlns:a16="http://schemas.microsoft.com/office/drawing/2014/main" id="{158C7645-A886-47E5-B2AA-7E2D6894FB00}"/>
                  </a:ext>
                </a:extLst>
              </p:cNvPr>
              <p:cNvSpPr/>
              <p:nvPr/>
            </p:nvSpPr>
            <p:spPr>
              <a:xfrm>
                <a:off x="11043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61" name="타원 23760">
                <a:extLst>
                  <a:ext uri="{FF2B5EF4-FFF2-40B4-BE49-F238E27FC236}">
                    <a16:creationId xmlns:a16="http://schemas.microsoft.com/office/drawing/2014/main" id="{CB5175DC-2D7F-4E52-AC28-730B7E20A357}"/>
                  </a:ext>
                </a:extLst>
              </p:cNvPr>
              <p:cNvSpPr/>
              <p:nvPr/>
            </p:nvSpPr>
            <p:spPr>
              <a:xfrm>
                <a:off x="12567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62" name="타원 23761">
                <a:extLst>
                  <a:ext uri="{FF2B5EF4-FFF2-40B4-BE49-F238E27FC236}">
                    <a16:creationId xmlns:a16="http://schemas.microsoft.com/office/drawing/2014/main" id="{BD071151-C65E-46EB-9C2A-FD1227F06B6B}"/>
                  </a:ext>
                </a:extLst>
              </p:cNvPr>
              <p:cNvSpPr/>
              <p:nvPr/>
            </p:nvSpPr>
            <p:spPr>
              <a:xfrm>
                <a:off x="14091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63" name="타원 23762">
                <a:extLst>
                  <a:ext uri="{FF2B5EF4-FFF2-40B4-BE49-F238E27FC236}">
                    <a16:creationId xmlns:a16="http://schemas.microsoft.com/office/drawing/2014/main" id="{402014E0-32E4-47AE-B0A7-FEEC487140C6}"/>
                  </a:ext>
                </a:extLst>
              </p:cNvPr>
              <p:cNvSpPr/>
              <p:nvPr/>
            </p:nvSpPr>
            <p:spPr>
              <a:xfrm>
                <a:off x="15615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64" name="타원 23763">
                <a:extLst>
                  <a:ext uri="{FF2B5EF4-FFF2-40B4-BE49-F238E27FC236}">
                    <a16:creationId xmlns:a16="http://schemas.microsoft.com/office/drawing/2014/main" id="{40A32CCC-BAFB-401A-8CA7-EA27B888B5EC}"/>
                  </a:ext>
                </a:extLst>
              </p:cNvPr>
              <p:cNvSpPr/>
              <p:nvPr/>
            </p:nvSpPr>
            <p:spPr>
              <a:xfrm>
                <a:off x="17139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65" name="타원 23764">
                <a:extLst>
                  <a:ext uri="{FF2B5EF4-FFF2-40B4-BE49-F238E27FC236}">
                    <a16:creationId xmlns:a16="http://schemas.microsoft.com/office/drawing/2014/main" id="{743F6210-BF83-4178-99D8-6FEDAD429ADA}"/>
                  </a:ext>
                </a:extLst>
              </p:cNvPr>
              <p:cNvSpPr/>
              <p:nvPr/>
            </p:nvSpPr>
            <p:spPr>
              <a:xfrm>
                <a:off x="18663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66" name="타원 23765">
                <a:extLst>
                  <a:ext uri="{FF2B5EF4-FFF2-40B4-BE49-F238E27FC236}">
                    <a16:creationId xmlns:a16="http://schemas.microsoft.com/office/drawing/2014/main" id="{24F347D1-F649-4804-8E7C-89126DCE4D7B}"/>
                  </a:ext>
                </a:extLst>
              </p:cNvPr>
              <p:cNvSpPr/>
              <p:nvPr/>
            </p:nvSpPr>
            <p:spPr>
              <a:xfrm>
                <a:off x="20187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67" name="타원 23766">
                <a:extLst>
                  <a:ext uri="{FF2B5EF4-FFF2-40B4-BE49-F238E27FC236}">
                    <a16:creationId xmlns:a16="http://schemas.microsoft.com/office/drawing/2014/main" id="{F3515DAD-1185-4FC5-AC93-32749406D687}"/>
                  </a:ext>
                </a:extLst>
              </p:cNvPr>
              <p:cNvSpPr/>
              <p:nvPr/>
            </p:nvSpPr>
            <p:spPr>
              <a:xfrm>
                <a:off x="21711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68" name="타원 23767">
                <a:extLst>
                  <a:ext uri="{FF2B5EF4-FFF2-40B4-BE49-F238E27FC236}">
                    <a16:creationId xmlns:a16="http://schemas.microsoft.com/office/drawing/2014/main" id="{B2D9E498-9695-467E-9F67-6CD75AB99A1B}"/>
                  </a:ext>
                </a:extLst>
              </p:cNvPr>
              <p:cNvSpPr/>
              <p:nvPr/>
            </p:nvSpPr>
            <p:spPr>
              <a:xfrm>
                <a:off x="23235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69" name="타원 23768">
                <a:extLst>
                  <a:ext uri="{FF2B5EF4-FFF2-40B4-BE49-F238E27FC236}">
                    <a16:creationId xmlns:a16="http://schemas.microsoft.com/office/drawing/2014/main" id="{05B22CBC-050A-4489-8E7B-5C98CF8E758F}"/>
                  </a:ext>
                </a:extLst>
              </p:cNvPr>
              <p:cNvSpPr/>
              <p:nvPr/>
            </p:nvSpPr>
            <p:spPr>
              <a:xfrm>
                <a:off x="24759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70" name="타원 23769">
                <a:extLst>
                  <a:ext uri="{FF2B5EF4-FFF2-40B4-BE49-F238E27FC236}">
                    <a16:creationId xmlns:a16="http://schemas.microsoft.com/office/drawing/2014/main" id="{1E1A298D-A899-4AA0-A291-1BF557BD896F}"/>
                  </a:ext>
                </a:extLst>
              </p:cNvPr>
              <p:cNvSpPr/>
              <p:nvPr/>
            </p:nvSpPr>
            <p:spPr>
              <a:xfrm>
                <a:off x="26283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71" name="타원 23770">
                <a:extLst>
                  <a:ext uri="{FF2B5EF4-FFF2-40B4-BE49-F238E27FC236}">
                    <a16:creationId xmlns:a16="http://schemas.microsoft.com/office/drawing/2014/main" id="{7C4851D9-0B04-4E92-989C-B54589D3CD0D}"/>
                  </a:ext>
                </a:extLst>
              </p:cNvPr>
              <p:cNvSpPr/>
              <p:nvPr/>
            </p:nvSpPr>
            <p:spPr>
              <a:xfrm>
                <a:off x="27807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72" name="타원 23771">
                <a:extLst>
                  <a:ext uri="{FF2B5EF4-FFF2-40B4-BE49-F238E27FC236}">
                    <a16:creationId xmlns:a16="http://schemas.microsoft.com/office/drawing/2014/main" id="{BDF9BBA9-C053-4189-B9D4-C91A8573E576}"/>
                  </a:ext>
                </a:extLst>
              </p:cNvPr>
              <p:cNvSpPr/>
              <p:nvPr/>
            </p:nvSpPr>
            <p:spPr>
              <a:xfrm>
                <a:off x="29331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73" name="타원 23772">
                <a:extLst>
                  <a:ext uri="{FF2B5EF4-FFF2-40B4-BE49-F238E27FC236}">
                    <a16:creationId xmlns:a16="http://schemas.microsoft.com/office/drawing/2014/main" id="{6A3FF846-645F-4B4E-8CFE-E8619D4EAFCB}"/>
                  </a:ext>
                </a:extLst>
              </p:cNvPr>
              <p:cNvSpPr/>
              <p:nvPr/>
            </p:nvSpPr>
            <p:spPr>
              <a:xfrm>
                <a:off x="30855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74" name="타원 23773">
                <a:extLst>
                  <a:ext uri="{FF2B5EF4-FFF2-40B4-BE49-F238E27FC236}">
                    <a16:creationId xmlns:a16="http://schemas.microsoft.com/office/drawing/2014/main" id="{A9D31E56-40DE-488B-8688-B6C37D0718A3}"/>
                  </a:ext>
                </a:extLst>
              </p:cNvPr>
              <p:cNvSpPr/>
              <p:nvPr/>
            </p:nvSpPr>
            <p:spPr>
              <a:xfrm>
                <a:off x="32379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75" name="타원 23774">
                <a:extLst>
                  <a:ext uri="{FF2B5EF4-FFF2-40B4-BE49-F238E27FC236}">
                    <a16:creationId xmlns:a16="http://schemas.microsoft.com/office/drawing/2014/main" id="{D79BBE73-5FE2-4962-A5E6-463AE891E36E}"/>
                  </a:ext>
                </a:extLst>
              </p:cNvPr>
              <p:cNvSpPr/>
              <p:nvPr/>
            </p:nvSpPr>
            <p:spPr>
              <a:xfrm>
                <a:off x="33903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76" name="타원 23775">
                <a:extLst>
                  <a:ext uri="{FF2B5EF4-FFF2-40B4-BE49-F238E27FC236}">
                    <a16:creationId xmlns:a16="http://schemas.microsoft.com/office/drawing/2014/main" id="{94C897AC-A41E-4F27-B624-947B395D3D71}"/>
                  </a:ext>
                </a:extLst>
              </p:cNvPr>
              <p:cNvSpPr/>
              <p:nvPr/>
            </p:nvSpPr>
            <p:spPr>
              <a:xfrm>
                <a:off x="35427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77" name="타원 23776">
                <a:extLst>
                  <a:ext uri="{FF2B5EF4-FFF2-40B4-BE49-F238E27FC236}">
                    <a16:creationId xmlns:a16="http://schemas.microsoft.com/office/drawing/2014/main" id="{418D9631-D716-4BE3-8464-2F45153EDAF5}"/>
                  </a:ext>
                </a:extLst>
              </p:cNvPr>
              <p:cNvSpPr/>
              <p:nvPr/>
            </p:nvSpPr>
            <p:spPr>
              <a:xfrm>
                <a:off x="36951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78" name="타원 23777">
                <a:extLst>
                  <a:ext uri="{FF2B5EF4-FFF2-40B4-BE49-F238E27FC236}">
                    <a16:creationId xmlns:a16="http://schemas.microsoft.com/office/drawing/2014/main" id="{A59637C0-F803-4B5A-85A9-79FF54826C3D}"/>
                  </a:ext>
                </a:extLst>
              </p:cNvPr>
              <p:cNvSpPr/>
              <p:nvPr/>
            </p:nvSpPr>
            <p:spPr>
              <a:xfrm>
                <a:off x="38475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79" name="타원 23778">
                <a:extLst>
                  <a:ext uri="{FF2B5EF4-FFF2-40B4-BE49-F238E27FC236}">
                    <a16:creationId xmlns:a16="http://schemas.microsoft.com/office/drawing/2014/main" id="{21022B6C-E3B4-47CF-927B-A37FF009EBAC}"/>
                  </a:ext>
                </a:extLst>
              </p:cNvPr>
              <p:cNvSpPr/>
              <p:nvPr/>
            </p:nvSpPr>
            <p:spPr>
              <a:xfrm>
                <a:off x="39999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80" name="타원 23779">
                <a:extLst>
                  <a:ext uri="{FF2B5EF4-FFF2-40B4-BE49-F238E27FC236}">
                    <a16:creationId xmlns:a16="http://schemas.microsoft.com/office/drawing/2014/main" id="{63AB950C-F7D8-4230-9D7B-63EA845C232D}"/>
                  </a:ext>
                </a:extLst>
              </p:cNvPr>
              <p:cNvSpPr/>
              <p:nvPr/>
            </p:nvSpPr>
            <p:spPr>
              <a:xfrm>
                <a:off x="41523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81" name="타원 23780">
                <a:extLst>
                  <a:ext uri="{FF2B5EF4-FFF2-40B4-BE49-F238E27FC236}">
                    <a16:creationId xmlns:a16="http://schemas.microsoft.com/office/drawing/2014/main" id="{8D57C01D-FB2D-4A3F-97A5-0FCB83E6235F}"/>
                  </a:ext>
                </a:extLst>
              </p:cNvPr>
              <p:cNvSpPr/>
              <p:nvPr/>
            </p:nvSpPr>
            <p:spPr>
              <a:xfrm>
                <a:off x="43047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82" name="타원 23781">
                <a:extLst>
                  <a:ext uri="{FF2B5EF4-FFF2-40B4-BE49-F238E27FC236}">
                    <a16:creationId xmlns:a16="http://schemas.microsoft.com/office/drawing/2014/main" id="{319E664F-23EA-4579-8A08-720F891C98EF}"/>
                  </a:ext>
                </a:extLst>
              </p:cNvPr>
              <p:cNvSpPr/>
              <p:nvPr/>
            </p:nvSpPr>
            <p:spPr>
              <a:xfrm>
                <a:off x="44571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83" name="타원 23782">
                <a:extLst>
                  <a:ext uri="{FF2B5EF4-FFF2-40B4-BE49-F238E27FC236}">
                    <a16:creationId xmlns:a16="http://schemas.microsoft.com/office/drawing/2014/main" id="{0C473F4D-B10E-4FF7-8796-81C735252D36}"/>
                  </a:ext>
                </a:extLst>
              </p:cNvPr>
              <p:cNvSpPr/>
              <p:nvPr/>
            </p:nvSpPr>
            <p:spPr>
              <a:xfrm>
                <a:off x="46095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84" name="타원 23783">
                <a:extLst>
                  <a:ext uri="{FF2B5EF4-FFF2-40B4-BE49-F238E27FC236}">
                    <a16:creationId xmlns:a16="http://schemas.microsoft.com/office/drawing/2014/main" id="{79E6C98F-2F84-4A72-BAA8-1509CADE6C84}"/>
                  </a:ext>
                </a:extLst>
              </p:cNvPr>
              <p:cNvSpPr/>
              <p:nvPr/>
            </p:nvSpPr>
            <p:spPr>
              <a:xfrm>
                <a:off x="47619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85" name="타원 23784">
                <a:extLst>
                  <a:ext uri="{FF2B5EF4-FFF2-40B4-BE49-F238E27FC236}">
                    <a16:creationId xmlns:a16="http://schemas.microsoft.com/office/drawing/2014/main" id="{15667C57-F1B4-4559-9B2A-6393A8E9459D}"/>
                  </a:ext>
                </a:extLst>
              </p:cNvPr>
              <p:cNvSpPr/>
              <p:nvPr/>
            </p:nvSpPr>
            <p:spPr>
              <a:xfrm>
                <a:off x="49143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86" name="타원 23785">
                <a:extLst>
                  <a:ext uri="{FF2B5EF4-FFF2-40B4-BE49-F238E27FC236}">
                    <a16:creationId xmlns:a16="http://schemas.microsoft.com/office/drawing/2014/main" id="{6F3E75D4-05FD-4B42-8755-407347E35C74}"/>
                  </a:ext>
                </a:extLst>
              </p:cNvPr>
              <p:cNvSpPr/>
              <p:nvPr/>
            </p:nvSpPr>
            <p:spPr>
              <a:xfrm>
                <a:off x="50667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87" name="타원 23786">
                <a:extLst>
                  <a:ext uri="{FF2B5EF4-FFF2-40B4-BE49-F238E27FC236}">
                    <a16:creationId xmlns:a16="http://schemas.microsoft.com/office/drawing/2014/main" id="{E1B3357F-38DF-46ED-925F-3631BCA0BDE5}"/>
                  </a:ext>
                </a:extLst>
              </p:cNvPr>
              <p:cNvSpPr/>
              <p:nvPr/>
            </p:nvSpPr>
            <p:spPr>
              <a:xfrm>
                <a:off x="52191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88" name="타원 23787">
                <a:extLst>
                  <a:ext uri="{FF2B5EF4-FFF2-40B4-BE49-F238E27FC236}">
                    <a16:creationId xmlns:a16="http://schemas.microsoft.com/office/drawing/2014/main" id="{E5A07D11-C81C-4C43-9C65-B57E93688C46}"/>
                  </a:ext>
                </a:extLst>
              </p:cNvPr>
              <p:cNvSpPr/>
              <p:nvPr/>
            </p:nvSpPr>
            <p:spPr>
              <a:xfrm>
                <a:off x="53715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89" name="타원 23788">
                <a:extLst>
                  <a:ext uri="{FF2B5EF4-FFF2-40B4-BE49-F238E27FC236}">
                    <a16:creationId xmlns:a16="http://schemas.microsoft.com/office/drawing/2014/main" id="{251660F3-BF6B-4618-8C94-A54FB51A4B3B}"/>
                  </a:ext>
                </a:extLst>
              </p:cNvPr>
              <p:cNvSpPr/>
              <p:nvPr/>
            </p:nvSpPr>
            <p:spPr>
              <a:xfrm>
                <a:off x="55239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90" name="타원 23789">
                <a:extLst>
                  <a:ext uri="{FF2B5EF4-FFF2-40B4-BE49-F238E27FC236}">
                    <a16:creationId xmlns:a16="http://schemas.microsoft.com/office/drawing/2014/main" id="{FC7F5992-5C37-44E3-AA9F-8326E9DC477F}"/>
                  </a:ext>
                </a:extLst>
              </p:cNvPr>
              <p:cNvSpPr/>
              <p:nvPr/>
            </p:nvSpPr>
            <p:spPr>
              <a:xfrm>
                <a:off x="5676363" y="70024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91" name="타원 23790">
                <a:extLst>
                  <a:ext uri="{FF2B5EF4-FFF2-40B4-BE49-F238E27FC236}">
                    <a16:creationId xmlns:a16="http://schemas.microsoft.com/office/drawing/2014/main" id="{CAB81BCD-F32B-4BBF-9AAA-9B4726BE961E}"/>
                  </a:ext>
                </a:extLst>
              </p:cNvPr>
              <p:cNvSpPr/>
              <p:nvPr/>
            </p:nvSpPr>
            <p:spPr>
              <a:xfrm>
                <a:off x="3423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92" name="타원 23791">
                <a:extLst>
                  <a:ext uri="{FF2B5EF4-FFF2-40B4-BE49-F238E27FC236}">
                    <a16:creationId xmlns:a16="http://schemas.microsoft.com/office/drawing/2014/main" id="{FF8F7AE7-2CE6-4613-9023-9983D50F8A39}"/>
                  </a:ext>
                </a:extLst>
              </p:cNvPr>
              <p:cNvSpPr/>
              <p:nvPr/>
            </p:nvSpPr>
            <p:spPr>
              <a:xfrm>
                <a:off x="4947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93" name="타원 23792">
                <a:extLst>
                  <a:ext uri="{FF2B5EF4-FFF2-40B4-BE49-F238E27FC236}">
                    <a16:creationId xmlns:a16="http://schemas.microsoft.com/office/drawing/2014/main" id="{FD637143-E636-4CD2-B674-9DE70C3F0266}"/>
                  </a:ext>
                </a:extLst>
              </p:cNvPr>
              <p:cNvSpPr/>
              <p:nvPr/>
            </p:nvSpPr>
            <p:spPr>
              <a:xfrm>
                <a:off x="6471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94" name="타원 23793">
                <a:extLst>
                  <a:ext uri="{FF2B5EF4-FFF2-40B4-BE49-F238E27FC236}">
                    <a16:creationId xmlns:a16="http://schemas.microsoft.com/office/drawing/2014/main" id="{6163CF4D-AC5E-4C85-9006-460550CEDA2E}"/>
                  </a:ext>
                </a:extLst>
              </p:cNvPr>
              <p:cNvSpPr/>
              <p:nvPr/>
            </p:nvSpPr>
            <p:spPr>
              <a:xfrm>
                <a:off x="7995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95" name="타원 23794">
                <a:extLst>
                  <a:ext uri="{FF2B5EF4-FFF2-40B4-BE49-F238E27FC236}">
                    <a16:creationId xmlns:a16="http://schemas.microsoft.com/office/drawing/2014/main" id="{60E01555-BACD-446D-ADAB-8FE05A9D076C}"/>
                  </a:ext>
                </a:extLst>
              </p:cNvPr>
              <p:cNvSpPr/>
              <p:nvPr/>
            </p:nvSpPr>
            <p:spPr>
              <a:xfrm>
                <a:off x="9519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96" name="타원 23795">
                <a:extLst>
                  <a:ext uri="{FF2B5EF4-FFF2-40B4-BE49-F238E27FC236}">
                    <a16:creationId xmlns:a16="http://schemas.microsoft.com/office/drawing/2014/main" id="{654469BF-DECE-4054-9090-0497D416904D}"/>
                  </a:ext>
                </a:extLst>
              </p:cNvPr>
              <p:cNvSpPr/>
              <p:nvPr/>
            </p:nvSpPr>
            <p:spPr>
              <a:xfrm>
                <a:off x="11043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97" name="타원 23796">
                <a:extLst>
                  <a:ext uri="{FF2B5EF4-FFF2-40B4-BE49-F238E27FC236}">
                    <a16:creationId xmlns:a16="http://schemas.microsoft.com/office/drawing/2014/main" id="{EA816195-E2F6-4F1A-A1E1-0B86BA5ACC4D}"/>
                  </a:ext>
                </a:extLst>
              </p:cNvPr>
              <p:cNvSpPr/>
              <p:nvPr/>
            </p:nvSpPr>
            <p:spPr>
              <a:xfrm>
                <a:off x="12567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98" name="타원 23797">
                <a:extLst>
                  <a:ext uri="{FF2B5EF4-FFF2-40B4-BE49-F238E27FC236}">
                    <a16:creationId xmlns:a16="http://schemas.microsoft.com/office/drawing/2014/main" id="{9EC7EF0B-4908-4C94-9C50-6C86AB208714}"/>
                  </a:ext>
                </a:extLst>
              </p:cNvPr>
              <p:cNvSpPr/>
              <p:nvPr/>
            </p:nvSpPr>
            <p:spPr>
              <a:xfrm>
                <a:off x="14091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99" name="타원 23798">
                <a:extLst>
                  <a:ext uri="{FF2B5EF4-FFF2-40B4-BE49-F238E27FC236}">
                    <a16:creationId xmlns:a16="http://schemas.microsoft.com/office/drawing/2014/main" id="{068D9C1E-21B4-41A9-82C1-80BFCA946D5A}"/>
                  </a:ext>
                </a:extLst>
              </p:cNvPr>
              <p:cNvSpPr/>
              <p:nvPr/>
            </p:nvSpPr>
            <p:spPr>
              <a:xfrm>
                <a:off x="15615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00" name="타원 23799">
                <a:extLst>
                  <a:ext uri="{FF2B5EF4-FFF2-40B4-BE49-F238E27FC236}">
                    <a16:creationId xmlns:a16="http://schemas.microsoft.com/office/drawing/2014/main" id="{17C1943E-65CC-4958-85DE-D877BDEFDEE4}"/>
                  </a:ext>
                </a:extLst>
              </p:cNvPr>
              <p:cNvSpPr/>
              <p:nvPr/>
            </p:nvSpPr>
            <p:spPr>
              <a:xfrm>
                <a:off x="17139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01" name="타원 23800">
                <a:extLst>
                  <a:ext uri="{FF2B5EF4-FFF2-40B4-BE49-F238E27FC236}">
                    <a16:creationId xmlns:a16="http://schemas.microsoft.com/office/drawing/2014/main" id="{BFEF8D91-E24B-42C0-BB28-0004A4DDDB72}"/>
                  </a:ext>
                </a:extLst>
              </p:cNvPr>
              <p:cNvSpPr/>
              <p:nvPr/>
            </p:nvSpPr>
            <p:spPr>
              <a:xfrm>
                <a:off x="18663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02" name="타원 23801">
                <a:extLst>
                  <a:ext uri="{FF2B5EF4-FFF2-40B4-BE49-F238E27FC236}">
                    <a16:creationId xmlns:a16="http://schemas.microsoft.com/office/drawing/2014/main" id="{4CA381EF-389C-43D8-A609-E997E5BDB9FA}"/>
                  </a:ext>
                </a:extLst>
              </p:cNvPr>
              <p:cNvSpPr/>
              <p:nvPr/>
            </p:nvSpPr>
            <p:spPr>
              <a:xfrm>
                <a:off x="20187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03" name="타원 23802">
                <a:extLst>
                  <a:ext uri="{FF2B5EF4-FFF2-40B4-BE49-F238E27FC236}">
                    <a16:creationId xmlns:a16="http://schemas.microsoft.com/office/drawing/2014/main" id="{1DD7C850-D601-4A82-BBC1-611BB07AF544}"/>
                  </a:ext>
                </a:extLst>
              </p:cNvPr>
              <p:cNvSpPr/>
              <p:nvPr/>
            </p:nvSpPr>
            <p:spPr>
              <a:xfrm>
                <a:off x="21711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04" name="타원 23803">
                <a:extLst>
                  <a:ext uri="{FF2B5EF4-FFF2-40B4-BE49-F238E27FC236}">
                    <a16:creationId xmlns:a16="http://schemas.microsoft.com/office/drawing/2014/main" id="{550BE0C2-C0FB-4C13-9C7C-BC0D37905FBB}"/>
                  </a:ext>
                </a:extLst>
              </p:cNvPr>
              <p:cNvSpPr/>
              <p:nvPr/>
            </p:nvSpPr>
            <p:spPr>
              <a:xfrm>
                <a:off x="23235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05" name="타원 23804">
                <a:extLst>
                  <a:ext uri="{FF2B5EF4-FFF2-40B4-BE49-F238E27FC236}">
                    <a16:creationId xmlns:a16="http://schemas.microsoft.com/office/drawing/2014/main" id="{16E89CCE-6B75-4465-99F0-1FC97A92DA16}"/>
                  </a:ext>
                </a:extLst>
              </p:cNvPr>
              <p:cNvSpPr/>
              <p:nvPr/>
            </p:nvSpPr>
            <p:spPr>
              <a:xfrm>
                <a:off x="24759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06" name="타원 23805">
                <a:extLst>
                  <a:ext uri="{FF2B5EF4-FFF2-40B4-BE49-F238E27FC236}">
                    <a16:creationId xmlns:a16="http://schemas.microsoft.com/office/drawing/2014/main" id="{8F43DA11-F7A2-47C3-A244-5977D1642765}"/>
                  </a:ext>
                </a:extLst>
              </p:cNvPr>
              <p:cNvSpPr/>
              <p:nvPr/>
            </p:nvSpPr>
            <p:spPr>
              <a:xfrm>
                <a:off x="26283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07" name="타원 23806">
                <a:extLst>
                  <a:ext uri="{FF2B5EF4-FFF2-40B4-BE49-F238E27FC236}">
                    <a16:creationId xmlns:a16="http://schemas.microsoft.com/office/drawing/2014/main" id="{BAA29E52-24A4-45E6-8436-F47FFC005C3E}"/>
                  </a:ext>
                </a:extLst>
              </p:cNvPr>
              <p:cNvSpPr/>
              <p:nvPr/>
            </p:nvSpPr>
            <p:spPr>
              <a:xfrm>
                <a:off x="27807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08" name="타원 23807">
                <a:extLst>
                  <a:ext uri="{FF2B5EF4-FFF2-40B4-BE49-F238E27FC236}">
                    <a16:creationId xmlns:a16="http://schemas.microsoft.com/office/drawing/2014/main" id="{C14ABEA6-D6C2-45D6-898A-7DADF3ACA9A7}"/>
                  </a:ext>
                </a:extLst>
              </p:cNvPr>
              <p:cNvSpPr/>
              <p:nvPr/>
            </p:nvSpPr>
            <p:spPr>
              <a:xfrm>
                <a:off x="29331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09" name="타원 23808">
                <a:extLst>
                  <a:ext uri="{FF2B5EF4-FFF2-40B4-BE49-F238E27FC236}">
                    <a16:creationId xmlns:a16="http://schemas.microsoft.com/office/drawing/2014/main" id="{AD63C8E7-6AEF-4C23-861C-1B2EF4D40E91}"/>
                  </a:ext>
                </a:extLst>
              </p:cNvPr>
              <p:cNvSpPr/>
              <p:nvPr/>
            </p:nvSpPr>
            <p:spPr>
              <a:xfrm>
                <a:off x="30855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10" name="타원 23809">
                <a:extLst>
                  <a:ext uri="{FF2B5EF4-FFF2-40B4-BE49-F238E27FC236}">
                    <a16:creationId xmlns:a16="http://schemas.microsoft.com/office/drawing/2014/main" id="{DEC88D92-89B2-4D42-99DB-BB4CA510C173}"/>
                  </a:ext>
                </a:extLst>
              </p:cNvPr>
              <p:cNvSpPr/>
              <p:nvPr/>
            </p:nvSpPr>
            <p:spPr>
              <a:xfrm>
                <a:off x="32379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11" name="타원 23810">
                <a:extLst>
                  <a:ext uri="{FF2B5EF4-FFF2-40B4-BE49-F238E27FC236}">
                    <a16:creationId xmlns:a16="http://schemas.microsoft.com/office/drawing/2014/main" id="{FB99F7DF-A4FF-42F4-A966-8F5969775ADC}"/>
                  </a:ext>
                </a:extLst>
              </p:cNvPr>
              <p:cNvSpPr/>
              <p:nvPr/>
            </p:nvSpPr>
            <p:spPr>
              <a:xfrm>
                <a:off x="33903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12" name="타원 23811">
                <a:extLst>
                  <a:ext uri="{FF2B5EF4-FFF2-40B4-BE49-F238E27FC236}">
                    <a16:creationId xmlns:a16="http://schemas.microsoft.com/office/drawing/2014/main" id="{60706C71-F279-489E-83DC-D21A4BE0902F}"/>
                  </a:ext>
                </a:extLst>
              </p:cNvPr>
              <p:cNvSpPr/>
              <p:nvPr/>
            </p:nvSpPr>
            <p:spPr>
              <a:xfrm>
                <a:off x="35427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13" name="타원 23812">
                <a:extLst>
                  <a:ext uri="{FF2B5EF4-FFF2-40B4-BE49-F238E27FC236}">
                    <a16:creationId xmlns:a16="http://schemas.microsoft.com/office/drawing/2014/main" id="{BDA7C0F1-3C32-4CE3-A32A-D5C24DC1E86B}"/>
                  </a:ext>
                </a:extLst>
              </p:cNvPr>
              <p:cNvSpPr/>
              <p:nvPr/>
            </p:nvSpPr>
            <p:spPr>
              <a:xfrm>
                <a:off x="36951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14" name="타원 23813">
                <a:extLst>
                  <a:ext uri="{FF2B5EF4-FFF2-40B4-BE49-F238E27FC236}">
                    <a16:creationId xmlns:a16="http://schemas.microsoft.com/office/drawing/2014/main" id="{1DF64944-56A2-4955-A2A8-079FAE69A242}"/>
                  </a:ext>
                </a:extLst>
              </p:cNvPr>
              <p:cNvSpPr/>
              <p:nvPr/>
            </p:nvSpPr>
            <p:spPr>
              <a:xfrm>
                <a:off x="38475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15" name="타원 23814">
                <a:extLst>
                  <a:ext uri="{FF2B5EF4-FFF2-40B4-BE49-F238E27FC236}">
                    <a16:creationId xmlns:a16="http://schemas.microsoft.com/office/drawing/2014/main" id="{BAF3AA45-6BAA-487D-B0BB-9D0DFDFF626A}"/>
                  </a:ext>
                </a:extLst>
              </p:cNvPr>
              <p:cNvSpPr/>
              <p:nvPr/>
            </p:nvSpPr>
            <p:spPr>
              <a:xfrm>
                <a:off x="39999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16" name="타원 23815">
                <a:extLst>
                  <a:ext uri="{FF2B5EF4-FFF2-40B4-BE49-F238E27FC236}">
                    <a16:creationId xmlns:a16="http://schemas.microsoft.com/office/drawing/2014/main" id="{3718D2EA-6EA0-4755-95D6-ABA6F108AD0B}"/>
                  </a:ext>
                </a:extLst>
              </p:cNvPr>
              <p:cNvSpPr/>
              <p:nvPr/>
            </p:nvSpPr>
            <p:spPr>
              <a:xfrm>
                <a:off x="41523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17" name="타원 23816">
                <a:extLst>
                  <a:ext uri="{FF2B5EF4-FFF2-40B4-BE49-F238E27FC236}">
                    <a16:creationId xmlns:a16="http://schemas.microsoft.com/office/drawing/2014/main" id="{1801939D-4B80-4D91-9EAC-9BBD2639A630}"/>
                  </a:ext>
                </a:extLst>
              </p:cNvPr>
              <p:cNvSpPr/>
              <p:nvPr/>
            </p:nvSpPr>
            <p:spPr>
              <a:xfrm>
                <a:off x="43047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18" name="타원 23817">
                <a:extLst>
                  <a:ext uri="{FF2B5EF4-FFF2-40B4-BE49-F238E27FC236}">
                    <a16:creationId xmlns:a16="http://schemas.microsoft.com/office/drawing/2014/main" id="{D8A4E4FA-C6EC-4059-AC9D-CEF19D4504AE}"/>
                  </a:ext>
                </a:extLst>
              </p:cNvPr>
              <p:cNvSpPr/>
              <p:nvPr/>
            </p:nvSpPr>
            <p:spPr>
              <a:xfrm>
                <a:off x="44571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19" name="타원 23818">
                <a:extLst>
                  <a:ext uri="{FF2B5EF4-FFF2-40B4-BE49-F238E27FC236}">
                    <a16:creationId xmlns:a16="http://schemas.microsoft.com/office/drawing/2014/main" id="{F773FA0D-0EFC-4D35-A446-C578D3165856}"/>
                  </a:ext>
                </a:extLst>
              </p:cNvPr>
              <p:cNvSpPr/>
              <p:nvPr/>
            </p:nvSpPr>
            <p:spPr>
              <a:xfrm>
                <a:off x="46095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20" name="타원 23819">
                <a:extLst>
                  <a:ext uri="{FF2B5EF4-FFF2-40B4-BE49-F238E27FC236}">
                    <a16:creationId xmlns:a16="http://schemas.microsoft.com/office/drawing/2014/main" id="{3A7CA103-5827-4493-A50D-02AA4ED20F78}"/>
                  </a:ext>
                </a:extLst>
              </p:cNvPr>
              <p:cNvSpPr/>
              <p:nvPr/>
            </p:nvSpPr>
            <p:spPr>
              <a:xfrm>
                <a:off x="47619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21" name="타원 23820">
                <a:extLst>
                  <a:ext uri="{FF2B5EF4-FFF2-40B4-BE49-F238E27FC236}">
                    <a16:creationId xmlns:a16="http://schemas.microsoft.com/office/drawing/2014/main" id="{506DAB19-60B0-4F26-97BE-0A0537A724CF}"/>
                  </a:ext>
                </a:extLst>
              </p:cNvPr>
              <p:cNvSpPr/>
              <p:nvPr/>
            </p:nvSpPr>
            <p:spPr>
              <a:xfrm>
                <a:off x="49143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22" name="타원 23821">
                <a:extLst>
                  <a:ext uri="{FF2B5EF4-FFF2-40B4-BE49-F238E27FC236}">
                    <a16:creationId xmlns:a16="http://schemas.microsoft.com/office/drawing/2014/main" id="{85C864C2-FB62-4F69-9F78-7774B5811032}"/>
                  </a:ext>
                </a:extLst>
              </p:cNvPr>
              <p:cNvSpPr/>
              <p:nvPr/>
            </p:nvSpPr>
            <p:spPr>
              <a:xfrm>
                <a:off x="50667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23" name="타원 23822">
                <a:extLst>
                  <a:ext uri="{FF2B5EF4-FFF2-40B4-BE49-F238E27FC236}">
                    <a16:creationId xmlns:a16="http://schemas.microsoft.com/office/drawing/2014/main" id="{A345E062-4843-40E2-9144-8A60697E1552}"/>
                  </a:ext>
                </a:extLst>
              </p:cNvPr>
              <p:cNvSpPr/>
              <p:nvPr/>
            </p:nvSpPr>
            <p:spPr>
              <a:xfrm>
                <a:off x="52191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24" name="타원 23823">
                <a:extLst>
                  <a:ext uri="{FF2B5EF4-FFF2-40B4-BE49-F238E27FC236}">
                    <a16:creationId xmlns:a16="http://schemas.microsoft.com/office/drawing/2014/main" id="{D752F2FA-902D-477B-8602-37B0806BBC7E}"/>
                  </a:ext>
                </a:extLst>
              </p:cNvPr>
              <p:cNvSpPr/>
              <p:nvPr/>
            </p:nvSpPr>
            <p:spPr>
              <a:xfrm>
                <a:off x="53715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25" name="타원 23824">
                <a:extLst>
                  <a:ext uri="{FF2B5EF4-FFF2-40B4-BE49-F238E27FC236}">
                    <a16:creationId xmlns:a16="http://schemas.microsoft.com/office/drawing/2014/main" id="{7285592D-EAC6-4154-8185-69AB6ADAE7CE}"/>
                  </a:ext>
                </a:extLst>
              </p:cNvPr>
              <p:cNvSpPr/>
              <p:nvPr/>
            </p:nvSpPr>
            <p:spPr>
              <a:xfrm>
                <a:off x="55239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26" name="타원 23825">
                <a:extLst>
                  <a:ext uri="{FF2B5EF4-FFF2-40B4-BE49-F238E27FC236}">
                    <a16:creationId xmlns:a16="http://schemas.microsoft.com/office/drawing/2014/main" id="{6113C43F-7D3A-44AA-98C7-AFC56E108D74}"/>
                  </a:ext>
                </a:extLst>
              </p:cNvPr>
              <p:cNvSpPr/>
              <p:nvPr/>
            </p:nvSpPr>
            <p:spPr>
              <a:xfrm>
                <a:off x="5676363" y="71548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27" name="타원 23826">
                <a:extLst>
                  <a:ext uri="{FF2B5EF4-FFF2-40B4-BE49-F238E27FC236}">
                    <a16:creationId xmlns:a16="http://schemas.microsoft.com/office/drawing/2014/main" id="{3BD8059E-6FE9-4C63-B8AB-ED0C1CE16738}"/>
                  </a:ext>
                </a:extLst>
              </p:cNvPr>
              <p:cNvSpPr/>
              <p:nvPr/>
            </p:nvSpPr>
            <p:spPr>
              <a:xfrm>
                <a:off x="3423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28" name="타원 23827">
                <a:extLst>
                  <a:ext uri="{FF2B5EF4-FFF2-40B4-BE49-F238E27FC236}">
                    <a16:creationId xmlns:a16="http://schemas.microsoft.com/office/drawing/2014/main" id="{DE14152F-1D5F-4EE2-A631-9874C5EA885C}"/>
                  </a:ext>
                </a:extLst>
              </p:cNvPr>
              <p:cNvSpPr/>
              <p:nvPr/>
            </p:nvSpPr>
            <p:spPr>
              <a:xfrm>
                <a:off x="4947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29" name="타원 23828">
                <a:extLst>
                  <a:ext uri="{FF2B5EF4-FFF2-40B4-BE49-F238E27FC236}">
                    <a16:creationId xmlns:a16="http://schemas.microsoft.com/office/drawing/2014/main" id="{227BFED7-748C-4D8B-9B8E-B5FAF55EA02D}"/>
                  </a:ext>
                </a:extLst>
              </p:cNvPr>
              <p:cNvSpPr/>
              <p:nvPr/>
            </p:nvSpPr>
            <p:spPr>
              <a:xfrm>
                <a:off x="6471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30" name="타원 23829">
                <a:extLst>
                  <a:ext uri="{FF2B5EF4-FFF2-40B4-BE49-F238E27FC236}">
                    <a16:creationId xmlns:a16="http://schemas.microsoft.com/office/drawing/2014/main" id="{322F85E2-C942-4CC2-BAD5-1010150CE124}"/>
                  </a:ext>
                </a:extLst>
              </p:cNvPr>
              <p:cNvSpPr/>
              <p:nvPr/>
            </p:nvSpPr>
            <p:spPr>
              <a:xfrm>
                <a:off x="7995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31" name="타원 23830">
                <a:extLst>
                  <a:ext uri="{FF2B5EF4-FFF2-40B4-BE49-F238E27FC236}">
                    <a16:creationId xmlns:a16="http://schemas.microsoft.com/office/drawing/2014/main" id="{06700EE9-6FF8-4741-AA30-B254D1A93D17}"/>
                  </a:ext>
                </a:extLst>
              </p:cNvPr>
              <p:cNvSpPr/>
              <p:nvPr/>
            </p:nvSpPr>
            <p:spPr>
              <a:xfrm>
                <a:off x="9519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32" name="타원 23831">
                <a:extLst>
                  <a:ext uri="{FF2B5EF4-FFF2-40B4-BE49-F238E27FC236}">
                    <a16:creationId xmlns:a16="http://schemas.microsoft.com/office/drawing/2014/main" id="{CD18D528-5AC7-4E9A-9538-62D3BEC3F21D}"/>
                  </a:ext>
                </a:extLst>
              </p:cNvPr>
              <p:cNvSpPr/>
              <p:nvPr/>
            </p:nvSpPr>
            <p:spPr>
              <a:xfrm>
                <a:off x="11043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33" name="타원 23832">
                <a:extLst>
                  <a:ext uri="{FF2B5EF4-FFF2-40B4-BE49-F238E27FC236}">
                    <a16:creationId xmlns:a16="http://schemas.microsoft.com/office/drawing/2014/main" id="{8A1B8C3D-D1EE-4EFC-B617-FD28C9AE3B5C}"/>
                  </a:ext>
                </a:extLst>
              </p:cNvPr>
              <p:cNvSpPr/>
              <p:nvPr/>
            </p:nvSpPr>
            <p:spPr>
              <a:xfrm>
                <a:off x="12567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34" name="타원 23833">
                <a:extLst>
                  <a:ext uri="{FF2B5EF4-FFF2-40B4-BE49-F238E27FC236}">
                    <a16:creationId xmlns:a16="http://schemas.microsoft.com/office/drawing/2014/main" id="{3BB4D667-55E5-4C6E-A06F-9406C6C93478}"/>
                  </a:ext>
                </a:extLst>
              </p:cNvPr>
              <p:cNvSpPr/>
              <p:nvPr/>
            </p:nvSpPr>
            <p:spPr>
              <a:xfrm>
                <a:off x="14091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35" name="타원 23834">
                <a:extLst>
                  <a:ext uri="{FF2B5EF4-FFF2-40B4-BE49-F238E27FC236}">
                    <a16:creationId xmlns:a16="http://schemas.microsoft.com/office/drawing/2014/main" id="{B971F404-EFF0-4489-94A0-D9C3FB04EB85}"/>
                  </a:ext>
                </a:extLst>
              </p:cNvPr>
              <p:cNvSpPr/>
              <p:nvPr/>
            </p:nvSpPr>
            <p:spPr>
              <a:xfrm>
                <a:off x="15615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36" name="타원 23835">
                <a:extLst>
                  <a:ext uri="{FF2B5EF4-FFF2-40B4-BE49-F238E27FC236}">
                    <a16:creationId xmlns:a16="http://schemas.microsoft.com/office/drawing/2014/main" id="{94BEDAC5-B6C9-4978-AC4A-D818968255A0}"/>
                  </a:ext>
                </a:extLst>
              </p:cNvPr>
              <p:cNvSpPr/>
              <p:nvPr/>
            </p:nvSpPr>
            <p:spPr>
              <a:xfrm>
                <a:off x="17139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37" name="타원 23836">
                <a:extLst>
                  <a:ext uri="{FF2B5EF4-FFF2-40B4-BE49-F238E27FC236}">
                    <a16:creationId xmlns:a16="http://schemas.microsoft.com/office/drawing/2014/main" id="{A79503A1-85B8-40C4-B086-71B3A605B9FD}"/>
                  </a:ext>
                </a:extLst>
              </p:cNvPr>
              <p:cNvSpPr/>
              <p:nvPr/>
            </p:nvSpPr>
            <p:spPr>
              <a:xfrm>
                <a:off x="18663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38" name="타원 23837">
                <a:extLst>
                  <a:ext uri="{FF2B5EF4-FFF2-40B4-BE49-F238E27FC236}">
                    <a16:creationId xmlns:a16="http://schemas.microsoft.com/office/drawing/2014/main" id="{A37601AB-E979-4FAB-95B9-2902D1AB039D}"/>
                  </a:ext>
                </a:extLst>
              </p:cNvPr>
              <p:cNvSpPr/>
              <p:nvPr/>
            </p:nvSpPr>
            <p:spPr>
              <a:xfrm>
                <a:off x="20187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39" name="타원 23838">
                <a:extLst>
                  <a:ext uri="{FF2B5EF4-FFF2-40B4-BE49-F238E27FC236}">
                    <a16:creationId xmlns:a16="http://schemas.microsoft.com/office/drawing/2014/main" id="{C00294D6-FE1E-45C0-A080-2598309E327C}"/>
                  </a:ext>
                </a:extLst>
              </p:cNvPr>
              <p:cNvSpPr/>
              <p:nvPr/>
            </p:nvSpPr>
            <p:spPr>
              <a:xfrm>
                <a:off x="21711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40" name="타원 23839">
                <a:extLst>
                  <a:ext uri="{FF2B5EF4-FFF2-40B4-BE49-F238E27FC236}">
                    <a16:creationId xmlns:a16="http://schemas.microsoft.com/office/drawing/2014/main" id="{8959CA32-9738-437C-941D-B6D5F3D2DC77}"/>
                  </a:ext>
                </a:extLst>
              </p:cNvPr>
              <p:cNvSpPr/>
              <p:nvPr/>
            </p:nvSpPr>
            <p:spPr>
              <a:xfrm>
                <a:off x="23235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41" name="타원 23840">
                <a:extLst>
                  <a:ext uri="{FF2B5EF4-FFF2-40B4-BE49-F238E27FC236}">
                    <a16:creationId xmlns:a16="http://schemas.microsoft.com/office/drawing/2014/main" id="{19E3D3AA-B0E9-4BAD-907E-C0606623CA45}"/>
                  </a:ext>
                </a:extLst>
              </p:cNvPr>
              <p:cNvSpPr/>
              <p:nvPr/>
            </p:nvSpPr>
            <p:spPr>
              <a:xfrm>
                <a:off x="24759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42" name="타원 23841">
                <a:extLst>
                  <a:ext uri="{FF2B5EF4-FFF2-40B4-BE49-F238E27FC236}">
                    <a16:creationId xmlns:a16="http://schemas.microsoft.com/office/drawing/2014/main" id="{739107F3-4888-4393-9285-A08706FAB88D}"/>
                  </a:ext>
                </a:extLst>
              </p:cNvPr>
              <p:cNvSpPr/>
              <p:nvPr/>
            </p:nvSpPr>
            <p:spPr>
              <a:xfrm>
                <a:off x="26283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43" name="타원 23842">
                <a:extLst>
                  <a:ext uri="{FF2B5EF4-FFF2-40B4-BE49-F238E27FC236}">
                    <a16:creationId xmlns:a16="http://schemas.microsoft.com/office/drawing/2014/main" id="{66C6F2AE-097E-4A20-85F2-DAB602DA9E2A}"/>
                  </a:ext>
                </a:extLst>
              </p:cNvPr>
              <p:cNvSpPr/>
              <p:nvPr/>
            </p:nvSpPr>
            <p:spPr>
              <a:xfrm>
                <a:off x="27807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44" name="타원 23843">
                <a:extLst>
                  <a:ext uri="{FF2B5EF4-FFF2-40B4-BE49-F238E27FC236}">
                    <a16:creationId xmlns:a16="http://schemas.microsoft.com/office/drawing/2014/main" id="{20465C45-56FF-43AF-BDEB-93BF822D7375}"/>
                  </a:ext>
                </a:extLst>
              </p:cNvPr>
              <p:cNvSpPr/>
              <p:nvPr/>
            </p:nvSpPr>
            <p:spPr>
              <a:xfrm>
                <a:off x="29331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45" name="타원 23844">
                <a:extLst>
                  <a:ext uri="{FF2B5EF4-FFF2-40B4-BE49-F238E27FC236}">
                    <a16:creationId xmlns:a16="http://schemas.microsoft.com/office/drawing/2014/main" id="{6DA076A0-830C-4F3B-ADE2-9945326FC729}"/>
                  </a:ext>
                </a:extLst>
              </p:cNvPr>
              <p:cNvSpPr/>
              <p:nvPr/>
            </p:nvSpPr>
            <p:spPr>
              <a:xfrm>
                <a:off x="30855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46" name="타원 23845">
                <a:extLst>
                  <a:ext uri="{FF2B5EF4-FFF2-40B4-BE49-F238E27FC236}">
                    <a16:creationId xmlns:a16="http://schemas.microsoft.com/office/drawing/2014/main" id="{5C96CF75-2023-48B8-B05D-BD7004A7A943}"/>
                  </a:ext>
                </a:extLst>
              </p:cNvPr>
              <p:cNvSpPr/>
              <p:nvPr/>
            </p:nvSpPr>
            <p:spPr>
              <a:xfrm>
                <a:off x="32379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47" name="타원 23846">
                <a:extLst>
                  <a:ext uri="{FF2B5EF4-FFF2-40B4-BE49-F238E27FC236}">
                    <a16:creationId xmlns:a16="http://schemas.microsoft.com/office/drawing/2014/main" id="{13001D8A-0AA2-46E9-B44C-79AE7D44FAB3}"/>
                  </a:ext>
                </a:extLst>
              </p:cNvPr>
              <p:cNvSpPr/>
              <p:nvPr/>
            </p:nvSpPr>
            <p:spPr>
              <a:xfrm>
                <a:off x="33903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48" name="타원 23847">
                <a:extLst>
                  <a:ext uri="{FF2B5EF4-FFF2-40B4-BE49-F238E27FC236}">
                    <a16:creationId xmlns:a16="http://schemas.microsoft.com/office/drawing/2014/main" id="{0FC133B6-318C-4C44-B96C-AE27326597BC}"/>
                  </a:ext>
                </a:extLst>
              </p:cNvPr>
              <p:cNvSpPr/>
              <p:nvPr/>
            </p:nvSpPr>
            <p:spPr>
              <a:xfrm>
                <a:off x="35427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49" name="타원 23848">
                <a:extLst>
                  <a:ext uri="{FF2B5EF4-FFF2-40B4-BE49-F238E27FC236}">
                    <a16:creationId xmlns:a16="http://schemas.microsoft.com/office/drawing/2014/main" id="{41262227-B9A1-4671-8EDD-9DB20A5B09DD}"/>
                  </a:ext>
                </a:extLst>
              </p:cNvPr>
              <p:cNvSpPr/>
              <p:nvPr/>
            </p:nvSpPr>
            <p:spPr>
              <a:xfrm>
                <a:off x="36951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50" name="타원 23849">
                <a:extLst>
                  <a:ext uri="{FF2B5EF4-FFF2-40B4-BE49-F238E27FC236}">
                    <a16:creationId xmlns:a16="http://schemas.microsoft.com/office/drawing/2014/main" id="{92294B96-8274-4167-93E7-C93B547A6EDA}"/>
                  </a:ext>
                </a:extLst>
              </p:cNvPr>
              <p:cNvSpPr/>
              <p:nvPr/>
            </p:nvSpPr>
            <p:spPr>
              <a:xfrm>
                <a:off x="38475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51" name="타원 23850">
                <a:extLst>
                  <a:ext uri="{FF2B5EF4-FFF2-40B4-BE49-F238E27FC236}">
                    <a16:creationId xmlns:a16="http://schemas.microsoft.com/office/drawing/2014/main" id="{ECA53635-1F96-48DA-927B-9F2AFA3178B3}"/>
                  </a:ext>
                </a:extLst>
              </p:cNvPr>
              <p:cNvSpPr/>
              <p:nvPr/>
            </p:nvSpPr>
            <p:spPr>
              <a:xfrm>
                <a:off x="39999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52" name="타원 23851">
                <a:extLst>
                  <a:ext uri="{FF2B5EF4-FFF2-40B4-BE49-F238E27FC236}">
                    <a16:creationId xmlns:a16="http://schemas.microsoft.com/office/drawing/2014/main" id="{B4C52E99-32F9-4869-BDCD-CD1276BCA1AF}"/>
                  </a:ext>
                </a:extLst>
              </p:cNvPr>
              <p:cNvSpPr/>
              <p:nvPr/>
            </p:nvSpPr>
            <p:spPr>
              <a:xfrm>
                <a:off x="41523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53" name="타원 23852">
                <a:extLst>
                  <a:ext uri="{FF2B5EF4-FFF2-40B4-BE49-F238E27FC236}">
                    <a16:creationId xmlns:a16="http://schemas.microsoft.com/office/drawing/2014/main" id="{0FD0B536-C2FF-40E1-BD16-98BB1A4D931E}"/>
                  </a:ext>
                </a:extLst>
              </p:cNvPr>
              <p:cNvSpPr/>
              <p:nvPr/>
            </p:nvSpPr>
            <p:spPr>
              <a:xfrm>
                <a:off x="43047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54" name="타원 23853">
                <a:extLst>
                  <a:ext uri="{FF2B5EF4-FFF2-40B4-BE49-F238E27FC236}">
                    <a16:creationId xmlns:a16="http://schemas.microsoft.com/office/drawing/2014/main" id="{A6D406A7-F8F7-4C34-8115-2F783F98877C}"/>
                  </a:ext>
                </a:extLst>
              </p:cNvPr>
              <p:cNvSpPr/>
              <p:nvPr/>
            </p:nvSpPr>
            <p:spPr>
              <a:xfrm>
                <a:off x="44571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55" name="타원 23854">
                <a:extLst>
                  <a:ext uri="{FF2B5EF4-FFF2-40B4-BE49-F238E27FC236}">
                    <a16:creationId xmlns:a16="http://schemas.microsoft.com/office/drawing/2014/main" id="{3F88F414-7D19-43B0-A5B0-7C7E43774F9A}"/>
                  </a:ext>
                </a:extLst>
              </p:cNvPr>
              <p:cNvSpPr/>
              <p:nvPr/>
            </p:nvSpPr>
            <p:spPr>
              <a:xfrm>
                <a:off x="46095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56" name="타원 23855">
                <a:extLst>
                  <a:ext uri="{FF2B5EF4-FFF2-40B4-BE49-F238E27FC236}">
                    <a16:creationId xmlns:a16="http://schemas.microsoft.com/office/drawing/2014/main" id="{053D5719-5385-4F4B-AE88-4E910FFBE423}"/>
                  </a:ext>
                </a:extLst>
              </p:cNvPr>
              <p:cNvSpPr/>
              <p:nvPr/>
            </p:nvSpPr>
            <p:spPr>
              <a:xfrm>
                <a:off x="47619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57" name="타원 23856">
                <a:extLst>
                  <a:ext uri="{FF2B5EF4-FFF2-40B4-BE49-F238E27FC236}">
                    <a16:creationId xmlns:a16="http://schemas.microsoft.com/office/drawing/2014/main" id="{2201DFE4-DDC1-4D79-A14B-9C0EB3856FA6}"/>
                  </a:ext>
                </a:extLst>
              </p:cNvPr>
              <p:cNvSpPr/>
              <p:nvPr/>
            </p:nvSpPr>
            <p:spPr>
              <a:xfrm>
                <a:off x="49143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58" name="타원 23857">
                <a:extLst>
                  <a:ext uri="{FF2B5EF4-FFF2-40B4-BE49-F238E27FC236}">
                    <a16:creationId xmlns:a16="http://schemas.microsoft.com/office/drawing/2014/main" id="{129D5BBF-6689-474A-9A28-9EB05A33C636}"/>
                  </a:ext>
                </a:extLst>
              </p:cNvPr>
              <p:cNvSpPr/>
              <p:nvPr/>
            </p:nvSpPr>
            <p:spPr>
              <a:xfrm>
                <a:off x="50667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59" name="타원 23858">
                <a:extLst>
                  <a:ext uri="{FF2B5EF4-FFF2-40B4-BE49-F238E27FC236}">
                    <a16:creationId xmlns:a16="http://schemas.microsoft.com/office/drawing/2014/main" id="{9FAE3EA6-9F0B-4813-8108-97143FB69231}"/>
                  </a:ext>
                </a:extLst>
              </p:cNvPr>
              <p:cNvSpPr/>
              <p:nvPr/>
            </p:nvSpPr>
            <p:spPr>
              <a:xfrm>
                <a:off x="52191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60" name="타원 23859">
                <a:extLst>
                  <a:ext uri="{FF2B5EF4-FFF2-40B4-BE49-F238E27FC236}">
                    <a16:creationId xmlns:a16="http://schemas.microsoft.com/office/drawing/2014/main" id="{114D0C76-B018-435B-AEFD-EC967B3494D4}"/>
                  </a:ext>
                </a:extLst>
              </p:cNvPr>
              <p:cNvSpPr/>
              <p:nvPr/>
            </p:nvSpPr>
            <p:spPr>
              <a:xfrm>
                <a:off x="53715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61" name="타원 23860">
                <a:extLst>
                  <a:ext uri="{FF2B5EF4-FFF2-40B4-BE49-F238E27FC236}">
                    <a16:creationId xmlns:a16="http://schemas.microsoft.com/office/drawing/2014/main" id="{FF0CC7D8-FA32-44D4-B97E-8BC146540204}"/>
                  </a:ext>
                </a:extLst>
              </p:cNvPr>
              <p:cNvSpPr/>
              <p:nvPr/>
            </p:nvSpPr>
            <p:spPr>
              <a:xfrm>
                <a:off x="55239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62" name="타원 23861">
                <a:extLst>
                  <a:ext uri="{FF2B5EF4-FFF2-40B4-BE49-F238E27FC236}">
                    <a16:creationId xmlns:a16="http://schemas.microsoft.com/office/drawing/2014/main" id="{79614D57-DCD1-4EA2-89B3-CCC62909A7B4}"/>
                  </a:ext>
                </a:extLst>
              </p:cNvPr>
              <p:cNvSpPr/>
              <p:nvPr/>
            </p:nvSpPr>
            <p:spPr>
              <a:xfrm>
                <a:off x="5676363" y="73072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63" name="타원 23862">
                <a:extLst>
                  <a:ext uri="{FF2B5EF4-FFF2-40B4-BE49-F238E27FC236}">
                    <a16:creationId xmlns:a16="http://schemas.microsoft.com/office/drawing/2014/main" id="{F13283AD-562F-4524-8480-D6877DD5399E}"/>
                  </a:ext>
                </a:extLst>
              </p:cNvPr>
              <p:cNvSpPr/>
              <p:nvPr/>
            </p:nvSpPr>
            <p:spPr>
              <a:xfrm>
                <a:off x="3423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64" name="타원 23863">
                <a:extLst>
                  <a:ext uri="{FF2B5EF4-FFF2-40B4-BE49-F238E27FC236}">
                    <a16:creationId xmlns:a16="http://schemas.microsoft.com/office/drawing/2014/main" id="{7C0D727A-47A1-4CED-B34A-07FF868C4095}"/>
                  </a:ext>
                </a:extLst>
              </p:cNvPr>
              <p:cNvSpPr/>
              <p:nvPr/>
            </p:nvSpPr>
            <p:spPr>
              <a:xfrm>
                <a:off x="4947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65" name="타원 23864">
                <a:extLst>
                  <a:ext uri="{FF2B5EF4-FFF2-40B4-BE49-F238E27FC236}">
                    <a16:creationId xmlns:a16="http://schemas.microsoft.com/office/drawing/2014/main" id="{344CFD2C-9E27-4BB2-9B3C-2FCDE467F5D8}"/>
                  </a:ext>
                </a:extLst>
              </p:cNvPr>
              <p:cNvSpPr/>
              <p:nvPr/>
            </p:nvSpPr>
            <p:spPr>
              <a:xfrm>
                <a:off x="6471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66" name="타원 23865">
                <a:extLst>
                  <a:ext uri="{FF2B5EF4-FFF2-40B4-BE49-F238E27FC236}">
                    <a16:creationId xmlns:a16="http://schemas.microsoft.com/office/drawing/2014/main" id="{54696AD1-0393-4233-9ABC-E1EAF6EFAD7B}"/>
                  </a:ext>
                </a:extLst>
              </p:cNvPr>
              <p:cNvSpPr/>
              <p:nvPr/>
            </p:nvSpPr>
            <p:spPr>
              <a:xfrm>
                <a:off x="7995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67" name="타원 23866">
                <a:extLst>
                  <a:ext uri="{FF2B5EF4-FFF2-40B4-BE49-F238E27FC236}">
                    <a16:creationId xmlns:a16="http://schemas.microsoft.com/office/drawing/2014/main" id="{B8A3C90A-A7D7-475E-93E1-2EC5BDE5DCE0}"/>
                  </a:ext>
                </a:extLst>
              </p:cNvPr>
              <p:cNvSpPr/>
              <p:nvPr/>
            </p:nvSpPr>
            <p:spPr>
              <a:xfrm>
                <a:off x="9519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68" name="타원 23867">
                <a:extLst>
                  <a:ext uri="{FF2B5EF4-FFF2-40B4-BE49-F238E27FC236}">
                    <a16:creationId xmlns:a16="http://schemas.microsoft.com/office/drawing/2014/main" id="{C1EBEC39-3E7C-430F-92EF-D95120C7249B}"/>
                  </a:ext>
                </a:extLst>
              </p:cNvPr>
              <p:cNvSpPr/>
              <p:nvPr/>
            </p:nvSpPr>
            <p:spPr>
              <a:xfrm>
                <a:off x="11043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69" name="타원 23868">
                <a:extLst>
                  <a:ext uri="{FF2B5EF4-FFF2-40B4-BE49-F238E27FC236}">
                    <a16:creationId xmlns:a16="http://schemas.microsoft.com/office/drawing/2014/main" id="{8D2909E5-BF2B-4136-BE1F-BE08922B1B60}"/>
                  </a:ext>
                </a:extLst>
              </p:cNvPr>
              <p:cNvSpPr/>
              <p:nvPr/>
            </p:nvSpPr>
            <p:spPr>
              <a:xfrm>
                <a:off x="12567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70" name="타원 23869">
                <a:extLst>
                  <a:ext uri="{FF2B5EF4-FFF2-40B4-BE49-F238E27FC236}">
                    <a16:creationId xmlns:a16="http://schemas.microsoft.com/office/drawing/2014/main" id="{72514108-898B-4D77-951F-E06AF71BC14B}"/>
                  </a:ext>
                </a:extLst>
              </p:cNvPr>
              <p:cNvSpPr/>
              <p:nvPr/>
            </p:nvSpPr>
            <p:spPr>
              <a:xfrm>
                <a:off x="14091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71" name="타원 23870">
                <a:extLst>
                  <a:ext uri="{FF2B5EF4-FFF2-40B4-BE49-F238E27FC236}">
                    <a16:creationId xmlns:a16="http://schemas.microsoft.com/office/drawing/2014/main" id="{EF30D3F0-751E-408C-ACED-30CFFD3F2943}"/>
                  </a:ext>
                </a:extLst>
              </p:cNvPr>
              <p:cNvSpPr/>
              <p:nvPr/>
            </p:nvSpPr>
            <p:spPr>
              <a:xfrm>
                <a:off x="15615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72" name="타원 23871">
                <a:extLst>
                  <a:ext uri="{FF2B5EF4-FFF2-40B4-BE49-F238E27FC236}">
                    <a16:creationId xmlns:a16="http://schemas.microsoft.com/office/drawing/2014/main" id="{2CBEF263-0B23-4306-BEF5-37579D03D077}"/>
                  </a:ext>
                </a:extLst>
              </p:cNvPr>
              <p:cNvSpPr/>
              <p:nvPr/>
            </p:nvSpPr>
            <p:spPr>
              <a:xfrm>
                <a:off x="17139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73" name="타원 23872">
                <a:extLst>
                  <a:ext uri="{FF2B5EF4-FFF2-40B4-BE49-F238E27FC236}">
                    <a16:creationId xmlns:a16="http://schemas.microsoft.com/office/drawing/2014/main" id="{C3F57E39-9278-4FA1-9E2E-6A510EFF28D9}"/>
                  </a:ext>
                </a:extLst>
              </p:cNvPr>
              <p:cNvSpPr/>
              <p:nvPr/>
            </p:nvSpPr>
            <p:spPr>
              <a:xfrm>
                <a:off x="18663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74" name="타원 23873">
                <a:extLst>
                  <a:ext uri="{FF2B5EF4-FFF2-40B4-BE49-F238E27FC236}">
                    <a16:creationId xmlns:a16="http://schemas.microsoft.com/office/drawing/2014/main" id="{B1425B87-A53C-4047-9B58-9DC48D72F9A8}"/>
                  </a:ext>
                </a:extLst>
              </p:cNvPr>
              <p:cNvSpPr/>
              <p:nvPr/>
            </p:nvSpPr>
            <p:spPr>
              <a:xfrm>
                <a:off x="20187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75" name="타원 23874">
                <a:extLst>
                  <a:ext uri="{FF2B5EF4-FFF2-40B4-BE49-F238E27FC236}">
                    <a16:creationId xmlns:a16="http://schemas.microsoft.com/office/drawing/2014/main" id="{A37F7085-6ADA-4A61-8CF0-5F0F17653610}"/>
                  </a:ext>
                </a:extLst>
              </p:cNvPr>
              <p:cNvSpPr/>
              <p:nvPr/>
            </p:nvSpPr>
            <p:spPr>
              <a:xfrm>
                <a:off x="21711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76" name="타원 23875">
                <a:extLst>
                  <a:ext uri="{FF2B5EF4-FFF2-40B4-BE49-F238E27FC236}">
                    <a16:creationId xmlns:a16="http://schemas.microsoft.com/office/drawing/2014/main" id="{681D6E0D-3B00-4D67-B600-5EAD60EBAB92}"/>
                  </a:ext>
                </a:extLst>
              </p:cNvPr>
              <p:cNvSpPr/>
              <p:nvPr/>
            </p:nvSpPr>
            <p:spPr>
              <a:xfrm>
                <a:off x="23235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77" name="타원 23876">
                <a:extLst>
                  <a:ext uri="{FF2B5EF4-FFF2-40B4-BE49-F238E27FC236}">
                    <a16:creationId xmlns:a16="http://schemas.microsoft.com/office/drawing/2014/main" id="{3B0FDB2D-2DEF-4C9E-AA57-DD7170436483}"/>
                  </a:ext>
                </a:extLst>
              </p:cNvPr>
              <p:cNvSpPr/>
              <p:nvPr/>
            </p:nvSpPr>
            <p:spPr>
              <a:xfrm>
                <a:off x="24759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78" name="타원 23877">
                <a:extLst>
                  <a:ext uri="{FF2B5EF4-FFF2-40B4-BE49-F238E27FC236}">
                    <a16:creationId xmlns:a16="http://schemas.microsoft.com/office/drawing/2014/main" id="{C995E9AB-E1F6-4065-96FB-796AC01C3636}"/>
                  </a:ext>
                </a:extLst>
              </p:cNvPr>
              <p:cNvSpPr/>
              <p:nvPr/>
            </p:nvSpPr>
            <p:spPr>
              <a:xfrm>
                <a:off x="26283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79" name="타원 23878">
                <a:extLst>
                  <a:ext uri="{FF2B5EF4-FFF2-40B4-BE49-F238E27FC236}">
                    <a16:creationId xmlns:a16="http://schemas.microsoft.com/office/drawing/2014/main" id="{DA4633E5-9886-403E-A59A-402EE1B5F74D}"/>
                  </a:ext>
                </a:extLst>
              </p:cNvPr>
              <p:cNvSpPr/>
              <p:nvPr/>
            </p:nvSpPr>
            <p:spPr>
              <a:xfrm>
                <a:off x="27807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80" name="타원 23879">
                <a:extLst>
                  <a:ext uri="{FF2B5EF4-FFF2-40B4-BE49-F238E27FC236}">
                    <a16:creationId xmlns:a16="http://schemas.microsoft.com/office/drawing/2014/main" id="{781E23CC-B62A-45D7-B941-F0F03C3E1BA5}"/>
                  </a:ext>
                </a:extLst>
              </p:cNvPr>
              <p:cNvSpPr/>
              <p:nvPr/>
            </p:nvSpPr>
            <p:spPr>
              <a:xfrm>
                <a:off x="29331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81" name="타원 23880">
                <a:extLst>
                  <a:ext uri="{FF2B5EF4-FFF2-40B4-BE49-F238E27FC236}">
                    <a16:creationId xmlns:a16="http://schemas.microsoft.com/office/drawing/2014/main" id="{52A29721-AA98-4FFB-BDFE-1780DB13F7FF}"/>
                  </a:ext>
                </a:extLst>
              </p:cNvPr>
              <p:cNvSpPr/>
              <p:nvPr/>
            </p:nvSpPr>
            <p:spPr>
              <a:xfrm>
                <a:off x="30855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82" name="타원 23881">
                <a:extLst>
                  <a:ext uri="{FF2B5EF4-FFF2-40B4-BE49-F238E27FC236}">
                    <a16:creationId xmlns:a16="http://schemas.microsoft.com/office/drawing/2014/main" id="{1747D413-53D2-46DD-BE2A-2F007FA0F2A7}"/>
                  </a:ext>
                </a:extLst>
              </p:cNvPr>
              <p:cNvSpPr/>
              <p:nvPr/>
            </p:nvSpPr>
            <p:spPr>
              <a:xfrm>
                <a:off x="32379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83" name="타원 23882">
                <a:extLst>
                  <a:ext uri="{FF2B5EF4-FFF2-40B4-BE49-F238E27FC236}">
                    <a16:creationId xmlns:a16="http://schemas.microsoft.com/office/drawing/2014/main" id="{6EBEDCF7-2524-4CB6-BDDA-97070012EC58}"/>
                  </a:ext>
                </a:extLst>
              </p:cNvPr>
              <p:cNvSpPr/>
              <p:nvPr/>
            </p:nvSpPr>
            <p:spPr>
              <a:xfrm>
                <a:off x="33903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84" name="타원 23883">
                <a:extLst>
                  <a:ext uri="{FF2B5EF4-FFF2-40B4-BE49-F238E27FC236}">
                    <a16:creationId xmlns:a16="http://schemas.microsoft.com/office/drawing/2014/main" id="{55D1B09A-E19E-4491-8993-C6A1DD104F93}"/>
                  </a:ext>
                </a:extLst>
              </p:cNvPr>
              <p:cNvSpPr/>
              <p:nvPr/>
            </p:nvSpPr>
            <p:spPr>
              <a:xfrm>
                <a:off x="35427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85" name="타원 23884">
                <a:extLst>
                  <a:ext uri="{FF2B5EF4-FFF2-40B4-BE49-F238E27FC236}">
                    <a16:creationId xmlns:a16="http://schemas.microsoft.com/office/drawing/2014/main" id="{661009E7-CF74-4A29-AF5F-8B26DC8B7257}"/>
                  </a:ext>
                </a:extLst>
              </p:cNvPr>
              <p:cNvSpPr/>
              <p:nvPr/>
            </p:nvSpPr>
            <p:spPr>
              <a:xfrm>
                <a:off x="36951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86" name="타원 23885">
                <a:extLst>
                  <a:ext uri="{FF2B5EF4-FFF2-40B4-BE49-F238E27FC236}">
                    <a16:creationId xmlns:a16="http://schemas.microsoft.com/office/drawing/2014/main" id="{2E79F574-0B09-4595-AED8-939CC8AA9579}"/>
                  </a:ext>
                </a:extLst>
              </p:cNvPr>
              <p:cNvSpPr/>
              <p:nvPr/>
            </p:nvSpPr>
            <p:spPr>
              <a:xfrm>
                <a:off x="38475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87" name="타원 23886">
                <a:extLst>
                  <a:ext uri="{FF2B5EF4-FFF2-40B4-BE49-F238E27FC236}">
                    <a16:creationId xmlns:a16="http://schemas.microsoft.com/office/drawing/2014/main" id="{B668F6C7-F4C5-49CE-A88F-9863F2E09EAB}"/>
                  </a:ext>
                </a:extLst>
              </p:cNvPr>
              <p:cNvSpPr/>
              <p:nvPr/>
            </p:nvSpPr>
            <p:spPr>
              <a:xfrm>
                <a:off x="39999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88" name="타원 23887">
                <a:extLst>
                  <a:ext uri="{FF2B5EF4-FFF2-40B4-BE49-F238E27FC236}">
                    <a16:creationId xmlns:a16="http://schemas.microsoft.com/office/drawing/2014/main" id="{E74648A1-D0E0-4B01-BBB3-EFF195B156E9}"/>
                  </a:ext>
                </a:extLst>
              </p:cNvPr>
              <p:cNvSpPr/>
              <p:nvPr/>
            </p:nvSpPr>
            <p:spPr>
              <a:xfrm>
                <a:off x="41523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89" name="타원 23888">
                <a:extLst>
                  <a:ext uri="{FF2B5EF4-FFF2-40B4-BE49-F238E27FC236}">
                    <a16:creationId xmlns:a16="http://schemas.microsoft.com/office/drawing/2014/main" id="{CF95530B-B2C1-4F2B-A2DC-40DFD2183638}"/>
                  </a:ext>
                </a:extLst>
              </p:cNvPr>
              <p:cNvSpPr/>
              <p:nvPr/>
            </p:nvSpPr>
            <p:spPr>
              <a:xfrm>
                <a:off x="43047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90" name="타원 23889">
                <a:extLst>
                  <a:ext uri="{FF2B5EF4-FFF2-40B4-BE49-F238E27FC236}">
                    <a16:creationId xmlns:a16="http://schemas.microsoft.com/office/drawing/2014/main" id="{B16F5C6E-FB69-4897-97B0-63E2DD3A8071}"/>
                  </a:ext>
                </a:extLst>
              </p:cNvPr>
              <p:cNvSpPr/>
              <p:nvPr/>
            </p:nvSpPr>
            <p:spPr>
              <a:xfrm>
                <a:off x="44571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91" name="타원 23890">
                <a:extLst>
                  <a:ext uri="{FF2B5EF4-FFF2-40B4-BE49-F238E27FC236}">
                    <a16:creationId xmlns:a16="http://schemas.microsoft.com/office/drawing/2014/main" id="{C8DDF723-2C79-45F4-B590-DF919E9E5062}"/>
                  </a:ext>
                </a:extLst>
              </p:cNvPr>
              <p:cNvSpPr/>
              <p:nvPr/>
            </p:nvSpPr>
            <p:spPr>
              <a:xfrm>
                <a:off x="46095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92" name="타원 23891">
                <a:extLst>
                  <a:ext uri="{FF2B5EF4-FFF2-40B4-BE49-F238E27FC236}">
                    <a16:creationId xmlns:a16="http://schemas.microsoft.com/office/drawing/2014/main" id="{4763C54C-0262-4566-A756-5CA9DADB73DD}"/>
                  </a:ext>
                </a:extLst>
              </p:cNvPr>
              <p:cNvSpPr/>
              <p:nvPr/>
            </p:nvSpPr>
            <p:spPr>
              <a:xfrm>
                <a:off x="47619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93" name="타원 23892">
                <a:extLst>
                  <a:ext uri="{FF2B5EF4-FFF2-40B4-BE49-F238E27FC236}">
                    <a16:creationId xmlns:a16="http://schemas.microsoft.com/office/drawing/2014/main" id="{D1CCA450-060A-4D0D-983E-202C6F028083}"/>
                  </a:ext>
                </a:extLst>
              </p:cNvPr>
              <p:cNvSpPr/>
              <p:nvPr/>
            </p:nvSpPr>
            <p:spPr>
              <a:xfrm>
                <a:off x="49143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94" name="타원 23893">
                <a:extLst>
                  <a:ext uri="{FF2B5EF4-FFF2-40B4-BE49-F238E27FC236}">
                    <a16:creationId xmlns:a16="http://schemas.microsoft.com/office/drawing/2014/main" id="{B85AFA7C-1045-4343-BDFC-267D3780AD9A}"/>
                  </a:ext>
                </a:extLst>
              </p:cNvPr>
              <p:cNvSpPr/>
              <p:nvPr/>
            </p:nvSpPr>
            <p:spPr>
              <a:xfrm>
                <a:off x="50667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95" name="타원 23894">
                <a:extLst>
                  <a:ext uri="{FF2B5EF4-FFF2-40B4-BE49-F238E27FC236}">
                    <a16:creationId xmlns:a16="http://schemas.microsoft.com/office/drawing/2014/main" id="{C6F3639F-B902-42FE-8BC6-37BC07D39678}"/>
                  </a:ext>
                </a:extLst>
              </p:cNvPr>
              <p:cNvSpPr/>
              <p:nvPr/>
            </p:nvSpPr>
            <p:spPr>
              <a:xfrm>
                <a:off x="52191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96" name="타원 23895">
                <a:extLst>
                  <a:ext uri="{FF2B5EF4-FFF2-40B4-BE49-F238E27FC236}">
                    <a16:creationId xmlns:a16="http://schemas.microsoft.com/office/drawing/2014/main" id="{734713F7-F3AA-4446-B115-32EB6DEC2899}"/>
                  </a:ext>
                </a:extLst>
              </p:cNvPr>
              <p:cNvSpPr/>
              <p:nvPr/>
            </p:nvSpPr>
            <p:spPr>
              <a:xfrm>
                <a:off x="53715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97" name="타원 23896">
                <a:extLst>
                  <a:ext uri="{FF2B5EF4-FFF2-40B4-BE49-F238E27FC236}">
                    <a16:creationId xmlns:a16="http://schemas.microsoft.com/office/drawing/2014/main" id="{D77450A2-6E8F-45B6-BB5C-09BD4955D701}"/>
                  </a:ext>
                </a:extLst>
              </p:cNvPr>
              <p:cNvSpPr/>
              <p:nvPr/>
            </p:nvSpPr>
            <p:spPr>
              <a:xfrm>
                <a:off x="55239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98" name="타원 23897">
                <a:extLst>
                  <a:ext uri="{FF2B5EF4-FFF2-40B4-BE49-F238E27FC236}">
                    <a16:creationId xmlns:a16="http://schemas.microsoft.com/office/drawing/2014/main" id="{E4A37924-9163-447D-93DA-F75E58CA8444}"/>
                  </a:ext>
                </a:extLst>
              </p:cNvPr>
              <p:cNvSpPr/>
              <p:nvPr/>
            </p:nvSpPr>
            <p:spPr>
              <a:xfrm>
                <a:off x="5676363" y="7459605"/>
                <a:ext cx="18000" cy="180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3899" name="직선 연결선 23898">
              <a:extLst>
                <a:ext uri="{FF2B5EF4-FFF2-40B4-BE49-F238E27FC236}">
                  <a16:creationId xmlns:a16="http://schemas.microsoft.com/office/drawing/2014/main" id="{2A54D16C-CED5-4517-9FF9-E2A3FA7B9E7E}"/>
                </a:ext>
              </a:extLst>
            </p:cNvPr>
            <p:cNvCxnSpPr/>
            <p:nvPr/>
          </p:nvCxnSpPr>
          <p:spPr>
            <a:xfrm>
              <a:off x="28602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00" name="직선 연결선 23899">
              <a:extLst>
                <a:ext uri="{FF2B5EF4-FFF2-40B4-BE49-F238E27FC236}">
                  <a16:creationId xmlns:a16="http://schemas.microsoft.com/office/drawing/2014/main" id="{2EEB9EFB-E178-4555-8C49-2DCD191B7F50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95" name="TextBox 6594">
            <a:hlinkClick r:id="rId2"/>
            <a:extLst>
              <a:ext uri="{FF2B5EF4-FFF2-40B4-BE49-F238E27FC236}">
                <a16:creationId xmlns:a16="http://schemas.microsoft.com/office/drawing/2014/main" id="{D8E6DEE4-3BB2-4AE5-A3C5-96C3960215A7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96" name="TextBox 6595">
            <a:hlinkClick r:id="rId3"/>
            <a:extLst>
              <a:ext uri="{FF2B5EF4-FFF2-40B4-BE49-F238E27FC236}">
                <a16:creationId xmlns:a16="http://schemas.microsoft.com/office/drawing/2014/main" id="{C91D711A-6514-4E50-BD07-FEDB405F7F15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97" name="TextBox 184">
            <a:hlinkClick r:id="rId4"/>
            <a:extLst>
              <a:ext uri="{FF2B5EF4-FFF2-40B4-BE49-F238E27FC236}">
                <a16:creationId xmlns:a16="http://schemas.microsoft.com/office/drawing/2014/main" id="{B7D6750D-3061-4F9D-A9EA-1BC8A450FA56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45</cp:revision>
  <dcterms:created xsi:type="dcterms:W3CDTF">2021-10-29T04:43:38Z</dcterms:created>
  <dcterms:modified xsi:type="dcterms:W3CDTF">2021-12-19T08:39:52Z</dcterms:modified>
</cp:coreProperties>
</file>
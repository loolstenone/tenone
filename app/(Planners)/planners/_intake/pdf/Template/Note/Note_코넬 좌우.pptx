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그룹 66">
            <a:extLst>
              <a:ext uri="{FF2B5EF4-FFF2-40B4-BE49-F238E27FC236}">
                <a16:creationId xmlns:a16="http://schemas.microsoft.com/office/drawing/2014/main" id="{4A67B8AF-1EAE-48EB-901D-D0EB8F9EC7F1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E985B9D0-049E-4CFC-8C23-74709F6362FC}"/>
                </a:ext>
              </a:extLst>
            </p:cNvPr>
            <p:cNvCxnSpPr>
              <a:cxnSpLocks/>
            </p:cNvCxnSpPr>
            <p:nvPr/>
          </p:nvCxnSpPr>
          <p:spPr>
            <a:xfrm>
              <a:off x="11932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3AFB4DEF-944B-4E1A-B110-3F31068B2155}"/>
                </a:ext>
              </a:extLst>
            </p:cNvPr>
            <p:cNvCxnSpPr>
              <a:cxnSpLocks/>
            </p:cNvCxnSpPr>
            <p:nvPr/>
          </p:nvCxnSpPr>
          <p:spPr>
            <a:xfrm>
              <a:off x="4787346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C16F8037-182C-4947-A204-B7FDF7851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872A25C7-6ED7-4DB6-9869-312666211DD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707867BB-030C-4E28-8D46-0322C844A5B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008E1677-550E-45B6-818D-C3729E4C572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직선 연결선 138">
              <a:extLst>
                <a:ext uri="{FF2B5EF4-FFF2-40B4-BE49-F238E27FC236}">
                  <a16:creationId xmlns:a16="http://schemas.microsoft.com/office/drawing/2014/main" id="{9C3621DD-81FA-4801-8D91-83F6DA61168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직선 연결선 139">
              <a:extLst>
                <a:ext uri="{FF2B5EF4-FFF2-40B4-BE49-F238E27FC236}">
                  <a16:creationId xmlns:a16="http://schemas.microsoft.com/office/drawing/2014/main" id="{FF92A53C-BAE7-4C46-B5F3-4FF9D8059EF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B4CC694B-4513-4A58-9EAC-F8BAA7FEADF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F3A24D45-A391-425A-8A97-71C898F44EC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2C3094D8-1B1C-4A61-825F-BD7DBBA703E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4CB556FE-0992-45C0-A2F3-2F7B80B0D32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4C4E2A15-7C95-43B1-A807-A9C46A63780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7F3934BF-6670-44E4-BE13-D7BC1DA213A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0E68CC65-1FAE-43E5-8980-32D3ECEB5C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789F5963-478E-451D-BABB-E1CEB3A5F93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4019959D-7CC6-4EFA-BB56-82446643B2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7ECC7096-62D6-41D5-8EEC-4C0AD5E73F6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직선 연결선 150">
              <a:extLst>
                <a:ext uri="{FF2B5EF4-FFF2-40B4-BE49-F238E27FC236}">
                  <a16:creationId xmlns:a16="http://schemas.microsoft.com/office/drawing/2014/main" id="{5A66BBFC-1945-4526-829F-5222503C1F6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57C2B83A-D82E-42B2-A304-61E1DBFDF44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C0CCDC05-2D87-428D-A6F0-D20D5879512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162FBCBA-CAA1-4356-9F88-658CC070BBC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CB20793F-6193-41D3-BD2F-77F3F14EE4A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CBC4DF55-8D55-45C0-AA01-A80FD7BE39F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9824184B-D913-4BEA-948B-A7B93A31E81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8A4A18E0-1034-4848-AABC-94DCDA08367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03EFB962-4065-413E-AFC9-A58D39BB095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419A3BDE-FA58-417A-92C5-26D54E9F31E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FA19761C-979A-4FBF-AA28-5DB6BDCE0DA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3DEEA475-A3B9-4AC5-B256-3E4D4445AD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8D448CC2-ECA8-43BD-A4D1-0EFA107493EC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6A0FCD93-CF3D-455D-9DA9-7640C2A6BD12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hlinkClick r:id="rId2"/>
            <a:extLst>
              <a:ext uri="{FF2B5EF4-FFF2-40B4-BE49-F238E27FC236}">
                <a16:creationId xmlns:a16="http://schemas.microsoft.com/office/drawing/2014/main" id="{09BCCC8F-2442-4C3C-8446-DD51262B0393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472399FE-0258-4E41-AE4C-3833387C5B95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" name="TextBox 184">
            <a:hlinkClick r:id="rId4"/>
            <a:extLst>
              <a:ext uri="{FF2B5EF4-FFF2-40B4-BE49-F238E27FC236}">
                <a16:creationId xmlns:a16="http://schemas.microsoft.com/office/drawing/2014/main" id="{E62246EB-1F2E-4C92-8FFD-4974BBED283C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15</cp:revision>
  <dcterms:created xsi:type="dcterms:W3CDTF">2021-10-29T04:43:38Z</dcterms:created>
  <dcterms:modified xsi:type="dcterms:W3CDTF">2021-12-19T08:38:05Z</dcterms:modified>
</cp:coreProperties>
</file>
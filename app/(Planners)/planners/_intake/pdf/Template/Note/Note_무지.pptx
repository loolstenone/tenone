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54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04" name="그룹 23903">
            <a:extLst>
              <a:ext uri="{FF2B5EF4-FFF2-40B4-BE49-F238E27FC236}">
                <a16:creationId xmlns:a16="http://schemas.microsoft.com/office/drawing/2014/main" id="{A6B95B0D-195E-49C9-81D4-95B111EDE6CC}"/>
              </a:ext>
            </a:extLst>
          </p:cNvPr>
          <p:cNvGrpSpPr/>
          <p:nvPr/>
        </p:nvGrpSpPr>
        <p:grpSpPr>
          <a:xfrm>
            <a:off x="302419" y="462531"/>
            <a:ext cx="5472112" cy="0"/>
            <a:chOff x="230188" y="462531"/>
            <a:chExt cx="5472112" cy="0"/>
          </a:xfrm>
        </p:grpSpPr>
        <p:cxnSp>
          <p:nvCxnSpPr>
            <p:cNvPr id="23902" name="직선 연결선 23901">
              <a:extLst>
                <a:ext uri="{FF2B5EF4-FFF2-40B4-BE49-F238E27FC236}">
                  <a16:creationId xmlns:a16="http://schemas.microsoft.com/office/drawing/2014/main" id="{25B9E50B-CD32-465B-BB20-3CAAC8350F91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03" name="직선 연결선 23902">
              <a:extLst>
                <a:ext uri="{FF2B5EF4-FFF2-40B4-BE49-F238E27FC236}">
                  <a16:creationId xmlns:a16="http://schemas.microsoft.com/office/drawing/2014/main" id="{F2EA1508-0770-49F0-9B93-93D9274132D2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185">
            <a:hlinkClick r:id="rId2"/>
            <a:extLst>
              <a:ext uri="{FF2B5EF4-FFF2-40B4-BE49-F238E27FC236}">
                <a16:creationId xmlns:a16="http://schemas.microsoft.com/office/drawing/2014/main" id="{81AC12E8-C8F3-49BA-B798-EB61A0B4DCA7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" name="TextBox 186">
            <a:hlinkClick r:id="rId3"/>
            <a:extLst>
              <a:ext uri="{FF2B5EF4-FFF2-40B4-BE49-F238E27FC236}">
                <a16:creationId xmlns:a16="http://schemas.microsoft.com/office/drawing/2014/main" id="{06BC4E98-FF7E-4817-A264-89BD1E0ABBCB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TextBox 184">
            <a:hlinkClick r:id="rId4"/>
            <a:extLst>
              <a:ext uri="{FF2B5EF4-FFF2-40B4-BE49-F238E27FC236}">
                <a16:creationId xmlns:a16="http://schemas.microsoft.com/office/drawing/2014/main" id="{C963BBDF-A7AB-4AA8-BC3E-2ADB05B38395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46</cp:revision>
  <dcterms:created xsi:type="dcterms:W3CDTF">2021-10-29T04:43:38Z</dcterms:created>
  <dcterms:modified xsi:type="dcterms:W3CDTF">2021-12-19T07:37:44Z</dcterms:modified>
</cp:coreProperties>
</file>
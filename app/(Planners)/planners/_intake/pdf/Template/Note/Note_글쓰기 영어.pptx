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2" name="그룹 1371">
            <a:extLst>
              <a:ext uri="{FF2B5EF4-FFF2-40B4-BE49-F238E27FC236}">
                <a16:creationId xmlns:a16="http://schemas.microsoft.com/office/drawing/2014/main" id="{98414C38-A98F-4B66-9DDE-C4D3986C2377}"/>
              </a:ext>
            </a:extLst>
          </p:cNvPr>
          <p:cNvGrpSpPr/>
          <p:nvPr/>
        </p:nvGrpSpPr>
        <p:grpSpPr>
          <a:xfrm>
            <a:off x="302419" y="462531"/>
            <a:ext cx="5472112" cy="7017313"/>
            <a:chOff x="230188" y="462531"/>
            <a:chExt cx="5472112" cy="7017313"/>
          </a:xfrm>
        </p:grpSpPr>
        <p:grpSp>
          <p:nvGrpSpPr>
            <p:cNvPr id="1373" name="그룹 1372">
              <a:extLst>
                <a:ext uri="{FF2B5EF4-FFF2-40B4-BE49-F238E27FC236}">
                  <a16:creationId xmlns:a16="http://schemas.microsoft.com/office/drawing/2014/main" id="{8245D662-D221-4D01-8EB7-7A2D65ECCC78}"/>
                </a:ext>
              </a:extLst>
            </p:cNvPr>
            <p:cNvGrpSpPr/>
            <p:nvPr/>
          </p:nvGrpSpPr>
          <p:grpSpPr>
            <a:xfrm>
              <a:off x="230188" y="533399"/>
              <a:ext cx="5472112" cy="288000"/>
              <a:chOff x="230188" y="533400"/>
              <a:chExt cx="5472112" cy="251943"/>
            </a:xfrm>
          </p:grpSpPr>
          <p:cxnSp>
            <p:nvCxnSpPr>
              <p:cNvPr id="1441" name="직선 연결선 1440">
                <a:extLst>
                  <a:ext uri="{FF2B5EF4-FFF2-40B4-BE49-F238E27FC236}">
                    <a16:creationId xmlns:a16="http://schemas.microsoft.com/office/drawing/2014/main" id="{A7A8C484-7B7F-4BA7-9154-F87EC07491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2" name="직선 연결선 1441">
                <a:extLst>
                  <a:ext uri="{FF2B5EF4-FFF2-40B4-BE49-F238E27FC236}">
                    <a16:creationId xmlns:a16="http://schemas.microsoft.com/office/drawing/2014/main" id="{BDE225CA-4506-480E-8464-0992EAAB89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617381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3" name="직선 연결선 1442">
                <a:extLst>
                  <a:ext uri="{FF2B5EF4-FFF2-40B4-BE49-F238E27FC236}">
                    <a16:creationId xmlns:a16="http://schemas.microsoft.com/office/drawing/2014/main" id="{C1D0C7D7-B748-4965-84A1-55D0185BA2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01362"/>
                <a:ext cx="5472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4" name="직선 연결선 1443">
                <a:extLst>
                  <a:ext uri="{FF2B5EF4-FFF2-40B4-BE49-F238E27FC236}">
                    <a16:creationId xmlns:a16="http://schemas.microsoft.com/office/drawing/2014/main" id="{AF9E6A7D-89FB-44E6-83BB-6E48CBCC99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5343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4" name="그룹 1373">
              <a:extLst>
                <a:ext uri="{FF2B5EF4-FFF2-40B4-BE49-F238E27FC236}">
                  <a16:creationId xmlns:a16="http://schemas.microsoft.com/office/drawing/2014/main" id="{19EA99E4-994E-4EE4-83B8-B16B97B460AA}"/>
                </a:ext>
              </a:extLst>
            </p:cNvPr>
            <p:cNvGrpSpPr/>
            <p:nvPr/>
          </p:nvGrpSpPr>
          <p:grpSpPr>
            <a:xfrm>
              <a:off x="230188" y="1557775"/>
              <a:ext cx="5472112" cy="288000"/>
              <a:chOff x="230188" y="533400"/>
              <a:chExt cx="5472112" cy="251943"/>
            </a:xfrm>
          </p:grpSpPr>
          <p:cxnSp>
            <p:nvCxnSpPr>
              <p:cNvPr id="1437" name="직선 연결선 1436">
                <a:extLst>
                  <a:ext uri="{FF2B5EF4-FFF2-40B4-BE49-F238E27FC236}">
                    <a16:creationId xmlns:a16="http://schemas.microsoft.com/office/drawing/2014/main" id="{32A9E83F-A3A0-4135-B665-A8D7F1A1A6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8" name="직선 연결선 1437">
                <a:extLst>
                  <a:ext uri="{FF2B5EF4-FFF2-40B4-BE49-F238E27FC236}">
                    <a16:creationId xmlns:a16="http://schemas.microsoft.com/office/drawing/2014/main" id="{0984F365-A666-4951-AF12-030C8A7A94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617381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9" name="직선 연결선 1438">
                <a:extLst>
                  <a:ext uri="{FF2B5EF4-FFF2-40B4-BE49-F238E27FC236}">
                    <a16:creationId xmlns:a16="http://schemas.microsoft.com/office/drawing/2014/main" id="{F4AD374B-3198-488B-AE49-2A55477695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01362"/>
                <a:ext cx="5472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0" name="직선 연결선 1439">
                <a:extLst>
                  <a:ext uri="{FF2B5EF4-FFF2-40B4-BE49-F238E27FC236}">
                    <a16:creationId xmlns:a16="http://schemas.microsoft.com/office/drawing/2014/main" id="{336A21BC-A06A-428F-BC5E-A9620E76AF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5343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5" name="그룹 1374">
              <a:extLst>
                <a:ext uri="{FF2B5EF4-FFF2-40B4-BE49-F238E27FC236}">
                  <a16:creationId xmlns:a16="http://schemas.microsoft.com/office/drawing/2014/main" id="{A9A043FA-FBDF-4500-AA15-F840BFF17006}"/>
                </a:ext>
              </a:extLst>
            </p:cNvPr>
            <p:cNvGrpSpPr/>
            <p:nvPr/>
          </p:nvGrpSpPr>
          <p:grpSpPr>
            <a:xfrm>
              <a:off x="230188" y="2069963"/>
              <a:ext cx="5472112" cy="288000"/>
              <a:chOff x="230188" y="533400"/>
              <a:chExt cx="5472112" cy="251943"/>
            </a:xfrm>
          </p:grpSpPr>
          <p:cxnSp>
            <p:nvCxnSpPr>
              <p:cNvPr id="1433" name="직선 연결선 1432">
                <a:extLst>
                  <a:ext uri="{FF2B5EF4-FFF2-40B4-BE49-F238E27FC236}">
                    <a16:creationId xmlns:a16="http://schemas.microsoft.com/office/drawing/2014/main" id="{023B39C0-BFB5-42ED-B608-897E06EC5D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4" name="직선 연결선 1433">
                <a:extLst>
                  <a:ext uri="{FF2B5EF4-FFF2-40B4-BE49-F238E27FC236}">
                    <a16:creationId xmlns:a16="http://schemas.microsoft.com/office/drawing/2014/main" id="{D6CADD19-FFE4-42E4-93B1-9736490C3F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617381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5" name="직선 연결선 1434">
                <a:extLst>
                  <a:ext uri="{FF2B5EF4-FFF2-40B4-BE49-F238E27FC236}">
                    <a16:creationId xmlns:a16="http://schemas.microsoft.com/office/drawing/2014/main" id="{832E5FF4-BBA8-4A1C-ADA9-1AC0BA9B13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01362"/>
                <a:ext cx="5472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6" name="직선 연결선 1435">
                <a:extLst>
                  <a:ext uri="{FF2B5EF4-FFF2-40B4-BE49-F238E27FC236}">
                    <a16:creationId xmlns:a16="http://schemas.microsoft.com/office/drawing/2014/main" id="{DFFCE5EE-563F-4576-9D60-DCD679E1B2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5343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6" name="그룹 1375">
              <a:extLst>
                <a:ext uri="{FF2B5EF4-FFF2-40B4-BE49-F238E27FC236}">
                  <a16:creationId xmlns:a16="http://schemas.microsoft.com/office/drawing/2014/main" id="{24825ED4-5223-4D21-8C47-D44A82E80A2C}"/>
                </a:ext>
              </a:extLst>
            </p:cNvPr>
            <p:cNvGrpSpPr/>
            <p:nvPr/>
          </p:nvGrpSpPr>
          <p:grpSpPr>
            <a:xfrm>
              <a:off x="230188" y="2582151"/>
              <a:ext cx="5472112" cy="288000"/>
              <a:chOff x="230188" y="533400"/>
              <a:chExt cx="5472112" cy="251943"/>
            </a:xfrm>
          </p:grpSpPr>
          <p:cxnSp>
            <p:nvCxnSpPr>
              <p:cNvPr id="1429" name="직선 연결선 1428">
                <a:extLst>
                  <a:ext uri="{FF2B5EF4-FFF2-40B4-BE49-F238E27FC236}">
                    <a16:creationId xmlns:a16="http://schemas.microsoft.com/office/drawing/2014/main" id="{686FA243-36E4-4966-A74D-67A2067838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0" name="직선 연결선 1429">
                <a:extLst>
                  <a:ext uri="{FF2B5EF4-FFF2-40B4-BE49-F238E27FC236}">
                    <a16:creationId xmlns:a16="http://schemas.microsoft.com/office/drawing/2014/main" id="{CC4CB29E-17C4-4279-A08E-C49B63C4AE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617381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1" name="직선 연결선 1430">
                <a:extLst>
                  <a:ext uri="{FF2B5EF4-FFF2-40B4-BE49-F238E27FC236}">
                    <a16:creationId xmlns:a16="http://schemas.microsoft.com/office/drawing/2014/main" id="{4CD70B04-7650-4B60-B251-3B99986343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01362"/>
                <a:ext cx="5472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2" name="직선 연결선 1431">
                <a:extLst>
                  <a:ext uri="{FF2B5EF4-FFF2-40B4-BE49-F238E27FC236}">
                    <a16:creationId xmlns:a16="http://schemas.microsoft.com/office/drawing/2014/main" id="{AC5D582B-5696-4842-86BC-8E215E4069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5343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7" name="그룹 1376">
              <a:extLst>
                <a:ext uri="{FF2B5EF4-FFF2-40B4-BE49-F238E27FC236}">
                  <a16:creationId xmlns:a16="http://schemas.microsoft.com/office/drawing/2014/main" id="{52A31BDD-3734-4BF3-BC00-F98A46584B10}"/>
                </a:ext>
              </a:extLst>
            </p:cNvPr>
            <p:cNvGrpSpPr/>
            <p:nvPr/>
          </p:nvGrpSpPr>
          <p:grpSpPr>
            <a:xfrm>
              <a:off x="230188" y="3094339"/>
              <a:ext cx="5472112" cy="288000"/>
              <a:chOff x="230188" y="533400"/>
              <a:chExt cx="5472112" cy="251943"/>
            </a:xfrm>
          </p:grpSpPr>
          <p:cxnSp>
            <p:nvCxnSpPr>
              <p:cNvPr id="1425" name="직선 연결선 1424">
                <a:extLst>
                  <a:ext uri="{FF2B5EF4-FFF2-40B4-BE49-F238E27FC236}">
                    <a16:creationId xmlns:a16="http://schemas.microsoft.com/office/drawing/2014/main" id="{C28319E5-9349-49BD-AACE-693907321B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6" name="직선 연결선 1425">
                <a:extLst>
                  <a:ext uri="{FF2B5EF4-FFF2-40B4-BE49-F238E27FC236}">
                    <a16:creationId xmlns:a16="http://schemas.microsoft.com/office/drawing/2014/main" id="{D186460D-4395-416D-9084-CD568588BA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617381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7" name="직선 연결선 1426">
                <a:extLst>
                  <a:ext uri="{FF2B5EF4-FFF2-40B4-BE49-F238E27FC236}">
                    <a16:creationId xmlns:a16="http://schemas.microsoft.com/office/drawing/2014/main" id="{2405E3A8-CF45-40F0-A1F0-32F7BFA23D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01362"/>
                <a:ext cx="5472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8" name="직선 연결선 1427">
                <a:extLst>
                  <a:ext uri="{FF2B5EF4-FFF2-40B4-BE49-F238E27FC236}">
                    <a16:creationId xmlns:a16="http://schemas.microsoft.com/office/drawing/2014/main" id="{B8C125D6-48C9-4557-A402-2797EBF42A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5343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8" name="그룹 1377">
              <a:extLst>
                <a:ext uri="{FF2B5EF4-FFF2-40B4-BE49-F238E27FC236}">
                  <a16:creationId xmlns:a16="http://schemas.microsoft.com/office/drawing/2014/main" id="{A8393E5D-A645-4362-B154-6E18A3ADC963}"/>
                </a:ext>
              </a:extLst>
            </p:cNvPr>
            <p:cNvGrpSpPr/>
            <p:nvPr/>
          </p:nvGrpSpPr>
          <p:grpSpPr>
            <a:xfrm>
              <a:off x="230188" y="3606527"/>
              <a:ext cx="5472112" cy="288000"/>
              <a:chOff x="230188" y="533400"/>
              <a:chExt cx="5472112" cy="251943"/>
            </a:xfrm>
          </p:grpSpPr>
          <p:cxnSp>
            <p:nvCxnSpPr>
              <p:cNvPr id="1421" name="직선 연결선 1420">
                <a:extLst>
                  <a:ext uri="{FF2B5EF4-FFF2-40B4-BE49-F238E27FC236}">
                    <a16:creationId xmlns:a16="http://schemas.microsoft.com/office/drawing/2014/main" id="{8331EDC7-0EF6-461F-8A4F-DDAADAF3E1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2" name="직선 연결선 1421">
                <a:extLst>
                  <a:ext uri="{FF2B5EF4-FFF2-40B4-BE49-F238E27FC236}">
                    <a16:creationId xmlns:a16="http://schemas.microsoft.com/office/drawing/2014/main" id="{1C492D37-72D6-4B58-AE44-C081361A44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617381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3" name="직선 연결선 1422">
                <a:extLst>
                  <a:ext uri="{FF2B5EF4-FFF2-40B4-BE49-F238E27FC236}">
                    <a16:creationId xmlns:a16="http://schemas.microsoft.com/office/drawing/2014/main" id="{B0CC0AE6-E016-4402-A860-BADC2CEE6E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01362"/>
                <a:ext cx="5472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4" name="직선 연결선 1423">
                <a:extLst>
                  <a:ext uri="{FF2B5EF4-FFF2-40B4-BE49-F238E27FC236}">
                    <a16:creationId xmlns:a16="http://schemas.microsoft.com/office/drawing/2014/main" id="{962207D0-65E2-4DFD-B749-A47397221F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5343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9" name="그룹 1378">
              <a:extLst>
                <a:ext uri="{FF2B5EF4-FFF2-40B4-BE49-F238E27FC236}">
                  <a16:creationId xmlns:a16="http://schemas.microsoft.com/office/drawing/2014/main" id="{CD371F36-9EDB-41B1-8C06-BC482DDF4394}"/>
                </a:ext>
              </a:extLst>
            </p:cNvPr>
            <p:cNvGrpSpPr/>
            <p:nvPr/>
          </p:nvGrpSpPr>
          <p:grpSpPr>
            <a:xfrm>
              <a:off x="230188" y="4118715"/>
              <a:ext cx="5472112" cy="288000"/>
              <a:chOff x="230188" y="533400"/>
              <a:chExt cx="5472112" cy="251943"/>
            </a:xfrm>
          </p:grpSpPr>
          <p:cxnSp>
            <p:nvCxnSpPr>
              <p:cNvPr id="1417" name="직선 연결선 1416">
                <a:extLst>
                  <a:ext uri="{FF2B5EF4-FFF2-40B4-BE49-F238E27FC236}">
                    <a16:creationId xmlns:a16="http://schemas.microsoft.com/office/drawing/2014/main" id="{D9398479-E8FC-4048-B8A1-7146AD01EB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8" name="직선 연결선 1417">
                <a:extLst>
                  <a:ext uri="{FF2B5EF4-FFF2-40B4-BE49-F238E27FC236}">
                    <a16:creationId xmlns:a16="http://schemas.microsoft.com/office/drawing/2014/main" id="{C03DE2A9-4D4D-48B5-993E-5A86FEFBD8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617381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9" name="직선 연결선 1418">
                <a:extLst>
                  <a:ext uri="{FF2B5EF4-FFF2-40B4-BE49-F238E27FC236}">
                    <a16:creationId xmlns:a16="http://schemas.microsoft.com/office/drawing/2014/main" id="{F0868B72-DC1B-41D8-8D00-65E3CE92D6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01362"/>
                <a:ext cx="5472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0" name="직선 연결선 1419">
                <a:extLst>
                  <a:ext uri="{FF2B5EF4-FFF2-40B4-BE49-F238E27FC236}">
                    <a16:creationId xmlns:a16="http://schemas.microsoft.com/office/drawing/2014/main" id="{95F6BD82-3460-4F4E-9FC4-85BE4343F9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5343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80" name="그룹 1379">
              <a:extLst>
                <a:ext uri="{FF2B5EF4-FFF2-40B4-BE49-F238E27FC236}">
                  <a16:creationId xmlns:a16="http://schemas.microsoft.com/office/drawing/2014/main" id="{D91B7DD5-B015-4B9C-A100-65D194EBE9F8}"/>
                </a:ext>
              </a:extLst>
            </p:cNvPr>
            <p:cNvGrpSpPr/>
            <p:nvPr/>
          </p:nvGrpSpPr>
          <p:grpSpPr>
            <a:xfrm>
              <a:off x="230188" y="4630903"/>
              <a:ext cx="5472112" cy="288000"/>
              <a:chOff x="230188" y="533400"/>
              <a:chExt cx="5472112" cy="251943"/>
            </a:xfrm>
          </p:grpSpPr>
          <p:cxnSp>
            <p:nvCxnSpPr>
              <p:cNvPr id="1413" name="직선 연결선 1412">
                <a:extLst>
                  <a:ext uri="{FF2B5EF4-FFF2-40B4-BE49-F238E27FC236}">
                    <a16:creationId xmlns:a16="http://schemas.microsoft.com/office/drawing/2014/main" id="{34349BB1-46E8-4C17-B486-C905AF40C8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4" name="직선 연결선 1413">
                <a:extLst>
                  <a:ext uri="{FF2B5EF4-FFF2-40B4-BE49-F238E27FC236}">
                    <a16:creationId xmlns:a16="http://schemas.microsoft.com/office/drawing/2014/main" id="{17D62994-BDBB-4A9D-B6AE-33432DD126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617381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5" name="직선 연결선 1414">
                <a:extLst>
                  <a:ext uri="{FF2B5EF4-FFF2-40B4-BE49-F238E27FC236}">
                    <a16:creationId xmlns:a16="http://schemas.microsoft.com/office/drawing/2014/main" id="{F9796B71-F21F-4814-BCF3-A17DEC47E8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01362"/>
                <a:ext cx="5472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6" name="직선 연결선 1415">
                <a:extLst>
                  <a:ext uri="{FF2B5EF4-FFF2-40B4-BE49-F238E27FC236}">
                    <a16:creationId xmlns:a16="http://schemas.microsoft.com/office/drawing/2014/main" id="{627E2D2D-9458-43DD-8E9E-95676D6847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5343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81" name="그룹 1380">
              <a:extLst>
                <a:ext uri="{FF2B5EF4-FFF2-40B4-BE49-F238E27FC236}">
                  <a16:creationId xmlns:a16="http://schemas.microsoft.com/office/drawing/2014/main" id="{F07F63F0-0288-479A-B5E1-D4A555953C63}"/>
                </a:ext>
              </a:extLst>
            </p:cNvPr>
            <p:cNvGrpSpPr/>
            <p:nvPr/>
          </p:nvGrpSpPr>
          <p:grpSpPr>
            <a:xfrm>
              <a:off x="230188" y="5143091"/>
              <a:ext cx="5472112" cy="288000"/>
              <a:chOff x="230188" y="533400"/>
              <a:chExt cx="5472112" cy="251943"/>
            </a:xfrm>
          </p:grpSpPr>
          <p:cxnSp>
            <p:nvCxnSpPr>
              <p:cNvPr id="1409" name="직선 연결선 1408">
                <a:extLst>
                  <a:ext uri="{FF2B5EF4-FFF2-40B4-BE49-F238E27FC236}">
                    <a16:creationId xmlns:a16="http://schemas.microsoft.com/office/drawing/2014/main" id="{406214F1-60B8-42A9-8E82-F309485FBD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0" name="직선 연결선 1409">
                <a:extLst>
                  <a:ext uri="{FF2B5EF4-FFF2-40B4-BE49-F238E27FC236}">
                    <a16:creationId xmlns:a16="http://schemas.microsoft.com/office/drawing/2014/main" id="{E4A9CDF2-AD6C-4AC6-B3F9-5C118F561B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617381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1" name="직선 연결선 1410">
                <a:extLst>
                  <a:ext uri="{FF2B5EF4-FFF2-40B4-BE49-F238E27FC236}">
                    <a16:creationId xmlns:a16="http://schemas.microsoft.com/office/drawing/2014/main" id="{89CD9A51-AF91-416B-B04D-45D37C2255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01362"/>
                <a:ext cx="5472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2" name="직선 연결선 1411">
                <a:extLst>
                  <a:ext uri="{FF2B5EF4-FFF2-40B4-BE49-F238E27FC236}">
                    <a16:creationId xmlns:a16="http://schemas.microsoft.com/office/drawing/2014/main" id="{33A68E3D-8317-45EC-A70A-A628239DD8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5343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82" name="그룹 1381">
              <a:extLst>
                <a:ext uri="{FF2B5EF4-FFF2-40B4-BE49-F238E27FC236}">
                  <a16:creationId xmlns:a16="http://schemas.microsoft.com/office/drawing/2014/main" id="{DC411F68-F0E6-49EE-8149-616D409A647B}"/>
                </a:ext>
              </a:extLst>
            </p:cNvPr>
            <p:cNvGrpSpPr/>
            <p:nvPr/>
          </p:nvGrpSpPr>
          <p:grpSpPr>
            <a:xfrm>
              <a:off x="230188" y="5655279"/>
              <a:ext cx="5472112" cy="288000"/>
              <a:chOff x="230188" y="533400"/>
              <a:chExt cx="5472112" cy="251943"/>
            </a:xfrm>
          </p:grpSpPr>
          <p:cxnSp>
            <p:nvCxnSpPr>
              <p:cNvPr id="1405" name="직선 연결선 1404">
                <a:extLst>
                  <a:ext uri="{FF2B5EF4-FFF2-40B4-BE49-F238E27FC236}">
                    <a16:creationId xmlns:a16="http://schemas.microsoft.com/office/drawing/2014/main" id="{336C96C0-B10E-4B9E-B35C-824EB70D5E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6" name="직선 연결선 1405">
                <a:extLst>
                  <a:ext uri="{FF2B5EF4-FFF2-40B4-BE49-F238E27FC236}">
                    <a16:creationId xmlns:a16="http://schemas.microsoft.com/office/drawing/2014/main" id="{F1B52CCE-64EE-445E-8934-72770AE5A9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617381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7" name="직선 연결선 1406">
                <a:extLst>
                  <a:ext uri="{FF2B5EF4-FFF2-40B4-BE49-F238E27FC236}">
                    <a16:creationId xmlns:a16="http://schemas.microsoft.com/office/drawing/2014/main" id="{83F20C82-F485-42A0-9DD5-1BFAF61BB0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01362"/>
                <a:ext cx="5472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8" name="직선 연결선 1407">
                <a:extLst>
                  <a:ext uri="{FF2B5EF4-FFF2-40B4-BE49-F238E27FC236}">
                    <a16:creationId xmlns:a16="http://schemas.microsoft.com/office/drawing/2014/main" id="{50D57995-44FD-4FBC-A00A-3A130D0840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5343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83" name="그룹 1382">
              <a:extLst>
                <a:ext uri="{FF2B5EF4-FFF2-40B4-BE49-F238E27FC236}">
                  <a16:creationId xmlns:a16="http://schemas.microsoft.com/office/drawing/2014/main" id="{EE57F607-1900-415F-8BDA-00A6AB1D7196}"/>
                </a:ext>
              </a:extLst>
            </p:cNvPr>
            <p:cNvGrpSpPr/>
            <p:nvPr/>
          </p:nvGrpSpPr>
          <p:grpSpPr>
            <a:xfrm>
              <a:off x="230188" y="6167467"/>
              <a:ext cx="5472112" cy="288000"/>
              <a:chOff x="230188" y="533400"/>
              <a:chExt cx="5472112" cy="251943"/>
            </a:xfrm>
          </p:grpSpPr>
          <p:cxnSp>
            <p:nvCxnSpPr>
              <p:cNvPr id="1401" name="직선 연결선 1400">
                <a:extLst>
                  <a:ext uri="{FF2B5EF4-FFF2-40B4-BE49-F238E27FC236}">
                    <a16:creationId xmlns:a16="http://schemas.microsoft.com/office/drawing/2014/main" id="{307642EF-159E-4C72-A5B3-F7BD571C1B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2" name="직선 연결선 1401">
                <a:extLst>
                  <a:ext uri="{FF2B5EF4-FFF2-40B4-BE49-F238E27FC236}">
                    <a16:creationId xmlns:a16="http://schemas.microsoft.com/office/drawing/2014/main" id="{98A4A5DE-071A-4EF2-8A9B-A22FDBEC33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617381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3" name="직선 연결선 1402">
                <a:extLst>
                  <a:ext uri="{FF2B5EF4-FFF2-40B4-BE49-F238E27FC236}">
                    <a16:creationId xmlns:a16="http://schemas.microsoft.com/office/drawing/2014/main" id="{2011134F-A5C5-4E74-AEDB-D03CB0C96E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01362"/>
                <a:ext cx="5472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4" name="직선 연결선 1403">
                <a:extLst>
                  <a:ext uri="{FF2B5EF4-FFF2-40B4-BE49-F238E27FC236}">
                    <a16:creationId xmlns:a16="http://schemas.microsoft.com/office/drawing/2014/main" id="{6BBD1AD6-F3C8-460C-A319-BEBDECDA01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5343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84" name="그룹 1383">
              <a:extLst>
                <a:ext uri="{FF2B5EF4-FFF2-40B4-BE49-F238E27FC236}">
                  <a16:creationId xmlns:a16="http://schemas.microsoft.com/office/drawing/2014/main" id="{BE949757-8937-45FC-A6DA-AE4CE697F0A8}"/>
                </a:ext>
              </a:extLst>
            </p:cNvPr>
            <p:cNvGrpSpPr/>
            <p:nvPr/>
          </p:nvGrpSpPr>
          <p:grpSpPr>
            <a:xfrm>
              <a:off x="230188" y="6679655"/>
              <a:ext cx="5472112" cy="288000"/>
              <a:chOff x="230188" y="533400"/>
              <a:chExt cx="5472112" cy="251943"/>
            </a:xfrm>
          </p:grpSpPr>
          <p:cxnSp>
            <p:nvCxnSpPr>
              <p:cNvPr id="1397" name="직선 연결선 1396">
                <a:extLst>
                  <a:ext uri="{FF2B5EF4-FFF2-40B4-BE49-F238E27FC236}">
                    <a16:creationId xmlns:a16="http://schemas.microsoft.com/office/drawing/2014/main" id="{AB27075D-578B-49C0-A68D-0A89B5BC25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8" name="직선 연결선 1397">
                <a:extLst>
                  <a:ext uri="{FF2B5EF4-FFF2-40B4-BE49-F238E27FC236}">
                    <a16:creationId xmlns:a16="http://schemas.microsoft.com/office/drawing/2014/main" id="{A5870F23-7929-4C7D-AC23-4B0D2BC73F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617381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9" name="직선 연결선 1398">
                <a:extLst>
                  <a:ext uri="{FF2B5EF4-FFF2-40B4-BE49-F238E27FC236}">
                    <a16:creationId xmlns:a16="http://schemas.microsoft.com/office/drawing/2014/main" id="{38399DF8-19B0-427E-B8DB-6D2249F937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01362"/>
                <a:ext cx="5472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0" name="직선 연결선 1399">
                <a:extLst>
                  <a:ext uri="{FF2B5EF4-FFF2-40B4-BE49-F238E27FC236}">
                    <a16:creationId xmlns:a16="http://schemas.microsoft.com/office/drawing/2014/main" id="{C990CA3E-E183-413A-B26F-CB52F62818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5343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85" name="그룹 1384">
              <a:extLst>
                <a:ext uri="{FF2B5EF4-FFF2-40B4-BE49-F238E27FC236}">
                  <a16:creationId xmlns:a16="http://schemas.microsoft.com/office/drawing/2014/main" id="{D28CB9E3-8870-4826-94F9-6626B252BE33}"/>
                </a:ext>
              </a:extLst>
            </p:cNvPr>
            <p:cNvGrpSpPr/>
            <p:nvPr/>
          </p:nvGrpSpPr>
          <p:grpSpPr>
            <a:xfrm>
              <a:off x="230188" y="7191844"/>
              <a:ext cx="5472112" cy="288000"/>
              <a:chOff x="230188" y="533400"/>
              <a:chExt cx="5472112" cy="251943"/>
            </a:xfrm>
          </p:grpSpPr>
          <p:cxnSp>
            <p:nvCxnSpPr>
              <p:cNvPr id="1393" name="직선 연결선 1392">
                <a:extLst>
                  <a:ext uri="{FF2B5EF4-FFF2-40B4-BE49-F238E27FC236}">
                    <a16:creationId xmlns:a16="http://schemas.microsoft.com/office/drawing/2014/main" id="{AD579140-200E-45DB-A6DF-0F89DF6775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4" name="직선 연결선 1393">
                <a:extLst>
                  <a:ext uri="{FF2B5EF4-FFF2-40B4-BE49-F238E27FC236}">
                    <a16:creationId xmlns:a16="http://schemas.microsoft.com/office/drawing/2014/main" id="{2B6DB515-9D6F-48D1-9B50-F767017C49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617381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5" name="직선 연결선 1394">
                <a:extLst>
                  <a:ext uri="{FF2B5EF4-FFF2-40B4-BE49-F238E27FC236}">
                    <a16:creationId xmlns:a16="http://schemas.microsoft.com/office/drawing/2014/main" id="{9FC3EF88-BCA9-43DC-AF57-C52B8226EF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01362"/>
                <a:ext cx="5472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6" name="직선 연결선 1395">
                <a:extLst>
                  <a:ext uri="{FF2B5EF4-FFF2-40B4-BE49-F238E27FC236}">
                    <a16:creationId xmlns:a16="http://schemas.microsoft.com/office/drawing/2014/main" id="{7221BA5A-A299-4A5F-8AA8-8D7331A2FC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5343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86" name="그룹 1385">
              <a:extLst>
                <a:ext uri="{FF2B5EF4-FFF2-40B4-BE49-F238E27FC236}">
                  <a16:creationId xmlns:a16="http://schemas.microsoft.com/office/drawing/2014/main" id="{631AB866-69EA-4957-B747-63D00EC602F3}"/>
                </a:ext>
              </a:extLst>
            </p:cNvPr>
            <p:cNvGrpSpPr/>
            <p:nvPr/>
          </p:nvGrpSpPr>
          <p:grpSpPr>
            <a:xfrm>
              <a:off x="230188" y="1045587"/>
              <a:ext cx="5472112" cy="288000"/>
              <a:chOff x="230188" y="533400"/>
              <a:chExt cx="5472112" cy="251943"/>
            </a:xfrm>
          </p:grpSpPr>
          <p:cxnSp>
            <p:nvCxnSpPr>
              <p:cNvPr id="1389" name="직선 연결선 1388">
                <a:extLst>
                  <a:ext uri="{FF2B5EF4-FFF2-40B4-BE49-F238E27FC236}">
                    <a16:creationId xmlns:a16="http://schemas.microsoft.com/office/drawing/2014/main" id="{71D54F75-331B-4E15-A72A-A1C58BDE7F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0" name="직선 연결선 1389">
                <a:extLst>
                  <a:ext uri="{FF2B5EF4-FFF2-40B4-BE49-F238E27FC236}">
                    <a16:creationId xmlns:a16="http://schemas.microsoft.com/office/drawing/2014/main" id="{8DA521E2-D33E-40D3-895C-AA2CBCC424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617381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1" name="직선 연결선 1390">
                <a:extLst>
                  <a:ext uri="{FF2B5EF4-FFF2-40B4-BE49-F238E27FC236}">
                    <a16:creationId xmlns:a16="http://schemas.microsoft.com/office/drawing/2014/main" id="{95EBDA88-8850-4C00-A6C2-FB1B2EE220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01362"/>
                <a:ext cx="5472112" cy="0"/>
              </a:xfrm>
              <a:prstGeom prst="line">
                <a:avLst/>
              </a:prstGeom>
              <a:ln w="31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2" name="직선 연결선 1391">
                <a:extLst>
                  <a:ext uri="{FF2B5EF4-FFF2-40B4-BE49-F238E27FC236}">
                    <a16:creationId xmlns:a16="http://schemas.microsoft.com/office/drawing/2014/main" id="{B3BC1AB1-0935-4567-99E3-A6D1B75193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5343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87" name="직선 연결선 1386">
              <a:extLst>
                <a:ext uri="{FF2B5EF4-FFF2-40B4-BE49-F238E27FC236}">
                  <a16:creationId xmlns:a16="http://schemas.microsoft.com/office/drawing/2014/main" id="{7785E1E2-564D-4488-902C-C7577F72EAA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8" name="직선 연결선 1387">
              <a:extLst>
                <a:ext uri="{FF2B5EF4-FFF2-40B4-BE49-F238E27FC236}">
                  <a16:creationId xmlns:a16="http://schemas.microsoft.com/office/drawing/2014/main" id="{FD6CD222-0A52-4073-B8D9-9514E73AB996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TextBox 75">
            <a:hlinkClick r:id="rId2"/>
            <a:extLst>
              <a:ext uri="{FF2B5EF4-FFF2-40B4-BE49-F238E27FC236}">
                <a16:creationId xmlns:a16="http://schemas.microsoft.com/office/drawing/2014/main" id="{A1052578-3740-414E-B060-38DA573BD71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7" name="TextBox 76">
            <a:hlinkClick r:id="rId3"/>
            <a:extLst>
              <a:ext uri="{FF2B5EF4-FFF2-40B4-BE49-F238E27FC236}">
                <a16:creationId xmlns:a16="http://schemas.microsoft.com/office/drawing/2014/main" id="{1430DD44-D2CF-4ACE-973E-F3601E2807E2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8" name="TextBox 184">
            <a:hlinkClick r:id="rId4"/>
            <a:extLst>
              <a:ext uri="{FF2B5EF4-FFF2-40B4-BE49-F238E27FC236}">
                <a16:creationId xmlns:a16="http://schemas.microsoft.com/office/drawing/2014/main" id="{1670277C-2E2C-4AE7-A765-400D0E085576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176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58</cp:revision>
  <dcterms:created xsi:type="dcterms:W3CDTF">2021-10-29T04:43:38Z</dcterms:created>
  <dcterms:modified xsi:type="dcterms:W3CDTF">2021-12-19T07:53:16Z</dcterms:modified>
</cp:coreProperties>
</file>
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076950" cy="7764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6" userDrawn="1">
          <p15:clr>
            <a:srgbClr val="A4A3A4"/>
          </p15:clr>
        </p15:guide>
        <p15:guide id="2" pos="1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A531"/>
    <a:srgbClr val="FF5050"/>
    <a:srgbClr val="597422"/>
    <a:srgbClr val="B8D779"/>
    <a:srgbClr val="EBF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 showGuides="1">
      <p:cViewPr varScale="1">
        <p:scale>
          <a:sx n="39" d="100"/>
          <a:sy n="39" d="100"/>
        </p:scale>
        <p:origin x="1674" y="54"/>
      </p:cViewPr>
      <p:guideLst>
        <p:guide orient="horz" pos="2446"/>
        <p:guide pos="19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5771" y="1270713"/>
            <a:ext cx="5165408" cy="2703183"/>
          </a:xfrm>
        </p:spPr>
        <p:txBody>
          <a:bodyPr anchor="b"/>
          <a:lstStyle>
            <a:lvl1pPr algn="ctr"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9619" y="4078141"/>
            <a:ext cx="4557713" cy="1874614"/>
          </a:xfrm>
        </p:spPr>
        <p:txBody>
          <a:bodyPr/>
          <a:lstStyle>
            <a:lvl1pPr marL="0" indent="0" algn="ctr">
              <a:buNone/>
              <a:defRPr sz="1595"/>
            </a:lvl1pPr>
            <a:lvl2pPr marL="303855" indent="0" algn="ctr">
              <a:buNone/>
              <a:defRPr sz="1329"/>
            </a:lvl2pPr>
            <a:lvl3pPr marL="607710" indent="0" algn="ctr">
              <a:buNone/>
              <a:defRPr sz="1196"/>
            </a:lvl3pPr>
            <a:lvl4pPr marL="911565" indent="0" algn="ctr">
              <a:buNone/>
              <a:defRPr sz="1063"/>
            </a:lvl4pPr>
            <a:lvl5pPr marL="1215420" indent="0" algn="ctr">
              <a:buNone/>
              <a:defRPr sz="1063"/>
            </a:lvl5pPr>
            <a:lvl6pPr marL="1519276" indent="0" algn="ctr">
              <a:buNone/>
              <a:defRPr sz="1063"/>
            </a:lvl6pPr>
            <a:lvl7pPr marL="1823131" indent="0" algn="ctr">
              <a:buNone/>
              <a:defRPr sz="1063"/>
            </a:lvl7pPr>
            <a:lvl8pPr marL="2126986" indent="0" algn="ctr">
              <a:buNone/>
              <a:defRPr sz="1063"/>
            </a:lvl8pPr>
            <a:lvl9pPr marL="2430841" indent="0" algn="ctr">
              <a:buNone/>
              <a:defRPr sz="106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25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69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626" y="1935726"/>
            <a:ext cx="5241369" cy="3229800"/>
          </a:xfrm>
        </p:spPr>
        <p:txBody>
          <a:bodyPr anchor="b"/>
          <a:lstStyle>
            <a:lvl1pPr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626" y="5196081"/>
            <a:ext cx="5241369" cy="1698476"/>
          </a:xfrm>
        </p:spPr>
        <p:txBody>
          <a:bodyPr/>
          <a:lstStyle>
            <a:lvl1pPr marL="0" indent="0">
              <a:buNone/>
              <a:defRPr sz="1595">
                <a:solidFill>
                  <a:schemeClr val="tx1"/>
                </a:solidFill>
              </a:defRPr>
            </a:lvl1pPr>
            <a:lvl2pPr marL="303855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2pPr>
            <a:lvl3pPr marL="607710" indent="0">
              <a:buNone/>
              <a:defRPr sz="1196">
                <a:solidFill>
                  <a:schemeClr val="tx1">
                    <a:tint val="75000"/>
                  </a:schemeClr>
                </a:solidFill>
              </a:defRPr>
            </a:lvl3pPr>
            <a:lvl4pPr marL="91156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4pPr>
            <a:lvl5pPr marL="1215420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5pPr>
            <a:lvl6pPr marL="151927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6pPr>
            <a:lvl7pPr marL="182313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7pPr>
            <a:lvl8pPr marL="212698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8pPr>
            <a:lvl9pPr marL="243084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6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7790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76456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60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413387"/>
            <a:ext cx="5241369" cy="150077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583" y="1903373"/>
            <a:ext cx="2570834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583" y="2836186"/>
            <a:ext cx="2570834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76456" y="1903373"/>
            <a:ext cx="2583495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76456" y="2836186"/>
            <a:ext cx="2583495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28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01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38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3495" y="1117941"/>
            <a:ext cx="3076456" cy="5517801"/>
          </a:xfrm>
        </p:spPr>
        <p:txBody>
          <a:bodyPr/>
          <a:lstStyle>
            <a:lvl1pPr>
              <a:defRPr sz="2127"/>
            </a:lvl1pPr>
            <a:lvl2pPr>
              <a:defRPr sz="1861"/>
            </a:lvl2pPr>
            <a:lvl3pPr>
              <a:defRPr sz="1595"/>
            </a:lvl3pPr>
            <a:lvl4pPr>
              <a:defRPr sz="1329"/>
            </a:lvl4pPr>
            <a:lvl5pPr>
              <a:defRPr sz="1329"/>
            </a:lvl5pPr>
            <a:lvl6pPr>
              <a:defRPr sz="1329"/>
            </a:lvl6pPr>
            <a:lvl7pPr>
              <a:defRPr sz="1329"/>
            </a:lvl7pPr>
            <a:lvl8pPr>
              <a:defRPr sz="1329"/>
            </a:lvl8pPr>
            <a:lvl9pPr>
              <a:defRPr sz="132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21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3495" y="1117941"/>
            <a:ext cx="3076456" cy="5517801"/>
          </a:xfrm>
        </p:spPr>
        <p:txBody>
          <a:bodyPr anchor="t"/>
          <a:lstStyle>
            <a:lvl1pPr marL="0" indent="0">
              <a:buNone/>
              <a:defRPr sz="2127"/>
            </a:lvl1pPr>
            <a:lvl2pPr marL="303855" indent="0">
              <a:buNone/>
              <a:defRPr sz="1861"/>
            </a:lvl2pPr>
            <a:lvl3pPr marL="607710" indent="0">
              <a:buNone/>
              <a:defRPr sz="1595"/>
            </a:lvl3pPr>
            <a:lvl4pPr marL="911565" indent="0">
              <a:buNone/>
              <a:defRPr sz="1329"/>
            </a:lvl4pPr>
            <a:lvl5pPr marL="1215420" indent="0">
              <a:buNone/>
              <a:defRPr sz="1329"/>
            </a:lvl5pPr>
            <a:lvl6pPr marL="1519276" indent="0">
              <a:buNone/>
              <a:defRPr sz="1329"/>
            </a:lvl6pPr>
            <a:lvl7pPr marL="1823131" indent="0">
              <a:buNone/>
              <a:defRPr sz="1329"/>
            </a:lvl7pPr>
            <a:lvl8pPr marL="2126986" indent="0">
              <a:buNone/>
              <a:defRPr sz="1329"/>
            </a:lvl8pPr>
            <a:lvl9pPr marL="2430841" indent="0">
              <a:buNone/>
              <a:defRPr sz="132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2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2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48818" y="413386"/>
            <a:ext cx="1310342" cy="658002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791" y="413386"/>
            <a:ext cx="3855065" cy="658002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79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791" y="413387"/>
            <a:ext cx="5241369" cy="1500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791" y="2066929"/>
            <a:ext cx="5241369" cy="4926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7790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990" y="7196508"/>
            <a:ext cx="2050971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91846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5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7710" rtl="0" eaLnBrk="1" latinLnBrk="1" hangingPunct="1">
        <a:lnSpc>
          <a:spcPct val="90000"/>
        </a:lnSpc>
        <a:spcBef>
          <a:spcPct val="0"/>
        </a:spcBef>
        <a:buNone/>
        <a:defRPr sz="2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928" indent="-151928" algn="l" defTabSz="607710" rtl="0" eaLnBrk="1" latinLnBrk="1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1861" kern="1200">
          <a:solidFill>
            <a:schemeClr val="tx1"/>
          </a:solidFill>
          <a:latin typeface="+mn-lt"/>
          <a:ea typeface="+mn-ea"/>
          <a:cs typeface="+mn-cs"/>
        </a:defRPr>
      </a:lvl1pPr>
      <a:lvl2pPr marL="45578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595" kern="1200">
          <a:solidFill>
            <a:schemeClr val="tx1"/>
          </a:solidFill>
          <a:latin typeface="+mn-lt"/>
          <a:ea typeface="+mn-ea"/>
          <a:cs typeface="+mn-cs"/>
        </a:defRPr>
      </a:lvl2pPr>
      <a:lvl3pPr marL="75963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6349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36734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67120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05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27891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582769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1pPr>
      <a:lvl2pPr marL="30385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2pPr>
      <a:lvl3pPr marL="60771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3pPr>
      <a:lvl4pPr marL="91156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21542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51927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82313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12698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43084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badak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tenone.biz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7" name="그룹 276">
            <a:extLst>
              <a:ext uri="{FF2B5EF4-FFF2-40B4-BE49-F238E27FC236}">
                <a16:creationId xmlns:a16="http://schemas.microsoft.com/office/drawing/2014/main" id="{89D114B3-8153-43BE-AAC1-3F64AD52CE37}"/>
              </a:ext>
            </a:extLst>
          </p:cNvPr>
          <p:cNvGrpSpPr/>
          <p:nvPr/>
        </p:nvGrpSpPr>
        <p:grpSpPr>
          <a:xfrm>
            <a:off x="302419" y="462531"/>
            <a:ext cx="5472112" cy="7019355"/>
            <a:chOff x="230188" y="462531"/>
            <a:chExt cx="5472112" cy="7019355"/>
          </a:xfrm>
        </p:grpSpPr>
        <p:cxnSp>
          <p:nvCxnSpPr>
            <p:cNvPr id="261" name="직선 연결선 260">
              <a:extLst>
                <a:ext uri="{FF2B5EF4-FFF2-40B4-BE49-F238E27FC236}">
                  <a16:creationId xmlns:a16="http://schemas.microsoft.com/office/drawing/2014/main" id="{709988E9-176C-4D6B-888F-00EB2FB04919}"/>
                </a:ext>
              </a:extLst>
            </p:cNvPr>
            <p:cNvCxnSpPr/>
            <p:nvPr/>
          </p:nvCxnSpPr>
          <p:spPr>
            <a:xfrm>
              <a:off x="230188" y="4439972"/>
              <a:ext cx="5472112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직선 연결선 261">
              <a:extLst>
                <a:ext uri="{FF2B5EF4-FFF2-40B4-BE49-F238E27FC236}">
                  <a16:creationId xmlns:a16="http://schemas.microsoft.com/office/drawing/2014/main" id="{F1FB89D3-B1AE-433D-BFA1-1058BD4DC5BE}"/>
                </a:ext>
              </a:extLst>
            </p:cNvPr>
            <p:cNvCxnSpPr/>
            <p:nvPr/>
          </p:nvCxnSpPr>
          <p:spPr>
            <a:xfrm>
              <a:off x="230188" y="4716510"/>
              <a:ext cx="5472112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직선 연결선 262">
              <a:extLst>
                <a:ext uri="{FF2B5EF4-FFF2-40B4-BE49-F238E27FC236}">
                  <a16:creationId xmlns:a16="http://schemas.microsoft.com/office/drawing/2014/main" id="{9A907BD2-D510-486A-B973-A2189C501D28}"/>
                </a:ext>
              </a:extLst>
            </p:cNvPr>
            <p:cNvCxnSpPr/>
            <p:nvPr/>
          </p:nvCxnSpPr>
          <p:spPr>
            <a:xfrm>
              <a:off x="230188" y="4993048"/>
              <a:ext cx="5472112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직선 연결선 263">
              <a:extLst>
                <a:ext uri="{FF2B5EF4-FFF2-40B4-BE49-F238E27FC236}">
                  <a16:creationId xmlns:a16="http://schemas.microsoft.com/office/drawing/2014/main" id="{5E3EF49F-3E3F-4A20-AA29-A29473A1FC9D}"/>
                </a:ext>
              </a:extLst>
            </p:cNvPr>
            <p:cNvCxnSpPr/>
            <p:nvPr/>
          </p:nvCxnSpPr>
          <p:spPr>
            <a:xfrm>
              <a:off x="230188" y="5546124"/>
              <a:ext cx="5472112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직선 연결선 264">
              <a:extLst>
                <a:ext uri="{FF2B5EF4-FFF2-40B4-BE49-F238E27FC236}">
                  <a16:creationId xmlns:a16="http://schemas.microsoft.com/office/drawing/2014/main" id="{59DFDAC7-C5A8-4173-BB0C-9B423B80D11D}"/>
                </a:ext>
              </a:extLst>
            </p:cNvPr>
            <p:cNvCxnSpPr/>
            <p:nvPr/>
          </p:nvCxnSpPr>
          <p:spPr>
            <a:xfrm>
              <a:off x="230188" y="5822662"/>
              <a:ext cx="5472112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직선 연결선 265">
              <a:extLst>
                <a:ext uri="{FF2B5EF4-FFF2-40B4-BE49-F238E27FC236}">
                  <a16:creationId xmlns:a16="http://schemas.microsoft.com/office/drawing/2014/main" id="{0298A0EE-7F55-4095-A0AE-0198097F60A1}"/>
                </a:ext>
              </a:extLst>
            </p:cNvPr>
            <p:cNvCxnSpPr/>
            <p:nvPr/>
          </p:nvCxnSpPr>
          <p:spPr>
            <a:xfrm>
              <a:off x="230188" y="6099200"/>
              <a:ext cx="5472112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직선 연결선 266">
              <a:extLst>
                <a:ext uri="{FF2B5EF4-FFF2-40B4-BE49-F238E27FC236}">
                  <a16:creationId xmlns:a16="http://schemas.microsoft.com/office/drawing/2014/main" id="{D4124106-AD60-40BD-A43E-F500D0168E7E}"/>
                </a:ext>
              </a:extLst>
            </p:cNvPr>
            <p:cNvCxnSpPr/>
            <p:nvPr/>
          </p:nvCxnSpPr>
          <p:spPr>
            <a:xfrm>
              <a:off x="230188" y="5269586"/>
              <a:ext cx="5472112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직선 연결선 267">
              <a:extLst>
                <a:ext uri="{FF2B5EF4-FFF2-40B4-BE49-F238E27FC236}">
                  <a16:creationId xmlns:a16="http://schemas.microsoft.com/office/drawing/2014/main" id="{D7FA850F-D1C1-4FE2-98C1-C41BE223B3D5}"/>
                </a:ext>
              </a:extLst>
            </p:cNvPr>
            <p:cNvCxnSpPr/>
            <p:nvPr/>
          </p:nvCxnSpPr>
          <p:spPr>
            <a:xfrm>
              <a:off x="230188" y="6375738"/>
              <a:ext cx="5472112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직선 연결선 268">
              <a:extLst>
                <a:ext uri="{FF2B5EF4-FFF2-40B4-BE49-F238E27FC236}">
                  <a16:creationId xmlns:a16="http://schemas.microsoft.com/office/drawing/2014/main" id="{9E141383-7804-4C03-AC02-34C4530537DF}"/>
                </a:ext>
              </a:extLst>
            </p:cNvPr>
            <p:cNvCxnSpPr/>
            <p:nvPr/>
          </p:nvCxnSpPr>
          <p:spPr>
            <a:xfrm>
              <a:off x="230188" y="6928814"/>
              <a:ext cx="5472112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직선 연결선 269">
              <a:extLst>
                <a:ext uri="{FF2B5EF4-FFF2-40B4-BE49-F238E27FC236}">
                  <a16:creationId xmlns:a16="http://schemas.microsoft.com/office/drawing/2014/main" id="{F410B5C5-02F1-4758-8C11-A6E91E505CB2}"/>
                </a:ext>
              </a:extLst>
            </p:cNvPr>
            <p:cNvCxnSpPr/>
            <p:nvPr/>
          </p:nvCxnSpPr>
          <p:spPr>
            <a:xfrm>
              <a:off x="230188" y="7205352"/>
              <a:ext cx="5472112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직선 연결선 270">
              <a:extLst>
                <a:ext uri="{FF2B5EF4-FFF2-40B4-BE49-F238E27FC236}">
                  <a16:creationId xmlns:a16="http://schemas.microsoft.com/office/drawing/2014/main" id="{51CC86B5-AB83-40B7-9019-2AEFC34E89CF}"/>
                </a:ext>
              </a:extLst>
            </p:cNvPr>
            <p:cNvCxnSpPr/>
            <p:nvPr/>
          </p:nvCxnSpPr>
          <p:spPr>
            <a:xfrm>
              <a:off x="230188" y="7481886"/>
              <a:ext cx="5472112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직선 연결선 271">
              <a:extLst>
                <a:ext uri="{FF2B5EF4-FFF2-40B4-BE49-F238E27FC236}">
                  <a16:creationId xmlns:a16="http://schemas.microsoft.com/office/drawing/2014/main" id="{120000A6-C5CB-4BEA-90CC-0751D0B21624}"/>
                </a:ext>
              </a:extLst>
            </p:cNvPr>
            <p:cNvCxnSpPr/>
            <p:nvPr/>
          </p:nvCxnSpPr>
          <p:spPr>
            <a:xfrm>
              <a:off x="230188" y="6652276"/>
              <a:ext cx="5472112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직선 연결선 272">
              <a:extLst>
                <a:ext uri="{FF2B5EF4-FFF2-40B4-BE49-F238E27FC236}">
                  <a16:creationId xmlns:a16="http://schemas.microsoft.com/office/drawing/2014/main" id="{C6FC2474-B803-4283-B4BE-0D9B9FFA7C86}"/>
                </a:ext>
              </a:extLst>
            </p:cNvPr>
            <p:cNvCxnSpPr/>
            <p:nvPr/>
          </p:nvCxnSpPr>
          <p:spPr>
            <a:xfrm>
              <a:off x="230188" y="4163434"/>
              <a:ext cx="5472112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직선 연결선 273">
              <a:extLst>
                <a:ext uri="{FF2B5EF4-FFF2-40B4-BE49-F238E27FC236}">
                  <a16:creationId xmlns:a16="http://schemas.microsoft.com/office/drawing/2014/main" id="{AE398C8D-9929-45DB-AEEC-E2751DDBBD00}"/>
                </a:ext>
              </a:extLst>
            </p:cNvPr>
            <p:cNvCxnSpPr/>
            <p:nvPr/>
          </p:nvCxnSpPr>
          <p:spPr>
            <a:xfrm>
              <a:off x="230188" y="542204"/>
              <a:ext cx="5472112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직선 연결선 274">
              <a:extLst>
                <a:ext uri="{FF2B5EF4-FFF2-40B4-BE49-F238E27FC236}">
                  <a16:creationId xmlns:a16="http://schemas.microsoft.com/office/drawing/2014/main" id="{9F5967DA-47D6-409B-A2C9-7032E4E6B105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직선 연결선 275">
              <a:extLst>
                <a:ext uri="{FF2B5EF4-FFF2-40B4-BE49-F238E27FC236}">
                  <a16:creationId xmlns:a16="http://schemas.microsoft.com/office/drawing/2014/main" id="{F36D2B5B-48E7-4679-A3E1-BA5204BF416D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TextBox 185">
            <a:hlinkClick r:id="rId2"/>
            <a:extLst>
              <a:ext uri="{FF2B5EF4-FFF2-40B4-BE49-F238E27FC236}">
                <a16:creationId xmlns:a16="http://schemas.microsoft.com/office/drawing/2014/main" id="{B8235A32-4CB6-4C75-8F2E-A183C9B154C2}"/>
              </a:ext>
            </a:extLst>
          </p:cNvPr>
          <p:cNvSpPr txBox="1"/>
          <p:nvPr/>
        </p:nvSpPr>
        <p:spPr>
          <a:xfrm>
            <a:off x="5233839" y="7555443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TextBox 186">
            <a:hlinkClick r:id="rId3"/>
            <a:extLst>
              <a:ext uri="{FF2B5EF4-FFF2-40B4-BE49-F238E27FC236}">
                <a16:creationId xmlns:a16="http://schemas.microsoft.com/office/drawing/2014/main" id="{6D2E5435-D4EE-4C26-A81B-4F502C0013C5}"/>
              </a:ext>
            </a:extLst>
          </p:cNvPr>
          <p:cNvSpPr txBox="1"/>
          <p:nvPr/>
        </p:nvSpPr>
        <p:spPr>
          <a:xfrm>
            <a:off x="2525732" y="7555443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 Planner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2" name="TextBox 184">
            <a:hlinkClick r:id="rId4"/>
            <a:extLst>
              <a:ext uri="{FF2B5EF4-FFF2-40B4-BE49-F238E27FC236}">
                <a16:creationId xmlns:a16="http://schemas.microsoft.com/office/drawing/2014/main" id="{67B0914B-6791-4033-9D9D-B6AEA7FA34D3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2859270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41</TotalTime>
  <Words>8</Words>
  <Application>Microsoft Office PowerPoint</Application>
  <PresentationFormat>사용자 지정</PresentationFormat>
  <Paragraphs>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NanumGothic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JeonCheonil</dc:creator>
  <cp:lastModifiedBy>JeonCheonil</cp:lastModifiedBy>
  <cp:revision>18</cp:revision>
  <dcterms:created xsi:type="dcterms:W3CDTF">2021-10-29T04:43:38Z</dcterms:created>
  <dcterms:modified xsi:type="dcterms:W3CDTF">2021-12-19T07:44:56Z</dcterms:modified>
</cp:coreProperties>
</file>
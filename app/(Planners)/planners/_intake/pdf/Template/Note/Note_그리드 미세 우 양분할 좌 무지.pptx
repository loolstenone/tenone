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5" name="그룹 1354">
            <a:extLst>
              <a:ext uri="{FF2B5EF4-FFF2-40B4-BE49-F238E27FC236}">
                <a16:creationId xmlns:a16="http://schemas.microsoft.com/office/drawing/2014/main" id="{00B96614-6781-49B5-A031-CDF8F2A36749}"/>
              </a:ext>
            </a:extLst>
          </p:cNvPr>
          <p:cNvGrpSpPr/>
          <p:nvPr/>
        </p:nvGrpSpPr>
        <p:grpSpPr>
          <a:xfrm>
            <a:off x="330339" y="462531"/>
            <a:ext cx="5416272" cy="7024500"/>
            <a:chOff x="286028" y="462531"/>
            <a:chExt cx="5416272" cy="7024500"/>
          </a:xfrm>
        </p:grpSpPr>
        <p:grpSp>
          <p:nvGrpSpPr>
            <p:cNvPr id="1275" name="그룹 1274">
              <a:extLst>
                <a:ext uri="{FF2B5EF4-FFF2-40B4-BE49-F238E27FC236}">
                  <a16:creationId xmlns:a16="http://schemas.microsoft.com/office/drawing/2014/main" id="{B290FB45-D8B8-4225-99D8-7CA02E882875}"/>
                </a:ext>
              </a:extLst>
            </p:cNvPr>
            <p:cNvGrpSpPr/>
            <p:nvPr/>
          </p:nvGrpSpPr>
          <p:grpSpPr>
            <a:xfrm>
              <a:off x="286028" y="533399"/>
              <a:ext cx="5413212" cy="6953632"/>
              <a:chOff x="286028" y="533399"/>
              <a:chExt cx="5413212" cy="6953632"/>
            </a:xfrm>
          </p:grpSpPr>
          <p:cxnSp>
            <p:nvCxnSpPr>
              <p:cNvPr id="1276" name="직선 연결선 1275">
                <a:extLst>
                  <a:ext uri="{FF2B5EF4-FFF2-40B4-BE49-F238E27FC236}">
                    <a16:creationId xmlns:a16="http://schemas.microsoft.com/office/drawing/2014/main" id="{9CD1A6C9-D0F8-40CF-BA8F-A62ADD9D75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7" name="직선 연결선 1276">
                <a:extLst>
                  <a:ext uri="{FF2B5EF4-FFF2-40B4-BE49-F238E27FC236}">
                    <a16:creationId xmlns:a16="http://schemas.microsoft.com/office/drawing/2014/main" id="{E9F8587D-B76E-4EAD-8993-7BE85D57941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8" name="직선 연결선 1277">
                <a:extLst>
                  <a:ext uri="{FF2B5EF4-FFF2-40B4-BE49-F238E27FC236}">
                    <a16:creationId xmlns:a16="http://schemas.microsoft.com/office/drawing/2014/main" id="{923623B5-85C5-495F-AB81-60FF169AD73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9" name="직선 연결선 1278">
                <a:extLst>
                  <a:ext uri="{FF2B5EF4-FFF2-40B4-BE49-F238E27FC236}">
                    <a16:creationId xmlns:a16="http://schemas.microsoft.com/office/drawing/2014/main" id="{9B88BD67-3D3E-470E-AA41-2A3BBC412E5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0" name="직선 연결선 1279">
                <a:extLst>
                  <a:ext uri="{FF2B5EF4-FFF2-40B4-BE49-F238E27FC236}">
                    <a16:creationId xmlns:a16="http://schemas.microsoft.com/office/drawing/2014/main" id="{7392D428-42B9-449A-8D35-66CEED1D629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1" name="직선 연결선 1280">
                <a:extLst>
                  <a:ext uri="{FF2B5EF4-FFF2-40B4-BE49-F238E27FC236}">
                    <a16:creationId xmlns:a16="http://schemas.microsoft.com/office/drawing/2014/main" id="{05217B6A-952A-4D8C-AE91-EC48BE52064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2" name="직선 연결선 1281">
                <a:extLst>
                  <a:ext uri="{FF2B5EF4-FFF2-40B4-BE49-F238E27FC236}">
                    <a16:creationId xmlns:a16="http://schemas.microsoft.com/office/drawing/2014/main" id="{A4F97EF0-32F5-4932-B47C-8722D4B4954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3" name="직선 연결선 1282">
                <a:extLst>
                  <a:ext uri="{FF2B5EF4-FFF2-40B4-BE49-F238E27FC236}">
                    <a16:creationId xmlns:a16="http://schemas.microsoft.com/office/drawing/2014/main" id="{69AEFE77-2D04-4918-BA1C-C625B54A4A9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4" name="직선 연결선 1283">
                <a:extLst>
                  <a:ext uri="{FF2B5EF4-FFF2-40B4-BE49-F238E27FC236}">
                    <a16:creationId xmlns:a16="http://schemas.microsoft.com/office/drawing/2014/main" id="{95D499AB-6B25-47CA-9938-28379A51E3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5" name="직선 연결선 1284">
                <a:extLst>
                  <a:ext uri="{FF2B5EF4-FFF2-40B4-BE49-F238E27FC236}">
                    <a16:creationId xmlns:a16="http://schemas.microsoft.com/office/drawing/2014/main" id="{01DB1949-3291-414F-9DB7-A05255AB9B7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6" name="직선 연결선 1285">
                <a:extLst>
                  <a:ext uri="{FF2B5EF4-FFF2-40B4-BE49-F238E27FC236}">
                    <a16:creationId xmlns:a16="http://schemas.microsoft.com/office/drawing/2014/main" id="{DDEF4F7A-3E2C-4234-9CBF-40F0A440EF8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41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7" name="직선 연결선 1286">
                <a:extLst>
                  <a:ext uri="{FF2B5EF4-FFF2-40B4-BE49-F238E27FC236}">
                    <a16:creationId xmlns:a16="http://schemas.microsoft.com/office/drawing/2014/main" id="{FABC7D1C-BC27-4CDB-8696-A72E5D8D844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693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8" name="직선 연결선 1287">
                <a:extLst>
                  <a:ext uri="{FF2B5EF4-FFF2-40B4-BE49-F238E27FC236}">
                    <a16:creationId xmlns:a16="http://schemas.microsoft.com/office/drawing/2014/main" id="{CC9C1788-5574-476D-A5D9-AAD78800FD7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392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9" name="직선 연결선 1288">
                <a:extLst>
                  <a:ext uri="{FF2B5EF4-FFF2-40B4-BE49-F238E27FC236}">
                    <a16:creationId xmlns:a16="http://schemas.microsoft.com/office/drawing/2014/main" id="{B1235C47-B2A5-4E49-BD50-2EB501C640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67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0" name="직선 연결선 1289">
                <a:extLst>
                  <a:ext uri="{FF2B5EF4-FFF2-40B4-BE49-F238E27FC236}">
                    <a16:creationId xmlns:a16="http://schemas.microsoft.com/office/drawing/2014/main" id="{B355A0EE-B9F5-40B5-AABB-4B7F28B7BCF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427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1" name="직선 연결선 1290">
                <a:extLst>
                  <a:ext uri="{FF2B5EF4-FFF2-40B4-BE49-F238E27FC236}">
                    <a16:creationId xmlns:a16="http://schemas.microsoft.com/office/drawing/2014/main" id="{1115DEEF-2814-4B83-B457-A858B32031C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117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2" name="직선 연결선 1291">
                <a:extLst>
                  <a:ext uri="{FF2B5EF4-FFF2-40B4-BE49-F238E27FC236}">
                    <a16:creationId xmlns:a16="http://schemas.microsoft.com/office/drawing/2014/main" id="{CC82ED2A-34BE-4DFD-8792-ECE9F9EC76C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8268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3" name="직선 연결선 1292">
                <a:extLst>
                  <a:ext uri="{FF2B5EF4-FFF2-40B4-BE49-F238E27FC236}">
                    <a16:creationId xmlns:a16="http://schemas.microsoft.com/office/drawing/2014/main" id="{7AD4030D-1E78-42A4-91DE-BA76E02830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843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4" name="직선 연결선 1293">
                <a:extLst>
                  <a:ext uri="{FF2B5EF4-FFF2-40B4-BE49-F238E27FC236}">
                    <a16:creationId xmlns:a16="http://schemas.microsoft.com/office/drawing/2014/main" id="{8643A28A-1F2D-4995-9E93-FDFDB29A65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17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5" name="직선 연결선 1294">
                <a:extLst>
                  <a:ext uri="{FF2B5EF4-FFF2-40B4-BE49-F238E27FC236}">
                    <a16:creationId xmlns:a16="http://schemas.microsoft.com/office/drawing/2014/main" id="{A909C3EB-F6A8-4116-A83D-26CFAC37D05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333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6" name="직선 연결선 1295">
                <a:extLst>
                  <a:ext uri="{FF2B5EF4-FFF2-40B4-BE49-F238E27FC236}">
                    <a16:creationId xmlns:a16="http://schemas.microsoft.com/office/drawing/2014/main" id="{B544B9AC-8DAD-4807-B796-127E47CC3F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10490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7" name="직선 연결선 1296">
                <a:extLst>
                  <a:ext uri="{FF2B5EF4-FFF2-40B4-BE49-F238E27FC236}">
                    <a16:creationId xmlns:a16="http://schemas.microsoft.com/office/drawing/2014/main" id="{3607A9F4-AD2F-4436-9DB1-23F865538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36242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8" name="직선 연결선 1297">
                <a:extLst>
                  <a:ext uri="{FF2B5EF4-FFF2-40B4-BE49-F238E27FC236}">
                    <a16:creationId xmlns:a16="http://schemas.microsoft.com/office/drawing/2014/main" id="{1C1462C4-D818-4C03-A098-8EDEB451D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51693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9" name="직선 연결선 1298">
                <a:extLst>
                  <a:ext uri="{FF2B5EF4-FFF2-40B4-BE49-F238E27FC236}">
                    <a16:creationId xmlns:a16="http://schemas.microsoft.com/office/drawing/2014/main" id="{FEA64C29-E2B8-450F-8ADF-B3AE626209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64569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0" name="직선 연결선 1299">
                <a:extLst>
                  <a:ext uri="{FF2B5EF4-FFF2-40B4-BE49-F238E27FC236}">
                    <a16:creationId xmlns:a16="http://schemas.microsoft.com/office/drawing/2014/main" id="{12872BC5-DE3C-472B-AD32-797783E01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15640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1" name="직선 연결선 1300">
                <a:extLst>
                  <a:ext uri="{FF2B5EF4-FFF2-40B4-BE49-F238E27FC236}">
                    <a16:creationId xmlns:a16="http://schemas.microsoft.com/office/drawing/2014/main" id="{DB4E93B0-F16B-4D5A-BD34-4AC7026C6F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20791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2" name="직선 연결선 1301">
                <a:extLst>
                  <a:ext uri="{FF2B5EF4-FFF2-40B4-BE49-F238E27FC236}">
                    <a16:creationId xmlns:a16="http://schemas.microsoft.com/office/drawing/2014/main" id="{A4293CFF-BC7A-4D6F-9291-7A9691A38E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25941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3" name="직선 연결선 1302">
                <a:extLst>
                  <a:ext uri="{FF2B5EF4-FFF2-40B4-BE49-F238E27FC236}">
                    <a16:creationId xmlns:a16="http://schemas.microsoft.com/office/drawing/2014/main" id="{46C6503A-ABB6-47A7-9E36-0A5EDB45E2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31091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4" name="직선 연결선 1303">
                <a:extLst>
                  <a:ext uri="{FF2B5EF4-FFF2-40B4-BE49-F238E27FC236}">
                    <a16:creationId xmlns:a16="http://schemas.microsoft.com/office/drawing/2014/main" id="{5C82E0C9-7709-4339-A7B2-82BD828BD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41392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5" name="직선 연결선 1304">
                <a:extLst>
                  <a:ext uri="{FF2B5EF4-FFF2-40B4-BE49-F238E27FC236}">
                    <a16:creationId xmlns:a16="http://schemas.microsoft.com/office/drawing/2014/main" id="{9631AAC6-573A-4A61-A75E-C918859432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43967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6" name="직선 연결선 1305">
                <a:extLst>
                  <a:ext uri="{FF2B5EF4-FFF2-40B4-BE49-F238E27FC236}">
                    <a16:creationId xmlns:a16="http://schemas.microsoft.com/office/drawing/2014/main" id="{DDDF3229-18C1-43ED-B741-58C9C79B6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46543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7" name="직선 연결선 1306">
                <a:extLst>
                  <a:ext uri="{FF2B5EF4-FFF2-40B4-BE49-F238E27FC236}">
                    <a16:creationId xmlns:a16="http://schemas.microsoft.com/office/drawing/2014/main" id="{2B0AC448-E180-4584-9094-2FCCB2891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49118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8" name="직선 연결선 1307">
                <a:extLst>
                  <a:ext uri="{FF2B5EF4-FFF2-40B4-BE49-F238E27FC236}">
                    <a16:creationId xmlns:a16="http://schemas.microsoft.com/office/drawing/2014/main" id="{2FEA8844-5F21-499F-846D-29D7B3331B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54268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9" name="직선 연결선 1308">
                <a:extLst>
                  <a:ext uri="{FF2B5EF4-FFF2-40B4-BE49-F238E27FC236}">
                    <a16:creationId xmlns:a16="http://schemas.microsoft.com/office/drawing/2014/main" id="{1C69E312-247E-4997-8D90-61F583472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56843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0" name="직선 연결선 1309">
                <a:extLst>
                  <a:ext uri="{FF2B5EF4-FFF2-40B4-BE49-F238E27FC236}">
                    <a16:creationId xmlns:a16="http://schemas.microsoft.com/office/drawing/2014/main" id="{2647597F-7B8A-45C8-8D40-5315563F8E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59419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1" name="직선 연결선 1310">
                <a:extLst>
                  <a:ext uri="{FF2B5EF4-FFF2-40B4-BE49-F238E27FC236}">
                    <a16:creationId xmlns:a16="http://schemas.microsoft.com/office/drawing/2014/main" id="{7704670E-7176-422F-83C2-270767086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69719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2" name="직선 연결선 1311">
                <a:extLst>
                  <a:ext uri="{FF2B5EF4-FFF2-40B4-BE49-F238E27FC236}">
                    <a16:creationId xmlns:a16="http://schemas.microsoft.com/office/drawing/2014/main" id="{1847F409-85A8-43AA-9664-F38BF8B1B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61994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3" name="직선 연결선 1312">
                <a:extLst>
                  <a:ext uri="{FF2B5EF4-FFF2-40B4-BE49-F238E27FC236}">
                    <a16:creationId xmlns:a16="http://schemas.microsoft.com/office/drawing/2014/main" id="{50DA8C6E-4F57-405A-AC20-CB72AEF6F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67144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4" name="직선 연결선 1313">
                <a:extLst>
                  <a:ext uri="{FF2B5EF4-FFF2-40B4-BE49-F238E27FC236}">
                    <a16:creationId xmlns:a16="http://schemas.microsoft.com/office/drawing/2014/main" id="{74A6658C-586E-45F5-8908-9A69AC2C0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72295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5" name="직선 연결선 1314">
                <a:extLst>
                  <a:ext uri="{FF2B5EF4-FFF2-40B4-BE49-F238E27FC236}">
                    <a16:creationId xmlns:a16="http://schemas.microsoft.com/office/drawing/2014/main" id="{7E6B1506-5421-4DD1-848D-B443B37BD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7915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6" name="직선 연결선 1315">
                <a:extLst>
                  <a:ext uri="{FF2B5EF4-FFF2-40B4-BE49-F238E27FC236}">
                    <a16:creationId xmlns:a16="http://schemas.microsoft.com/office/drawing/2014/main" id="{3965EA22-B4EF-437C-84E5-6608864E2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13065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7" name="직선 연결선 1316">
                <a:extLst>
                  <a:ext uri="{FF2B5EF4-FFF2-40B4-BE49-F238E27FC236}">
                    <a16:creationId xmlns:a16="http://schemas.microsoft.com/office/drawing/2014/main" id="{2C868D03-3A6B-41DD-8FD1-B4046A293F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38817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8" name="직선 연결선 1317">
                <a:extLst>
                  <a:ext uri="{FF2B5EF4-FFF2-40B4-BE49-F238E27FC236}">
                    <a16:creationId xmlns:a16="http://schemas.microsoft.com/office/drawing/2014/main" id="{9B7F9B63-8C43-4A54-AA45-C6DD8D2D3A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18215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9" name="직선 연결선 1318">
                <a:extLst>
                  <a:ext uri="{FF2B5EF4-FFF2-40B4-BE49-F238E27FC236}">
                    <a16:creationId xmlns:a16="http://schemas.microsoft.com/office/drawing/2014/main" id="{FEC9C4C1-4036-4577-881D-78798944D2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23366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0" name="직선 연결선 1319">
                <a:extLst>
                  <a:ext uri="{FF2B5EF4-FFF2-40B4-BE49-F238E27FC236}">
                    <a16:creationId xmlns:a16="http://schemas.microsoft.com/office/drawing/2014/main" id="{D72EE59B-F8B6-4AC4-8A09-DA5323CD2C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28516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1" name="직선 연결선 1320">
                <a:extLst>
                  <a:ext uri="{FF2B5EF4-FFF2-40B4-BE49-F238E27FC236}">
                    <a16:creationId xmlns:a16="http://schemas.microsoft.com/office/drawing/2014/main" id="{91A6DAE7-3167-43B2-AE40-F788B9A9D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5269" y="33667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2" name="직선 연결선 1321">
                <a:extLst>
                  <a:ext uri="{FF2B5EF4-FFF2-40B4-BE49-F238E27FC236}">
                    <a16:creationId xmlns:a16="http://schemas.microsoft.com/office/drawing/2014/main" id="{0321960B-2B24-4C87-A655-A296BAA054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6646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3" name="직선 연결선 1322">
                <a:extLst>
                  <a:ext uri="{FF2B5EF4-FFF2-40B4-BE49-F238E27FC236}">
                    <a16:creationId xmlns:a16="http://schemas.microsoft.com/office/drawing/2014/main" id="{E8222CDB-E263-4462-AEBC-B2AB935858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11796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4" name="직선 연결선 1323">
                <a:extLst>
                  <a:ext uri="{FF2B5EF4-FFF2-40B4-BE49-F238E27FC236}">
                    <a16:creationId xmlns:a16="http://schemas.microsoft.com/office/drawing/2014/main" id="{D26529C7-CD2B-4FF8-A166-44CF9B2A75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37548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5" name="직선 연결선 1324">
                <a:extLst>
                  <a:ext uri="{FF2B5EF4-FFF2-40B4-BE49-F238E27FC236}">
                    <a16:creationId xmlns:a16="http://schemas.microsoft.com/office/drawing/2014/main" id="{3E015E85-1F34-4DBE-86CD-C36D547BB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52999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6" name="직선 연결선 1325">
                <a:extLst>
                  <a:ext uri="{FF2B5EF4-FFF2-40B4-BE49-F238E27FC236}">
                    <a16:creationId xmlns:a16="http://schemas.microsoft.com/office/drawing/2014/main" id="{FC607F7F-5193-4006-A32F-745B70D220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65875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7" name="직선 연결선 1326">
                <a:extLst>
                  <a:ext uri="{FF2B5EF4-FFF2-40B4-BE49-F238E27FC236}">
                    <a16:creationId xmlns:a16="http://schemas.microsoft.com/office/drawing/2014/main" id="{0C689C28-A01D-42EC-B218-7564128A1C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16947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8" name="직선 연결선 1327">
                <a:extLst>
                  <a:ext uri="{FF2B5EF4-FFF2-40B4-BE49-F238E27FC236}">
                    <a16:creationId xmlns:a16="http://schemas.microsoft.com/office/drawing/2014/main" id="{758E5204-0A6F-4B3D-875E-30A41D6B3F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22097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9" name="직선 연결선 1328">
                <a:extLst>
                  <a:ext uri="{FF2B5EF4-FFF2-40B4-BE49-F238E27FC236}">
                    <a16:creationId xmlns:a16="http://schemas.microsoft.com/office/drawing/2014/main" id="{4F0788F7-B526-4F7F-AF58-DCB587619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27247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0" name="직선 연결선 1329">
                <a:extLst>
                  <a:ext uri="{FF2B5EF4-FFF2-40B4-BE49-F238E27FC236}">
                    <a16:creationId xmlns:a16="http://schemas.microsoft.com/office/drawing/2014/main" id="{C8707316-2C50-45A2-A45E-3C8DE47B8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32398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" name="직선 연결선 1330">
                <a:extLst>
                  <a:ext uri="{FF2B5EF4-FFF2-40B4-BE49-F238E27FC236}">
                    <a16:creationId xmlns:a16="http://schemas.microsoft.com/office/drawing/2014/main" id="{7162CA65-5AE4-4280-BF11-EAC703570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42699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" name="직선 연결선 1331">
                <a:extLst>
                  <a:ext uri="{FF2B5EF4-FFF2-40B4-BE49-F238E27FC236}">
                    <a16:creationId xmlns:a16="http://schemas.microsoft.com/office/drawing/2014/main" id="{5A59485A-6C84-458F-9695-53CFD866E2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45274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" name="직선 연결선 1332">
                <a:extLst>
                  <a:ext uri="{FF2B5EF4-FFF2-40B4-BE49-F238E27FC236}">
                    <a16:creationId xmlns:a16="http://schemas.microsoft.com/office/drawing/2014/main" id="{A89A7C33-DE19-4176-AEDF-863F86F0FB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47849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" name="직선 연결선 1333">
                <a:extLst>
                  <a:ext uri="{FF2B5EF4-FFF2-40B4-BE49-F238E27FC236}">
                    <a16:creationId xmlns:a16="http://schemas.microsoft.com/office/drawing/2014/main" id="{05E447E6-0828-4FEC-8755-1404D00D2B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50424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" name="직선 연결선 1334">
                <a:extLst>
                  <a:ext uri="{FF2B5EF4-FFF2-40B4-BE49-F238E27FC236}">
                    <a16:creationId xmlns:a16="http://schemas.microsoft.com/office/drawing/2014/main" id="{206EA073-F136-4A7E-8C1C-38C57601AD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55575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6" name="직선 연결선 1335">
                <a:extLst>
                  <a:ext uri="{FF2B5EF4-FFF2-40B4-BE49-F238E27FC236}">
                    <a16:creationId xmlns:a16="http://schemas.microsoft.com/office/drawing/2014/main" id="{EEB74E8A-FD2E-47E4-9974-171BB070A9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58150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7" name="직선 연결선 1336">
                <a:extLst>
                  <a:ext uri="{FF2B5EF4-FFF2-40B4-BE49-F238E27FC236}">
                    <a16:creationId xmlns:a16="http://schemas.microsoft.com/office/drawing/2014/main" id="{A6456979-73D2-42B0-9413-75E296727B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60725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8" name="직선 연결선 1337">
                <a:extLst>
                  <a:ext uri="{FF2B5EF4-FFF2-40B4-BE49-F238E27FC236}">
                    <a16:creationId xmlns:a16="http://schemas.microsoft.com/office/drawing/2014/main" id="{B12E99F9-F20F-4108-B2AE-8BF986A54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71026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9" name="직선 연결선 1338">
                <a:extLst>
                  <a:ext uri="{FF2B5EF4-FFF2-40B4-BE49-F238E27FC236}">
                    <a16:creationId xmlns:a16="http://schemas.microsoft.com/office/drawing/2014/main" id="{DA9E3670-EDA9-4C97-B09C-1706D68FF0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63300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0" name="직선 연결선 1339">
                <a:extLst>
                  <a:ext uri="{FF2B5EF4-FFF2-40B4-BE49-F238E27FC236}">
                    <a16:creationId xmlns:a16="http://schemas.microsoft.com/office/drawing/2014/main" id="{B27F42C3-28C7-4DDE-A7D0-DB1740DDB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73601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1" name="직선 연결선 1340">
                <a:extLst>
                  <a:ext uri="{FF2B5EF4-FFF2-40B4-BE49-F238E27FC236}">
                    <a16:creationId xmlns:a16="http://schemas.microsoft.com/office/drawing/2014/main" id="{F6F4EDA4-1496-4A8C-A232-7A75BAF84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9221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2" name="직선 연결선 1341">
                <a:extLst>
                  <a:ext uri="{FF2B5EF4-FFF2-40B4-BE49-F238E27FC236}">
                    <a16:creationId xmlns:a16="http://schemas.microsoft.com/office/drawing/2014/main" id="{F349421F-4341-4AE8-969B-070318B6DB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14371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3" name="직선 연결선 1342">
                <a:extLst>
                  <a:ext uri="{FF2B5EF4-FFF2-40B4-BE49-F238E27FC236}">
                    <a16:creationId xmlns:a16="http://schemas.microsoft.com/office/drawing/2014/main" id="{FF72F51F-B3F7-43A7-ADD9-3B96936F1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40123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4" name="직선 연결선 1343">
                <a:extLst>
                  <a:ext uri="{FF2B5EF4-FFF2-40B4-BE49-F238E27FC236}">
                    <a16:creationId xmlns:a16="http://schemas.microsoft.com/office/drawing/2014/main" id="{DB524C98-11F9-4E0D-A1AA-9ECBA17195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19522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5" name="직선 연결선 1344">
                <a:extLst>
                  <a:ext uri="{FF2B5EF4-FFF2-40B4-BE49-F238E27FC236}">
                    <a16:creationId xmlns:a16="http://schemas.microsoft.com/office/drawing/2014/main" id="{730874C3-6132-4C24-8F30-8F6C29DB2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24672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6" name="직선 연결선 1345">
                <a:extLst>
                  <a:ext uri="{FF2B5EF4-FFF2-40B4-BE49-F238E27FC236}">
                    <a16:creationId xmlns:a16="http://schemas.microsoft.com/office/drawing/2014/main" id="{C22EEB05-541D-45B8-9933-CEEA18958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29823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7" name="직선 연결선 1346">
                <a:extLst>
                  <a:ext uri="{FF2B5EF4-FFF2-40B4-BE49-F238E27FC236}">
                    <a16:creationId xmlns:a16="http://schemas.microsoft.com/office/drawing/2014/main" id="{16F1AD2A-7D1D-43B8-BE58-AB1F04FCA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34973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8" name="직선 연결선 1347">
                <a:extLst>
                  <a:ext uri="{FF2B5EF4-FFF2-40B4-BE49-F238E27FC236}">
                    <a16:creationId xmlns:a16="http://schemas.microsoft.com/office/drawing/2014/main" id="{65776262-970E-4897-91DD-D51F118405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506" y="68432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9" name="직선 연결선 1348">
                <a:extLst>
                  <a:ext uri="{FF2B5EF4-FFF2-40B4-BE49-F238E27FC236}">
                    <a16:creationId xmlns:a16="http://schemas.microsoft.com/office/drawing/2014/main" id="{F2CB42E6-5403-4AD3-A34F-A56EB25650D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0" name="직선 연결선 1349">
                <a:extLst>
                  <a:ext uri="{FF2B5EF4-FFF2-40B4-BE49-F238E27FC236}">
                    <a16:creationId xmlns:a16="http://schemas.microsoft.com/office/drawing/2014/main" id="{E3728D34-1DE4-4F06-8B00-1B57F6D26D1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1" name="직선 연결선 1350">
                <a:extLst>
                  <a:ext uri="{FF2B5EF4-FFF2-40B4-BE49-F238E27FC236}">
                    <a16:creationId xmlns:a16="http://schemas.microsoft.com/office/drawing/2014/main" id="{90632014-F0EB-4627-B527-F8230E015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2" name="직선 연결선 1351">
                <a:extLst>
                  <a:ext uri="{FF2B5EF4-FFF2-40B4-BE49-F238E27FC236}">
                    <a16:creationId xmlns:a16="http://schemas.microsoft.com/office/drawing/2014/main" id="{E66434B3-3235-490D-9D9D-EDFE114CB3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028" y="533992"/>
                <a:ext cx="5412165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3" name="직선 연결선 1352">
              <a:extLst>
                <a:ext uri="{FF2B5EF4-FFF2-40B4-BE49-F238E27FC236}">
                  <a16:creationId xmlns:a16="http://schemas.microsoft.com/office/drawing/2014/main" id="{03D4F8F2-610F-41A6-B8A3-C24D990C072F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직선 연결선 1353">
              <a:extLst>
                <a:ext uri="{FF2B5EF4-FFF2-40B4-BE49-F238E27FC236}">
                  <a16:creationId xmlns:a16="http://schemas.microsoft.com/office/drawing/2014/main" id="{BC568A93-A26D-43CD-AD1A-D3E7FA21599B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185">
            <a:hlinkClick r:id="rId2"/>
            <a:extLst>
              <a:ext uri="{FF2B5EF4-FFF2-40B4-BE49-F238E27FC236}">
                <a16:creationId xmlns:a16="http://schemas.microsoft.com/office/drawing/2014/main" id="{09DB8C76-9B07-4BF1-9BCE-B06A9296420E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5" name="TextBox 186">
            <a:hlinkClick r:id="rId3"/>
            <a:extLst>
              <a:ext uri="{FF2B5EF4-FFF2-40B4-BE49-F238E27FC236}">
                <a16:creationId xmlns:a16="http://schemas.microsoft.com/office/drawing/2014/main" id="{E3A14D88-20CA-47C4-9A60-E0D1A97DB6C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TextBox 184">
            <a:hlinkClick r:id="rId4"/>
            <a:extLst>
              <a:ext uri="{FF2B5EF4-FFF2-40B4-BE49-F238E27FC236}">
                <a16:creationId xmlns:a16="http://schemas.microsoft.com/office/drawing/2014/main" id="{D6E8A44B-D3D1-42CC-847F-C30BDC7FCD82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38</cp:revision>
  <dcterms:created xsi:type="dcterms:W3CDTF">2021-10-29T04:43:38Z</dcterms:created>
  <dcterms:modified xsi:type="dcterms:W3CDTF">2021-12-19T08:00:53Z</dcterms:modified>
</cp:coreProperties>
</file>
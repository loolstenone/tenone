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27" name="직선 연결선 23926">
            <a:extLst>
              <a:ext uri="{FF2B5EF4-FFF2-40B4-BE49-F238E27FC236}">
                <a16:creationId xmlns:a16="http://schemas.microsoft.com/office/drawing/2014/main" id="{BB77C70C-AF79-4C81-8599-5DA4E0304A23}"/>
              </a:ext>
            </a:extLst>
          </p:cNvPr>
          <p:cNvCxnSpPr/>
          <p:nvPr/>
        </p:nvCxnSpPr>
        <p:spPr>
          <a:xfrm>
            <a:off x="3707213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28" name="직선 연결선 23927">
            <a:extLst>
              <a:ext uri="{FF2B5EF4-FFF2-40B4-BE49-F238E27FC236}">
                <a16:creationId xmlns:a16="http://schemas.microsoft.com/office/drawing/2014/main" id="{ACD18172-953D-4894-8A54-DA910FFB01BD}"/>
              </a:ext>
            </a:extLst>
          </p:cNvPr>
          <p:cNvCxnSpPr/>
          <p:nvPr/>
        </p:nvCxnSpPr>
        <p:spPr>
          <a:xfrm>
            <a:off x="30266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85">
            <a:hlinkClick r:id="rId2"/>
            <a:extLst>
              <a:ext uri="{FF2B5EF4-FFF2-40B4-BE49-F238E27FC236}">
                <a16:creationId xmlns:a16="http://schemas.microsoft.com/office/drawing/2014/main" id="{588C1FE1-955C-4FD6-9D0D-74DD75DA5B83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Box 186">
            <a:hlinkClick r:id="rId3"/>
            <a:extLst>
              <a:ext uri="{FF2B5EF4-FFF2-40B4-BE49-F238E27FC236}">
                <a16:creationId xmlns:a16="http://schemas.microsoft.com/office/drawing/2014/main" id="{C274C19C-4ADF-42D3-9AB6-54E38522E71C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907284E-BD5C-4708-8082-D0169C774968}"/>
              </a:ext>
            </a:extLst>
          </p:cNvPr>
          <p:cNvGrpSpPr/>
          <p:nvPr/>
        </p:nvGrpSpPr>
        <p:grpSpPr>
          <a:xfrm>
            <a:off x="302178" y="533992"/>
            <a:ext cx="5468489" cy="6953039"/>
            <a:chOff x="302178" y="533992"/>
            <a:chExt cx="5468489" cy="6953039"/>
          </a:xfrm>
        </p:grpSpPr>
        <p:cxnSp>
          <p:nvCxnSpPr>
            <p:cNvPr id="23924" name="직선 연결선 23923">
              <a:extLst>
                <a:ext uri="{FF2B5EF4-FFF2-40B4-BE49-F238E27FC236}">
                  <a16:creationId xmlns:a16="http://schemas.microsoft.com/office/drawing/2014/main" id="{F8DDD72B-E9E6-4836-BC74-DD3991B0A325}"/>
                </a:ext>
              </a:extLst>
            </p:cNvPr>
            <p:cNvCxnSpPr>
              <a:cxnSpLocks/>
            </p:cNvCxnSpPr>
            <p:nvPr/>
          </p:nvCxnSpPr>
          <p:spPr>
            <a:xfrm>
              <a:off x="302178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25" name="직선 연결선 23924">
              <a:extLst>
                <a:ext uri="{FF2B5EF4-FFF2-40B4-BE49-F238E27FC236}">
                  <a16:creationId xmlns:a16="http://schemas.microsoft.com/office/drawing/2014/main" id="{6641E066-9585-4D43-8330-8D849983A859}"/>
                </a:ext>
              </a:extLst>
            </p:cNvPr>
            <p:cNvCxnSpPr>
              <a:cxnSpLocks/>
            </p:cNvCxnSpPr>
            <p:nvPr/>
          </p:nvCxnSpPr>
          <p:spPr>
            <a:xfrm>
              <a:off x="302178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26" name="직선 연결선 23925">
              <a:extLst>
                <a:ext uri="{FF2B5EF4-FFF2-40B4-BE49-F238E27FC236}">
                  <a16:creationId xmlns:a16="http://schemas.microsoft.com/office/drawing/2014/main" id="{BEF20373-879E-4005-97E6-584CF4E7FDB9}"/>
                </a:ext>
              </a:extLst>
            </p:cNvPr>
            <p:cNvCxnSpPr>
              <a:cxnSpLocks/>
            </p:cNvCxnSpPr>
            <p:nvPr/>
          </p:nvCxnSpPr>
          <p:spPr>
            <a:xfrm>
              <a:off x="369593" y="516935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7592D6D8-0D7D-4134-AA77-FA6FF46AA3B6}"/>
                </a:ext>
              </a:extLst>
            </p:cNvPr>
            <p:cNvCxnSpPr>
              <a:cxnSpLocks/>
            </p:cNvCxnSpPr>
            <p:nvPr/>
          </p:nvCxnSpPr>
          <p:spPr>
            <a:xfrm>
              <a:off x="369593" y="2851672"/>
              <a:ext cx="540107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84">
            <a:hlinkClick r:id="rId4"/>
            <a:extLst>
              <a:ext uri="{FF2B5EF4-FFF2-40B4-BE49-F238E27FC236}">
                <a16:creationId xmlns:a16="http://schemas.microsoft.com/office/drawing/2014/main" id="{FC0BD91E-1DAA-4FBE-A88D-1FB1D902034E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51</cp:revision>
  <dcterms:created xsi:type="dcterms:W3CDTF">2021-10-29T04:43:38Z</dcterms:created>
  <dcterms:modified xsi:type="dcterms:W3CDTF">2021-12-19T07:40:41Z</dcterms:modified>
</cp:coreProperties>
</file>
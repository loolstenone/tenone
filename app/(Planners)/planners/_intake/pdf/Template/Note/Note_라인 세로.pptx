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그룹 435">
            <a:extLst>
              <a:ext uri="{FF2B5EF4-FFF2-40B4-BE49-F238E27FC236}">
                <a16:creationId xmlns:a16="http://schemas.microsoft.com/office/drawing/2014/main" id="{7CAE117B-709E-4922-8984-730FDD8E868A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cxnSp>
          <p:nvCxnSpPr>
            <p:cNvPr id="417" name="직선 연결선 416">
              <a:extLst>
                <a:ext uri="{FF2B5EF4-FFF2-40B4-BE49-F238E27FC236}">
                  <a16:creationId xmlns:a16="http://schemas.microsoft.com/office/drawing/2014/main" id="{E5CE7EAD-3F96-4B6F-BDEB-AF10989A7F0C}"/>
                </a:ext>
              </a:extLst>
            </p:cNvPr>
            <p:cNvCxnSpPr/>
            <p:nvPr/>
          </p:nvCxnSpPr>
          <p:spPr>
            <a:xfrm>
              <a:off x="5702300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8" name="직선 연결선 417">
              <a:extLst>
                <a:ext uri="{FF2B5EF4-FFF2-40B4-BE49-F238E27FC236}">
                  <a16:creationId xmlns:a16="http://schemas.microsoft.com/office/drawing/2014/main" id="{071A8D8B-E27A-4B6A-8A50-1D6A6C838FC6}"/>
                </a:ext>
              </a:extLst>
            </p:cNvPr>
            <p:cNvCxnSpPr/>
            <p:nvPr/>
          </p:nvCxnSpPr>
          <p:spPr>
            <a:xfrm>
              <a:off x="5360354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9" name="직선 연결선 418">
              <a:extLst>
                <a:ext uri="{FF2B5EF4-FFF2-40B4-BE49-F238E27FC236}">
                  <a16:creationId xmlns:a16="http://schemas.microsoft.com/office/drawing/2014/main" id="{4DAD56EF-E6D0-4D20-86DA-9AC0EAC6B321}"/>
                </a:ext>
              </a:extLst>
            </p:cNvPr>
            <p:cNvCxnSpPr/>
            <p:nvPr/>
          </p:nvCxnSpPr>
          <p:spPr>
            <a:xfrm>
              <a:off x="5018407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0" name="직선 연결선 419">
              <a:extLst>
                <a:ext uri="{FF2B5EF4-FFF2-40B4-BE49-F238E27FC236}">
                  <a16:creationId xmlns:a16="http://schemas.microsoft.com/office/drawing/2014/main" id="{7D8079E2-D4AD-497F-A9A7-741AE0B4E562}"/>
                </a:ext>
              </a:extLst>
            </p:cNvPr>
            <p:cNvCxnSpPr/>
            <p:nvPr/>
          </p:nvCxnSpPr>
          <p:spPr>
            <a:xfrm>
              <a:off x="4334513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1" name="직선 연결선 420">
              <a:extLst>
                <a:ext uri="{FF2B5EF4-FFF2-40B4-BE49-F238E27FC236}">
                  <a16:creationId xmlns:a16="http://schemas.microsoft.com/office/drawing/2014/main" id="{4FD3A1A1-38F3-41D8-8006-06C6907457BD}"/>
                </a:ext>
              </a:extLst>
            </p:cNvPr>
            <p:cNvCxnSpPr/>
            <p:nvPr/>
          </p:nvCxnSpPr>
          <p:spPr>
            <a:xfrm>
              <a:off x="4676460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2" name="직선 연결선 421">
              <a:extLst>
                <a:ext uri="{FF2B5EF4-FFF2-40B4-BE49-F238E27FC236}">
                  <a16:creationId xmlns:a16="http://schemas.microsoft.com/office/drawing/2014/main" id="{D56852C3-8D6B-418E-8229-C5BFDCA9A802}"/>
                </a:ext>
              </a:extLst>
            </p:cNvPr>
            <p:cNvCxnSpPr/>
            <p:nvPr/>
          </p:nvCxnSpPr>
          <p:spPr>
            <a:xfrm>
              <a:off x="3650619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3" name="직선 연결선 422">
              <a:extLst>
                <a:ext uri="{FF2B5EF4-FFF2-40B4-BE49-F238E27FC236}">
                  <a16:creationId xmlns:a16="http://schemas.microsoft.com/office/drawing/2014/main" id="{54DC7ECE-DE2B-4906-9188-2682FAAF9318}"/>
                </a:ext>
              </a:extLst>
            </p:cNvPr>
            <p:cNvCxnSpPr/>
            <p:nvPr/>
          </p:nvCxnSpPr>
          <p:spPr>
            <a:xfrm>
              <a:off x="3992566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4" name="직선 연결선 423">
              <a:extLst>
                <a:ext uri="{FF2B5EF4-FFF2-40B4-BE49-F238E27FC236}">
                  <a16:creationId xmlns:a16="http://schemas.microsoft.com/office/drawing/2014/main" id="{C61FC912-7458-42A1-B4DD-9916CE479B99}"/>
                </a:ext>
              </a:extLst>
            </p:cNvPr>
            <p:cNvCxnSpPr/>
            <p:nvPr/>
          </p:nvCxnSpPr>
          <p:spPr>
            <a:xfrm>
              <a:off x="2624776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5" name="직선 연결선 424">
              <a:extLst>
                <a:ext uri="{FF2B5EF4-FFF2-40B4-BE49-F238E27FC236}">
                  <a16:creationId xmlns:a16="http://schemas.microsoft.com/office/drawing/2014/main" id="{16829A5B-EF3E-485B-B453-AC597D6F4D91}"/>
                </a:ext>
              </a:extLst>
            </p:cNvPr>
            <p:cNvCxnSpPr/>
            <p:nvPr/>
          </p:nvCxnSpPr>
          <p:spPr>
            <a:xfrm>
              <a:off x="3308672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6" name="직선 연결선 425">
              <a:extLst>
                <a:ext uri="{FF2B5EF4-FFF2-40B4-BE49-F238E27FC236}">
                  <a16:creationId xmlns:a16="http://schemas.microsoft.com/office/drawing/2014/main" id="{7580A997-3726-4003-B9EB-7ACF0B46BC4F}"/>
                </a:ext>
              </a:extLst>
            </p:cNvPr>
            <p:cNvCxnSpPr/>
            <p:nvPr/>
          </p:nvCxnSpPr>
          <p:spPr>
            <a:xfrm>
              <a:off x="2966724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7" name="직선 연결선 426">
              <a:extLst>
                <a:ext uri="{FF2B5EF4-FFF2-40B4-BE49-F238E27FC236}">
                  <a16:creationId xmlns:a16="http://schemas.microsoft.com/office/drawing/2014/main" id="{85843B5D-2028-473B-8807-B644E3AFCAFD}"/>
                </a:ext>
              </a:extLst>
            </p:cNvPr>
            <p:cNvCxnSpPr/>
            <p:nvPr/>
          </p:nvCxnSpPr>
          <p:spPr>
            <a:xfrm>
              <a:off x="2282828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8" name="직선 연결선 427">
              <a:extLst>
                <a:ext uri="{FF2B5EF4-FFF2-40B4-BE49-F238E27FC236}">
                  <a16:creationId xmlns:a16="http://schemas.microsoft.com/office/drawing/2014/main" id="{B410435F-F4BF-47F4-80DB-0FD34B7AFCB6}"/>
                </a:ext>
              </a:extLst>
            </p:cNvPr>
            <p:cNvCxnSpPr/>
            <p:nvPr/>
          </p:nvCxnSpPr>
          <p:spPr>
            <a:xfrm>
              <a:off x="1256984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9" name="직선 연결선 428">
              <a:extLst>
                <a:ext uri="{FF2B5EF4-FFF2-40B4-BE49-F238E27FC236}">
                  <a16:creationId xmlns:a16="http://schemas.microsoft.com/office/drawing/2014/main" id="{C1AD1122-E694-40CF-A756-D6062D5632C0}"/>
                </a:ext>
              </a:extLst>
            </p:cNvPr>
            <p:cNvCxnSpPr/>
            <p:nvPr/>
          </p:nvCxnSpPr>
          <p:spPr>
            <a:xfrm>
              <a:off x="1940880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0" name="직선 연결선 429">
              <a:extLst>
                <a:ext uri="{FF2B5EF4-FFF2-40B4-BE49-F238E27FC236}">
                  <a16:creationId xmlns:a16="http://schemas.microsoft.com/office/drawing/2014/main" id="{4601C8B4-B8A1-4DCB-8DAD-EFC779A832CA}"/>
                </a:ext>
              </a:extLst>
            </p:cNvPr>
            <p:cNvCxnSpPr/>
            <p:nvPr/>
          </p:nvCxnSpPr>
          <p:spPr>
            <a:xfrm>
              <a:off x="1598932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1" name="직선 연결선 430">
              <a:extLst>
                <a:ext uri="{FF2B5EF4-FFF2-40B4-BE49-F238E27FC236}">
                  <a16:creationId xmlns:a16="http://schemas.microsoft.com/office/drawing/2014/main" id="{E030228F-EF96-4A6B-AC76-F00AF5137CC6}"/>
                </a:ext>
              </a:extLst>
            </p:cNvPr>
            <p:cNvCxnSpPr/>
            <p:nvPr/>
          </p:nvCxnSpPr>
          <p:spPr>
            <a:xfrm>
              <a:off x="915036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2" name="직선 연결선 431">
              <a:extLst>
                <a:ext uri="{FF2B5EF4-FFF2-40B4-BE49-F238E27FC236}">
                  <a16:creationId xmlns:a16="http://schemas.microsoft.com/office/drawing/2014/main" id="{D2B7ADB6-C14A-4D6D-92C8-A419C13F8D98}"/>
                </a:ext>
              </a:extLst>
            </p:cNvPr>
            <p:cNvCxnSpPr/>
            <p:nvPr/>
          </p:nvCxnSpPr>
          <p:spPr>
            <a:xfrm>
              <a:off x="231140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3" name="직선 연결선 432">
              <a:extLst>
                <a:ext uri="{FF2B5EF4-FFF2-40B4-BE49-F238E27FC236}">
                  <a16:creationId xmlns:a16="http://schemas.microsoft.com/office/drawing/2014/main" id="{21CEF74D-F425-43BB-AA34-9C72F5F13B17}"/>
                </a:ext>
              </a:extLst>
            </p:cNvPr>
            <p:cNvCxnSpPr/>
            <p:nvPr/>
          </p:nvCxnSpPr>
          <p:spPr>
            <a:xfrm>
              <a:off x="573088" y="533400"/>
              <a:ext cx="0" cy="6948488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4" name="직선 연결선 433">
              <a:extLst>
                <a:ext uri="{FF2B5EF4-FFF2-40B4-BE49-F238E27FC236}">
                  <a16:creationId xmlns:a16="http://schemas.microsoft.com/office/drawing/2014/main" id="{5EF733FF-F8E9-45D1-A335-110C6B37145A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직선 연결선 434">
              <a:extLst>
                <a:ext uri="{FF2B5EF4-FFF2-40B4-BE49-F238E27FC236}">
                  <a16:creationId xmlns:a16="http://schemas.microsoft.com/office/drawing/2014/main" id="{BA0D57D0-457C-4C2B-BEF6-24C3ED0E405D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185">
            <a:hlinkClick r:id="rId2"/>
            <a:extLst>
              <a:ext uri="{FF2B5EF4-FFF2-40B4-BE49-F238E27FC236}">
                <a16:creationId xmlns:a16="http://schemas.microsoft.com/office/drawing/2014/main" id="{DB1B4F5F-D7F7-43A1-B42E-76F1170D0FFC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Box 186">
            <a:hlinkClick r:id="rId3"/>
            <a:extLst>
              <a:ext uri="{FF2B5EF4-FFF2-40B4-BE49-F238E27FC236}">
                <a16:creationId xmlns:a16="http://schemas.microsoft.com/office/drawing/2014/main" id="{A311A518-71BD-4D33-A5E0-8EEEA6CA688D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TextBox 184">
            <a:hlinkClick r:id="rId4"/>
            <a:extLst>
              <a:ext uri="{FF2B5EF4-FFF2-40B4-BE49-F238E27FC236}">
                <a16:creationId xmlns:a16="http://schemas.microsoft.com/office/drawing/2014/main" id="{AC5D4907-2F76-4874-9EB7-B478E345BDE7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23</cp:revision>
  <dcterms:created xsi:type="dcterms:W3CDTF">2021-10-29T04:43:38Z</dcterms:created>
  <dcterms:modified xsi:type="dcterms:W3CDTF">2021-12-19T07:49:37Z</dcterms:modified>
</cp:coreProperties>
</file>
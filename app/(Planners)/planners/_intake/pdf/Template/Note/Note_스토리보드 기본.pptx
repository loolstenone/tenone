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1" name="그룹 1610">
            <a:extLst>
              <a:ext uri="{FF2B5EF4-FFF2-40B4-BE49-F238E27FC236}">
                <a16:creationId xmlns:a16="http://schemas.microsoft.com/office/drawing/2014/main" id="{8E09F887-EFED-4CD7-AD45-56BDB4590906}"/>
              </a:ext>
            </a:extLst>
          </p:cNvPr>
          <p:cNvGrpSpPr/>
          <p:nvPr/>
        </p:nvGrpSpPr>
        <p:grpSpPr>
          <a:xfrm>
            <a:off x="302419" y="462531"/>
            <a:ext cx="5472112" cy="7024500"/>
            <a:chOff x="230188" y="462531"/>
            <a:chExt cx="5472112" cy="7024500"/>
          </a:xfrm>
        </p:grpSpPr>
        <p:cxnSp>
          <p:nvCxnSpPr>
            <p:cNvPr id="1612" name="직선 연결선 1611">
              <a:extLst>
                <a:ext uri="{FF2B5EF4-FFF2-40B4-BE49-F238E27FC236}">
                  <a16:creationId xmlns:a16="http://schemas.microsoft.com/office/drawing/2014/main" id="{A4D55F73-F681-46B7-9C8C-1F6FEB450D58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533992"/>
              <a:ext cx="26562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3" name="직선 연결선 1612">
              <a:extLst>
                <a:ext uri="{FF2B5EF4-FFF2-40B4-BE49-F238E27FC236}">
                  <a16:creationId xmlns:a16="http://schemas.microsoft.com/office/drawing/2014/main" id="{2C9A181A-69BD-4A32-98F8-4FCFFF1D0447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7487031"/>
              <a:ext cx="26562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직선 연결선 1613">
              <a:extLst>
                <a:ext uri="{FF2B5EF4-FFF2-40B4-BE49-F238E27FC236}">
                  <a16:creationId xmlns:a16="http://schemas.microsoft.com/office/drawing/2014/main" id="{B3C30B69-6D17-4743-8FA7-07CAA4ACD197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1278961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직선 연결선 1614">
              <a:extLst>
                <a:ext uri="{FF2B5EF4-FFF2-40B4-BE49-F238E27FC236}">
                  <a16:creationId xmlns:a16="http://schemas.microsoft.com/office/drawing/2014/main" id="{AA34E915-C82E-452D-8B1E-A3C4CE48A9F5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3762191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직선 연결선 1615">
              <a:extLst>
                <a:ext uri="{FF2B5EF4-FFF2-40B4-BE49-F238E27FC236}">
                  <a16:creationId xmlns:a16="http://schemas.microsoft.com/office/drawing/2014/main" id="{B1BD87B9-8B3A-48C6-B456-35B55DD9F8B1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5252129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7" name="직선 연결선 1616">
              <a:extLst>
                <a:ext uri="{FF2B5EF4-FFF2-40B4-BE49-F238E27FC236}">
                  <a16:creationId xmlns:a16="http://schemas.microsoft.com/office/drawing/2014/main" id="{A8CC120C-369C-43E3-9B9D-051F49C12B85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6493744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8" name="직선 연결선 1617">
              <a:extLst>
                <a:ext uri="{FF2B5EF4-FFF2-40B4-BE49-F238E27FC236}">
                  <a16:creationId xmlns:a16="http://schemas.microsoft.com/office/drawing/2014/main" id="{A31107B5-8B43-4E5C-B337-2CA4116C044F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1775607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직선 연결선 1618">
              <a:extLst>
                <a:ext uri="{FF2B5EF4-FFF2-40B4-BE49-F238E27FC236}">
                  <a16:creationId xmlns:a16="http://schemas.microsoft.com/office/drawing/2014/main" id="{08B2A85F-D736-42F0-A6BC-C6F3078DF43C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2272253"/>
              <a:ext cx="26562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직선 연결선 1619">
              <a:extLst>
                <a:ext uri="{FF2B5EF4-FFF2-40B4-BE49-F238E27FC236}">
                  <a16:creationId xmlns:a16="http://schemas.microsoft.com/office/drawing/2014/main" id="{C7FA79E5-73F6-4AEA-AB24-7C36C1738F25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2768899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직선 연결선 1620">
              <a:extLst>
                <a:ext uri="{FF2B5EF4-FFF2-40B4-BE49-F238E27FC236}">
                  <a16:creationId xmlns:a16="http://schemas.microsoft.com/office/drawing/2014/main" id="{D7CE5CC3-E5BB-49CB-B6F8-7A4586070A0C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3265545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직선 연결선 1621">
              <a:extLst>
                <a:ext uri="{FF2B5EF4-FFF2-40B4-BE49-F238E27FC236}">
                  <a16:creationId xmlns:a16="http://schemas.microsoft.com/office/drawing/2014/main" id="{1EAAF148-E17D-46B7-B1F1-8DB5B61290D5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4258837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직선 연결선 1622">
              <a:extLst>
                <a:ext uri="{FF2B5EF4-FFF2-40B4-BE49-F238E27FC236}">
                  <a16:creationId xmlns:a16="http://schemas.microsoft.com/office/drawing/2014/main" id="{A5C6C5E8-1CBD-43D1-B3C0-3A3EBBFC9320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4507160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직선 연결선 1623">
              <a:extLst>
                <a:ext uri="{FF2B5EF4-FFF2-40B4-BE49-F238E27FC236}">
                  <a16:creationId xmlns:a16="http://schemas.microsoft.com/office/drawing/2014/main" id="{E1AFDE0D-BCAB-44F3-8E02-A460F1B714CC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4755483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직선 연결선 1624">
              <a:extLst>
                <a:ext uri="{FF2B5EF4-FFF2-40B4-BE49-F238E27FC236}">
                  <a16:creationId xmlns:a16="http://schemas.microsoft.com/office/drawing/2014/main" id="{1AAE9A74-C666-40B0-A8FE-15B23D69C988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5003806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직선 연결선 1625">
              <a:extLst>
                <a:ext uri="{FF2B5EF4-FFF2-40B4-BE49-F238E27FC236}">
                  <a16:creationId xmlns:a16="http://schemas.microsoft.com/office/drawing/2014/main" id="{00303E17-26E8-4B2A-9CA1-8384AE6B37CB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5500452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7" name="직선 연결선 1626">
              <a:extLst>
                <a:ext uri="{FF2B5EF4-FFF2-40B4-BE49-F238E27FC236}">
                  <a16:creationId xmlns:a16="http://schemas.microsoft.com/office/drawing/2014/main" id="{75D05CAE-0FA2-43B7-83FD-FBF6431DCDBB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5748775"/>
              <a:ext cx="26562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직선 연결선 1627">
              <a:extLst>
                <a:ext uri="{FF2B5EF4-FFF2-40B4-BE49-F238E27FC236}">
                  <a16:creationId xmlns:a16="http://schemas.microsoft.com/office/drawing/2014/main" id="{9879346C-3241-40C3-83DF-D044D8C70745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5997098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9" name="직선 연결선 1628">
              <a:extLst>
                <a:ext uri="{FF2B5EF4-FFF2-40B4-BE49-F238E27FC236}">
                  <a16:creationId xmlns:a16="http://schemas.microsoft.com/office/drawing/2014/main" id="{09C38095-E9C7-484E-A1E7-E48E2EFEF618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6990390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0" name="직선 연결선 1629">
              <a:extLst>
                <a:ext uri="{FF2B5EF4-FFF2-40B4-BE49-F238E27FC236}">
                  <a16:creationId xmlns:a16="http://schemas.microsoft.com/office/drawing/2014/main" id="{CB0849DB-DFC0-4B6D-8AE6-9FA184FB09F9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6245421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직선 연결선 1630">
              <a:extLst>
                <a:ext uri="{FF2B5EF4-FFF2-40B4-BE49-F238E27FC236}">
                  <a16:creationId xmlns:a16="http://schemas.microsoft.com/office/drawing/2014/main" id="{F55C390B-75F3-4CE9-9509-266AB7D69334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6742067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2" name="직선 연결선 1631">
              <a:extLst>
                <a:ext uri="{FF2B5EF4-FFF2-40B4-BE49-F238E27FC236}">
                  <a16:creationId xmlns:a16="http://schemas.microsoft.com/office/drawing/2014/main" id="{D2DA5188-0327-45C8-B8FD-1007FCE14606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7238713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3" name="직선 연결선 1632">
              <a:extLst>
                <a:ext uri="{FF2B5EF4-FFF2-40B4-BE49-F238E27FC236}">
                  <a16:creationId xmlns:a16="http://schemas.microsoft.com/office/drawing/2014/main" id="{CAF47A6E-7D21-4D87-8530-6A7CE9D84AE1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782315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직선 연결선 1633">
              <a:extLst>
                <a:ext uri="{FF2B5EF4-FFF2-40B4-BE49-F238E27FC236}">
                  <a16:creationId xmlns:a16="http://schemas.microsoft.com/office/drawing/2014/main" id="{988508B6-166C-415C-848C-337B8D20C00A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1527284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5" name="직선 연결선 1634">
              <a:extLst>
                <a:ext uri="{FF2B5EF4-FFF2-40B4-BE49-F238E27FC236}">
                  <a16:creationId xmlns:a16="http://schemas.microsoft.com/office/drawing/2014/main" id="{17088412-4967-4AB1-A3D5-C0E540B1E835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4010514"/>
              <a:ext cx="265629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6" name="직선 연결선 1635">
              <a:extLst>
                <a:ext uri="{FF2B5EF4-FFF2-40B4-BE49-F238E27FC236}">
                  <a16:creationId xmlns:a16="http://schemas.microsoft.com/office/drawing/2014/main" id="{ACEE1AE4-0A28-4CEB-95CF-44281F24908D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2023930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직선 연결선 1636">
              <a:extLst>
                <a:ext uri="{FF2B5EF4-FFF2-40B4-BE49-F238E27FC236}">
                  <a16:creationId xmlns:a16="http://schemas.microsoft.com/office/drawing/2014/main" id="{68E80E7E-1DD3-459A-8983-B82C2D1B8728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2520576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직선 연결선 1637">
              <a:extLst>
                <a:ext uri="{FF2B5EF4-FFF2-40B4-BE49-F238E27FC236}">
                  <a16:creationId xmlns:a16="http://schemas.microsoft.com/office/drawing/2014/main" id="{BC4E3962-AC53-4292-9343-D0F7B5159E4B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3017222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9" name="직선 연결선 1638">
              <a:extLst>
                <a:ext uri="{FF2B5EF4-FFF2-40B4-BE49-F238E27FC236}">
                  <a16:creationId xmlns:a16="http://schemas.microsoft.com/office/drawing/2014/main" id="{1AAF7DEE-92B0-4642-AF86-339E2904BD2D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3513868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0" name="사각형: 둥근 모서리 1639">
              <a:extLst>
                <a:ext uri="{FF2B5EF4-FFF2-40B4-BE49-F238E27FC236}">
                  <a16:creationId xmlns:a16="http://schemas.microsoft.com/office/drawing/2014/main" id="{6CDCF834-7956-41D2-9644-3A083778257B}"/>
                </a:ext>
              </a:extLst>
            </p:cNvPr>
            <p:cNvSpPr/>
            <p:nvPr/>
          </p:nvSpPr>
          <p:spPr>
            <a:xfrm>
              <a:off x="230188" y="53399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1" name="사각형: 둥근 모서리 1640">
              <a:extLst>
                <a:ext uri="{FF2B5EF4-FFF2-40B4-BE49-F238E27FC236}">
                  <a16:creationId xmlns:a16="http://schemas.microsoft.com/office/drawing/2014/main" id="{948B67F0-C70E-4855-9A1E-4DAE2CC9C944}"/>
                </a:ext>
              </a:extLst>
            </p:cNvPr>
            <p:cNvSpPr/>
            <p:nvPr/>
          </p:nvSpPr>
          <p:spPr>
            <a:xfrm>
              <a:off x="230188" y="227567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2" name="사각형: 둥근 모서리 1641">
              <a:extLst>
                <a:ext uri="{FF2B5EF4-FFF2-40B4-BE49-F238E27FC236}">
                  <a16:creationId xmlns:a16="http://schemas.microsoft.com/office/drawing/2014/main" id="{6F2AE4BF-C966-4957-8B51-6F73FF427E82}"/>
                </a:ext>
              </a:extLst>
            </p:cNvPr>
            <p:cNvSpPr/>
            <p:nvPr/>
          </p:nvSpPr>
          <p:spPr>
            <a:xfrm>
              <a:off x="230188" y="4017352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3" name="사각형: 둥근 모서리 1642">
              <a:extLst>
                <a:ext uri="{FF2B5EF4-FFF2-40B4-BE49-F238E27FC236}">
                  <a16:creationId xmlns:a16="http://schemas.microsoft.com/office/drawing/2014/main" id="{2949E836-6144-4769-9DCE-B91AC864F072}"/>
                </a:ext>
              </a:extLst>
            </p:cNvPr>
            <p:cNvSpPr/>
            <p:nvPr/>
          </p:nvSpPr>
          <p:spPr>
            <a:xfrm>
              <a:off x="230188" y="5759031"/>
              <a:ext cx="2682345" cy="1728000"/>
            </a:xfrm>
            <a:prstGeom prst="roundRect">
              <a:avLst>
                <a:gd name="adj" fmla="val 4274"/>
              </a:avLst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44" name="직선 연결선 1643">
              <a:extLst>
                <a:ext uri="{FF2B5EF4-FFF2-40B4-BE49-F238E27FC236}">
                  <a16:creationId xmlns:a16="http://schemas.microsoft.com/office/drawing/2014/main" id="{B6A0869B-19FF-43CF-80B3-08E9B2A5746B}"/>
                </a:ext>
              </a:extLst>
            </p:cNvPr>
            <p:cNvCxnSpPr>
              <a:cxnSpLocks/>
            </p:cNvCxnSpPr>
            <p:nvPr/>
          </p:nvCxnSpPr>
          <p:spPr>
            <a:xfrm>
              <a:off x="3038475" y="1030638"/>
              <a:ext cx="265629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직선 연결선 1644">
              <a:extLst>
                <a:ext uri="{FF2B5EF4-FFF2-40B4-BE49-F238E27FC236}">
                  <a16:creationId xmlns:a16="http://schemas.microsoft.com/office/drawing/2014/main" id="{1C862453-3F74-488D-A3DB-3A3B54D30D57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6" name="직선 연결선 1645">
              <a:extLst>
                <a:ext uri="{FF2B5EF4-FFF2-40B4-BE49-F238E27FC236}">
                  <a16:creationId xmlns:a16="http://schemas.microsoft.com/office/drawing/2014/main" id="{AE75C3BC-49B4-4ECF-A9D6-225A480BB247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185">
            <a:hlinkClick r:id="rId2"/>
            <a:extLst>
              <a:ext uri="{FF2B5EF4-FFF2-40B4-BE49-F238E27FC236}">
                <a16:creationId xmlns:a16="http://schemas.microsoft.com/office/drawing/2014/main" id="{777F33F4-DC74-4C78-8F82-0599AED1C922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0" name="TextBox 186">
            <a:hlinkClick r:id="rId3"/>
            <a:extLst>
              <a:ext uri="{FF2B5EF4-FFF2-40B4-BE49-F238E27FC236}">
                <a16:creationId xmlns:a16="http://schemas.microsoft.com/office/drawing/2014/main" id="{87B55A64-CE31-4F03-80F8-D7E0D5E3359B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184">
            <a:hlinkClick r:id="rId4"/>
            <a:extLst>
              <a:ext uri="{FF2B5EF4-FFF2-40B4-BE49-F238E27FC236}">
                <a16:creationId xmlns:a16="http://schemas.microsoft.com/office/drawing/2014/main" id="{2F581CB3-95BF-4B56-AE82-F3BEBBE5C291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62</cp:revision>
  <dcterms:created xsi:type="dcterms:W3CDTF">2021-10-29T04:43:38Z</dcterms:created>
  <dcterms:modified xsi:type="dcterms:W3CDTF">2021-12-19T08:42:34Z</dcterms:modified>
</cp:coreProperties>
</file>
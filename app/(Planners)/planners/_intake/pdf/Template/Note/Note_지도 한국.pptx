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tenone.biz/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4" name="직선 연결선 193">
            <a:extLst>
              <a:ext uri="{FF2B5EF4-FFF2-40B4-BE49-F238E27FC236}">
                <a16:creationId xmlns:a16="http://schemas.microsoft.com/office/drawing/2014/main" id="{DE78AEFC-2184-4382-A921-03AA2AA3A012}"/>
              </a:ext>
            </a:extLst>
          </p:cNvPr>
          <p:cNvCxnSpPr/>
          <p:nvPr/>
        </p:nvCxnSpPr>
        <p:spPr>
          <a:xfrm>
            <a:off x="3707213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직선 연결선 194">
            <a:extLst>
              <a:ext uri="{FF2B5EF4-FFF2-40B4-BE49-F238E27FC236}">
                <a16:creationId xmlns:a16="http://schemas.microsoft.com/office/drawing/2014/main" id="{0BD9D1CA-F07D-4BE2-99FB-5AD772FBC54B}"/>
              </a:ext>
            </a:extLst>
          </p:cNvPr>
          <p:cNvCxnSpPr/>
          <p:nvPr/>
        </p:nvCxnSpPr>
        <p:spPr>
          <a:xfrm>
            <a:off x="30266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185">
            <a:hlinkClick r:id="rId2"/>
            <a:extLst>
              <a:ext uri="{FF2B5EF4-FFF2-40B4-BE49-F238E27FC236}">
                <a16:creationId xmlns:a16="http://schemas.microsoft.com/office/drawing/2014/main" id="{B33A79ED-81EE-4BD7-853C-9A4F8A5D93F0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" name="TextBox 186">
            <a:hlinkClick r:id="rId3"/>
            <a:extLst>
              <a:ext uri="{FF2B5EF4-FFF2-40B4-BE49-F238E27FC236}">
                <a16:creationId xmlns:a16="http://schemas.microsoft.com/office/drawing/2014/main" id="{F0280561-3176-4DFA-A502-B7942113A72E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37" name="Picture 2" descr="우리나라 한국지도, 세계지도 백지도 : 네이버 블로그">
            <a:extLst>
              <a:ext uri="{FF2B5EF4-FFF2-40B4-BE49-F238E27FC236}">
                <a16:creationId xmlns:a16="http://schemas.microsoft.com/office/drawing/2014/main" id="{1A57DE2F-F4CB-42E2-ACA2-88C730304E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17" t="39938" r="19555" b="-1638"/>
          <a:stretch/>
        </p:blipFill>
        <p:spPr bwMode="auto">
          <a:xfrm>
            <a:off x="1100620" y="1858616"/>
            <a:ext cx="3558209" cy="4790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184">
            <a:hlinkClick r:id="rId5"/>
            <a:extLst>
              <a:ext uri="{FF2B5EF4-FFF2-40B4-BE49-F238E27FC236}">
                <a16:creationId xmlns:a16="http://schemas.microsoft.com/office/drawing/2014/main" id="{3FE81EFE-C8FA-4CE9-9CD6-EF755A8F452C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16</cp:revision>
  <dcterms:created xsi:type="dcterms:W3CDTF">2021-10-29T04:43:38Z</dcterms:created>
  <dcterms:modified xsi:type="dcterms:W3CDTF">2021-12-19T08:38:34Z</dcterms:modified>
</cp:coreProperties>
</file>